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7"/>
  </p:notesMasterIdLst>
  <p:sldIdLst>
    <p:sldId id="256" r:id="rId2"/>
    <p:sldId id="258" r:id="rId3"/>
    <p:sldId id="260" r:id="rId4"/>
    <p:sldId id="279" r:id="rId5"/>
    <p:sldId id="264" r:id="rId6"/>
    <p:sldId id="284" r:id="rId7"/>
    <p:sldId id="342" r:id="rId8"/>
    <p:sldId id="320" r:id="rId9"/>
    <p:sldId id="319" r:id="rId10"/>
    <p:sldId id="267" r:id="rId11"/>
    <p:sldId id="314" r:id="rId12"/>
    <p:sldId id="339" r:id="rId13"/>
    <p:sldId id="340" r:id="rId14"/>
    <p:sldId id="341" r:id="rId15"/>
    <p:sldId id="336" r:id="rId16"/>
    <p:sldId id="337" r:id="rId17"/>
    <p:sldId id="338" r:id="rId18"/>
    <p:sldId id="275" r:id="rId19"/>
    <p:sldId id="335" r:id="rId20"/>
    <p:sldId id="332" r:id="rId21"/>
    <p:sldId id="333" r:id="rId22"/>
    <p:sldId id="334" r:id="rId23"/>
    <p:sldId id="325" r:id="rId24"/>
    <p:sldId id="266" r:id="rId25"/>
    <p:sldId id="270" r:id="rId26"/>
  </p:sldIdLst>
  <p:sldSz cx="9144000" cy="5143500" type="screen16x9"/>
  <p:notesSz cx="6858000" cy="9144000"/>
  <p:embeddedFontLst>
    <p:embeddedFont>
      <p:font typeface="Barlow" panose="00000500000000000000" pitchFamily="2" charset="0"/>
      <p:regular r:id="rId28"/>
      <p:bold r:id="rId29"/>
      <p:italic r:id="rId30"/>
      <p:boldItalic r:id="rId31"/>
    </p:embeddedFont>
    <p:embeddedFont>
      <p:font typeface="DM Sans" pitchFamily="2" charset="0"/>
      <p:regular r:id="rId32"/>
      <p:bold r:id="rId33"/>
      <p:italic r:id="rId34"/>
      <p:boldItalic r:id="rId35"/>
    </p:embeddedFont>
    <p:embeddedFont>
      <p:font typeface="Mulish" panose="020B0604020202020204" charset="0"/>
      <p:regular r:id="rId36"/>
      <p:bold r:id="rId37"/>
      <p:italic r:id="rId38"/>
      <p:boldItalic r:id="rId39"/>
    </p:embeddedFont>
    <p:embeddedFont>
      <p:font typeface="Open Sans" panose="020B0606030504020204"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D29FAC6-4DAF-4AC3-8D56-9282717B21CA}">
  <a:tblStyle styleId="{0D29FAC6-4DAF-4AC3-8D56-9282717B21C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77" y="57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hd Elgallab" userId="5a4fe328a809f25b" providerId="LiveId" clId="{3C6E198E-AD3A-42A1-B19E-EBF55AAA4EDC}"/>
    <pc:docChg chg="undo custSel addSld delSld modSld sldOrd">
      <pc:chgData name="Shahd Elgallab" userId="5a4fe328a809f25b" providerId="LiveId" clId="{3C6E198E-AD3A-42A1-B19E-EBF55AAA4EDC}" dt="2026-01-21T17:36:45.960" v="672" actId="1076"/>
      <pc:docMkLst>
        <pc:docMk/>
      </pc:docMkLst>
      <pc:sldChg chg="modSp mod">
        <pc:chgData name="Shahd Elgallab" userId="5a4fe328a809f25b" providerId="LiveId" clId="{3C6E198E-AD3A-42A1-B19E-EBF55AAA4EDC}" dt="2026-01-21T14:34:40.054" v="34" actId="1076"/>
        <pc:sldMkLst>
          <pc:docMk/>
          <pc:sldMk cId="0" sldId="267"/>
        </pc:sldMkLst>
        <pc:spChg chg="mod">
          <ac:chgData name="Shahd Elgallab" userId="5a4fe328a809f25b" providerId="LiveId" clId="{3C6E198E-AD3A-42A1-B19E-EBF55AAA4EDC}" dt="2026-01-21T14:34:40.054" v="34" actId="1076"/>
          <ac:spMkLst>
            <pc:docMk/>
            <pc:sldMk cId="0" sldId="267"/>
            <ac:spMk id="10" creationId="{52FD9529-D897-F765-88D6-DCAFEAE16476}"/>
          </ac:spMkLst>
        </pc:spChg>
        <pc:spChg chg="mod">
          <ac:chgData name="Shahd Elgallab" userId="5a4fe328a809f25b" providerId="LiveId" clId="{3C6E198E-AD3A-42A1-B19E-EBF55AAA4EDC}" dt="2026-01-21T14:34:35.193" v="33" actId="1076"/>
          <ac:spMkLst>
            <pc:docMk/>
            <pc:sldMk cId="0" sldId="267"/>
            <ac:spMk id="2951" creationId="{00000000-0000-0000-0000-000000000000}"/>
          </ac:spMkLst>
        </pc:spChg>
      </pc:sldChg>
      <pc:sldChg chg="addSp delSp modSp mod">
        <pc:chgData name="Shahd Elgallab" userId="5a4fe328a809f25b" providerId="LiveId" clId="{3C6E198E-AD3A-42A1-B19E-EBF55AAA4EDC}" dt="2026-01-21T17:15:14.891" v="662" actId="20577"/>
        <pc:sldMkLst>
          <pc:docMk/>
          <pc:sldMk cId="0" sldId="270"/>
        </pc:sldMkLst>
        <pc:spChg chg="add del mod">
          <ac:chgData name="Shahd Elgallab" userId="5a4fe328a809f25b" providerId="LiveId" clId="{3C6E198E-AD3A-42A1-B19E-EBF55AAA4EDC}" dt="2026-01-21T17:07:40.894" v="544"/>
          <ac:spMkLst>
            <pc:docMk/>
            <pc:sldMk cId="0" sldId="270"/>
            <ac:spMk id="3" creationId="{367AF0F6-355E-D68C-4242-42EF6818D627}"/>
          </ac:spMkLst>
        </pc:spChg>
        <pc:spChg chg="add mod">
          <ac:chgData name="Shahd Elgallab" userId="5a4fe328a809f25b" providerId="LiveId" clId="{3C6E198E-AD3A-42A1-B19E-EBF55AAA4EDC}" dt="2026-01-21T17:15:14.891" v="662" actId="20577"/>
          <ac:spMkLst>
            <pc:docMk/>
            <pc:sldMk cId="0" sldId="270"/>
            <ac:spMk id="4" creationId="{8A1C65A9-E88F-11CE-2956-C6EFFA058F46}"/>
          </ac:spMkLst>
        </pc:spChg>
        <pc:spChg chg="mod">
          <ac:chgData name="Shahd Elgallab" userId="5a4fe328a809f25b" providerId="LiveId" clId="{3C6E198E-AD3A-42A1-B19E-EBF55AAA4EDC}" dt="2026-01-21T17:14:09.405" v="636" actId="1076"/>
          <ac:spMkLst>
            <pc:docMk/>
            <pc:sldMk cId="0" sldId="270"/>
            <ac:spMk id="3683" creationId="{00000000-0000-0000-0000-000000000000}"/>
          </ac:spMkLst>
        </pc:spChg>
      </pc:sldChg>
      <pc:sldChg chg="addSp delSp modSp mod">
        <pc:chgData name="Shahd Elgallab" userId="5a4fe328a809f25b" providerId="LiveId" clId="{3C6E198E-AD3A-42A1-B19E-EBF55AAA4EDC}" dt="2026-01-21T17:36:45.960" v="672" actId="1076"/>
        <pc:sldMkLst>
          <pc:docMk/>
          <pc:sldMk cId="0" sldId="275"/>
        </pc:sldMkLst>
        <pc:spChg chg="add mod">
          <ac:chgData name="Shahd Elgallab" userId="5a4fe328a809f25b" providerId="LiveId" clId="{3C6E198E-AD3A-42A1-B19E-EBF55AAA4EDC}" dt="2026-01-21T15:39:37.546" v="337" actId="1076"/>
          <ac:spMkLst>
            <pc:docMk/>
            <pc:sldMk cId="0" sldId="275"/>
            <ac:spMk id="2" creationId="{0195B75D-6474-43C6-485D-1CF6EE9AF2B3}"/>
          </ac:spMkLst>
        </pc:spChg>
        <pc:picChg chg="add mod">
          <ac:chgData name="Shahd Elgallab" userId="5a4fe328a809f25b" providerId="LiveId" clId="{3C6E198E-AD3A-42A1-B19E-EBF55AAA4EDC}" dt="2026-01-21T17:36:45.960" v="672" actId="1076"/>
          <ac:picMkLst>
            <pc:docMk/>
            <pc:sldMk cId="0" sldId="275"/>
            <ac:picMk id="4" creationId="{B9FA1EF1-76D2-BA70-DCF8-B3EDFA135607}"/>
          </ac:picMkLst>
        </pc:picChg>
        <pc:picChg chg="mod">
          <ac:chgData name="Shahd Elgallab" userId="5a4fe328a809f25b" providerId="LiveId" clId="{3C6E198E-AD3A-42A1-B19E-EBF55AAA4EDC}" dt="2026-01-21T15:39:11.405" v="333" actId="1076"/>
          <ac:picMkLst>
            <pc:docMk/>
            <pc:sldMk cId="0" sldId="275"/>
            <ac:picMk id="59" creationId="{25872591-D706-142F-6E9C-5BACC94C4DA1}"/>
          </ac:picMkLst>
        </pc:picChg>
        <pc:picChg chg="del mod">
          <ac:chgData name="Shahd Elgallab" userId="5a4fe328a809f25b" providerId="LiveId" clId="{3C6E198E-AD3A-42A1-B19E-EBF55AAA4EDC}" dt="2026-01-21T17:36:40.498" v="670" actId="478"/>
          <ac:picMkLst>
            <pc:docMk/>
            <pc:sldMk cId="0" sldId="275"/>
            <ac:picMk id="1033" creationId="{23BDCFF5-F812-84C5-8915-FDA491A2CC66}"/>
          </ac:picMkLst>
        </pc:picChg>
      </pc:sldChg>
      <pc:sldChg chg="delSp modSp del mod">
        <pc:chgData name="Shahd Elgallab" userId="5a4fe328a809f25b" providerId="LiveId" clId="{3C6E198E-AD3A-42A1-B19E-EBF55AAA4EDC}" dt="2026-01-21T15:45:26.525" v="471" actId="47"/>
        <pc:sldMkLst>
          <pc:docMk/>
          <pc:sldMk cId="3727472978" sldId="316"/>
        </pc:sldMkLst>
        <pc:spChg chg="mod">
          <ac:chgData name="Shahd Elgallab" userId="5a4fe328a809f25b" providerId="LiveId" clId="{3C6E198E-AD3A-42A1-B19E-EBF55AAA4EDC}" dt="2026-01-21T15:43:55.952" v="419"/>
          <ac:spMkLst>
            <pc:docMk/>
            <pc:sldMk cId="3727472978" sldId="316"/>
            <ac:spMk id="2" creationId="{828F418F-9EBF-BACD-2D56-3A8B2278A5C1}"/>
          </ac:spMkLst>
        </pc:spChg>
        <pc:picChg chg="del">
          <ac:chgData name="Shahd Elgallab" userId="5a4fe328a809f25b" providerId="LiveId" clId="{3C6E198E-AD3A-42A1-B19E-EBF55AAA4EDC}" dt="2026-01-21T15:44:12.105" v="423" actId="21"/>
          <ac:picMkLst>
            <pc:docMk/>
            <pc:sldMk cId="3727472978" sldId="316"/>
            <ac:picMk id="7" creationId="{9BA9155B-96CA-3C5E-6BE8-41315253985E}"/>
          </ac:picMkLst>
        </pc:picChg>
      </pc:sldChg>
      <pc:sldChg chg="del">
        <pc:chgData name="Shahd Elgallab" userId="5a4fe328a809f25b" providerId="LiveId" clId="{3C6E198E-AD3A-42A1-B19E-EBF55AAA4EDC}" dt="2026-01-21T15:24:18.410" v="184" actId="47"/>
        <pc:sldMkLst>
          <pc:docMk/>
          <pc:sldMk cId="1296338893" sldId="317"/>
        </pc:sldMkLst>
      </pc:sldChg>
      <pc:sldChg chg="delSp del mod">
        <pc:chgData name="Shahd Elgallab" userId="5a4fe328a809f25b" providerId="LiveId" clId="{3C6E198E-AD3A-42A1-B19E-EBF55AAA4EDC}" dt="2026-01-21T15:28:19.680" v="283" actId="47"/>
        <pc:sldMkLst>
          <pc:docMk/>
          <pc:sldMk cId="2562047097" sldId="321"/>
        </pc:sldMkLst>
        <pc:picChg chg="del">
          <ac:chgData name="Shahd Elgallab" userId="5a4fe328a809f25b" providerId="LiveId" clId="{3C6E198E-AD3A-42A1-B19E-EBF55AAA4EDC}" dt="2026-01-21T15:24:21.692" v="185" actId="21"/>
          <ac:picMkLst>
            <pc:docMk/>
            <pc:sldMk cId="2562047097" sldId="321"/>
            <ac:picMk id="5" creationId="{6A48A5D0-05B2-B432-389A-B22352EB375D}"/>
          </ac:picMkLst>
        </pc:picChg>
      </pc:sldChg>
      <pc:sldChg chg="del">
        <pc:chgData name="Shahd Elgallab" userId="5a4fe328a809f25b" providerId="LiveId" clId="{3C6E198E-AD3A-42A1-B19E-EBF55AAA4EDC}" dt="2026-01-21T15:47:54.604" v="496" actId="47"/>
        <pc:sldMkLst>
          <pc:docMk/>
          <pc:sldMk cId="3445154770" sldId="322"/>
        </pc:sldMkLst>
      </pc:sldChg>
      <pc:sldChg chg="delSp del mod">
        <pc:chgData name="Shahd Elgallab" userId="5a4fe328a809f25b" providerId="LiveId" clId="{3C6E198E-AD3A-42A1-B19E-EBF55AAA4EDC}" dt="2026-01-21T15:48:10.110" v="502" actId="47"/>
        <pc:sldMkLst>
          <pc:docMk/>
          <pc:sldMk cId="34891947" sldId="323"/>
        </pc:sldMkLst>
        <pc:picChg chg="del">
          <ac:chgData name="Shahd Elgallab" userId="5a4fe328a809f25b" providerId="LiveId" clId="{3C6E198E-AD3A-42A1-B19E-EBF55AAA4EDC}" dt="2026-01-21T15:48:05.221" v="498" actId="21"/>
          <ac:picMkLst>
            <pc:docMk/>
            <pc:sldMk cId="34891947" sldId="323"/>
            <ac:picMk id="8" creationId="{F3FD0685-1D7E-2994-2B38-24B21EB7B1DD}"/>
          </ac:picMkLst>
        </pc:picChg>
      </pc:sldChg>
      <pc:sldChg chg="modSp del mod">
        <pc:chgData name="Shahd Elgallab" userId="5a4fe328a809f25b" providerId="LiveId" clId="{3C6E198E-AD3A-42A1-B19E-EBF55AAA4EDC}" dt="2026-01-21T15:22:19.705" v="130" actId="47"/>
        <pc:sldMkLst>
          <pc:docMk/>
          <pc:sldMk cId="1704077575" sldId="324"/>
        </pc:sldMkLst>
        <pc:spChg chg="mod">
          <ac:chgData name="Shahd Elgallab" userId="5a4fe328a809f25b" providerId="LiveId" clId="{3C6E198E-AD3A-42A1-B19E-EBF55AAA4EDC}" dt="2026-01-21T15:20:31.576" v="72" actId="5793"/>
          <ac:spMkLst>
            <pc:docMk/>
            <pc:sldMk cId="1704077575" sldId="324"/>
            <ac:spMk id="2" creationId="{21E758BE-4FDB-DB6E-BAAF-DE5B6C72A864}"/>
          </ac:spMkLst>
        </pc:spChg>
        <pc:spChg chg="mod">
          <ac:chgData name="Shahd Elgallab" userId="5a4fe328a809f25b" providerId="LiveId" clId="{3C6E198E-AD3A-42A1-B19E-EBF55AAA4EDC}" dt="2026-01-21T15:20:04.218" v="65" actId="1076"/>
          <ac:spMkLst>
            <pc:docMk/>
            <pc:sldMk cId="1704077575" sldId="324"/>
            <ac:spMk id="4354" creationId="{5BA02DB8-DF5C-D371-3B34-16B24081E05B}"/>
          </ac:spMkLst>
        </pc:spChg>
      </pc:sldChg>
      <pc:sldChg chg="addSp modSp mod">
        <pc:chgData name="Shahd Elgallab" userId="5a4fe328a809f25b" providerId="LiveId" clId="{3C6E198E-AD3A-42A1-B19E-EBF55AAA4EDC}" dt="2026-01-21T15:40:30.178" v="349"/>
        <pc:sldMkLst>
          <pc:docMk/>
          <pc:sldMk cId="2735123063" sldId="332"/>
        </pc:sldMkLst>
        <pc:spChg chg="add mod">
          <ac:chgData name="Shahd Elgallab" userId="5a4fe328a809f25b" providerId="LiveId" clId="{3C6E198E-AD3A-42A1-B19E-EBF55AAA4EDC}" dt="2026-01-21T15:40:30.178" v="349"/>
          <ac:spMkLst>
            <pc:docMk/>
            <pc:sldMk cId="2735123063" sldId="332"/>
            <ac:spMk id="2" creationId="{0FC6516D-C403-DCB5-3973-21FB516F49C4}"/>
          </ac:spMkLst>
        </pc:spChg>
        <pc:picChg chg="mod">
          <ac:chgData name="Shahd Elgallab" userId="5a4fe328a809f25b" providerId="LiveId" clId="{3C6E198E-AD3A-42A1-B19E-EBF55AAA4EDC}" dt="2026-01-21T15:40:28.760" v="348" actId="1076"/>
          <ac:picMkLst>
            <pc:docMk/>
            <pc:sldMk cId="2735123063" sldId="332"/>
            <ac:picMk id="4" creationId="{A059EE78-533A-F73A-6E4F-6E1F81721285}"/>
          </ac:picMkLst>
        </pc:picChg>
        <pc:picChg chg="mod">
          <ac:chgData name="Shahd Elgallab" userId="5a4fe328a809f25b" providerId="LiveId" clId="{3C6E198E-AD3A-42A1-B19E-EBF55AAA4EDC}" dt="2026-01-21T15:40:27.130" v="347" actId="1076"/>
          <ac:picMkLst>
            <pc:docMk/>
            <pc:sldMk cId="2735123063" sldId="332"/>
            <ac:picMk id="12" creationId="{F39D3591-50A4-207F-E523-C57F712E49A4}"/>
          </ac:picMkLst>
        </pc:picChg>
      </pc:sldChg>
      <pc:sldChg chg="addSp delSp modSp mod">
        <pc:chgData name="Shahd Elgallab" userId="5a4fe328a809f25b" providerId="LiveId" clId="{3C6E198E-AD3A-42A1-B19E-EBF55AAA4EDC}" dt="2026-01-21T15:38:16.484" v="326" actId="1076"/>
        <pc:sldMkLst>
          <pc:docMk/>
          <pc:sldMk cId="3449600540" sldId="333"/>
        </pc:sldMkLst>
        <pc:spChg chg="add del mod">
          <ac:chgData name="Shahd Elgallab" userId="5a4fe328a809f25b" providerId="LiveId" clId="{3C6E198E-AD3A-42A1-B19E-EBF55AAA4EDC}" dt="2026-01-21T15:36:58.552" v="306"/>
          <ac:spMkLst>
            <pc:docMk/>
            <pc:sldMk cId="3449600540" sldId="333"/>
            <ac:spMk id="3" creationId="{EFB622B2-32D8-DF7E-1C3A-09E420126148}"/>
          </ac:spMkLst>
        </pc:spChg>
        <pc:spChg chg="add mod">
          <ac:chgData name="Shahd Elgallab" userId="5a4fe328a809f25b" providerId="LiveId" clId="{3C6E198E-AD3A-42A1-B19E-EBF55AAA4EDC}" dt="2026-01-21T15:38:06.073" v="322" actId="14100"/>
          <ac:spMkLst>
            <pc:docMk/>
            <pc:sldMk cId="3449600540" sldId="333"/>
            <ac:spMk id="4" creationId="{67E4031E-BD73-1DE7-CF5A-8E3B3A234837}"/>
          </ac:spMkLst>
        </pc:spChg>
        <pc:picChg chg="mod">
          <ac:chgData name="Shahd Elgallab" userId="5a4fe328a809f25b" providerId="LiveId" clId="{3C6E198E-AD3A-42A1-B19E-EBF55AAA4EDC}" dt="2026-01-21T15:38:14.407" v="325" actId="1076"/>
          <ac:picMkLst>
            <pc:docMk/>
            <pc:sldMk cId="3449600540" sldId="333"/>
            <ac:picMk id="6" creationId="{308FFB68-2A64-A2D3-99CD-3309C83934BE}"/>
          </ac:picMkLst>
        </pc:picChg>
        <pc:picChg chg="mod">
          <ac:chgData name="Shahd Elgallab" userId="5a4fe328a809f25b" providerId="LiveId" clId="{3C6E198E-AD3A-42A1-B19E-EBF55AAA4EDC}" dt="2026-01-21T15:38:16.484" v="326" actId="1076"/>
          <ac:picMkLst>
            <pc:docMk/>
            <pc:sldMk cId="3449600540" sldId="333"/>
            <ac:picMk id="4668" creationId="{1233B3D8-59ED-0E33-4C3C-32E1A1E44DB9}"/>
          </ac:picMkLst>
        </pc:picChg>
      </pc:sldChg>
      <pc:sldChg chg="addSp modSp mod">
        <pc:chgData name="Shahd Elgallab" userId="5a4fe328a809f25b" providerId="LiveId" clId="{3C6E198E-AD3A-42A1-B19E-EBF55AAA4EDC}" dt="2026-01-21T15:43:12.039" v="418" actId="1076"/>
        <pc:sldMkLst>
          <pc:docMk/>
          <pc:sldMk cId="2847253776" sldId="334"/>
        </pc:sldMkLst>
        <pc:spChg chg="add mod">
          <ac:chgData name="Shahd Elgallab" userId="5a4fe328a809f25b" providerId="LiveId" clId="{3C6E198E-AD3A-42A1-B19E-EBF55AAA4EDC}" dt="2026-01-21T15:43:12.039" v="418" actId="1076"/>
          <ac:spMkLst>
            <pc:docMk/>
            <pc:sldMk cId="2847253776" sldId="334"/>
            <ac:spMk id="2" creationId="{5E5A0909-A4F4-7D76-623F-96EAC265DB06}"/>
          </ac:spMkLst>
        </pc:spChg>
        <pc:picChg chg="mod">
          <ac:chgData name="Shahd Elgallab" userId="5a4fe328a809f25b" providerId="LiveId" clId="{3C6E198E-AD3A-42A1-B19E-EBF55AAA4EDC}" dt="2026-01-21T15:42:51.018" v="373" actId="1076"/>
          <ac:picMkLst>
            <pc:docMk/>
            <pc:sldMk cId="2847253776" sldId="334"/>
            <ac:picMk id="5" creationId="{7345CC93-8E53-A6D4-9E30-A01895EEF2EE}"/>
          </ac:picMkLst>
        </pc:picChg>
        <pc:picChg chg="mod">
          <ac:chgData name="Shahd Elgallab" userId="5a4fe328a809f25b" providerId="LiveId" clId="{3C6E198E-AD3A-42A1-B19E-EBF55AAA4EDC}" dt="2026-01-21T15:42:48.783" v="372" actId="1076"/>
          <ac:picMkLst>
            <pc:docMk/>
            <pc:sldMk cId="2847253776" sldId="334"/>
            <ac:picMk id="14" creationId="{16F4DA62-5F6C-82D6-2B80-C9CBBA187C2C}"/>
          </ac:picMkLst>
        </pc:picChg>
      </pc:sldChg>
      <pc:sldChg chg="addSp delSp modSp mod">
        <pc:chgData name="Shahd Elgallab" userId="5a4fe328a809f25b" providerId="LiveId" clId="{3C6E198E-AD3A-42A1-B19E-EBF55AAA4EDC}" dt="2026-01-21T17:36:26.509" v="668" actId="1076"/>
        <pc:sldMkLst>
          <pc:docMk/>
          <pc:sldMk cId="3229522689" sldId="335"/>
        </pc:sldMkLst>
        <pc:spChg chg="add mod">
          <ac:chgData name="Shahd Elgallab" userId="5a4fe328a809f25b" providerId="LiveId" clId="{3C6E198E-AD3A-42A1-B19E-EBF55AAA4EDC}" dt="2026-01-21T15:42:37.218" v="371" actId="1076"/>
          <ac:spMkLst>
            <pc:docMk/>
            <pc:sldMk cId="3229522689" sldId="335"/>
            <ac:spMk id="2" creationId="{ADFE554D-AB11-428F-5E5C-B744BE034325}"/>
          </ac:spMkLst>
        </pc:spChg>
        <pc:picChg chg="mod">
          <ac:chgData name="Shahd Elgallab" userId="5a4fe328a809f25b" providerId="LiveId" clId="{3C6E198E-AD3A-42A1-B19E-EBF55AAA4EDC}" dt="2026-01-21T17:36:26.509" v="668" actId="1076"/>
          <ac:picMkLst>
            <pc:docMk/>
            <pc:sldMk cId="3229522689" sldId="335"/>
            <ac:picMk id="3" creationId="{BE03ED98-7F9A-F0A8-4971-8A6E53E66F67}"/>
          </ac:picMkLst>
        </pc:picChg>
        <pc:picChg chg="add mod modCrop">
          <ac:chgData name="Shahd Elgallab" userId="5a4fe328a809f25b" providerId="LiveId" clId="{3C6E198E-AD3A-42A1-B19E-EBF55AAA4EDC}" dt="2026-01-21T17:36:22.590" v="667" actId="732"/>
          <ac:picMkLst>
            <pc:docMk/>
            <pc:sldMk cId="3229522689" sldId="335"/>
            <ac:picMk id="5" creationId="{A7ED6273-C9EF-AC61-2FD4-7E0EC60ADB58}"/>
          </ac:picMkLst>
        </pc:picChg>
        <pc:picChg chg="del mod">
          <ac:chgData name="Shahd Elgallab" userId="5a4fe328a809f25b" providerId="LiveId" clId="{3C6E198E-AD3A-42A1-B19E-EBF55AAA4EDC}" dt="2026-01-21T17:35:57.885" v="664" actId="478"/>
          <ac:picMkLst>
            <pc:docMk/>
            <pc:sldMk cId="3229522689" sldId="335"/>
            <ac:picMk id="7" creationId="{CC406298-E90A-54A9-4F9E-AC76BFCB95B9}"/>
          </ac:picMkLst>
        </pc:picChg>
      </pc:sldChg>
      <pc:sldChg chg="addSp delSp modSp add mod ord">
        <pc:chgData name="Shahd Elgallab" userId="5a4fe328a809f25b" providerId="LiveId" clId="{3C6E198E-AD3A-42A1-B19E-EBF55AAA4EDC}" dt="2026-01-21T15:22:09.569" v="129" actId="1076"/>
        <pc:sldMkLst>
          <pc:docMk/>
          <pc:sldMk cId="1667112207" sldId="336"/>
        </pc:sldMkLst>
        <pc:spChg chg="add del mod">
          <ac:chgData name="Shahd Elgallab" userId="5a4fe328a809f25b" providerId="LiveId" clId="{3C6E198E-AD3A-42A1-B19E-EBF55AAA4EDC}" dt="2026-01-21T15:21:09.100" v="77" actId="478"/>
          <ac:spMkLst>
            <pc:docMk/>
            <pc:sldMk cId="1667112207" sldId="336"/>
            <ac:spMk id="3" creationId="{F77CFEBB-6EC4-7309-6D53-2890C6368026}"/>
          </ac:spMkLst>
        </pc:spChg>
        <pc:spChg chg="add del mod">
          <ac:chgData name="Shahd Elgallab" userId="5a4fe328a809f25b" providerId="LiveId" clId="{3C6E198E-AD3A-42A1-B19E-EBF55AAA4EDC}" dt="2026-01-21T15:21:09.100" v="77" actId="478"/>
          <ac:spMkLst>
            <pc:docMk/>
            <pc:sldMk cId="1667112207" sldId="336"/>
            <ac:spMk id="5" creationId="{CB9E446B-BD98-6531-2396-65905EAA674B}"/>
          </ac:spMkLst>
        </pc:spChg>
        <pc:spChg chg="add del mod">
          <ac:chgData name="Shahd Elgallab" userId="5a4fe328a809f25b" providerId="LiveId" clId="{3C6E198E-AD3A-42A1-B19E-EBF55AAA4EDC}" dt="2026-01-21T15:21:09.100" v="77" actId="478"/>
          <ac:spMkLst>
            <pc:docMk/>
            <pc:sldMk cId="1667112207" sldId="336"/>
            <ac:spMk id="7" creationId="{75A7F46E-59F5-CBA8-6109-F0F9A8D46C24}"/>
          </ac:spMkLst>
        </pc:spChg>
        <pc:spChg chg="add mod">
          <ac:chgData name="Shahd Elgallab" userId="5a4fe328a809f25b" providerId="LiveId" clId="{3C6E198E-AD3A-42A1-B19E-EBF55AAA4EDC}" dt="2026-01-21T15:22:09.569" v="129" actId="1076"/>
          <ac:spMkLst>
            <pc:docMk/>
            <pc:sldMk cId="1667112207" sldId="336"/>
            <ac:spMk id="8" creationId="{2CEEB793-297B-AE49-C4E8-1176668F3675}"/>
          </ac:spMkLst>
        </pc:spChg>
        <pc:spChg chg="add mod">
          <ac:chgData name="Shahd Elgallab" userId="5a4fe328a809f25b" providerId="LiveId" clId="{3C6E198E-AD3A-42A1-B19E-EBF55AAA4EDC}" dt="2026-01-21T15:22:05.734" v="128" actId="1076"/>
          <ac:spMkLst>
            <pc:docMk/>
            <pc:sldMk cId="1667112207" sldId="336"/>
            <ac:spMk id="9" creationId="{BEC46320-948A-EFFB-5CC4-7F93620CD586}"/>
          </ac:spMkLst>
        </pc:spChg>
        <pc:spChg chg="del">
          <ac:chgData name="Shahd Elgallab" userId="5a4fe328a809f25b" providerId="LiveId" clId="{3C6E198E-AD3A-42A1-B19E-EBF55AAA4EDC}" dt="2026-01-21T15:20:51.550" v="74" actId="478"/>
          <ac:spMkLst>
            <pc:docMk/>
            <pc:sldMk cId="1667112207" sldId="336"/>
            <ac:spMk id="2105" creationId="{9BE293D8-2935-1D27-FC2F-5CB7E9065D61}"/>
          </ac:spMkLst>
        </pc:spChg>
        <pc:spChg chg="del">
          <ac:chgData name="Shahd Elgallab" userId="5a4fe328a809f25b" providerId="LiveId" clId="{3C6E198E-AD3A-42A1-B19E-EBF55AAA4EDC}" dt="2026-01-21T15:20:51.550" v="74" actId="478"/>
          <ac:spMkLst>
            <pc:docMk/>
            <pc:sldMk cId="1667112207" sldId="336"/>
            <ac:spMk id="2106" creationId="{6DB2F101-2822-5233-1CC4-22A391F92B9B}"/>
          </ac:spMkLst>
        </pc:spChg>
        <pc:spChg chg="del">
          <ac:chgData name="Shahd Elgallab" userId="5a4fe328a809f25b" providerId="LiveId" clId="{3C6E198E-AD3A-42A1-B19E-EBF55AAA4EDC}" dt="2026-01-21T15:20:51.550" v="74" actId="478"/>
          <ac:spMkLst>
            <pc:docMk/>
            <pc:sldMk cId="1667112207" sldId="336"/>
            <ac:spMk id="2107" creationId="{029BE378-5345-FF03-4415-ADF0840129EB}"/>
          </ac:spMkLst>
        </pc:spChg>
        <pc:grpChg chg="del">
          <ac:chgData name="Shahd Elgallab" userId="5a4fe328a809f25b" providerId="LiveId" clId="{3C6E198E-AD3A-42A1-B19E-EBF55AAA4EDC}" dt="2026-01-21T15:20:51.550" v="74" actId="478"/>
          <ac:grpSpMkLst>
            <pc:docMk/>
            <pc:sldMk cId="1667112207" sldId="336"/>
            <ac:grpSpMk id="2108" creationId="{CBC27116-15C6-CDF9-9699-D1E7457F94EA}"/>
          </ac:grpSpMkLst>
        </pc:grpChg>
        <pc:picChg chg="add mod">
          <ac:chgData name="Shahd Elgallab" userId="5a4fe328a809f25b" providerId="LiveId" clId="{3C6E198E-AD3A-42A1-B19E-EBF55AAA4EDC}" dt="2026-01-21T15:21:09.658" v="78"/>
          <ac:picMkLst>
            <pc:docMk/>
            <pc:sldMk cId="1667112207" sldId="336"/>
            <ac:picMk id="10" creationId="{5559AF55-6B47-2B81-C0F6-58D6CF139C64}"/>
          </ac:picMkLst>
        </pc:picChg>
      </pc:sldChg>
      <pc:sldChg chg="addSp delSp modSp add mod">
        <pc:chgData name="Shahd Elgallab" userId="5a4fe328a809f25b" providerId="LiveId" clId="{3C6E198E-AD3A-42A1-B19E-EBF55AAA4EDC}" dt="2026-01-21T15:23:55.771" v="182" actId="20577"/>
        <pc:sldMkLst>
          <pc:docMk/>
          <pc:sldMk cId="139101485" sldId="337"/>
        </pc:sldMkLst>
        <pc:spChg chg="mod">
          <ac:chgData name="Shahd Elgallab" userId="5a4fe328a809f25b" providerId="LiveId" clId="{3C6E198E-AD3A-42A1-B19E-EBF55AAA4EDC}" dt="2026-01-21T15:22:55.608" v="136"/>
          <ac:spMkLst>
            <pc:docMk/>
            <pc:sldMk cId="139101485" sldId="337"/>
            <ac:spMk id="8" creationId="{A0257330-57B4-7EA7-B37F-9733D6CA8436}"/>
          </ac:spMkLst>
        </pc:spChg>
        <pc:spChg chg="mod">
          <ac:chgData name="Shahd Elgallab" userId="5a4fe328a809f25b" providerId="LiveId" clId="{3C6E198E-AD3A-42A1-B19E-EBF55AAA4EDC}" dt="2026-01-21T15:23:55.771" v="182" actId="20577"/>
          <ac:spMkLst>
            <pc:docMk/>
            <pc:sldMk cId="139101485" sldId="337"/>
            <ac:spMk id="9" creationId="{92C7C3DE-A506-EFDB-A909-FE5107CA23BC}"/>
          </ac:spMkLst>
        </pc:spChg>
        <pc:picChg chg="add mod">
          <ac:chgData name="Shahd Elgallab" userId="5a4fe328a809f25b" providerId="LiveId" clId="{3C6E198E-AD3A-42A1-B19E-EBF55AAA4EDC}" dt="2026-01-21T15:22:42.428" v="135" actId="1037"/>
          <ac:picMkLst>
            <pc:docMk/>
            <pc:sldMk cId="139101485" sldId="337"/>
            <ac:picMk id="2" creationId="{71FE3F4B-D6B9-8637-FFE4-D580CB58558D}"/>
          </ac:picMkLst>
        </pc:picChg>
        <pc:picChg chg="del">
          <ac:chgData name="Shahd Elgallab" userId="5a4fe328a809f25b" providerId="LiveId" clId="{3C6E198E-AD3A-42A1-B19E-EBF55AAA4EDC}" dt="2026-01-21T15:22:40.235" v="133" actId="478"/>
          <ac:picMkLst>
            <pc:docMk/>
            <pc:sldMk cId="139101485" sldId="337"/>
            <ac:picMk id="10" creationId="{777CBBCB-4EC7-50C8-C939-5C959B03B016}"/>
          </ac:picMkLst>
        </pc:picChg>
      </pc:sldChg>
      <pc:sldChg chg="addSp delSp modSp add mod">
        <pc:chgData name="Shahd Elgallab" userId="5a4fe328a809f25b" providerId="LiveId" clId="{3C6E198E-AD3A-42A1-B19E-EBF55AAA4EDC}" dt="2026-01-21T15:28:54.039" v="297" actId="1036"/>
        <pc:sldMkLst>
          <pc:docMk/>
          <pc:sldMk cId="3158440423" sldId="338"/>
        </pc:sldMkLst>
        <pc:spChg chg="mod">
          <ac:chgData name="Shahd Elgallab" userId="5a4fe328a809f25b" providerId="LiveId" clId="{3C6E198E-AD3A-42A1-B19E-EBF55AAA4EDC}" dt="2026-01-21T15:24:15.840" v="183"/>
          <ac:spMkLst>
            <pc:docMk/>
            <pc:sldMk cId="3158440423" sldId="338"/>
            <ac:spMk id="8" creationId="{4C8EFC5D-F301-4E97-F26B-297841E010F5}"/>
          </ac:spMkLst>
        </pc:spChg>
        <pc:spChg chg="mod">
          <ac:chgData name="Shahd Elgallab" userId="5a4fe328a809f25b" providerId="LiveId" clId="{3C6E198E-AD3A-42A1-B19E-EBF55AAA4EDC}" dt="2026-01-21T15:28:54.039" v="297" actId="1036"/>
          <ac:spMkLst>
            <pc:docMk/>
            <pc:sldMk cId="3158440423" sldId="338"/>
            <ac:spMk id="9" creationId="{F617BF65-A16D-287F-9572-AD8A3DBA0935}"/>
          </ac:spMkLst>
        </pc:spChg>
        <pc:picChg chg="add mod">
          <ac:chgData name="Shahd Elgallab" userId="5a4fe328a809f25b" providerId="LiveId" clId="{3C6E198E-AD3A-42A1-B19E-EBF55AAA4EDC}" dt="2026-01-21T15:24:25.802" v="188" actId="1037"/>
          <ac:picMkLst>
            <pc:docMk/>
            <pc:sldMk cId="3158440423" sldId="338"/>
            <ac:picMk id="5" creationId="{6A48A5D0-05B2-B432-389A-B22352EB375D}"/>
          </ac:picMkLst>
        </pc:picChg>
        <pc:picChg chg="del">
          <ac:chgData name="Shahd Elgallab" userId="5a4fe328a809f25b" providerId="LiveId" clId="{3C6E198E-AD3A-42A1-B19E-EBF55AAA4EDC}" dt="2026-01-21T15:24:23.852" v="186" actId="478"/>
          <ac:picMkLst>
            <pc:docMk/>
            <pc:sldMk cId="3158440423" sldId="338"/>
            <ac:picMk id="10" creationId="{434CA417-245C-B378-A3C5-B1E9EB0C920D}"/>
          </ac:picMkLst>
        </pc:picChg>
      </pc:sldChg>
      <pc:sldChg chg="addSp delSp modSp add mod">
        <pc:chgData name="Shahd Elgallab" userId="5a4fe328a809f25b" providerId="LiveId" clId="{3C6E198E-AD3A-42A1-B19E-EBF55AAA4EDC}" dt="2026-01-21T16:42:41.340" v="534" actId="20577"/>
        <pc:sldMkLst>
          <pc:docMk/>
          <pc:sldMk cId="4016424672" sldId="339"/>
        </pc:sldMkLst>
        <pc:spChg chg="mod">
          <ac:chgData name="Shahd Elgallab" userId="5a4fe328a809f25b" providerId="LiveId" clId="{3C6E198E-AD3A-42A1-B19E-EBF55AAA4EDC}" dt="2026-01-21T16:42:41.340" v="534" actId="20577"/>
          <ac:spMkLst>
            <pc:docMk/>
            <pc:sldMk cId="4016424672" sldId="339"/>
            <ac:spMk id="8" creationId="{C9F04ADE-7E7A-661F-AE0F-C386418DF9AD}"/>
          </ac:spMkLst>
        </pc:spChg>
        <pc:spChg chg="mod">
          <ac:chgData name="Shahd Elgallab" userId="5a4fe328a809f25b" providerId="LiveId" clId="{3C6E198E-AD3A-42A1-B19E-EBF55AAA4EDC}" dt="2026-01-21T15:45:23.355" v="470" actId="1035"/>
          <ac:spMkLst>
            <pc:docMk/>
            <pc:sldMk cId="4016424672" sldId="339"/>
            <ac:spMk id="9" creationId="{992B4900-7204-B433-2402-316B0352D649}"/>
          </ac:spMkLst>
        </pc:spChg>
        <pc:picChg chg="add mod">
          <ac:chgData name="Shahd Elgallab" userId="5a4fe328a809f25b" providerId="LiveId" clId="{3C6E198E-AD3A-42A1-B19E-EBF55AAA4EDC}" dt="2026-01-21T15:44:16.988" v="426" actId="1037"/>
          <ac:picMkLst>
            <pc:docMk/>
            <pc:sldMk cId="4016424672" sldId="339"/>
            <ac:picMk id="7" creationId="{9BA9155B-96CA-3C5E-6BE8-41315253985E}"/>
          </ac:picMkLst>
        </pc:picChg>
        <pc:picChg chg="del">
          <ac:chgData name="Shahd Elgallab" userId="5a4fe328a809f25b" providerId="LiveId" clId="{3C6E198E-AD3A-42A1-B19E-EBF55AAA4EDC}" dt="2026-01-21T15:44:15.187" v="424" actId="478"/>
          <ac:picMkLst>
            <pc:docMk/>
            <pc:sldMk cId="4016424672" sldId="339"/>
            <ac:picMk id="10" creationId="{44B6CCF7-5896-C128-ED3B-0FC94C212A0E}"/>
          </ac:picMkLst>
        </pc:picChg>
      </pc:sldChg>
      <pc:sldChg chg="addSp delSp modSp add mod">
        <pc:chgData name="Shahd Elgallab" userId="5a4fe328a809f25b" providerId="LiveId" clId="{3C6E198E-AD3A-42A1-B19E-EBF55AAA4EDC}" dt="2026-01-21T15:47:49.015" v="495"/>
        <pc:sldMkLst>
          <pc:docMk/>
          <pc:sldMk cId="2962869600" sldId="340"/>
        </pc:sldMkLst>
        <pc:spChg chg="mod">
          <ac:chgData name="Shahd Elgallab" userId="5a4fe328a809f25b" providerId="LiveId" clId="{3C6E198E-AD3A-42A1-B19E-EBF55AAA4EDC}" dt="2026-01-21T15:46:52.816" v="491"/>
          <ac:spMkLst>
            <pc:docMk/>
            <pc:sldMk cId="2962869600" sldId="340"/>
            <ac:spMk id="8" creationId="{27FD4AA8-A94D-1007-1BC2-E5F87B7DAB4A}"/>
          </ac:spMkLst>
        </pc:spChg>
        <pc:spChg chg="mod">
          <ac:chgData name="Shahd Elgallab" userId="5a4fe328a809f25b" providerId="LiveId" clId="{3C6E198E-AD3A-42A1-B19E-EBF55AAA4EDC}" dt="2026-01-21T15:47:39.734" v="493" actId="20577"/>
          <ac:spMkLst>
            <pc:docMk/>
            <pc:sldMk cId="2962869600" sldId="340"/>
            <ac:spMk id="9" creationId="{4D2FF689-3116-1594-BAFE-E4395B8101C1}"/>
          </ac:spMkLst>
        </pc:spChg>
        <pc:picChg chg="add mod">
          <ac:chgData name="Shahd Elgallab" userId="5a4fe328a809f25b" providerId="LiveId" clId="{3C6E198E-AD3A-42A1-B19E-EBF55AAA4EDC}" dt="2026-01-21T15:47:49.015" v="495"/>
          <ac:picMkLst>
            <pc:docMk/>
            <pc:sldMk cId="2962869600" sldId="340"/>
            <ac:picMk id="2" creationId="{392C515F-627E-C61F-1069-6D0904B71DA3}"/>
          </ac:picMkLst>
        </pc:picChg>
        <pc:picChg chg="del">
          <ac:chgData name="Shahd Elgallab" userId="5a4fe328a809f25b" providerId="LiveId" clId="{3C6E198E-AD3A-42A1-B19E-EBF55AAA4EDC}" dt="2026-01-21T15:47:48.627" v="494" actId="478"/>
          <ac:picMkLst>
            <pc:docMk/>
            <pc:sldMk cId="2962869600" sldId="340"/>
            <ac:picMk id="10" creationId="{35ED3207-A681-2E93-701A-453E5F790A24}"/>
          </ac:picMkLst>
        </pc:picChg>
      </pc:sldChg>
      <pc:sldChg chg="addSp delSp modSp add mod">
        <pc:chgData name="Shahd Elgallab" userId="5a4fe328a809f25b" providerId="LiveId" clId="{3C6E198E-AD3A-42A1-B19E-EBF55AAA4EDC}" dt="2026-01-21T15:48:57.016" v="528" actId="14100"/>
        <pc:sldMkLst>
          <pc:docMk/>
          <pc:sldMk cId="1784871886" sldId="341"/>
        </pc:sldMkLst>
        <pc:spChg chg="mod">
          <ac:chgData name="Shahd Elgallab" userId="5a4fe328a809f25b" providerId="LiveId" clId="{3C6E198E-AD3A-42A1-B19E-EBF55AAA4EDC}" dt="2026-01-21T15:48:30.586" v="509" actId="20577"/>
          <ac:spMkLst>
            <pc:docMk/>
            <pc:sldMk cId="1784871886" sldId="341"/>
            <ac:spMk id="8" creationId="{AE7500C4-C9EF-A995-292C-F6CA3F56EC27}"/>
          </ac:spMkLst>
        </pc:spChg>
        <pc:spChg chg="mod">
          <ac:chgData name="Shahd Elgallab" userId="5a4fe328a809f25b" providerId="LiveId" clId="{3C6E198E-AD3A-42A1-B19E-EBF55AAA4EDC}" dt="2026-01-21T15:48:57.016" v="528" actId="14100"/>
          <ac:spMkLst>
            <pc:docMk/>
            <pc:sldMk cId="1784871886" sldId="341"/>
            <ac:spMk id="9" creationId="{722DB219-4264-8C4B-D3D4-1EAC0A10DCD0}"/>
          </ac:spMkLst>
        </pc:spChg>
        <pc:picChg chg="add mod">
          <ac:chgData name="Shahd Elgallab" userId="5a4fe328a809f25b" providerId="LiveId" clId="{3C6E198E-AD3A-42A1-B19E-EBF55AAA4EDC}" dt="2026-01-21T15:48:08.405" v="501" actId="1037"/>
          <ac:picMkLst>
            <pc:docMk/>
            <pc:sldMk cId="1784871886" sldId="341"/>
            <ac:picMk id="2" creationId="{F3FD0685-1D7E-2994-2B38-24B21EB7B1DD}"/>
          </ac:picMkLst>
        </pc:picChg>
        <pc:picChg chg="del">
          <ac:chgData name="Shahd Elgallab" userId="5a4fe328a809f25b" providerId="LiveId" clId="{3C6E198E-AD3A-42A1-B19E-EBF55AAA4EDC}" dt="2026-01-21T15:48:07.106" v="499" actId="478"/>
          <ac:picMkLst>
            <pc:docMk/>
            <pc:sldMk cId="1784871886" sldId="341"/>
            <ac:picMk id="10" creationId="{C6B47454-056D-E139-8664-3D514ACE99B2}"/>
          </ac:picMkLst>
        </pc:picChg>
      </pc:sldChg>
      <pc:sldChg chg="addSp delSp modSp add mod">
        <pc:chgData name="Shahd Elgallab" userId="5a4fe328a809f25b" providerId="LiveId" clId="{3C6E198E-AD3A-42A1-B19E-EBF55AAA4EDC}" dt="2026-01-21T17:10:13.617" v="567" actId="1076"/>
        <pc:sldMkLst>
          <pc:docMk/>
          <pc:sldMk cId="2273908743" sldId="342"/>
        </pc:sldMkLst>
        <pc:spChg chg="mod">
          <ac:chgData name="Shahd Elgallab" userId="5a4fe328a809f25b" providerId="LiveId" clId="{3C6E198E-AD3A-42A1-B19E-EBF55AAA4EDC}" dt="2026-01-21T17:09:39.557" v="564"/>
          <ac:spMkLst>
            <pc:docMk/>
            <pc:sldMk cId="2273908743" sldId="342"/>
            <ac:spMk id="8" creationId="{2E7E9A49-3C3A-4773-7392-4BBB7638382C}"/>
          </ac:spMkLst>
        </pc:spChg>
        <pc:spChg chg="mod">
          <ac:chgData name="Shahd Elgallab" userId="5a4fe328a809f25b" providerId="LiveId" clId="{3C6E198E-AD3A-42A1-B19E-EBF55AAA4EDC}" dt="2026-01-21T17:10:08.337" v="565"/>
          <ac:spMkLst>
            <pc:docMk/>
            <pc:sldMk cId="2273908743" sldId="342"/>
            <ac:spMk id="63" creationId="{3452E542-0CC4-583E-9B0E-BF3B9443313B}"/>
          </ac:spMkLst>
        </pc:spChg>
        <pc:spChg chg="mod">
          <ac:chgData name="Shahd Elgallab" userId="5a4fe328a809f25b" providerId="LiveId" clId="{3C6E198E-AD3A-42A1-B19E-EBF55AAA4EDC}" dt="2026-01-21T17:10:08.337" v="565"/>
          <ac:spMkLst>
            <pc:docMk/>
            <pc:sldMk cId="2273908743" sldId="342"/>
            <ac:spMk id="5449" creationId="{DD9793C6-7DCB-CE17-DEB5-BF631BB540C6}"/>
          </ac:spMkLst>
        </pc:spChg>
        <pc:spChg chg="mod">
          <ac:chgData name="Shahd Elgallab" userId="5a4fe328a809f25b" providerId="LiveId" clId="{3C6E198E-AD3A-42A1-B19E-EBF55AAA4EDC}" dt="2026-01-21T17:09:26.690" v="563" actId="6549"/>
          <ac:spMkLst>
            <pc:docMk/>
            <pc:sldMk cId="2273908743" sldId="342"/>
            <ac:spMk id="5455" creationId="{44BA6E49-2F89-0061-1693-213CB8EC0FAD}"/>
          </ac:spMkLst>
        </pc:spChg>
        <pc:spChg chg="del">
          <ac:chgData name="Shahd Elgallab" userId="5a4fe328a809f25b" providerId="LiveId" clId="{3C6E198E-AD3A-42A1-B19E-EBF55AAA4EDC}" dt="2026-01-21T17:09:00.847" v="545" actId="478"/>
          <ac:spMkLst>
            <pc:docMk/>
            <pc:sldMk cId="2273908743" sldId="342"/>
            <ac:spMk id="5462" creationId="{310591B8-21C1-7A92-05C0-157B44D0410A}"/>
          </ac:spMkLst>
        </pc:spChg>
        <pc:spChg chg="mod">
          <ac:chgData name="Shahd Elgallab" userId="5a4fe328a809f25b" providerId="LiveId" clId="{3C6E198E-AD3A-42A1-B19E-EBF55AAA4EDC}" dt="2026-01-21T17:10:08.337" v="565"/>
          <ac:spMkLst>
            <pc:docMk/>
            <pc:sldMk cId="2273908743" sldId="342"/>
            <ac:spMk id="5581" creationId="{B842BD8B-7BD5-ED38-8FBE-04A0EB472B7C}"/>
          </ac:spMkLst>
        </pc:spChg>
        <pc:spChg chg="mod">
          <ac:chgData name="Shahd Elgallab" userId="5a4fe328a809f25b" providerId="LiveId" clId="{3C6E198E-AD3A-42A1-B19E-EBF55AAA4EDC}" dt="2026-01-21T17:10:08.337" v="565"/>
          <ac:spMkLst>
            <pc:docMk/>
            <pc:sldMk cId="2273908743" sldId="342"/>
            <ac:spMk id="5588" creationId="{B1FFED87-D2B5-A05A-0469-322CDB476548}"/>
          </ac:spMkLst>
        </pc:spChg>
        <pc:spChg chg="mod">
          <ac:chgData name="Shahd Elgallab" userId="5a4fe328a809f25b" providerId="LiveId" clId="{3C6E198E-AD3A-42A1-B19E-EBF55AAA4EDC}" dt="2026-01-21T17:10:08.337" v="565"/>
          <ac:spMkLst>
            <pc:docMk/>
            <pc:sldMk cId="2273908743" sldId="342"/>
            <ac:spMk id="5592" creationId="{A80B7EC0-C3CC-DB1A-744D-53E3AD9D08F4}"/>
          </ac:spMkLst>
        </pc:spChg>
        <pc:spChg chg="mod">
          <ac:chgData name="Shahd Elgallab" userId="5a4fe328a809f25b" providerId="LiveId" clId="{3C6E198E-AD3A-42A1-B19E-EBF55AAA4EDC}" dt="2026-01-21T17:10:08.337" v="565"/>
          <ac:spMkLst>
            <pc:docMk/>
            <pc:sldMk cId="2273908743" sldId="342"/>
            <ac:spMk id="5597" creationId="{33F98842-E143-78BD-76C5-B827A02F207D}"/>
          </ac:spMkLst>
        </pc:spChg>
        <pc:spChg chg="mod">
          <ac:chgData name="Shahd Elgallab" userId="5a4fe328a809f25b" providerId="LiveId" clId="{3C6E198E-AD3A-42A1-B19E-EBF55AAA4EDC}" dt="2026-01-21T17:10:08.337" v="565"/>
          <ac:spMkLst>
            <pc:docMk/>
            <pc:sldMk cId="2273908743" sldId="342"/>
            <ac:spMk id="5617" creationId="{ECA737F7-34A9-C085-6E9B-AB16C3600243}"/>
          </ac:spMkLst>
        </pc:spChg>
        <pc:spChg chg="mod">
          <ac:chgData name="Shahd Elgallab" userId="5a4fe328a809f25b" providerId="LiveId" clId="{3C6E198E-AD3A-42A1-B19E-EBF55AAA4EDC}" dt="2026-01-21T17:10:08.337" v="565"/>
          <ac:spMkLst>
            <pc:docMk/>
            <pc:sldMk cId="2273908743" sldId="342"/>
            <ac:spMk id="5661" creationId="{3FD7487D-7C4C-7125-7064-EF71CAECE296}"/>
          </ac:spMkLst>
        </pc:spChg>
        <pc:spChg chg="mod">
          <ac:chgData name="Shahd Elgallab" userId="5a4fe328a809f25b" providerId="LiveId" clId="{3C6E198E-AD3A-42A1-B19E-EBF55AAA4EDC}" dt="2026-01-21T17:10:08.337" v="565"/>
          <ac:spMkLst>
            <pc:docMk/>
            <pc:sldMk cId="2273908743" sldId="342"/>
            <ac:spMk id="5664" creationId="{0770C287-AAA9-EBB4-5187-84A0BD249D5A}"/>
          </ac:spMkLst>
        </pc:spChg>
        <pc:spChg chg="mod">
          <ac:chgData name="Shahd Elgallab" userId="5a4fe328a809f25b" providerId="LiveId" clId="{3C6E198E-AD3A-42A1-B19E-EBF55AAA4EDC}" dt="2026-01-21T17:10:08.337" v="565"/>
          <ac:spMkLst>
            <pc:docMk/>
            <pc:sldMk cId="2273908743" sldId="342"/>
            <ac:spMk id="5665" creationId="{6E117C04-8DD2-A349-8538-B007B3BBDC12}"/>
          </ac:spMkLst>
        </pc:spChg>
        <pc:grpChg chg="mod">
          <ac:chgData name="Shahd Elgallab" userId="5a4fe328a809f25b" providerId="LiveId" clId="{3C6E198E-AD3A-42A1-B19E-EBF55AAA4EDC}" dt="2026-01-21T17:10:10.507" v="566" actId="1076"/>
          <ac:grpSpMkLst>
            <pc:docMk/>
            <pc:sldMk cId="2273908743" sldId="342"/>
            <ac:grpSpMk id="2" creationId="{F3D7792A-203F-7D0F-2649-B448D0B3CE18}"/>
          </ac:grpSpMkLst>
        </pc:grpChg>
        <pc:grpChg chg="del">
          <ac:chgData name="Shahd Elgallab" userId="5a4fe328a809f25b" providerId="LiveId" clId="{3C6E198E-AD3A-42A1-B19E-EBF55AAA4EDC}" dt="2026-01-21T17:09:00.847" v="545" actId="478"/>
          <ac:grpSpMkLst>
            <pc:docMk/>
            <pc:sldMk cId="2273908743" sldId="342"/>
            <ac:grpSpMk id="5456" creationId="{FC97B064-D810-36F1-AF03-D8DAB2CCEABB}"/>
          </ac:grpSpMkLst>
        </pc:grpChg>
        <pc:grpChg chg="del">
          <ac:chgData name="Shahd Elgallab" userId="5a4fe328a809f25b" providerId="LiveId" clId="{3C6E198E-AD3A-42A1-B19E-EBF55AAA4EDC}" dt="2026-01-21T17:09:00.847" v="545" actId="478"/>
          <ac:grpSpMkLst>
            <pc:docMk/>
            <pc:sldMk cId="2273908743" sldId="342"/>
            <ac:grpSpMk id="5463" creationId="{3D639003-0AE5-F221-7FF0-C27450D61BED}"/>
          </ac:grpSpMkLst>
        </pc:grpChg>
        <pc:grpChg chg="mod">
          <ac:chgData name="Shahd Elgallab" userId="5a4fe328a809f25b" providerId="LiveId" clId="{3C6E198E-AD3A-42A1-B19E-EBF55AAA4EDC}" dt="2026-01-21T17:10:13.617" v="567" actId="1076"/>
          <ac:grpSpMkLst>
            <pc:docMk/>
            <pc:sldMk cId="2273908743" sldId="342"/>
            <ac:grpSpMk id="5467" creationId="{BF0A160D-D67B-312D-97D1-F790C8D484CB}"/>
          </ac:grpSpMkLst>
        </pc:grpChg>
        <pc:picChg chg="del">
          <ac:chgData name="Shahd Elgallab" userId="5a4fe328a809f25b" providerId="LiveId" clId="{3C6E198E-AD3A-42A1-B19E-EBF55AAA4EDC}" dt="2026-01-21T17:09:00.847" v="545" actId="478"/>
          <ac:picMkLst>
            <pc:docMk/>
            <pc:sldMk cId="2273908743" sldId="342"/>
            <ac:picMk id="7" creationId="{9792FFC2-5A90-097E-3B7B-A6B3BAFC586E}"/>
          </ac:picMkLst>
        </pc:picChg>
        <pc:picChg chg="del">
          <ac:chgData name="Shahd Elgallab" userId="5a4fe328a809f25b" providerId="LiveId" clId="{3C6E198E-AD3A-42A1-B19E-EBF55AAA4EDC}" dt="2026-01-21T17:09:00.847" v="545" actId="478"/>
          <ac:picMkLst>
            <pc:docMk/>
            <pc:sldMk cId="2273908743" sldId="342"/>
            <ac:picMk id="5466" creationId="{8A7E1CA8-5A77-12DB-46B5-291CF64EFFF2}"/>
          </ac:picMkLst>
        </pc:picChg>
      </pc:sldChg>
      <pc:sldMasterChg chg="delSldLayout">
        <pc:chgData name="Shahd Elgallab" userId="5a4fe328a809f25b" providerId="LiveId" clId="{3C6E198E-AD3A-42A1-B19E-EBF55AAA4EDC}" dt="2026-01-21T15:48:10.110" v="502" actId="47"/>
        <pc:sldMasterMkLst>
          <pc:docMk/>
          <pc:sldMasterMk cId="0" sldId="2147483678"/>
        </pc:sldMasterMkLst>
        <pc:sldLayoutChg chg="del">
          <pc:chgData name="Shahd Elgallab" userId="5a4fe328a809f25b" providerId="LiveId" clId="{3C6E198E-AD3A-42A1-B19E-EBF55AAA4EDC}" dt="2026-01-21T15:48:10.110" v="502" actId="47"/>
          <pc:sldLayoutMkLst>
            <pc:docMk/>
            <pc:sldMasterMk cId="0" sldId="2147483678"/>
            <pc:sldLayoutMk cId="0"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9"/>
        <p:cNvGrpSpPr/>
        <p:nvPr/>
      </p:nvGrpSpPr>
      <p:grpSpPr>
        <a:xfrm>
          <a:off x="0" y="0"/>
          <a:ext cx="0" cy="0"/>
          <a:chOff x="0" y="0"/>
          <a:chExt cx="0" cy="0"/>
        </a:xfrm>
      </p:grpSpPr>
      <p:sp>
        <p:nvSpPr>
          <p:cNvPr id="1880" name="Google Shape;1880;g29dbffb8187_0_1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1" name="Google Shape;1881;g29dbffb8187_0_1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1"/>
        <p:cNvGrpSpPr/>
        <p:nvPr/>
      </p:nvGrpSpPr>
      <p:grpSpPr>
        <a:xfrm>
          <a:off x="0" y="0"/>
          <a:ext cx="0" cy="0"/>
          <a:chOff x="0" y="0"/>
          <a:chExt cx="0" cy="0"/>
        </a:xfrm>
      </p:grpSpPr>
      <p:sp>
        <p:nvSpPr>
          <p:cNvPr id="2102" name="Google Shape;2102;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3" name="Google Shape;2103;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6"/>
        <p:cNvGrpSpPr/>
        <p:nvPr/>
      </p:nvGrpSpPr>
      <p:grpSpPr>
        <a:xfrm>
          <a:off x="0" y="0"/>
          <a:ext cx="0" cy="0"/>
          <a:chOff x="0" y="0"/>
          <a:chExt cx="0" cy="0"/>
        </a:xfrm>
      </p:grpSpPr>
      <p:sp>
        <p:nvSpPr>
          <p:cNvPr id="4727" name="Google Shape;4727;gd1bf8d60a4_0_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8" name="Google Shape;4728;gd1bf8d60a4_0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3"/>
        <p:cNvGrpSpPr/>
        <p:nvPr/>
      </p:nvGrpSpPr>
      <p:grpSpPr>
        <a:xfrm>
          <a:off x="0" y="0"/>
          <a:ext cx="0" cy="0"/>
          <a:chOff x="0" y="0"/>
          <a:chExt cx="0" cy="0"/>
        </a:xfrm>
      </p:grpSpPr>
      <p:sp>
        <p:nvSpPr>
          <p:cNvPr id="2644" name="Google Shape;2644;gd1bf8d60a4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5" name="Google Shape;2645;gd1bf8d60a4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0"/>
        <p:cNvGrpSpPr/>
        <p:nvPr/>
      </p:nvGrpSpPr>
      <p:grpSpPr>
        <a:xfrm>
          <a:off x="0" y="0"/>
          <a:ext cx="0" cy="0"/>
          <a:chOff x="0" y="0"/>
          <a:chExt cx="0" cy="0"/>
        </a:xfrm>
      </p:grpSpPr>
      <p:sp>
        <p:nvSpPr>
          <p:cNvPr id="5451" name="Google Shape;5451;g20f41e19245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2" name="Google Shape;5452;g20f41e19245_0_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0">
          <a:extLst>
            <a:ext uri="{FF2B5EF4-FFF2-40B4-BE49-F238E27FC236}">
              <a16:creationId xmlns:a16="http://schemas.microsoft.com/office/drawing/2014/main" id="{92092014-1C74-832B-A892-E39D8BA24EDE}"/>
            </a:ext>
          </a:extLst>
        </p:cNvPr>
        <p:cNvGrpSpPr/>
        <p:nvPr/>
      </p:nvGrpSpPr>
      <p:grpSpPr>
        <a:xfrm>
          <a:off x="0" y="0"/>
          <a:ext cx="0" cy="0"/>
          <a:chOff x="0" y="0"/>
          <a:chExt cx="0" cy="0"/>
        </a:xfrm>
      </p:grpSpPr>
      <p:sp>
        <p:nvSpPr>
          <p:cNvPr id="5451" name="Google Shape;5451;g20f41e19245_0_589:notes">
            <a:extLst>
              <a:ext uri="{FF2B5EF4-FFF2-40B4-BE49-F238E27FC236}">
                <a16:creationId xmlns:a16="http://schemas.microsoft.com/office/drawing/2014/main" id="{7858437E-D9F2-F15F-BEAE-99F9D3D313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2" name="Google Shape;5452;g20f41e19245_0_589:notes">
            <a:extLst>
              <a:ext uri="{FF2B5EF4-FFF2-40B4-BE49-F238E27FC236}">
                <a16:creationId xmlns:a16="http://schemas.microsoft.com/office/drawing/2014/main" id="{899DFD70-6DF1-6EBC-FC7A-0ABD8FF06B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2049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7">
          <a:extLst>
            <a:ext uri="{FF2B5EF4-FFF2-40B4-BE49-F238E27FC236}">
              <a16:creationId xmlns:a16="http://schemas.microsoft.com/office/drawing/2014/main" id="{7FD56FCC-62BB-3433-6758-3F8DED467A23}"/>
            </a:ext>
          </a:extLst>
        </p:cNvPr>
        <p:cNvGrpSpPr/>
        <p:nvPr/>
      </p:nvGrpSpPr>
      <p:grpSpPr>
        <a:xfrm>
          <a:off x="0" y="0"/>
          <a:ext cx="0" cy="0"/>
          <a:chOff x="0" y="0"/>
          <a:chExt cx="0" cy="0"/>
        </a:xfrm>
      </p:grpSpPr>
      <p:sp>
        <p:nvSpPr>
          <p:cNvPr id="2948" name="Google Shape;2948;gd1bf8d60a4_0_26:notes">
            <a:extLst>
              <a:ext uri="{FF2B5EF4-FFF2-40B4-BE49-F238E27FC236}">
                <a16:creationId xmlns:a16="http://schemas.microsoft.com/office/drawing/2014/main" id="{63C57BA1-93FD-FACB-83E7-2A268DDE31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9" name="Google Shape;2949;gd1bf8d60a4_0_26:notes">
            <a:extLst>
              <a:ext uri="{FF2B5EF4-FFF2-40B4-BE49-F238E27FC236}">
                <a16:creationId xmlns:a16="http://schemas.microsoft.com/office/drawing/2014/main" id="{3582FA92-BC7F-8194-9E76-8C006D3A9C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54938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7">
          <a:extLst>
            <a:ext uri="{FF2B5EF4-FFF2-40B4-BE49-F238E27FC236}">
              <a16:creationId xmlns:a16="http://schemas.microsoft.com/office/drawing/2014/main" id="{91E9EC1E-39C1-80DB-1809-1BC15455FB0C}"/>
            </a:ext>
          </a:extLst>
        </p:cNvPr>
        <p:cNvGrpSpPr/>
        <p:nvPr/>
      </p:nvGrpSpPr>
      <p:grpSpPr>
        <a:xfrm>
          <a:off x="0" y="0"/>
          <a:ext cx="0" cy="0"/>
          <a:chOff x="0" y="0"/>
          <a:chExt cx="0" cy="0"/>
        </a:xfrm>
      </p:grpSpPr>
      <p:sp>
        <p:nvSpPr>
          <p:cNvPr id="2948" name="Google Shape;2948;gd1bf8d60a4_0_26:notes">
            <a:extLst>
              <a:ext uri="{FF2B5EF4-FFF2-40B4-BE49-F238E27FC236}">
                <a16:creationId xmlns:a16="http://schemas.microsoft.com/office/drawing/2014/main" id="{4EA15990-7565-378F-D12A-C447F35216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9" name="Google Shape;2949;gd1bf8d60a4_0_26:notes">
            <a:extLst>
              <a:ext uri="{FF2B5EF4-FFF2-40B4-BE49-F238E27FC236}">
                <a16:creationId xmlns:a16="http://schemas.microsoft.com/office/drawing/2014/main" id="{A6A4CDCB-4F08-B32A-3C9E-2D91B2B616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80631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7"/>
        <p:cNvGrpSpPr/>
        <p:nvPr/>
      </p:nvGrpSpPr>
      <p:grpSpPr>
        <a:xfrm>
          <a:off x="0" y="0"/>
          <a:ext cx="0" cy="0"/>
          <a:chOff x="0" y="0"/>
          <a:chExt cx="0" cy="0"/>
        </a:xfrm>
      </p:grpSpPr>
      <p:sp>
        <p:nvSpPr>
          <p:cNvPr id="2948" name="Google Shape;2948;gd1bf8d60a4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9" name="Google Shape;2949;gd1bf8d60a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7">
          <a:extLst>
            <a:ext uri="{FF2B5EF4-FFF2-40B4-BE49-F238E27FC236}">
              <a16:creationId xmlns:a16="http://schemas.microsoft.com/office/drawing/2014/main" id="{BBC3E014-EF0B-8BB6-33B6-581581548B28}"/>
            </a:ext>
          </a:extLst>
        </p:cNvPr>
        <p:cNvGrpSpPr/>
        <p:nvPr/>
      </p:nvGrpSpPr>
      <p:grpSpPr>
        <a:xfrm>
          <a:off x="0" y="0"/>
          <a:ext cx="0" cy="0"/>
          <a:chOff x="0" y="0"/>
          <a:chExt cx="0" cy="0"/>
        </a:xfrm>
      </p:grpSpPr>
      <p:sp>
        <p:nvSpPr>
          <p:cNvPr id="2948" name="Google Shape;2948;gd1bf8d60a4_0_26:notes">
            <a:extLst>
              <a:ext uri="{FF2B5EF4-FFF2-40B4-BE49-F238E27FC236}">
                <a16:creationId xmlns:a16="http://schemas.microsoft.com/office/drawing/2014/main" id="{CEA4E4D6-D9FB-56AD-0D1F-07AE330F70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9" name="Google Shape;2949;gd1bf8d60a4_0_26:notes">
            <a:extLst>
              <a:ext uri="{FF2B5EF4-FFF2-40B4-BE49-F238E27FC236}">
                <a16:creationId xmlns:a16="http://schemas.microsoft.com/office/drawing/2014/main" id="{9BDE6A5A-30F3-0E28-5637-853825A5BB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4445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1">
          <a:extLst>
            <a:ext uri="{FF2B5EF4-FFF2-40B4-BE49-F238E27FC236}">
              <a16:creationId xmlns:a16="http://schemas.microsoft.com/office/drawing/2014/main" id="{07C23688-E14C-3AC1-51E6-D3EF522CA54C}"/>
            </a:ext>
          </a:extLst>
        </p:cNvPr>
        <p:cNvGrpSpPr/>
        <p:nvPr/>
      </p:nvGrpSpPr>
      <p:grpSpPr>
        <a:xfrm>
          <a:off x="0" y="0"/>
          <a:ext cx="0" cy="0"/>
          <a:chOff x="0" y="0"/>
          <a:chExt cx="0" cy="0"/>
        </a:xfrm>
      </p:grpSpPr>
      <p:sp>
        <p:nvSpPr>
          <p:cNvPr id="2102" name="Google Shape;2102;g20f41e19245_0_19:notes">
            <a:extLst>
              <a:ext uri="{FF2B5EF4-FFF2-40B4-BE49-F238E27FC236}">
                <a16:creationId xmlns:a16="http://schemas.microsoft.com/office/drawing/2014/main" id="{B9861A92-509D-A0A5-DA3D-C646E22768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3" name="Google Shape;2103;g20f41e19245_0_19:notes">
            <a:extLst>
              <a:ext uri="{FF2B5EF4-FFF2-40B4-BE49-F238E27FC236}">
                <a16:creationId xmlns:a16="http://schemas.microsoft.com/office/drawing/2014/main" id="{C792AEB3-8D0F-24E8-B5E8-0FB639285F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093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1">
          <a:extLst>
            <a:ext uri="{FF2B5EF4-FFF2-40B4-BE49-F238E27FC236}">
              <a16:creationId xmlns:a16="http://schemas.microsoft.com/office/drawing/2014/main" id="{5E0B3E34-EE91-A289-BAEB-84E20A181E4F}"/>
            </a:ext>
          </a:extLst>
        </p:cNvPr>
        <p:cNvGrpSpPr/>
        <p:nvPr/>
      </p:nvGrpSpPr>
      <p:grpSpPr>
        <a:xfrm>
          <a:off x="0" y="0"/>
          <a:ext cx="0" cy="0"/>
          <a:chOff x="0" y="0"/>
          <a:chExt cx="0" cy="0"/>
        </a:xfrm>
      </p:grpSpPr>
      <p:sp>
        <p:nvSpPr>
          <p:cNvPr id="2102" name="Google Shape;2102;g20f41e19245_0_19:notes">
            <a:extLst>
              <a:ext uri="{FF2B5EF4-FFF2-40B4-BE49-F238E27FC236}">
                <a16:creationId xmlns:a16="http://schemas.microsoft.com/office/drawing/2014/main" id="{DB169A24-3687-DD7C-0E5A-690B406FBB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3" name="Google Shape;2103;g20f41e19245_0_19:notes">
            <a:extLst>
              <a:ext uri="{FF2B5EF4-FFF2-40B4-BE49-F238E27FC236}">
                <a16:creationId xmlns:a16="http://schemas.microsoft.com/office/drawing/2014/main" id="{CD2275A2-D531-6091-845A-4A107898BF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49041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1">
          <a:extLst>
            <a:ext uri="{FF2B5EF4-FFF2-40B4-BE49-F238E27FC236}">
              <a16:creationId xmlns:a16="http://schemas.microsoft.com/office/drawing/2014/main" id="{647C0B7A-3773-7F98-0F4D-5A3FAD608E42}"/>
            </a:ext>
          </a:extLst>
        </p:cNvPr>
        <p:cNvGrpSpPr/>
        <p:nvPr/>
      </p:nvGrpSpPr>
      <p:grpSpPr>
        <a:xfrm>
          <a:off x="0" y="0"/>
          <a:ext cx="0" cy="0"/>
          <a:chOff x="0" y="0"/>
          <a:chExt cx="0" cy="0"/>
        </a:xfrm>
      </p:grpSpPr>
      <p:sp>
        <p:nvSpPr>
          <p:cNvPr id="2102" name="Google Shape;2102;g20f41e19245_0_19:notes">
            <a:extLst>
              <a:ext uri="{FF2B5EF4-FFF2-40B4-BE49-F238E27FC236}">
                <a16:creationId xmlns:a16="http://schemas.microsoft.com/office/drawing/2014/main" id="{B385C1DA-261E-0C12-88B7-2E3BD3B796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3" name="Google Shape;2103;g20f41e19245_0_19:notes">
            <a:extLst>
              <a:ext uri="{FF2B5EF4-FFF2-40B4-BE49-F238E27FC236}">
                <a16:creationId xmlns:a16="http://schemas.microsoft.com/office/drawing/2014/main" id="{A63B7488-F706-F00D-5063-DC1418DE3A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18380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1">
          <a:extLst>
            <a:ext uri="{FF2B5EF4-FFF2-40B4-BE49-F238E27FC236}">
              <a16:creationId xmlns:a16="http://schemas.microsoft.com/office/drawing/2014/main" id="{7963AA76-1D30-6EA3-99CB-46CBD26EB338}"/>
            </a:ext>
          </a:extLst>
        </p:cNvPr>
        <p:cNvGrpSpPr/>
        <p:nvPr/>
      </p:nvGrpSpPr>
      <p:grpSpPr>
        <a:xfrm>
          <a:off x="0" y="0"/>
          <a:ext cx="0" cy="0"/>
          <a:chOff x="0" y="0"/>
          <a:chExt cx="0" cy="0"/>
        </a:xfrm>
      </p:grpSpPr>
      <p:sp>
        <p:nvSpPr>
          <p:cNvPr id="2102" name="Google Shape;2102;g20f41e19245_0_19:notes">
            <a:extLst>
              <a:ext uri="{FF2B5EF4-FFF2-40B4-BE49-F238E27FC236}">
                <a16:creationId xmlns:a16="http://schemas.microsoft.com/office/drawing/2014/main" id="{3757B254-24AE-4BA6-D42F-8F0BA444D8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3" name="Google Shape;2103;g20f41e19245_0_19:notes">
            <a:extLst>
              <a:ext uri="{FF2B5EF4-FFF2-40B4-BE49-F238E27FC236}">
                <a16:creationId xmlns:a16="http://schemas.microsoft.com/office/drawing/2014/main" id="{2C7448DD-CECE-F766-C55E-176A9471C6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4956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1">
          <a:extLst>
            <a:ext uri="{FF2B5EF4-FFF2-40B4-BE49-F238E27FC236}">
              <a16:creationId xmlns:a16="http://schemas.microsoft.com/office/drawing/2014/main" id="{0D0F92DE-BF5E-7868-ED09-16909E3781C5}"/>
            </a:ext>
          </a:extLst>
        </p:cNvPr>
        <p:cNvGrpSpPr/>
        <p:nvPr/>
      </p:nvGrpSpPr>
      <p:grpSpPr>
        <a:xfrm>
          <a:off x="0" y="0"/>
          <a:ext cx="0" cy="0"/>
          <a:chOff x="0" y="0"/>
          <a:chExt cx="0" cy="0"/>
        </a:xfrm>
      </p:grpSpPr>
      <p:sp>
        <p:nvSpPr>
          <p:cNvPr id="2102" name="Google Shape;2102;g20f41e19245_0_19:notes">
            <a:extLst>
              <a:ext uri="{FF2B5EF4-FFF2-40B4-BE49-F238E27FC236}">
                <a16:creationId xmlns:a16="http://schemas.microsoft.com/office/drawing/2014/main" id="{680B32EE-8EDD-0996-8D3E-D29381B49E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3" name="Google Shape;2103;g20f41e19245_0_19:notes">
            <a:extLst>
              <a:ext uri="{FF2B5EF4-FFF2-40B4-BE49-F238E27FC236}">
                <a16:creationId xmlns:a16="http://schemas.microsoft.com/office/drawing/2014/main" id="{43410F2D-A7DC-7757-1E51-78DAD85114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36231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1">
          <a:extLst>
            <a:ext uri="{FF2B5EF4-FFF2-40B4-BE49-F238E27FC236}">
              <a16:creationId xmlns:a16="http://schemas.microsoft.com/office/drawing/2014/main" id="{2B19A858-E15B-5A48-9B4B-39D407D43BB6}"/>
            </a:ext>
          </a:extLst>
        </p:cNvPr>
        <p:cNvGrpSpPr/>
        <p:nvPr/>
      </p:nvGrpSpPr>
      <p:grpSpPr>
        <a:xfrm>
          <a:off x="0" y="0"/>
          <a:ext cx="0" cy="0"/>
          <a:chOff x="0" y="0"/>
          <a:chExt cx="0" cy="0"/>
        </a:xfrm>
      </p:grpSpPr>
      <p:sp>
        <p:nvSpPr>
          <p:cNvPr id="2102" name="Google Shape;2102;g20f41e19245_0_19:notes">
            <a:extLst>
              <a:ext uri="{FF2B5EF4-FFF2-40B4-BE49-F238E27FC236}">
                <a16:creationId xmlns:a16="http://schemas.microsoft.com/office/drawing/2014/main" id="{2CD7163E-A2DD-7074-074B-0AA1B5A4E6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3" name="Google Shape;2103;g20f41e19245_0_19:notes">
            <a:extLst>
              <a:ext uri="{FF2B5EF4-FFF2-40B4-BE49-F238E27FC236}">
                <a16:creationId xmlns:a16="http://schemas.microsoft.com/office/drawing/2014/main" id="{11898BF0-E8FF-AEC5-EDC0-D60BF46F70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08826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1"/>
        <p:cNvGrpSpPr/>
        <p:nvPr/>
      </p:nvGrpSpPr>
      <p:grpSpPr>
        <a:xfrm>
          <a:off x="0" y="0"/>
          <a:ext cx="0" cy="0"/>
          <a:chOff x="0" y="0"/>
          <a:chExt cx="0" cy="0"/>
        </a:xfrm>
      </p:grpSpPr>
      <p:sp>
        <p:nvSpPr>
          <p:cNvPr id="4392" name="Google Shape;4392;gd1bf8d60a4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3" name="Google Shape;4393;gd1bf8d60a4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1">
          <a:extLst>
            <a:ext uri="{FF2B5EF4-FFF2-40B4-BE49-F238E27FC236}">
              <a16:creationId xmlns:a16="http://schemas.microsoft.com/office/drawing/2014/main" id="{E94E8F90-53AE-A677-418F-EE865A57705C}"/>
            </a:ext>
          </a:extLst>
        </p:cNvPr>
        <p:cNvGrpSpPr/>
        <p:nvPr/>
      </p:nvGrpSpPr>
      <p:grpSpPr>
        <a:xfrm>
          <a:off x="0" y="0"/>
          <a:ext cx="0" cy="0"/>
          <a:chOff x="0" y="0"/>
          <a:chExt cx="0" cy="0"/>
        </a:xfrm>
      </p:grpSpPr>
      <p:sp>
        <p:nvSpPr>
          <p:cNvPr id="4392" name="Google Shape;4392;gd1bf8d60a4_0_185:notes">
            <a:extLst>
              <a:ext uri="{FF2B5EF4-FFF2-40B4-BE49-F238E27FC236}">
                <a16:creationId xmlns:a16="http://schemas.microsoft.com/office/drawing/2014/main" id="{9F7C83B3-58D9-05C9-7CF6-B3F47F6DB7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3" name="Google Shape;4393;gd1bf8d60a4_0_185:notes">
            <a:extLst>
              <a:ext uri="{FF2B5EF4-FFF2-40B4-BE49-F238E27FC236}">
                <a16:creationId xmlns:a16="http://schemas.microsoft.com/office/drawing/2014/main" id="{57B12C5A-29A7-2DC6-CBA5-06845AB6B5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06529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1">
          <a:extLst>
            <a:ext uri="{FF2B5EF4-FFF2-40B4-BE49-F238E27FC236}">
              <a16:creationId xmlns:a16="http://schemas.microsoft.com/office/drawing/2014/main" id="{B5448A84-A889-C498-7FAC-B2F4C28797F8}"/>
            </a:ext>
          </a:extLst>
        </p:cNvPr>
        <p:cNvGrpSpPr/>
        <p:nvPr/>
      </p:nvGrpSpPr>
      <p:grpSpPr>
        <a:xfrm>
          <a:off x="0" y="0"/>
          <a:ext cx="0" cy="0"/>
          <a:chOff x="0" y="0"/>
          <a:chExt cx="0" cy="0"/>
        </a:xfrm>
      </p:grpSpPr>
      <p:sp>
        <p:nvSpPr>
          <p:cNvPr id="4392" name="Google Shape;4392;gd1bf8d60a4_0_185:notes">
            <a:extLst>
              <a:ext uri="{FF2B5EF4-FFF2-40B4-BE49-F238E27FC236}">
                <a16:creationId xmlns:a16="http://schemas.microsoft.com/office/drawing/2014/main" id="{0CF70169-8192-BFA0-41E2-39DE3BC134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3" name="Google Shape;4393;gd1bf8d60a4_0_185:notes">
            <a:extLst>
              <a:ext uri="{FF2B5EF4-FFF2-40B4-BE49-F238E27FC236}">
                <a16:creationId xmlns:a16="http://schemas.microsoft.com/office/drawing/2014/main" id="{8866541D-7F9E-B02E-8EF5-96419C203B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52270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1">
          <a:extLst>
            <a:ext uri="{FF2B5EF4-FFF2-40B4-BE49-F238E27FC236}">
              <a16:creationId xmlns:a16="http://schemas.microsoft.com/office/drawing/2014/main" id="{68AB60A9-EEE7-8B32-0490-525C8CFC8AFA}"/>
            </a:ext>
          </a:extLst>
        </p:cNvPr>
        <p:cNvGrpSpPr/>
        <p:nvPr/>
      </p:nvGrpSpPr>
      <p:grpSpPr>
        <a:xfrm>
          <a:off x="0" y="0"/>
          <a:ext cx="0" cy="0"/>
          <a:chOff x="0" y="0"/>
          <a:chExt cx="0" cy="0"/>
        </a:xfrm>
      </p:grpSpPr>
      <p:sp>
        <p:nvSpPr>
          <p:cNvPr id="4392" name="Google Shape;4392;gd1bf8d60a4_0_185:notes">
            <a:extLst>
              <a:ext uri="{FF2B5EF4-FFF2-40B4-BE49-F238E27FC236}">
                <a16:creationId xmlns:a16="http://schemas.microsoft.com/office/drawing/2014/main" id="{7B00EC76-1B71-3374-6AE8-0A1AD1DFA5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3" name="Google Shape;4393;gd1bf8d60a4_0_185:notes">
            <a:extLst>
              <a:ext uri="{FF2B5EF4-FFF2-40B4-BE49-F238E27FC236}">
                <a16:creationId xmlns:a16="http://schemas.microsoft.com/office/drawing/2014/main" id="{E7B35B8A-96A6-D47C-CA18-3093E39B46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40619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1">
          <a:extLst>
            <a:ext uri="{FF2B5EF4-FFF2-40B4-BE49-F238E27FC236}">
              <a16:creationId xmlns:a16="http://schemas.microsoft.com/office/drawing/2014/main" id="{73CD3A16-2E04-6673-8C3F-F2554AA55AAC}"/>
            </a:ext>
          </a:extLst>
        </p:cNvPr>
        <p:cNvGrpSpPr/>
        <p:nvPr/>
      </p:nvGrpSpPr>
      <p:grpSpPr>
        <a:xfrm>
          <a:off x="0" y="0"/>
          <a:ext cx="0" cy="0"/>
          <a:chOff x="0" y="0"/>
          <a:chExt cx="0" cy="0"/>
        </a:xfrm>
      </p:grpSpPr>
      <p:sp>
        <p:nvSpPr>
          <p:cNvPr id="4392" name="Google Shape;4392;gd1bf8d60a4_0_185:notes">
            <a:extLst>
              <a:ext uri="{FF2B5EF4-FFF2-40B4-BE49-F238E27FC236}">
                <a16:creationId xmlns:a16="http://schemas.microsoft.com/office/drawing/2014/main" id="{AC68C779-B62E-72B5-4DC4-F33E240BD1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3" name="Google Shape;4393;gd1bf8d60a4_0_185:notes">
            <a:extLst>
              <a:ext uri="{FF2B5EF4-FFF2-40B4-BE49-F238E27FC236}">
                <a16:creationId xmlns:a16="http://schemas.microsoft.com/office/drawing/2014/main" id="{586AC24F-6591-C61F-0221-2E906F0540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82257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1">
          <a:extLst>
            <a:ext uri="{FF2B5EF4-FFF2-40B4-BE49-F238E27FC236}">
              <a16:creationId xmlns:a16="http://schemas.microsoft.com/office/drawing/2014/main" id="{53DDFC41-D40C-1FCF-E13A-D74674042FC9}"/>
            </a:ext>
          </a:extLst>
        </p:cNvPr>
        <p:cNvGrpSpPr/>
        <p:nvPr/>
      </p:nvGrpSpPr>
      <p:grpSpPr>
        <a:xfrm>
          <a:off x="0" y="0"/>
          <a:ext cx="0" cy="0"/>
          <a:chOff x="0" y="0"/>
          <a:chExt cx="0" cy="0"/>
        </a:xfrm>
      </p:grpSpPr>
      <p:sp>
        <p:nvSpPr>
          <p:cNvPr id="4392" name="Google Shape;4392;gd1bf8d60a4_0_185:notes">
            <a:extLst>
              <a:ext uri="{FF2B5EF4-FFF2-40B4-BE49-F238E27FC236}">
                <a16:creationId xmlns:a16="http://schemas.microsoft.com/office/drawing/2014/main" id="{AAF9E7CF-5853-EC03-2F35-2735B65886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3" name="Google Shape;4393;gd1bf8d60a4_0_185:notes">
            <a:extLst>
              <a:ext uri="{FF2B5EF4-FFF2-40B4-BE49-F238E27FC236}">
                <a16:creationId xmlns:a16="http://schemas.microsoft.com/office/drawing/2014/main" id="{99242DE5-6822-4B8B-BABE-7FAF59EE1D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181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9"/>
        <p:cNvGrpSpPr/>
        <p:nvPr/>
      </p:nvGrpSpPr>
      <p:grpSpPr>
        <a:xfrm>
          <a:off x="0" y="0"/>
          <a:ext cx="0" cy="0"/>
          <a:chOff x="0" y="0"/>
          <a:chExt cx="0" cy="0"/>
        </a:xfrm>
      </p:grpSpPr>
      <p:sp>
        <p:nvSpPr>
          <p:cNvPr id="2820" name="Google Shape;2820;gd1bf8d60a4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1" name="Google Shape;2821;gd1bf8d60a4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9"/>
        <p:cNvGrpSpPr/>
        <p:nvPr/>
      </p:nvGrpSpPr>
      <p:grpSpPr>
        <a:xfrm>
          <a:off x="0" y="0"/>
          <a:ext cx="0" cy="0"/>
          <a:chOff x="0" y="0"/>
          <a:chExt cx="0" cy="0"/>
        </a:xfrm>
      </p:grpSpPr>
      <p:sp>
        <p:nvSpPr>
          <p:cNvPr id="3680" name="Google Shape;3680;g20f41e19245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1" name="Google Shape;3681;g20f41e19245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t="129" b="129"/>
          <a:stretch/>
        </p:blipFill>
        <p:spPr>
          <a:xfrm>
            <a:off x="1" y="0"/>
            <a:ext cx="9175849" cy="5143500"/>
          </a:xfrm>
          <a:prstGeom prst="rect">
            <a:avLst/>
          </a:prstGeom>
          <a:noFill/>
          <a:ln>
            <a:noFill/>
          </a:ln>
        </p:spPr>
      </p:pic>
      <p:sp>
        <p:nvSpPr>
          <p:cNvPr id="10" name="Google Shape;10;p2"/>
          <p:cNvSpPr txBox="1">
            <a:spLocks noGrp="1"/>
          </p:cNvSpPr>
          <p:nvPr>
            <p:ph type="ctrTitle"/>
          </p:nvPr>
        </p:nvSpPr>
        <p:spPr>
          <a:xfrm>
            <a:off x="713225" y="938325"/>
            <a:ext cx="3840900" cy="26361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225" y="3574075"/>
            <a:ext cx="2995200" cy="7326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600"/>
            </a:lvl1pPr>
            <a:lvl2pPr lvl="1" algn="ctr">
              <a:lnSpc>
                <a:spcPct val="115000"/>
              </a:lnSpc>
              <a:spcBef>
                <a:spcPts val="0"/>
              </a:spcBef>
              <a:spcAft>
                <a:spcPts val="0"/>
              </a:spcAft>
              <a:buSzPts val="1800"/>
              <a:buNone/>
              <a:defRPr sz="1800"/>
            </a:lvl2pPr>
            <a:lvl3pPr lvl="2" algn="ctr">
              <a:lnSpc>
                <a:spcPct val="115000"/>
              </a:lnSpc>
              <a:spcBef>
                <a:spcPts val="0"/>
              </a:spcBef>
              <a:spcAft>
                <a:spcPts val="0"/>
              </a:spcAft>
              <a:buSzPts val="1800"/>
              <a:buNone/>
              <a:defRPr sz="1800"/>
            </a:lvl3pPr>
            <a:lvl4pPr lvl="3" algn="ctr">
              <a:lnSpc>
                <a:spcPct val="115000"/>
              </a:lnSpc>
              <a:spcBef>
                <a:spcPts val="0"/>
              </a:spcBef>
              <a:spcAft>
                <a:spcPts val="0"/>
              </a:spcAft>
              <a:buSzPts val="1800"/>
              <a:buNone/>
              <a:defRPr sz="1800"/>
            </a:lvl4pPr>
            <a:lvl5pPr lvl="4" algn="ctr">
              <a:lnSpc>
                <a:spcPct val="115000"/>
              </a:lnSpc>
              <a:spcBef>
                <a:spcPts val="0"/>
              </a:spcBef>
              <a:spcAft>
                <a:spcPts val="0"/>
              </a:spcAft>
              <a:buSzPts val="1800"/>
              <a:buNone/>
              <a:defRPr sz="1800"/>
            </a:lvl5pPr>
            <a:lvl6pPr lvl="5" algn="ctr">
              <a:lnSpc>
                <a:spcPct val="115000"/>
              </a:lnSpc>
              <a:spcBef>
                <a:spcPts val="0"/>
              </a:spcBef>
              <a:spcAft>
                <a:spcPts val="0"/>
              </a:spcAft>
              <a:buSzPts val="1800"/>
              <a:buNone/>
              <a:defRPr sz="1800"/>
            </a:lvl6pPr>
            <a:lvl7pPr lvl="6" algn="ctr">
              <a:lnSpc>
                <a:spcPct val="115000"/>
              </a:lnSpc>
              <a:spcBef>
                <a:spcPts val="0"/>
              </a:spcBef>
              <a:spcAft>
                <a:spcPts val="0"/>
              </a:spcAft>
              <a:buSzPts val="1800"/>
              <a:buNone/>
              <a:defRPr sz="1800"/>
            </a:lvl7pPr>
            <a:lvl8pPr lvl="7" algn="ctr">
              <a:lnSpc>
                <a:spcPct val="115000"/>
              </a:lnSpc>
              <a:spcBef>
                <a:spcPts val="0"/>
              </a:spcBef>
              <a:spcAft>
                <a:spcPts val="0"/>
              </a:spcAft>
              <a:buSzPts val="1800"/>
              <a:buNone/>
              <a:defRPr sz="1800"/>
            </a:lvl8pPr>
            <a:lvl9pPr lvl="8" algn="ctr">
              <a:lnSpc>
                <a:spcPct val="115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7"/>
        <p:cNvGrpSpPr/>
        <p:nvPr/>
      </p:nvGrpSpPr>
      <p:grpSpPr>
        <a:xfrm>
          <a:off x="0" y="0"/>
          <a:ext cx="0" cy="0"/>
          <a:chOff x="0" y="0"/>
          <a:chExt cx="0" cy="0"/>
        </a:xfrm>
      </p:grpSpPr>
      <p:pic>
        <p:nvPicPr>
          <p:cNvPr id="148" name="Google Shape;148;p8"/>
          <p:cNvPicPr preferRelativeResize="0"/>
          <p:nvPr/>
        </p:nvPicPr>
        <p:blipFill rotWithShape="1">
          <a:blip r:embed="rId2">
            <a:alphaModFix/>
          </a:blip>
          <a:srcRect t="129" b="129"/>
          <a:stretch/>
        </p:blipFill>
        <p:spPr>
          <a:xfrm>
            <a:off x="-15924" y="0"/>
            <a:ext cx="9175849" cy="5143500"/>
          </a:xfrm>
          <a:prstGeom prst="rect">
            <a:avLst/>
          </a:prstGeom>
          <a:noFill/>
          <a:ln>
            <a:noFill/>
          </a:ln>
        </p:spPr>
      </p:pic>
      <p:sp>
        <p:nvSpPr>
          <p:cNvPr id="149" name="Google Shape;149;p8"/>
          <p:cNvSpPr txBox="1">
            <a:spLocks noGrp="1"/>
          </p:cNvSpPr>
          <p:nvPr>
            <p:ph type="title"/>
          </p:nvPr>
        </p:nvSpPr>
        <p:spPr>
          <a:xfrm>
            <a:off x="713225" y="1723300"/>
            <a:ext cx="3858900" cy="16035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0"/>
        <p:cNvGrpSpPr/>
        <p:nvPr/>
      </p:nvGrpSpPr>
      <p:grpSpPr>
        <a:xfrm>
          <a:off x="0" y="0"/>
          <a:ext cx="0" cy="0"/>
          <a:chOff x="0" y="0"/>
          <a:chExt cx="0" cy="0"/>
        </a:xfrm>
      </p:grpSpPr>
      <p:pic>
        <p:nvPicPr>
          <p:cNvPr id="151" name="Google Shape;151;p9"/>
          <p:cNvPicPr preferRelativeResize="0"/>
          <p:nvPr/>
        </p:nvPicPr>
        <p:blipFill rotWithShape="1">
          <a:blip r:embed="rId2">
            <a:alphaModFix/>
          </a:blip>
          <a:srcRect t="129" b="129"/>
          <a:stretch/>
        </p:blipFill>
        <p:spPr>
          <a:xfrm>
            <a:off x="-15924" y="0"/>
            <a:ext cx="9175849" cy="5143500"/>
          </a:xfrm>
          <a:prstGeom prst="rect">
            <a:avLst/>
          </a:prstGeom>
          <a:noFill/>
          <a:ln>
            <a:noFill/>
          </a:ln>
        </p:spPr>
      </p:pic>
      <p:sp>
        <p:nvSpPr>
          <p:cNvPr id="152" name="Google Shape;152;p9"/>
          <p:cNvSpPr txBox="1">
            <a:spLocks noGrp="1"/>
          </p:cNvSpPr>
          <p:nvPr>
            <p:ph type="title"/>
          </p:nvPr>
        </p:nvSpPr>
        <p:spPr>
          <a:xfrm>
            <a:off x="713225" y="1074375"/>
            <a:ext cx="3721500" cy="140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3" name="Google Shape;153;p9"/>
          <p:cNvSpPr txBox="1">
            <a:spLocks noGrp="1"/>
          </p:cNvSpPr>
          <p:nvPr>
            <p:ph type="subTitle" idx="1"/>
          </p:nvPr>
        </p:nvSpPr>
        <p:spPr>
          <a:xfrm>
            <a:off x="713225" y="2665750"/>
            <a:ext cx="3721500" cy="1403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rgbClr val="999999"/>
              </a:buClr>
              <a:buSzPts val="800"/>
              <a:buFont typeface="Open Sans"/>
              <a:buChar char="●"/>
              <a:defRPr/>
            </a:lvl1pPr>
            <a:lvl2pPr lvl="1" algn="ctr" rtl="0">
              <a:lnSpc>
                <a:spcPct val="115000"/>
              </a:lnSpc>
              <a:spcBef>
                <a:spcPts val="0"/>
              </a:spcBef>
              <a:spcAft>
                <a:spcPts val="0"/>
              </a:spcAft>
              <a:buClr>
                <a:srgbClr val="999999"/>
              </a:buClr>
              <a:buSzPts val="800"/>
              <a:buFont typeface="Open Sans"/>
              <a:buChar char="○"/>
              <a:defRPr/>
            </a:lvl2pPr>
            <a:lvl3pPr lvl="2" algn="ctr" rtl="0">
              <a:lnSpc>
                <a:spcPct val="115000"/>
              </a:lnSpc>
              <a:spcBef>
                <a:spcPts val="0"/>
              </a:spcBef>
              <a:spcAft>
                <a:spcPts val="0"/>
              </a:spcAft>
              <a:buClr>
                <a:srgbClr val="999999"/>
              </a:buClr>
              <a:buSzPts val="800"/>
              <a:buFont typeface="Open Sans"/>
              <a:buChar char="■"/>
              <a:defRPr/>
            </a:lvl3pPr>
            <a:lvl4pPr lvl="3" algn="ctr" rtl="0">
              <a:lnSpc>
                <a:spcPct val="115000"/>
              </a:lnSpc>
              <a:spcBef>
                <a:spcPts val="0"/>
              </a:spcBef>
              <a:spcAft>
                <a:spcPts val="0"/>
              </a:spcAft>
              <a:buClr>
                <a:srgbClr val="999999"/>
              </a:buClr>
              <a:buSzPts val="800"/>
              <a:buFont typeface="Open Sans"/>
              <a:buChar char="●"/>
              <a:defRPr/>
            </a:lvl4pPr>
            <a:lvl5pPr lvl="4" algn="ctr" rtl="0">
              <a:lnSpc>
                <a:spcPct val="115000"/>
              </a:lnSpc>
              <a:spcBef>
                <a:spcPts val="0"/>
              </a:spcBef>
              <a:spcAft>
                <a:spcPts val="0"/>
              </a:spcAft>
              <a:buClr>
                <a:srgbClr val="999999"/>
              </a:buClr>
              <a:buSzPts val="1200"/>
              <a:buFont typeface="Open Sans"/>
              <a:buChar char="○"/>
              <a:defRPr/>
            </a:lvl5pPr>
            <a:lvl6pPr lvl="5" algn="ctr" rtl="0">
              <a:lnSpc>
                <a:spcPct val="115000"/>
              </a:lnSpc>
              <a:spcBef>
                <a:spcPts val="0"/>
              </a:spcBef>
              <a:spcAft>
                <a:spcPts val="0"/>
              </a:spcAft>
              <a:buClr>
                <a:srgbClr val="999999"/>
              </a:buClr>
              <a:buSzPts val="1200"/>
              <a:buFont typeface="Open Sans"/>
              <a:buChar char="■"/>
              <a:defRPr/>
            </a:lvl6pPr>
            <a:lvl7pPr lvl="6" algn="ctr" rtl="0">
              <a:lnSpc>
                <a:spcPct val="115000"/>
              </a:lnSpc>
              <a:spcBef>
                <a:spcPts val="0"/>
              </a:spcBef>
              <a:spcAft>
                <a:spcPts val="0"/>
              </a:spcAft>
              <a:buClr>
                <a:srgbClr val="999999"/>
              </a:buClr>
              <a:buSzPts val="700"/>
              <a:buFont typeface="Open Sans"/>
              <a:buChar char="●"/>
              <a:defRPr/>
            </a:lvl7pPr>
            <a:lvl8pPr lvl="7" algn="ctr" rtl="0">
              <a:lnSpc>
                <a:spcPct val="115000"/>
              </a:lnSpc>
              <a:spcBef>
                <a:spcPts val="0"/>
              </a:spcBef>
              <a:spcAft>
                <a:spcPts val="0"/>
              </a:spcAft>
              <a:buClr>
                <a:srgbClr val="999999"/>
              </a:buClr>
              <a:buSzPts val="700"/>
              <a:buFont typeface="Open Sans"/>
              <a:buChar char="○"/>
              <a:defRPr/>
            </a:lvl8pPr>
            <a:lvl9pPr lvl="8" algn="ctr" rtl="0">
              <a:lnSpc>
                <a:spcPct val="115000"/>
              </a:lnSpc>
              <a:spcBef>
                <a:spcPts val="0"/>
              </a:spcBef>
              <a:spcAft>
                <a:spcPts val="0"/>
              </a:spcAft>
              <a:buClr>
                <a:srgbClr val="999999"/>
              </a:buClr>
              <a:buSzPts val="600"/>
              <a:buFont typeface="Open Sans"/>
              <a:buChar char="■"/>
              <a:defRPr/>
            </a:lvl9pPr>
          </a:lstStyle>
          <a:p>
            <a:endParaRPr/>
          </a:p>
        </p:txBody>
      </p:sp>
      <p:sp>
        <p:nvSpPr>
          <p:cNvPr id="154" name="Google Shape;154;p9"/>
          <p:cNvSpPr>
            <a:spLocks noGrp="1"/>
          </p:cNvSpPr>
          <p:nvPr>
            <p:ph type="pic" idx="2"/>
          </p:nvPr>
        </p:nvSpPr>
        <p:spPr>
          <a:xfrm>
            <a:off x="5030650" y="0"/>
            <a:ext cx="4113300" cy="51435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6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63"/>
        <p:cNvGrpSpPr/>
        <p:nvPr/>
      </p:nvGrpSpPr>
      <p:grpSpPr>
        <a:xfrm>
          <a:off x="0" y="0"/>
          <a:ext cx="0" cy="0"/>
          <a:chOff x="0" y="0"/>
          <a:chExt cx="0" cy="0"/>
        </a:xfrm>
      </p:grpSpPr>
      <p:pic>
        <p:nvPicPr>
          <p:cNvPr id="164" name="Google Shape;164;p13"/>
          <p:cNvPicPr preferRelativeResize="0"/>
          <p:nvPr/>
        </p:nvPicPr>
        <p:blipFill rotWithShape="1">
          <a:blip r:embed="rId2">
            <a:alphaModFix/>
          </a:blip>
          <a:srcRect t="129" b="129"/>
          <a:stretch/>
        </p:blipFill>
        <p:spPr>
          <a:xfrm>
            <a:off x="-15924" y="0"/>
            <a:ext cx="9175849" cy="5143500"/>
          </a:xfrm>
          <a:prstGeom prst="rect">
            <a:avLst/>
          </a:prstGeom>
          <a:noFill/>
          <a:ln>
            <a:noFill/>
          </a:ln>
        </p:spPr>
      </p:pic>
      <p:sp>
        <p:nvSpPr>
          <p:cNvPr id="165" name="Google Shape;16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66" name="Google Shape;166;p13"/>
          <p:cNvSpPr txBox="1">
            <a:spLocks noGrp="1"/>
          </p:cNvSpPr>
          <p:nvPr>
            <p:ph type="subTitle" idx="1"/>
          </p:nvPr>
        </p:nvSpPr>
        <p:spPr>
          <a:xfrm>
            <a:off x="1628117" y="2013893"/>
            <a:ext cx="2919300" cy="604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67" name="Google Shape;167;p13"/>
          <p:cNvSpPr txBox="1">
            <a:spLocks noGrp="1"/>
          </p:cNvSpPr>
          <p:nvPr>
            <p:ph type="subTitle" idx="2"/>
          </p:nvPr>
        </p:nvSpPr>
        <p:spPr>
          <a:xfrm>
            <a:off x="5520771" y="2013893"/>
            <a:ext cx="2919300" cy="604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68" name="Google Shape;168;p13"/>
          <p:cNvSpPr txBox="1">
            <a:spLocks noGrp="1"/>
          </p:cNvSpPr>
          <p:nvPr>
            <p:ph type="subTitle" idx="3"/>
          </p:nvPr>
        </p:nvSpPr>
        <p:spPr>
          <a:xfrm>
            <a:off x="1628117" y="3329068"/>
            <a:ext cx="2919300" cy="604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69" name="Google Shape;169;p13"/>
          <p:cNvSpPr txBox="1">
            <a:spLocks noGrp="1"/>
          </p:cNvSpPr>
          <p:nvPr>
            <p:ph type="subTitle" idx="4"/>
          </p:nvPr>
        </p:nvSpPr>
        <p:spPr>
          <a:xfrm>
            <a:off x="5520771" y="3329068"/>
            <a:ext cx="2919300" cy="604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70" name="Google Shape;170;p13"/>
          <p:cNvSpPr txBox="1">
            <a:spLocks noGrp="1"/>
          </p:cNvSpPr>
          <p:nvPr>
            <p:ph type="title" idx="5" hasCustomPrompt="1"/>
          </p:nvPr>
        </p:nvSpPr>
        <p:spPr>
          <a:xfrm>
            <a:off x="762567" y="1794753"/>
            <a:ext cx="720900" cy="640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1" name="Google Shape;171;p13"/>
          <p:cNvSpPr txBox="1">
            <a:spLocks noGrp="1"/>
          </p:cNvSpPr>
          <p:nvPr>
            <p:ph type="title" idx="6" hasCustomPrompt="1"/>
          </p:nvPr>
        </p:nvSpPr>
        <p:spPr>
          <a:xfrm>
            <a:off x="762567" y="3122233"/>
            <a:ext cx="720900" cy="640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2" name="Google Shape;172;p13"/>
          <p:cNvSpPr txBox="1">
            <a:spLocks noGrp="1"/>
          </p:cNvSpPr>
          <p:nvPr>
            <p:ph type="title" idx="7" hasCustomPrompt="1"/>
          </p:nvPr>
        </p:nvSpPr>
        <p:spPr>
          <a:xfrm>
            <a:off x="4655223" y="1794753"/>
            <a:ext cx="720900" cy="640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3" name="Google Shape;173;p13"/>
          <p:cNvSpPr txBox="1">
            <a:spLocks noGrp="1"/>
          </p:cNvSpPr>
          <p:nvPr>
            <p:ph type="title" idx="8" hasCustomPrompt="1"/>
          </p:nvPr>
        </p:nvSpPr>
        <p:spPr>
          <a:xfrm>
            <a:off x="4655223" y="3122233"/>
            <a:ext cx="720900" cy="640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4" name="Google Shape;174;p13"/>
          <p:cNvSpPr txBox="1">
            <a:spLocks noGrp="1"/>
          </p:cNvSpPr>
          <p:nvPr>
            <p:ph type="subTitle" idx="9"/>
          </p:nvPr>
        </p:nvSpPr>
        <p:spPr>
          <a:xfrm>
            <a:off x="1628125" y="1694726"/>
            <a:ext cx="2919300" cy="423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75" name="Google Shape;175;p13"/>
          <p:cNvSpPr txBox="1">
            <a:spLocks noGrp="1"/>
          </p:cNvSpPr>
          <p:nvPr>
            <p:ph type="subTitle" idx="13"/>
          </p:nvPr>
        </p:nvSpPr>
        <p:spPr>
          <a:xfrm>
            <a:off x="5520779" y="1694726"/>
            <a:ext cx="2919300" cy="423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76" name="Google Shape;176;p13"/>
          <p:cNvSpPr txBox="1">
            <a:spLocks noGrp="1"/>
          </p:cNvSpPr>
          <p:nvPr>
            <p:ph type="subTitle" idx="14"/>
          </p:nvPr>
        </p:nvSpPr>
        <p:spPr>
          <a:xfrm>
            <a:off x="1628125" y="3009877"/>
            <a:ext cx="2919300" cy="423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77" name="Google Shape;177;p13"/>
          <p:cNvSpPr txBox="1">
            <a:spLocks noGrp="1"/>
          </p:cNvSpPr>
          <p:nvPr>
            <p:ph type="subTitle" idx="15"/>
          </p:nvPr>
        </p:nvSpPr>
        <p:spPr>
          <a:xfrm>
            <a:off x="5520779" y="3009877"/>
            <a:ext cx="2919300" cy="423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182"/>
        <p:cNvGrpSpPr/>
        <p:nvPr/>
      </p:nvGrpSpPr>
      <p:grpSpPr>
        <a:xfrm>
          <a:off x="0" y="0"/>
          <a:ext cx="0" cy="0"/>
          <a:chOff x="0" y="0"/>
          <a:chExt cx="0" cy="0"/>
        </a:xfrm>
      </p:grpSpPr>
      <p:pic>
        <p:nvPicPr>
          <p:cNvPr id="183" name="Google Shape;183;p15"/>
          <p:cNvPicPr preferRelativeResize="0"/>
          <p:nvPr/>
        </p:nvPicPr>
        <p:blipFill rotWithShape="1">
          <a:blip r:embed="rId2">
            <a:alphaModFix/>
          </a:blip>
          <a:srcRect t="129" b="129"/>
          <a:stretch/>
        </p:blipFill>
        <p:spPr>
          <a:xfrm>
            <a:off x="-15924" y="0"/>
            <a:ext cx="9175849" cy="5143500"/>
          </a:xfrm>
          <a:prstGeom prst="rect">
            <a:avLst/>
          </a:prstGeom>
          <a:noFill/>
          <a:ln>
            <a:noFill/>
          </a:ln>
        </p:spPr>
      </p:pic>
      <p:sp>
        <p:nvSpPr>
          <p:cNvPr id="184" name="Google Shape;184;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85" name="Google Shape;185;p15"/>
          <p:cNvSpPr txBox="1">
            <a:spLocks noGrp="1"/>
          </p:cNvSpPr>
          <p:nvPr>
            <p:ph type="subTitle" idx="1"/>
          </p:nvPr>
        </p:nvSpPr>
        <p:spPr>
          <a:xfrm>
            <a:off x="4827973" y="1800200"/>
            <a:ext cx="3318600" cy="19461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86" name="Google Shape;186;p15"/>
          <p:cNvSpPr txBox="1">
            <a:spLocks noGrp="1"/>
          </p:cNvSpPr>
          <p:nvPr>
            <p:ph type="subTitle" idx="2"/>
          </p:nvPr>
        </p:nvSpPr>
        <p:spPr>
          <a:xfrm>
            <a:off x="997425" y="1800200"/>
            <a:ext cx="3318600" cy="19461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87"/>
        <p:cNvGrpSpPr/>
        <p:nvPr/>
      </p:nvGrpSpPr>
      <p:grpSpPr>
        <a:xfrm>
          <a:off x="0" y="0"/>
          <a:ext cx="0" cy="0"/>
          <a:chOff x="0" y="0"/>
          <a:chExt cx="0" cy="0"/>
        </a:xfrm>
      </p:grpSpPr>
      <p:pic>
        <p:nvPicPr>
          <p:cNvPr id="188" name="Google Shape;188;p16"/>
          <p:cNvPicPr preferRelativeResize="0"/>
          <p:nvPr/>
        </p:nvPicPr>
        <p:blipFill rotWithShape="1">
          <a:blip r:embed="rId2">
            <a:alphaModFix/>
          </a:blip>
          <a:srcRect t="129" b="129"/>
          <a:stretch/>
        </p:blipFill>
        <p:spPr>
          <a:xfrm>
            <a:off x="-15924" y="0"/>
            <a:ext cx="9175849" cy="5143500"/>
          </a:xfrm>
          <a:prstGeom prst="rect">
            <a:avLst/>
          </a:prstGeom>
          <a:noFill/>
          <a:ln>
            <a:noFill/>
          </a:ln>
        </p:spPr>
      </p:pic>
      <p:sp>
        <p:nvSpPr>
          <p:cNvPr id="189" name="Google Shape;189;p16"/>
          <p:cNvSpPr txBox="1">
            <a:spLocks noGrp="1"/>
          </p:cNvSpPr>
          <p:nvPr>
            <p:ph type="title"/>
          </p:nvPr>
        </p:nvSpPr>
        <p:spPr>
          <a:xfrm>
            <a:off x="720000" y="1784150"/>
            <a:ext cx="3597900" cy="665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0" name="Google Shape;190;p16"/>
          <p:cNvSpPr txBox="1">
            <a:spLocks noGrp="1"/>
          </p:cNvSpPr>
          <p:nvPr>
            <p:ph type="subTitle" idx="1"/>
          </p:nvPr>
        </p:nvSpPr>
        <p:spPr>
          <a:xfrm>
            <a:off x="720000" y="2449450"/>
            <a:ext cx="3597900" cy="909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
    <p:spTree>
      <p:nvGrpSpPr>
        <p:cNvPr id="1" name="Shape 200"/>
        <p:cNvGrpSpPr/>
        <p:nvPr/>
      </p:nvGrpSpPr>
      <p:grpSpPr>
        <a:xfrm>
          <a:off x="0" y="0"/>
          <a:ext cx="0" cy="0"/>
          <a:chOff x="0" y="0"/>
          <a:chExt cx="0" cy="0"/>
        </a:xfrm>
      </p:grpSpPr>
      <p:pic>
        <p:nvPicPr>
          <p:cNvPr id="201" name="Google Shape;201;p19"/>
          <p:cNvPicPr preferRelativeResize="0"/>
          <p:nvPr/>
        </p:nvPicPr>
        <p:blipFill rotWithShape="1">
          <a:blip r:embed="rId2">
            <a:alphaModFix/>
          </a:blip>
          <a:srcRect t="129" b="129"/>
          <a:stretch/>
        </p:blipFill>
        <p:spPr>
          <a:xfrm>
            <a:off x="-15924" y="0"/>
            <a:ext cx="9175849" cy="5143500"/>
          </a:xfrm>
          <a:prstGeom prst="rect">
            <a:avLst/>
          </a:prstGeom>
          <a:noFill/>
          <a:ln>
            <a:noFill/>
          </a:ln>
        </p:spPr>
      </p:pic>
      <p:sp>
        <p:nvSpPr>
          <p:cNvPr id="202" name="Google Shape;202;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03" name="Google Shape;203;p19"/>
          <p:cNvSpPr txBox="1">
            <a:spLocks noGrp="1"/>
          </p:cNvSpPr>
          <p:nvPr>
            <p:ph type="subTitle" idx="1"/>
          </p:nvPr>
        </p:nvSpPr>
        <p:spPr>
          <a:xfrm>
            <a:off x="4139625" y="1810625"/>
            <a:ext cx="3920400" cy="879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2800"/>
              <a:buNone/>
              <a:defRPr sz="1400" b="0"/>
            </a:lvl1pPr>
            <a:lvl2pPr lvl="1" algn="ctr" rtl="0">
              <a:lnSpc>
                <a:spcPct val="115000"/>
              </a:lnSpc>
              <a:spcBef>
                <a:spcPts val="0"/>
              </a:spcBef>
              <a:spcAft>
                <a:spcPts val="0"/>
              </a:spcAft>
              <a:buSzPts val="2800"/>
              <a:buNone/>
              <a:defRPr sz="2800"/>
            </a:lvl2pPr>
            <a:lvl3pPr lvl="2" algn="ctr" rtl="0">
              <a:lnSpc>
                <a:spcPct val="115000"/>
              </a:lnSpc>
              <a:spcBef>
                <a:spcPts val="0"/>
              </a:spcBef>
              <a:spcAft>
                <a:spcPts val="0"/>
              </a:spcAft>
              <a:buSzPts val="2800"/>
              <a:buNone/>
              <a:defRPr sz="2800"/>
            </a:lvl3pPr>
            <a:lvl4pPr lvl="3" algn="ctr" rtl="0">
              <a:lnSpc>
                <a:spcPct val="115000"/>
              </a:lnSpc>
              <a:spcBef>
                <a:spcPts val="0"/>
              </a:spcBef>
              <a:spcAft>
                <a:spcPts val="0"/>
              </a:spcAft>
              <a:buSzPts val="2800"/>
              <a:buNone/>
              <a:defRPr sz="2800"/>
            </a:lvl4pPr>
            <a:lvl5pPr lvl="4" algn="ctr" rtl="0">
              <a:lnSpc>
                <a:spcPct val="115000"/>
              </a:lnSpc>
              <a:spcBef>
                <a:spcPts val="0"/>
              </a:spcBef>
              <a:spcAft>
                <a:spcPts val="0"/>
              </a:spcAft>
              <a:buSzPts val="2800"/>
              <a:buNone/>
              <a:defRPr sz="2800"/>
            </a:lvl5pPr>
            <a:lvl6pPr lvl="5" algn="ctr" rtl="0">
              <a:lnSpc>
                <a:spcPct val="115000"/>
              </a:lnSpc>
              <a:spcBef>
                <a:spcPts val="0"/>
              </a:spcBef>
              <a:spcAft>
                <a:spcPts val="0"/>
              </a:spcAft>
              <a:buSzPts val="2800"/>
              <a:buNone/>
              <a:defRPr sz="2800"/>
            </a:lvl6pPr>
            <a:lvl7pPr lvl="6" algn="ctr" rtl="0">
              <a:lnSpc>
                <a:spcPct val="115000"/>
              </a:lnSpc>
              <a:spcBef>
                <a:spcPts val="0"/>
              </a:spcBef>
              <a:spcAft>
                <a:spcPts val="0"/>
              </a:spcAft>
              <a:buSzPts val="2800"/>
              <a:buNone/>
              <a:defRPr sz="2800"/>
            </a:lvl7pPr>
            <a:lvl8pPr lvl="7" algn="ctr" rtl="0">
              <a:lnSpc>
                <a:spcPct val="115000"/>
              </a:lnSpc>
              <a:spcBef>
                <a:spcPts val="0"/>
              </a:spcBef>
              <a:spcAft>
                <a:spcPts val="0"/>
              </a:spcAft>
              <a:buSzPts val="2800"/>
              <a:buNone/>
              <a:defRPr sz="2800"/>
            </a:lvl8pPr>
            <a:lvl9pPr lvl="8" algn="ctr" rtl="0">
              <a:lnSpc>
                <a:spcPct val="115000"/>
              </a:lnSpc>
              <a:spcBef>
                <a:spcPts val="0"/>
              </a:spcBef>
              <a:spcAft>
                <a:spcPts val="0"/>
              </a:spcAft>
              <a:buSzPts val="2800"/>
              <a:buNone/>
              <a:defRPr sz="2800"/>
            </a:lvl9pPr>
          </a:lstStyle>
          <a:p>
            <a:endParaRPr/>
          </a:p>
        </p:txBody>
      </p:sp>
      <p:sp>
        <p:nvSpPr>
          <p:cNvPr id="204" name="Google Shape;204;p19"/>
          <p:cNvSpPr txBox="1">
            <a:spLocks noGrp="1"/>
          </p:cNvSpPr>
          <p:nvPr>
            <p:ph type="subTitle" idx="2"/>
          </p:nvPr>
        </p:nvSpPr>
        <p:spPr>
          <a:xfrm>
            <a:off x="4139625" y="3488625"/>
            <a:ext cx="3920400" cy="879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2800"/>
              <a:buNone/>
              <a:defRPr sz="1400" b="0"/>
            </a:lvl1pPr>
            <a:lvl2pPr lvl="1" algn="ctr" rtl="0">
              <a:lnSpc>
                <a:spcPct val="115000"/>
              </a:lnSpc>
              <a:spcBef>
                <a:spcPts val="0"/>
              </a:spcBef>
              <a:spcAft>
                <a:spcPts val="0"/>
              </a:spcAft>
              <a:buSzPts val="2800"/>
              <a:buNone/>
              <a:defRPr sz="2800"/>
            </a:lvl2pPr>
            <a:lvl3pPr lvl="2" algn="ctr" rtl="0">
              <a:lnSpc>
                <a:spcPct val="115000"/>
              </a:lnSpc>
              <a:spcBef>
                <a:spcPts val="0"/>
              </a:spcBef>
              <a:spcAft>
                <a:spcPts val="0"/>
              </a:spcAft>
              <a:buSzPts val="2800"/>
              <a:buNone/>
              <a:defRPr sz="2800"/>
            </a:lvl3pPr>
            <a:lvl4pPr lvl="3" algn="ctr" rtl="0">
              <a:lnSpc>
                <a:spcPct val="115000"/>
              </a:lnSpc>
              <a:spcBef>
                <a:spcPts val="0"/>
              </a:spcBef>
              <a:spcAft>
                <a:spcPts val="0"/>
              </a:spcAft>
              <a:buSzPts val="2800"/>
              <a:buNone/>
              <a:defRPr sz="2800"/>
            </a:lvl4pPr>
            <a:lvl5pPr lvl="4" algn="ctr" rtl="0">
              <a:lnSpc>
                <a:spcPct val="115000"/>
              </a:lnSpc>
              <a:spcBef>
                <a:spcPts val="0"/>
              </a:spcBef>
              <a:spcAft>
                <a:spcPts val="0"/>
              </a:spcAft>
              <a:buSzPts val="2800"/>
              <a:buNone/>
              <a:defRPr sz="2800"/>
            </a:lvl5pPr>
            <a:lvl6pPr lvl="5" algn="ctr" rtl="0">
              <a:lnSpc>
                <a:spcPct val="115000"/>
              </a:lnSpc>
              <a:spcBef>
                <a:spcPts val="0"/>
              </a:spcBef>
              <a:spcAft>
                <a:spcPts val="0"/>
              </a:spcAft>
              <a:buSzPts val="2800"/>
              <a:buNone/>
              <a:defRPr sz="2800"/>
            </a:lvl6pPr>
            <a:lvl7pPr lvl="6" algn="ctr" rtl="0">
              <a:lnSpc>
                <a:spcPct val="115000"/>
              </a:lnSpc>
              <a:spcBef>
                <a:spcPts val="0"/>
              </a:spcBef>
              <a:spcAft>
                <a:spcPts val="0"/>
              </a:spcAft>
              <a:buSzPts val="2800"/>
              <a:buNone/>
              <a:defRPr sz="2800"/>
            </a:lvl7pPr>
            <a:lvl8pPr lvl="7" algn="ctr" rtl="0">
              <a:lnSpc>
                <a:spcPct val="115000"/>
              </a:lnSpc>
              <a:spcBef>
                <a:spcPts val="0"/>
              </a:spcBef>
              <a:spcAft>
                <a:spcPts val="0"/>
              </a:spcAft>
              <a:buSzPts val="2800"/>
              <a:buNone/>
              <a:defRPr sz="2800"/>
            </a:lvl8pPr>
            <a:lvl9pPr lvl="8" algn="ctr" rtl="0">
              <a:lnSpc>
                <a:spcPct val="115000"/>
              </a:lnSpc>
              <a:spcBef>
                <a:spcPts val="0"/>
              </a:spcBef>
              <a:spcAft>
                <a:spcPts val="0"/>
              </a:spcAft>
              <a:buSzPts val="2800"/>
              <a:buNone/>
              <a:defRPr sz="2800"/>
            </a:lvl9pPr>
          </a:lstStyle>
          <a:p>
            <a:endParaRPr/>
          </a:p>
        </p:txBody>
      </p:sp>
      <p:sp>
        <p:nvSpPr>
          <p:cNvPr id="205" name="Google Shape;205;p19"/>
          <p:cNvSpPr txBox="1">
            <a:spLocks noGrp="1"/>
          </p:cNvSpPr>
          <p:nvPr>
            <p:ph type="subTitle" idx="3"/>
          </p:nvPr>
        </p:nvSpPr>
        <p:spPr>
          <a:xfrm>
            <a:off x="4139625" y="1335100"/>
            <a:ext cx="3920400" cy="472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06" name="Google Shape;206;p19"/>
          <p:cNvSpPr txBox="1">
            <a:spLocks noGrp="1"/>
          </p:cNvSpPr>
          <p:nvPr>
            <p:ph type="subTitle" idx="4"/>
          </p:nvPr>
        </p:nvSpPr>
        <p:spPr>
          <a:xfrm>
            <a:off x="4139625" y="3016125"/>
            <a:ext cx="3920400" cy="472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62"/>
        <p:cNvGrpSpPr/>
        <p:nvPr/>
      </p:nvGrpSpPr>
      <p:grpSpPr>
        <a:xfrm>
          <a:off x="0" y="0"/>
          <a:ext cx="0" cy="0"/>
          <a:chOff x="0" y="0"/>
          <a:chExt cx="0" cy="0"/>
        </a:xfrm>
      </p:grpSpPr>
      <p:pic>
        <p:nvPicPr>
          <p:cNvPr id="263" name="Google Shape;263;p22"/>
          <p:cNvPicPr preferRelativeResize="0"/>
          <p:nvPr/>
        </p:nvPicPr>
        <p:blipFill rotWithShape="1">
          <a:blip r:embed="rId2">
            <a:alphaModFix/>
          </a:blip>
          <a:srcRect t="129" b="129"/>
          <a:stretch/>
        </p:blipFill>
        <p:spPr>
          <a:xfrm>
            <a:off x="-15924" y="0"/>
            <a:ext cx="9175849" cy="5143500"/>
          </a:xfrm>
          <a:prstGeom prst="rect">
            <a:avLst/>
          </a:prstGeom>
          <a:noFill/>
          <a:ln>
            <a:noFill/>
          </a:ln>
        </p:spPr>
      </p:pic>
      <p:sp>
        <p:nvSpPr>
          <p:cNvPr id="264" name="Google Shape;264;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5" name="Google Shape;265;p22"/>
          <p:cNvSpPr txBox="1">
            <a:spLocks noGrp="1"/>
          </p:cNvSpPr>
          <p:nvPr>
            <p:ph type="subTitle" idx="1"/>
          </p:nvPr>
        </p:nvSpPr>
        <p:spPr>
          <a:xfrm>
            <a:off x="2279956" y="1983509"/>
            <a:ext cx="1978200" cy="665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66" name="Google Shape;266;p22"/>
          <p:cNvSpPr txBox="1">
            <a:spLocks noGrp="1"/>
          </p:cNvSpPr>
          <p:nvPr>
            <p:ph type="subTitle" idx="2"/>
          </p:nvPr>
        </p:nvSpPr>
        <p:spPr>
          <a:xfrm>
            <a:off x="5967659" y="1983509"/>
            <a:ext cx="1978200" cy="665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67" name="Google Shape;267;p22"/>
          <p:cNvSpPr txBox="1">
            <a:spLocks noGrp="1"/>
          </p:cNvSpPr>
          <p:nvPr>
            <p:ph type="subTitle" idx="3"/>
          </p:nvPr>
        </p:nvSpPr>
        <p:spPr>
          <a:xfrm>
            <a:off x="2279956" y="3416909"/>
            <a:ext cx="1978200" cy="665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68" name="Google Shape;268;p22"/>
          <p:cNvSpPr txBox="1">
            <a:spLocks noGrp="1"/>
          </p:cNvSpPr>
          <p:nvPr>
            <p:ph type="subTitle" idx="4"/>
          </p:nvPr>
        </p:nvSpPr>
        <p:spPr>
          <a:xfrm>
            <a:off x="5967659" y="3416909"/>
            <a:ext cx="1978200" cy="665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69" name="Google Shape;269;p22"/>
          <p:cNvSpPr txBox="1">
            <a:spLocks noGrp="1"/>
          </p:cNvSpPr>
          <p:nvPr>
            <p:ph type="subTitle" idx="5"/>
          </p:nvPr>
        </p:nvSpPr>
        <p:spPr>
          <a:xfrm>
            <a:off x="2279956" y="1677567"/>
            <a:ext cx="19782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70" name="Google Shape;270;p22"/>
          <p:cNvSpPr txBox="1">
            <a:spLocks noGrp="1"/>
          </p:cNvSpPr>
          <p:nvPr>
            <p:ph type="subTitle" idx="6"/>
          </p:nvPr>
        </p:nvSpPr>
        <p:spPr>
          <a:xfrm>
            <a:off x="5967657" y="1677567"/>
            <a:ext cx="19782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71" name="Google Shape;271;p22"/>
          <p:cNvSpPr txBox="1">
            <a:spLocks noGrp="1"/>
          </p:cNvSpPr>
          <p:nvPr>
            <p:ph type="subTitle" idx="7"/>
          </p:nvPr>
        </p:nvSpPr>
        <p:spPr>
          <a:xfrm>
            <a:off x="2279956" y="3111017"/>
            <a:ext cx="19782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72" name="Google Shape;272;p22"/>
          <p:cNvSpPr txBox="1">
            <a:spLocks noGrp="1"/>
          </p:cNvSpPr>
          <p:nvPr>
            <p:ph type="subTitle" idx="8"/>
          </p:nvPr>
        </p:nvSpPr>
        <p:spPr>
          <a:xfrm>
            <a:off x="5967657" y="3111017"/>
            <a:ext cx="19782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273" name="Google Shape;273;p22"/>
          <p:cNvGrpSpPr/>
          <p:nvPr/>
        </p:nvGrpSpPr>
        <p:grpSpPr>
          <a:xfrm>
            <a:off x="218409" y="4281703"/>
            <a:ext cx="8681329" cy="833209"/>
            <a:chOff x="218409" y="4281703"/>
            <a:chExt cx="8681329" cy="833209"/>
          </a:xfrm>
        </p:grpSpPr>
        <p:grpSp>
          <p:nvGrpSpPr>
            <p:cNvPr id="274" name="Google Shape;274;p22"/>
            <p:cNvGrpSpPr/>
            <p:nvPr/>
          </p:nvGrpSpPr>
          <p:grpSpPr>
            <a:xfrm>
              <a:off x="218409" y="4389618"/>
              <a:ext cx="639842" cy="559831"/>
              <a:chOff x="4037470" y="4779094"/>
              <a:chExt cx="422171" cy="369379"/>
            </a:xfrm>
          </p:grpSpPr>
          <p:sp>
            <p:nvSpPr>
              <p:cNvPr id="275" name="Google Shape;275;p22"/>
              <p:cNvSpPr/>
              <p:nvPr/>
            </p:nvSpPr>
            <p:spPr>
              <a:xfrm>
                <a:off x="4037470" y="4904728"/>
                <a:ext cx="422171" cy="243745"/>
              </a:xfrm>
              <a:custGeom>
                <a:avLst/>
                <a:gdLst/>
                <a:ahLst/>
                <a:cxnLst/>
                <a:rect l="l" t="t" r="r" b="b"/>
                <a:pathLst>
                  <a:path w="422171" h="243745" extrusionOk="0">
                    <a:moveTo>
                      <a:pt x="360378" y="208026"/>
                    </a:moveTo>
                    <a:cubicBezTo>
                      <a:pt x="277892" y="255651"/>
                      <a:pt x="144256" y="255651"/>
                      <a:pt x="61865" y="208026"/>
                    </a:cubicBezTo>
                    <a:cubicBezTo>
                      <a:pt x="-20622" y="160401"/>
                      <a:pt x="-20622" y="83249"/>
                      <a:pt x="61865" y="35719"/>
                    </a:cubicBezTo>
                    <a:cubicBezTo>
                      <a:pt x="144256" y="-11906"/>
                      <a:pt x="277987" y="-11906"/>
                      <a:pt x="360378" y="35719"/>
                    </a:cubicBezTo>
                    <a:cubicBezTo>
                      <a:pt x="442770" y="83344"/>
                      <a:pt x="442770"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76" name="Google Shape;276;p22"/>
              <p:cNvGrpSpPr/>
              <p:nvPr/>
            </p:nvGrpSpPr>
            <p:grpSpPr>
              <a:xfrm>
                <a:off x="4045709" y="4892537"/>
                <a:ext cx="405669" cy="247649"/>
                <a:chOff x="4045709" y="4892537"/>
                <a:chExt cx="405669" cy="247649"/>
              </a:xfrm>
            </p:grpSpPr>
            <p:sp>
              <p:nvSpPr>
                <p:cNvPr id="277" name="Google Shape;277;p22"/>
                <p:cNvSpPr/>
                <p:nvPr/>
              </p:nvSpPr>
              <p:spPr>
                <a:xfrm>
                  <a:off x="4045709" y="4905871"/>
                  <a:ext cx="405669" cy="234315"/>
                </a:xfrm>
                <a:custGeom>
                  <a:avLst/>
                  <a:gdLst/>
                  <a:ahLst/>
                  <a:cxnLst/>
                  <a:rect l="l" t="t" r="r" b="b"/>
                  <a:pathLst>
                    <a:path w="405669" h="234315" extrusionOk="0">
                      <a:moveTo>
                        <a:pt x="404336" y="103727"/>
                      </a:moveTo>
                      <a:cubicBezTo>
                        <a:pt x="399288" y="78391"/>
                        <a:pt x="379952" y="53721"/>
                        <a:pt x="346234" y="34290"/>
                      </a:cubicBezTo>
                      <a:cubicBezTo>
                        <a:pt x="267081" y="-11430"/>
                        <a:pt x="138589" y="-11430"/>
                        <a:pt x="59436" y="34290"/>
                      </a:cubicBezTo>
                      <a:cubicBezTo>
                        <a:pt x="25527" y="53911"/>
                        <a:pt x="6096" y="78676"/>
                        <a:pt x="1238" y="104299"/>
                      </a:cubicBezTo>
                      <a:lnTo>
                        <a:pt x="0" y="103823"/>
                      </a:lnTo>
                      <a:lnTo>
                        <a:pt x="0" y="117919"/>
                      </a:lnTo>
                      <a:lnTo>
                        <a:pt x="0" y="117919"/>
                      </a:lnTo>
                      <a:cubicBezTo>
                        <a:pt x="381" y="147638"/>
                        <a:pt x="20098" y="177260"/>
                        <a:pt x="59436" y="200025"/>
                      </a:cubicBezTo>
                      <a:cubicBezTo>
                        <a:pt x="138589" y="245745"/>
                        <a:pt x="267081" y="245745"/>
                        <a:pt x="346234" y="200025"/>
                      </a:cubicBezTo>
                      <a:cubicBezTo>
                        <a:pt x="385858" y="177165"/>
                        <a:pt x="405670" y="147161"/>
                        <a:pt x="405670" y="117253"/>
                      </a:cubicBezTo>
                      <a:lnTo>
                        <a:pt x="405670" y="103918"/>
                      </a:lnTo>
                      <a:lnTo>
                        <a:pt x="404336" y="103918"/>
                      </a:lnTo>
                      <a:close/>
                      <a:moveTo>
                        <a:pt x="76200" y="43910"/>
                      </a:moveTo>
                      <a:cubicBezTo>
                        <a:pt x="82963" y="40005"/>
                        <a:pt x="93821" y="40005"/>
                        <a:pt x="100584" y="43910"/>
                      </a:cubicBezTo>
                      <a:lnTo>
                        <a:pt x="150209" y="72581"/>
                      </a:lnTo>
                      <a:cubicBezTo>
                        <a:pt x="156877" y="76486"/>
                        <a:pt x="156877" y="82772"/>
                        <a:pt x="150209" y="86677"/>
                      </a:cubicBezTo>
                      <a:cubicBezTo>
                        <a:pt x="143446" y="90583"/>
                        <a:pt x="132588" y="90583"/>
                        <a:pt x="125825" y="86677"/>
                      </a:cubicBezTo>
                      <a:lnTo>
                        <a:pt x="76200" y="58007"/>
                      </a:lnTo>
                      <a:cubicBezTo>
                        <a:pt x="69533" y="54102"/>
                        <a:pt x="69533" y="47816"/>
                        <a:pt x="76200" y="44006"/>
                      </a:cubicBezTo>
                      <a:close/>
                      <a:moveTo>
                        <a:pt x="40958" y="126968"/>
                      </a:moveTo>
                      <a:cubicBezTo>
                        <a:pt x="31433" y="126968"/>
                        <a:pt x="23717" y="122492"/>
                        <a:pt x="23717" y="117062"/>
                      </a:cubicBezTo>
                      <a:cubicBezTo>
                        <a:pt x="23717" y="111633"/>
                        <a:pt x="31433" y="107156"/>
                        <a:pt x="40958" y="107156"/>
                      </a:cubicBezTo>
                      <a:lnTo>
                        <a:pt x="111062" y="107156"/>
                      </a:lnTo>
                      <a:cubicBezTo>
                        <a:pt x="120587" y="107156"/>
                        <a:pt x="128302" y="111633"/>
                        <a:pt x="128302" y="117062"/>
                      </a:cubicBezTo>
                      <a:cubicBezTo>
                        <a:pt x="128302" y="122492"/>
                        <a:pt x="120587" y="126968"/>
                        <a:pt x="111062" y="126968"/>
                      </a:cubicBezTo>
                      <a:lnTo>
                        <a:pt x="40958" y="126968"/>
                      </a:lnTo>
                      <a:close/>
                      <a:moveTo>
                        <a:pt x="150114" y="161449"/>
                      </a:moveTo>
                      <a:lnTo>
                        <a:pt x="100489" y="190119"/>
                      </a:lnTo>
                      <a:cubicBezTo>
                        <a:pt x="93821" y="194024"/>
                        <a:pt x="82868" y="194024"/>
                        <a:pt x="76105" y="190119"/>
                      </a:cubicBezTo>
                      <a:cubicBezTo>
                        <a:pt x="69437" y="186214"/>
                        <a:pt x="69437" y="179927"/>
                        <a:pt x="76105" y="176117"/>
                      </a:cubicBezTo>
                      <a:lnTo>
                        <a:pt x="125730" y="147447"/>
                      </a:lnTo>
                      <a:cubicBezTo>
                        <a:pt x="132493" y="143542"/>
                        <a:pt x="143351" y="143542"/>
                        <a:pt x="150114" y="147447"/>
                      </a:cubicBezTo>
                      <a:cubicBezTo>
                        <a:pt x="156877" y="151352"/>
                        <a:pt x="156781" y="157639"/>
                        <a:pt x="150114" y="161544"/>
                      </a:cubicBezTo>
                      <a:close/>
                      <a:moveTo>
                        <a:pt x="185547" y="23527"/>
                      </a:moveTo>
                      <a:cubicBezTo>
                        <a:pt x="185547" y="18002"/>
                        <a:pt x="193262" y="13621"/>
                        <a:pt x="202787" y="13621"/>
                      </a:cubicBezTo>
                      <a:cubicBezTo>
                        <a:pt x="212312" y="13621"/>
                        <a:pt x="220028" y="18098"/>
                        <a:pt x="219932" y="23527"/>
                      </a:cubicBezTo>
                      <a:lnTo>
                        <a:pt x="219932" y="64008"/>
                      </a:lnTo>
                      <a:cubicBezTo>
                        <a:pt x="219932" y="69533"/>
                        <a:pt x="212217" y="73914"/>
                        <a:pt x="202787" y="73914"/>
                      </a:cubicBezTo>
                      <a:cubicBezTo>
                        <a:pt x="193358" y="73914"/>
                        <a:pt x="185547" y="69437"/>
                        <a:pt x="185547" y="64008"/>
                      </a:cubicBezTo>
                      <a:lnTo>
                        <a:pt x="185547" y="23527"/>
                      </a:lnTo>
                      <a:close/>
                      <a:moveTo>
                        <a:pt x="202787" y="220313"/>
                      </a:moveTo>
                      <a:cubicBezTo>
                        <a:pt x="193262" y="220313"/>
                        <a:pt x="185547" y="215836"/>
                        <a:pt x="185547" y="210407"/>
                      </a:cubicBezTo>
                      <a:lnTo>
                        <a:pt x="185547" y="169926"/>
                      </a:lnTo>
                      <a:cubicBezTo>
                        <a:pt x="185547" y="164401"/>
                        <a:pt x="193262" y="160020"/>
                        <a:pt x="202787" y="160020"/>
                      </a:cubicBezTo>
                      <a:cubicBezTo>
                        <a:pt x="212312" y="160020"/>
                        <a:pt x="220028" y="164497"/>
                        <a:pt x="220028" y="169926"/>
                      </a:cubicBezTo>
                      <a:lnTo>
                        <a:pt x="220028" y="210407"/>
                      </a:lnTo>
                      <a:cubicBezTo>
                        <a:pt x="220028" y="215836"/>
                        <a:pt x="212312" y="220313"/>
                        <a:pt x="202787" y="220313"/>
                      </a:cubicBezTo>
                      <a:close/>
                      <a:moveTo>
                        <a:pt x="255461" y="72485"/>
                      </a:moveTo>
                      <a:lnTo>
                        <a:pt x="305086" y="43815"/>
                      </a:lnTo>
                      <a:cubicBezTo>
                        <a:pt x="311848" y="39910"/>
                        <a:pt x="322707" y="39910"/>
                        <a:pt x="329375" y="43815"/>
                      </a:cubicBezTo>
                      <a:cubicBezTo>
                        <a:pt x="336137" y="47720"/>
                        <a:pt x="336137" y="54007"/>
                        <a:pt x="329375" y="57817"/>
                      </a:cubicBezTo>
                      <a:lnTo>
                        <a:pt x="279749" y="86487"/>
                      </a:lnTo>
                      <a:cubicBezTo>
                        <a:pt x="272987" y="90392"/>
                        <a:pt x="262128" y="90392"/>
                        <a:pt x="255365" y="86487"/>
                      </a:cubicBezTo>
                      <a:cubicBezTo>
                        <a:pt x="248698" y="82582"/>
                        <a:pt x="248698" y="76295"/>
                        <a:pt x="255365" y="72390"/>
                      </a:cubicBezTo>
                      <a:close/>
                      <a:moveTo>
                        <a:pt x="329375" y="190024"/>
                      </a:moveTo>
                      <a:cubicBezTo>
                        <a:pt x="322707" y="193929"/>
                        <a:pt x="311753" y="193929"/>
                        <a:pt x="305086" y="190024"/>
                      </a:cubicBezTo>
                      <a:lnTo>
                        <a:pt x="255461" y="161354"/>
                      </a:lnTo>
                      <a:cubicBezTo>
                        <a:pt x="248698" y="157448"/>
                        <a:pt x="248698" y="151162"/>
                        <a:pt x="255461" y="147257"/>
                      </a:cubicBezTo>
                      <a:cubicBezTo>
                        <a:pt x="262128" y="143351"/>
                        <a:pt x="273082" y="143351"/>
                        <a:pt x="279749" y="147257"/>
                      </a:cubicBezTo>
                      <a:lnTo>
                        <a:pt x="329375" y="175927"/>
                      </a:lnTo>
                      <a:cubicBezTo>
                        <a:pt x="336137" y="179832"/>
                        <a:pt x="336137" y="186118"/>
                        <a:pt x="329375" y="189929"/>
                      </a:cubicBezTo>
                      <a:close/>
                      <a:moveTo>
                        <a:pt x="364617" y="126873"/>
                      </a:moveTo>
                      <a:lnTo>
                        <a:pt x="294418" y="126873"/>
                      </a:lnTo>
                      <a:cubicBezTo>
                        <a:pt x="284893" y="126873"/>
                        <a:pt x="277178" y="122396"/>
                        <a:pt x="277178" y="116967"/>
                      </a:cubicBezTo>
                      <a:cubicBezTo>
                        <a:pt x="277178"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 name="Google Shape;278;p22"/>
                <p:cNvSpPr/>
                <p:nvPr/>
              </p:nvSpPr>
              <p:spPr>
                <a:xfrm>
                  <a:off x="4045709" y="4892537"/>
                  <a:ext cx="405598" cy="234219"/>
                </a:xfrm>
                <a:custGeom>
                  <a:avLst/>
                  <a:gdLst/>
                  <a:ahLst/>
                  <a:cxnLst/>
                  <a:rect l="l" t="t" r="r" b="b"/>
                  <a:pathLst>
                    <a:path w="405598" h="234219" extrusionOk="0">
                      <a:moveTo>
                        <a:pt x="346234" y="34290"/>
                      </a:moveTo>
                      <a:cubicBezTo>
                        <a:pt x="267081" y="-11430"/>
                        <a:pt x="138589" y="-11430"/>
                        <a:pt x="59436" y="34290"/>
                      </a:cubicBezTo>
                      <a:cubicBezTo>
                        <a:pt x="-19812" y="80010"/>
                        <a:pt x="-19812" y="154115"/>
                        <a:pt x="59436" y="199930"/>
                      </a:cubicBezTo>
                      <a:cubicBezTo>
                        <a:pt x="138589" y="245650"/>
                        <a:pt x="267081" y="245650"/>
                        <a:pt x="346234" y="199930"/>
                      </a:cubicBezTo>
                      <a:cubicBezTo>
                        <a:pt x="425386" y="154210"/>
                        <a:pt x="425386" y="80105"/>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773"/>
                      </a:cubicBezTo>
                      <a:cubicBezTo>
                        <a:pt x="143446" y="90678"/>
                        <a:pt x="132588" y="90678"/>
                        <a:pt x="125825" y="86773"/>
                      </a:cubicBezTo>
                      <a:lnTo>
                        <a:pt x="76200" y="58102"/>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677"/>
                      </a:moveTo>
                      <a:cubicBezTo>
                        <a:pt x="273082" y="90583"/>
                        <a:pt x="262223" y="90583"/>
                        <a:pt x="255461" y="86677"/>
                      </a:cubicBezTo>
                      <a:cubicBezTo>
                        <a:pt x="248793" y="82772"/>
                        <a:pt x="248793" y="76486"/>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156"/>
                      </a:moveTo>
                      <a:lnTo>
                        <a:pt x="364712" y="107156"/>
                      </a:lnTo>
                      <a:cubicBezTo>
                        <a:pt x="374237" y="107156"/>
                        <a:pt x="381953" y="111633"/>
                        <a:pt x="381953" y="117062"/>
                      </a:cubicBezTo>
                      <a:cubicBezTo>
                        <a:pt x="381953" y="122492"/>
                        <a:pt x="374237" y="126968"/>
                        <a:pt x="364712" y="126968"/>
                      </a:cubicBezTo>
                      <a:lnTo>
                        <a:pt x="294513" y="126968"/>
                      </a:lnTo>
                      <a:cubicBezTo>
                        <a:pt x="284988" y="126968"/>
                        <a:pt x="277273" y="122492"/>
                        <a:pt x="277273" y="117062"/>
                      </a:cubicBezTo>
                      <a:cubicBezTo>
                        <a:pt x="277273" y="111633"/>
                        <a:pt x="284988" y="107156"/>
                        <a:pt x="294513" y="107156"/>
                      </a:cubicBezTo>
                      <a:close/>
                      <a:moveTo>
                        <a:pt x="202883" y="220504"/>
                      </a:moveTo>
                      <a:cubicBezTo>
                        <a:pt x="193358" y="220504"/>
                        <a:pt x="185642" y="216027"/>
                        <a:pt x="185642" y="210598"/>
                      </a:cubicBezTo>
                      <a:lnTo>
                        <a:pt x="185642" y="170117"/>
                      </a:lnTo>
                      <a:cubicBezTo>
                        <a:pt x="185642" y="164592"/>
                        <a:pt x="193358" y="160210"/>
                        <a:pt x="202883" y="160210"/>
                      </a:cubicBezTo>
                      <a:cubicBezTo>
                        <a:pt x="212408" y="160210"/>
                        <a:pt x="220123" y="164687"/>
                        <a:pt x="220123" y="170117"/>
                      </a:cubicBezTo>
                      <a:lnTo>
                        <a:pt x="220123" y="210598"/>
                      </a:lnTo>
                      <a:cubicBezTo>
                        <a:pt x="220123" y="216122"/>
                        <a:pt x="212408" y="220504"/>
                        <a:pt x="202883" y="220504"/>
                      </a:cubicBezTo>
                      <a:close/>
                      <a:moveTo>
                        <a:pt x="305181" y="190214"/>
                      </a:moveTo>
                      <a:lnTo>
                        <a:pt x="255556" y="161544"/>
                      </a:lnTo>
                      <a:cubicBezTo>
                        <a:pt x="248793" y="157639"/>
                        <a:pt x="248793" y="151352"/>
                        <a:pt x="255556" y="147542"/>
                      </a:cubicBezTo>
                      <a:cubicBezTo>
                        <a:pt x="262223" y="143637"/>
                        <a:pt x="273177" y="143637"/>
                        <a:pt x="279844" y="147542"/>
                      </a:cubicBezTo>
                      <a:lnTo>
                        <a:pt x="329470" y="176212"/>
                      </a:lnTo>
                      <a:cubicBezTo>
                        <a:pt x="336233" y="180118"/>
                        <a:pt x="336233" y="186404"/>
                        <a:pt x="329470" y="190214"/>
                      </a:cubicBezTo>
                      <a:cubicBezTo>
                        <a:pt x="322802" y="194119"/>
                        <a:pt x="311848" y="194119"/>
                        <a:pt x="305181"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 name="Google Shape;279;p22"/>
                <p:cNvSpPr/>
                <p:nvPr/>
              </p:nvSpPr>
              <p:spPr>
                <a:xfrm>
                  <a:off x="4191364" y="4976547"/>
                  <a:ext cx="114454" cy="46386"/>
                </a:xfrm>
                <a:custGeom>
                  <a:avLst/>
                  <a:gdLst/>
                  <a:ahLst/>
                  <a:cxnLst/>
                  <a:rect l="l" t="t" r="r" b="b"/>
                  <a:pathLst>
                    <a:path w="114454" h="46386" extrusionOk="0">
                      <a:moveTo>
                        <a:pt x="109615" y="46387"/>
                      </a:moveTo>
                      <a:cubicBezTo>
                        <a:pt x="106852" y="42767"/>
                        <a:pt x="102852" y="39338"/>
                        <a:pt x="97709" y="36290"/>
                      </a:cubicBezTo>
                      <a:cubicBezTo>
                        <a:pt x="75325" y="23336"/>
                        <a:pt x="39130" y="23336"/>
                        <a:pt x="16746" y="36290"/>
                      </a:cubicBezTo>
                      <a:cubicBezTo>
                        <a:pt x="11602" y="39243"/>
                        <a:pt x="7602" y="42672"/>
                        <a:pt x="4840" y="46387"/>
                      </a:cubicBezTo>
                      <a:cubicBezTo>
                        <a:pt x="-4400" y="34290"/>
                        <a:pt x="-399" y="19621"/>
                        <a:pt x="16746" y="9716"/>
                      </a:cubicBezTo>
                      <a:cubicBezTo>
                        <a:pt x="39130" y="-3239"/>
                        <a:pt x="75325" y="-3239"/>
                        <a:pt x="97709" y="9716"/>
                      </a:cubicBezTo>
                      <a:cubicBezTo>
                        <a:pt x="114853" y="19621"/>
                        <a:pt x="118854" y="34290"/>
                        <a:pt x="109615" y="46387"/>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 name="Google Shape;280;p22"/>
                <p:cNvSpPr/>
                <p:nvPr/>
              </p:nvSpPr>
              <p:spPr>
                <a:xfrm>
                  <a:off x="4196204" y="5003122"/>
                  <a:ext cx="104775" cy="39528"/>
                </a:xfrm>
                <a:custGeom>
                  <a:avLst/>
                  <a:gdLst/>
                  <a:ahLst/>
                  <a:cxnLst/>
                  <a:rect l="l" t="t" r="r" b="b"/>
                  <a:pathLst>
                    <a:path w="104775" h="39528" extrusionOk="0">
                      <a:moveTo>
                        <a:pt x="104775" y="19812"/>
                      </a:moveTo>
                      <a:cubicBezTo>
                        <a:pt x="102013" y="23431"/>
                        <a:pt x="98012" y="26861"/>
                        <a:pt x="92869" y="29813"/>
                      </a:cubicBezTo>
                      <a:cubicBezTo>
                        <a:pt x="70485" y="42767"/>
                        <a:pt x="34290" y="42767"/>
                        <a:pt x="11906" y="29813"/>
                      </a:cubicBezTo>
                      <a:cubicBezTo>
                        <a:pt x="6763" y="26861"/>
                        <a:pt x="2762" y="23431"/>
                        <a:pt x="0" y="19812"/>
                      </a:cubicBezTo>
                      <a:cubicBezTo>
                        <a:pt x="2762" y="16192"/>
                        <a:pt x="6763" y="12763"/>
                        <a:pt x="11906" y="9715"/>
                      </a:cubicBezTo>
                      <a:cubicBezTo>
                        <a:pt x="34290" y="-3238"/>
                        <a:pt x="70485" y="-3238"/>
                        <a:pt x="92869" y="9715"/>
                      </a:cubicBezTo>
                      <a:cubicBezTo>
                        <a:pt x="98012" y="12668"/>
                        <a:pt x="102013" y="16097"/>
                        <a:pt x="104775" y="19812"/>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81" name="Google Shape;281;p22"/>
              <p:cNvGrpSpPr/>
              <p:nvPr/>
            </p:nvGrpSpPr>
            <p:grpSpPr>
              <a:xfrm>
                <a:off x="4069212" y="4805192"/>
                <a:ext cx="358735" cy="305895"/>
                <a:chOff x="4069212" y="4805192"/>
                <a:chExt cx="358735" cy="305895"/>
              </a:xfrm>
            </p:grpSpPr>
            <p:sp>
              <p:nvSpPr>
                <p:cNvPr id="282" name="Google Shape;282;p22"/>
                <p:cNvSpPr/>
                <p:nvPr/>
              </p:nvSpPr>
              <p:spPr>
                <a:xfrm>
                  <a:off x="4069235" y="4908824"/>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2" y="212407"/>
                        <a:pt x="52388" y="171831"/>
                      </a:cubicBezTo>
                      <a:cubicBezTo>
                        <a:pt x="17336" y="151733"/>
                        <a:pt x="0" y="125063"/>
                        <a:pt x="0" y="98393"/>
                      </a:cubicBezTo>
                      <a:lnTo>
                        <a:pt x="0" y="0"/>
                      </a:lnTo>
                      <a:lnTo>
                        <a:pt x="3587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 name="Google Shape;283;p22"/>
                <p:cNvSpPr/>
                <p:nvPr/>
              </p:nvSpPr>
              <p:spPr>
                <a:xfrm>
                  <a:off x="4069235" y="4921492"/>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 name="Google Shape;284;p22"/>
                <p:cNvSpPr/>
                <p:nvPr/>
              </p:nvSpPr>
              <p:spPr>
                <a:xfrm>
                  <a:off x="4069235" y="493873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 name="Google Shape;285;p22"/>
                <p:cNvSpPr/>
                <p:nvPr/>
              </p:nvSpPr>
              <p:spPr>
                <a:xfrm>
                  <a:off x="4069235" y="4955878"/>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 name="Google Shape;286;p22"/>
                <p:cNvSpPr/>
                <p:nvPr/>
              </p:nvSpPr>
              <p:spPr>
                <a:xfrm>
                  <a:off x="4069235" y="4973118"/>
                  <a:ext cx="358711" cy="110632"/>
                </a:xfrm>
                <a:custGeom>
                  <a:avLst/>
                  <a:gdLst/>
                  <a:ahLst/>
                  <a:cxnLst/>
                  <a:rect l="l" t="t" r="r" b="b"/>
                  <a:pathLst>
                    <a:path w="358711" h="110632" extrusionOk="0">
                      <a:moveTo>
                        <a:pt x="358712" y="0"/>
                      </a:moveTo>
                      <a:cubicBezTo>
                        <a:pt x="358712" y="26479"/>
                        <a:pt x="341090" y="52864"/>
                        <a:pt x="306134" y="73057"/>
                      </a:cubicBezTo>
                      <a:cubicBezTo>
                        <a:pt x="236220" y="113824"/>
                        <a:pt x="122587" y="113824"/>
                        <a:pt x="52483" y="73057"/>
                      </a:cubicBezTo>
                      <a:cubicBezTo>
                        <a:pt x="18288" y="53340"/>
                        <a:pt x="762" y="27622"/>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 name="Google Shape;287;p22"/>
                <p:cNvSpPr/>
                <p:nvPr/>
              </p:nvSpPr>
              <p:spPr>
                <a:xfrm>
                  <a:off x="4069235" y="499026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622"/>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 name="Google Shape;288;p22"/>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 name="Google Shape;289;p22"/>
                <p:cNvSpPr/>
                <p:nvPr/>
              </p:nvSpPr>
              <p:spPr>
                <a:xfrm>
                  <a:off x="4083356" y="4813360"/>
                  <a:ext cx="330445" cy="190857"/>
                </a:xfrm>
                <a:custGeom>
                  <a:avLst/>
                  <a:gdLst/>
                  <a:ahLst/>
                  <a:cxnLst/>
                  <a:rect l="l" t="t" r="r" b="b"/>
                  <a:pathLst>
                    <a:path w="330445" h="190857" extrusionOk="0">
                      <a:moveTo>
                        <a:pt x="48363" y="162711"/>
                      </a:moveTo>
                      <a:cubicBezTo>
                        <a:pt x="112943" y="200239"/>
                        <a:pt x="217623" y="200239"/>
                        <a:pt x="282011" y="162711"/>
                      </a:cubicBezTo>
                      <a:cubicBezTo>
                        <a:pt x="346591" y="125563"/>
                        <a:pt x="346591" y="65080"/>
                        <a:pt x="282011" y="27932"/>
                      </a:cubicBezTo>
                      <a:cubicBezTo>
                        <a:pt x="217623" y="-9311"/>
                        <a:pt x="112943" y="-9311"/>
                        <a:pt x="48363" y="27932"/>
                      </a:cubicBezTo>
                      <a:cubicBezTo>
                        <a:pt x="-16121" y="65080"/>
                        <a:pt x="-16121" y="125563"/>
                        <a:pt x="48363" y="16271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 name="Google Shape;290;p22"/>
                <p:cNvSpPr/>
                <p:nvPr/>
              </p:nvSpPr>
              <p:spPr>
                <a:xfrm>
                  <a:off x="4094024" y="4819504"/>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 name="Google Shape;291;p22"/>
                <p:cNvSpPr/>
                <p:nvPr/>
              </p:nvSpPr>
              <p:spPr>
                <a:xfrm>
                  <a:off x="4102621" y="4824933"/>
                  <a:ext cx="291917" cy="168568"/>
                </a:xfrm>
                <a:custGeom>
                  <a:avLst/>
                  <a:gdLst/>
                  <a:ahLst/>
                  <a:cxnLst/>
                  <a:rect l="l" t="t" r="r" b="b"/>
                  <a:pathLst>
                    <a:path w="291917" h="168568" extrusionOk="0">
                      <a:moveTo>
                        <a:pt x="42719" y="143709"/>
                      </a:moveTo>
                      <a:cubicBezTo>
                        <a:pt x="99774" y="176855"/>
                        <a:pt x="192262" y="176855"/>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 name="Google Shape;292;p22"/>
                <p:cNvSpPr/>
                <p:nvPr/>
              </p:nvSpPr>
              <p:spPr>
                <a:xfrm>
                  <a:off x="4111550" y="4829672"/>
                  <a:ext cx="273962" cy="158329"/>
                </a:xfrm>
                <a:custGeom>
                  <a:avLst/>
                  <a:gdLst/>
                  <a:ahLst/>
                  <a:cxnLst/>
                  <a:rect l="l" t="t" r="r" b="b"/>
                  <a:pathLst>
                    <a:path w="273962" h="158329" extrusionOk="0">
                      <a:moveTo>
                        <a:pt x="40076" y="134969"/>
                      </a:moveTo>
                      <a:cubicBezTo>
                        <a:pt x="93607" y="166116"/>
                        <a:pt x="180475" y="166116"/>
                        <a:pt x="233815" y="134969"/>
                      </a:cubicBezTo>
                      <a:cubicBezTo>
                        <a:pt x="287346" y="104108"/>
                        <a:pt x="287346" y="54007"/>
                        <a:pt x="233815" y="23146"/>
                      </a:cubicBezTo>
                      <a:cubicBezTo>
                        <a:pt x="180475" y="-7715"/>
                        <a:pt x="93607" y="-7715"/>
                        <a:pt x="40076" y="23146"/>
                      </a:cubicBezTo>
                      <a:cubicBezTo>
                        <a:pt x="-13359" y="54007"/>
                        <a:pt x="-13359" y="104108"/>
                        <a:pt x="40076" y="13496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 name="Google Shape;293;p22"/>
                <p:cNvSpPr/>
                <p:nvPr/>
              </p:nvSpPr>
              <p:spPr>
                <a:xfrm>
                  <a:off x="4119194" y="4834386"/>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 name="Google Shape;294;p22"/>
                <p:cNvSpPr/>
                <p:nvPr/>
              </p:nvSpPr>
              <p:spPr>
                <a:xfrm>
                  <a:off x="4126743" y="4838434"/>
                  <a:ext cx="243673" cy="140803"/>
                </a:xfrm>
                <a:custGeom>
                  <a:avLst/>
                  <a:gdLst/>
                  <a:ahLst/>
                  <a:cxnLst/>
                  <a:rect l="l" t="t" r="r" b="b"/>
                  <a:pathLst>
                    <a:path w="243673" h="140803" extrusionOk="0">
                      <a:moveTo>
                        <a:pt x="35647" y="120015"/>
                      </a:moveTo>
                      <a:cubicBezTo>
                        <a:pt x="83272" y="147733"/>
                        <a:pt x="160520" y="147733"/>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 name="Google Shape;295;p22"/>
                <p:cNvSpPr/>
                <p:nvPr/>
              </p:nvSpPr>
              <p:spPr>
                <a:xfrm>
                  <a:off x="4133505" y="4842626"/>
                  <a:ext cx="230147" cy="132921"/>
                </a:xfrm>
                <a:custGeom>
                  <a:avLst/>
                  <a:gdLst/>
                  <a:ahLst/>
                  <a:cxnLst/>
                  <a:rect l="l" t="t" r="r" b="b"/>
                  <a:pathLst>
                    <a:path w="230147" h="132921" extrusionOk="0">
                      <a:moveTo>
                        <a:pt x="33647" y="113347"/>
                      </a:moveTo>
                      <a:cubicBezTo>
                        <a:pt x="78605" y="139446"/>
                        <a:pt x="151567" y="139446"/>
                        <a:pt x="196429" y="113347"/>
                      </a:cubicBezTo>
                      <a:cubicBezTo>
                        <a:pt x="241387" y="87439"/>
                        <a:pt x="241387" y="45339"/>
                        <a:pt x="196429" y="19431"/>
                      </a:cubicBezTo>
                      <a:cubicBezTo>
                        <a:pt x="151567" y="-6477"/>
                        <a:pt x="78700" y="-6477"/>
                        <a:pt x="33647" y="19431"/>
                      </a:cubicBezTo>
                      <a:cubicBezTo>
                        <a:pt x="-11216" y="45339"/>
                        <a:pt x="-11216" y="87439"/>
                        <a:pt x="33647" y="11334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 name="Google Shape;296;p22"/>
                <p:cNvSpPr/>
                <p:nvPr/>
              </p:nvSpPr>
              <p:spPr>
                <a:xfrm>
                  <a:off x="4140459" y="4846507"/>
                  <a:ext cx="216074" cy="124682"/>
                </a:xfrm>
                <a:custGeom>
                  <a:avLst/>
                  <a:gdLst/>
                  <a:ahLst/>
                  <a:cxnLst/>
                  <a:rect l="l" t="t" r="r" b="b"/>
                  <a:pathLst>
                    <a:path w="216074" h="124682" extrusionOk="0">
                      <a:moveTo>
                        <a:pt x="31647" y="106323"/>
                      </a:moveTo>
                      <a:cubicBezTo>
                        <a:pt x="73843" y="130802"/>
                        <a:pt x="142327" y="130802"/>
                        <a:pt x="184428" y="106323"/>
                      </a:cubicBezTo>
                      <a:cubicBezTo>
                        <a:pt x="226623" y="82034"/>
                        <a:pt x="226623" y="42505"/>
                        <a:pt x="184428" y="18217"/>
                      </a:cubicBezTo>
                      <a:cubicBezTo>
                        <a:pt x="142327" y="-6072"/>
                        <a:pt x="73843" y="-6072"/>
                        <a:pt x="31647" y="18217"/>
                      </a:cubicBezTo>
                      <a:cubicBezTo>
                        <a:pt x="-10549" y="42505"/>
                        <a:pt x="-10549" y="82034"/>
                        <a:pt x="31647" y="106323"/>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 name="Google Shape;297;p22"/>
                <p:cNvSpPr/>
                <p:nvPr/>
              </p:nvSpPr>
              <p:spPr>
                <a:xfrm>
                  <a:off x="4146531" y="4850174"/>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 name="Google Shape;298;p22"/>
                <p:cNvSpPr/>
                <p:nvPr/>
              </p:nvSpPr>
              <p:spPr>
                <a:xfrm>
                  <a:off x="4152008" y="4853103"/>
                  <a:ext cx="193166" cy="111490"/>
                </a:xfrm>
                <a:custGeom>
                  <a:avLst/>
                  <a:gdLst/>
                  <a:ahLst/>
                  <a:cxnLst/>
                  <a:rect l="l" t="t" r="r" b="b"/>
                  <a:pathLst>
                    <a:path w="193166" h="111490" extrusionOk="0">
                      <a:moveTo>
                        <a:pt x="28289" y="95060"/>
                      </a:moveTo>
                      <a:cubicBezTo>
                        <a:pt x="66008" y="116967"/>
                        <a:pt x="127254" y="116967"/>
                        <a:pt x="164878" y="95060"/>
                      </a:cubicBezTo>
                      <a:cubicBezTo>
                        <a:pt x="202597" y="73342"/>
                        <a:pt x="202597" y="38005"/>
                        <a:pt x="164878" y="16288"/>
                      </a:cubicBezTo>
                      <a:cubicBezTo>
                        <a:pt x="127254" y="-5429"/>
                        <a:pt x="66103" y="-5429"/>
                        <a:pt x="28289" y="16288"/>
                      </a:cubicBezTo>
                      <a:cubicBezTo>
                        <a:pt x="-9430" y="38005"/>
                        <a:pt x="-9430" y="73342"/>
                        <a:pt x="28289" y="9506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 name="Google Shape;299;p22"/>
                <p:cNvSpPr/>
                <p:nvPr/>
              </p:nvSpPr>
              <p:spPr>
                <a:xfrm>
                  <a:off x="4157294" y="4856341"/>
                  <a:ext cx="182475" cy="105322"/>
                </a:xfrm>
                <a:custGeom>
                  <a:avLst/>
                  <a:gdLst/>
                  <a:ahLst/>
                  <a:cxnLst/>
                  <a:rect l="l" t="t" r="r" b="b"/>
                  <a:pathLst>
                    <a:path w="182475" h="105322" extrusionOk="0">
                      <a:moveTo>
                        <a:pt x="26718" y="89821"/>
                      </a:moveTo>
                      <a:cubicBezTo>
                        <a:pt x="62341" y="110490"/>
                        <a:pt x="120158" y="110490"/>
                        <a:pt x="155686" y="89821"/>
                      </a:cubicBezTo>
                      <a:cubicBezTo>
                        <a:pt x="191405" y="69342"/>
                        <a:pt x="191405" y="35909"/>
                        <a:pt x="155686" y="15431"/>
                      </a:cubicBezTo>
                      <a:cubicBezTo>
                        <a:pt x="120158" y="-5144"/>
                        <a:pt x="62341" y="-5144"/>
                        <a:pt x="26718" y="15431"/>
                      </a:cubicBezTo>
                      <a:cubicBezTo>
                        <a:pt x="-8906" y="35909"/>
                        <a:pt x="-8906" y="69342"/>
                        <a:pt x="26718" y="8982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 name="Google Shape;300;p22"/>
                <p:cNvSpPr/>
                <p:nvPr/>
              </p:nvSpPr>
              <p:spPr>
                <a:xfrm>
                  <a:off x="4162676" y="4859175"/>
                  <a:ext cx="171831" cy="99250"/>
                </a:xfrm>
                <a:custGeom>
                  <a:avLst/>
                  <a:gdLst/>
                  <a:ahLst/>
                  <a:cxnLst/>
                  <a:rect l="l" t="t" r="r" b="b"/>
                  <a:pathLst>
                    <a:path w="171831" h="99250" extrusionOk="0">
                      <a:moveTo>
                        <a:pt x="25146" y="84606"/>
                      </a:moveTo>
                      <a:cubicBezTo>
                        <a:pt x="58769" y="104132"/>
                        <a:pt x="113157" y="104132"/>
                        <a:pt x="146685" y="84606"/>
                      </a:cubicBezTo>
                      <a:cubicBezTo>
                        <a:pt x="180213" y="65270"/>
                        <a:pt x="180213" y="33838"/>
                        <a:pt x="146685" y="14502"/>
                      </a:cubicBezTo>
                      <a:cubicBezTo>
                        <a:pt x="113252" y="-4834"/>
                        <a:pt x="58769" y="-4834"/>
                        <a:pt x="25146" y="14502"/>
                      </a:cubicBezTo>
                      <a:cubicBezTo>
                        <a:pt x="-8382" y="33838"/>
                        <a:pt x="-8382" y="65270"/>
                        <a:pt x="25146" y="8460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 name="Google Shape;301;p22"/>
                <p:cNvSpPr/>
                <p:nvPr/>
              </p:nvSpPr>
              <p:spPr>
                <a:xfrm>
                  <a:off x="4167438" y="4862152"/>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1909"/>
                        <a:pt x="138493" y="13716"/>
                      </a:cubicBezTo>
                      <a:cubicBezTo>
                        <a:pt x="106870" y="-4572"/>
                        <a:pt x="55435" y="-4572"/>
                        <a:pt x="23717" y="13716"/>
                      </a:cubicBezTo>
                      <a:cubicBezTo>
                        <a:pt x="-7906" y="32004"/>
                        <a:pt x="-7906" y="61627"/>
                        <a:pt x="23717" y="7991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 name="Google Shape;302;p22"/>
                <p:cNvSpPr/>
                <p:nvPr/>
              </p:nvSpPr>
              <p:spPr>
                <a:xfrm>
                  <a:off x="4172391" y="4864819"/>
                  <a:ext cx="152376" cy="87963"/>
                </a:xfrm>
                <a:custGeom>
                  <a:avLst/>
                  <a:gdLst/>
                  <a:ahLst/>
                  <a:cxnLst/>
                  <a:rect l="l" t="t" r="r" b="b"/>
                  <a:pathLst>
                    <a:path w="152376" h="87963" extrusionOk="0">
                      <a:moveTo>
                        <a:pt x="22288" y="74962"/>
                      </a:moveTo>
                      <a:cubicBezTo>
                        <a:pt x="52102" y="92297"/>
                        <a:pt x="100298" y="92297"/>
                        <a:pt x="130016" y="74962"/>
                      </a:cubicBezTo>
                      <a:cubicBezTo>
                        <a:pt x="159829" y="57817"/>
                        <a:pt x="159829" y="30004"/>
                        <a:pt x="130016" y="12859"/>
                      </a:cubicBezTo>
                      <a:cubicBezTo>
                        <a:pt x="100298" y="-4286"/>
                        <a:pt x="52102" y="-4286"/>
                        <a:pt x="22288" y="12859"/>
                      </a:cubicBezTo>
                      <a:cubicBezTo>
                        <a:pt x="-7429" y="30004"/>
                        <a:pt x="-7429" y="57817"/>
                        <a:pt x="22288" y="74962"/>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 name="Google Shape;303;p22"/>
                <p:cNvSpPr/>
                <p:nvPr/>
              </p:nvSpPr>
              <p:spPr>
                <a:xfrm>
                  <a:off x="4176654" y="4867438"/>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 name="Google Shape;304;p22"/>
                <p:cNvSpPr/>
                <p:nvPr/>
              </p:nvSpPr>
              <p:spPr>
                <a:xfrm>
                  <a:off x="4183678" y="4871796"/>
                  <a:ext cx="129635" cy="74866"/>
                </a:xfrm>
                <a:custGeom>
                  <a:avLst/>
                  <a:gdLst/>
                  <a:ahLst/>
                  <a:cxnLst/>
                  <a:rect l="l" t="t" r="r" b="b"/>
                  <a:pathLst>
                    <a:path w="129635" h="74866" extrusionOk="0">
                      <a:moveTo>
                        <a:pt x="19002" y="63794"/>
                      </a:moveTo>
                      <a:cubicBezTo>
                        <a:pt x="44339" y="78557"/>
                        <a:pt x="85392" y="78557"/>
                        <a:pt x="110633" y="63794"/>
                      </a:cubicBezTo>
                      <a:cubicBezTo>
                        <a:pt x="135969" y="49221"/>
                        <a:pt x="135969" y="25503"/>
                        <a:pt x="110633" y="10930"/>
                      </a:cubicBezTo>
                      <a:cubicBezTo>
                        <a:pt x="85392" y="-3643"/>
                        <a:pt x="44339" y="-3643"/>
                        <a:pt x="19002" y="10930"/>
                      </a:cubicBezTo>
                      <a:cubicBezTo>
                        <a:pt x="-6334" y="25503"/>
                        <a:pt x="-6334" y="49221"/>
                        <a:pt x="19002" y="63794"/>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 name="Google Shape;305;p22"/>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6" name="Google Shape;306;p22"/>
              <p:cNvGrpSpPr/>
              <p:nvPr/>
            </p:nvGrpSpPr>
            <p:grpSpPr>
              <a:xfrm>
                <a:off x="4045709" y="4779094"/>
                <a:ext cx="405669" cy="247363"/>
                <a:chOff x="4045709" y="4779094"/>
                <a:chExt cx="405669" cy="247363"/>
              </a:xfrm>
            </p:grpSpPr>
            <p:sp>
              <p:nvSpPr>
                <p:cNvPr id="307" name="Google Shape;307;p22"/>
                <p:cNvSpPr/>
                <p:nvPr/>
              </p:nvSpPr>
              <p:spPr>
                <a:xfrm>
                  <a:off x="4045709" y="4792333"/>
                  <a:ext cx="405669" cy="234124"/>
                </a:xfrm>
                <a:custGeom>
                  <a:avLst/>
                  <a:gdLst/>
                  <a:ahLst/>
                  <a:cxnLst/>
                  <a:rect l="l" t="t" r="r" b="b"/>
                  <a:pathLst>
                    <a:path w="405669" h="234124" extrusionOk="0">
                      <a:moveTo>
                        <a:pt x="404336" y="103823"/>
                      </a:moveTo>
                      <a:cubicBezTo>
                        <a:pt x="399288" y="78391"/>
                        <a:pt x="379952" y="53816"/>
                        <a:pt x="346234" y="34290"/>
                      </a:cubicBezTo>
                      <a:cubicBezTo>
                        <a:pt x="267081" y="-11430"/>
                        <a:pt x="138589" y="-11430"/>
                        <a:pt x="59436" y="34290"/>
                      </a:cubicBezTo>
                      <a:cubicBezTo>
                        <a:pt x="25527" y="53912"/>
                        <a:pt x="6096" y="78677"/>
                        <a:pt x="1238" y="104299"/>
                      </a:cubicBezTo>
                      <a:lnTo>
                        <a:pt x="0" y="103823"/>
                      </a:lnTo>
                      <a:lnTo>
                        <a:pt x="0" y="117824"/>
                      </a:lnTo>
                      <a:lnTo>
                        <a:pt x="0" y="117824"/>
                      </a:lnTo>
                      <a:cubicBezTo>
                        <a:pt x="381" y="147542"/>
                        <a:pt x="20098" y="177165"/>
                        <a:pt x="59436" y="199835"/>
                      </a:cubicBezTo>
                      <a:cubicBezTo>
                        <a:pt x="138589" y="245555"/>
                        <a:pt x="267081" y="245555"/>
                        <a:pt x="346234" y="199835"/>
                      </a:cubicBezTo>
                      <a:cubicBezTo>
                        <a:pt x="385858" y="176974"/>
                        <a:pt x="405670" y="147066"/>
                        <a:pt x="405670" y="117062"/>
                      </a:cubicBezTo>
                      <a:lnTo>
                        <a:pt x="405670" y="103727"/>
                      </a:lnTo>
                      <a:lnTo>
                        <a:pt x="404336" y="103727"/>
                      </a:lnTo>
                      <a:close/>
                      <a:moveTo>
                        <a:pt x="76200" y="44006"/>
                      </a:moveTo>
                      <a:cubicBezTo>
                        <a:pt x="82963" y="40100"/>
                        <a:pt x="93821" y="40100"/>
                        <a:pt x="100584" y="44006"/>
                      </a:cubicBezTo>
                      <a:lnTo>
                        <a:pt x="150209" y="72676"/>
                      </a:lnTo>
                      <a:cubicBezTo>
                        <a:pt x="156877" y="76581"/>
                        <a:pt x="156877" y="82868"/>
                        <a:pt x="150209" y="86773"/>
                      </a:cubicBezTo>
                      <a:cubicBezTo>
                        <a:pt x="143446" y="90678"/>
                        <a:pt x="132588" y="90678"/>
                        <a:pt x="125825" y="86773"/>
                      </a:cubicBezTo>
                      <a:lnTo>
                        <a:pt x="76200" y="58103"/>
                      </a:lnTo>
                      <a:cubicBezTo>
                        <a:pt x="69533" y="54197"/>
                        <a:pt x="69533" y="47911"/>
                        <a:pt x="76200" y="44101"/>
                      </a:cubicBezTo>
                      <a:close/>
                      <a:moveTo>
                        <a:pt x="40958" y="127064"/>
                      </a:moveTo>
                      <a:cubicBezTo>
                        <a:pt x="31433" y="127064"/>
                        <a:pt x="23717" y="122587"/>
                        <a:pt x="23717" y="117157"/>
                      </a:cubicBezTo>
                      <a:cubicBezTo>
                        <a:pt x="23717" y="111728"/>
                        <a:pt x="31433" y="107252"/>
                        <a:pt x="40958" y="107252"/>
                      </a:cubicBezTo>
                      <a:lnTo>
                        <a:pt x="111062" y="107252"/>
                      </a:lnTo>
                      <a:cubicBezTo>
                        <a:pt x="120587" y="107252"/>
                        <a:pt x="128302" y="111728"/>
                        <a:pt x="128302" y="117157"/>
                      </a:cubicBezTo>
                      <a:cubicBezTo>
                        <a:pt x="128302" y="122587"/>
                        <a:pt x="120587" y="127064"/>
                        <a:pt x="111062" y="127064"/>
                      </a:cubicBezTo>
                      <a:lnTo>
                        <a:pt x="40958" y="127064"/>
                      </a:lnTo>
                      <a:close/>
                      <a:moveTo>
                        <a:pt x="150114" y="161544"/>
                      </a:moveTo>
                      <a:lnTo>
                        <a:pt x="100489" y="190214"/>
                      </a:lnTo>
                      <a:cubicBezTo>
                        <a:pt x="93821" y="194120"/>
                        <a:pt x="82868" y="194120"/>
                        <a:pt x="76105" y="190214"/>
                      </a:cubicBezTo>
                      <a:cubicBezTo>
                        <a:pt x="69437" y="186309"/>
                        <a:pt x="69437" y="180023"/>
                        <a:pt x="76105" y="176213"/>
                      </a:cubicBezTo>
                      <a:lnTo>
                        <a:pt x="125730" y="147542"/>
                      </a:lnTo>
                      <a:cubicBezTo>
                        <a:pt x="132493" y="143637"/>
                        <a:pt x="143351" y="143637"/>
                        <a:pt x="150114" y="147542"/>
                      </a:cubicBezTo>
                      <a:cubicBezTo>
                        <a:pt x="156877" y="151448"/>
                        <a:pt x="156781" y="157734"/>
                        <a:pt x="150114" y="161544"/>
                      </a:cubicBezTo>
                      <a:close/>
                      <a:moveTo>
                        <a:pt x="185547" y="23622"/>
                      </a:moveTo>
                      <a:cubicBezTo>
                        <a:pt x="185547" y="18098"/>
                        <a:pt x="193262" y="13716"/>
                        <a:pt x="202787" y="13716"/>
                      </a:cubicBezTo>
                      <a:cubicBezTo>
                        <a:pt x="212312" y="13716"/>
                        <a:pt x="220028" y="18193"/>
                        <a:pt x="219932" y="23622"/>
                      </a:cubicBezTo>
                      <a:lnTo>
                        <a:pt x="219932" y="64103"/>
                      </a:lnTo>
                      <a:cubicBezTo>
                        <a:pt x="219932" y="69532"/>
                        <a:pt x="212217" y="74009"/>
                        <a:pt x="202787" y="74009"/>
                      </a:cubicBezTo>
                      <a:cubicBezTo>
                        <a:pt x="193358" y="74009"/>
                        <a:pt x="185547" y="69532"/>
                        <a:pt x="185547" y="64103"/>
                      </a:cubicBezTo>
                      <a:lnTo>
                        <a:pt x="185547" y="23622"/>
                      </a:lnTo>
                      <a:close/>
                      <a:moveTo>
                        <a:pt x="202787" y="220409"/>
                      </a:moveTo>
                      <a:cubicBezTo>
                        <a:pt x="193262" y="220409"/>
                        <a:pt x="185547" y="215932"/>
                        <a:pt x="185547" y="210503"/>
                      </a:cubicBezTo>
                      <a:lnTo>
                        <a:pt x="185547" y="170021"/>
                      </a:lnTo>
                      <a:cubicBezTo>
                        <a:pt x="185547" y="164497"/>
                        <a:pt x="193262" y="160115"/>
                        <a:pt x="202787" y="160115"/>
                      </a:cubicBezTo>
                      <a:cubicBezTo>
                        <a:pt x="212312" y="160115"/>
                        <a:pt x="220028" y="164592"/>
                        <a:pt x="220028" y="170021"/>
                      </a:cubicBezTo>
                      <a:lnTo>
                        <a:pt x="220028" y="210503"/>
                      </a:lnTo>
                      <a:cubicBezTo>
                        <a:pt x="220028" y="216027"/>
                        <a:pt x="212312" y="220409"/>
                        <a:pt x="202787" y="220409"/>
                      </a:cubicBezTo>
                      <a:close/>
                      <a:moveTo>
                        <a:pt x="255461" y="72581"/>
                      </a:moveTo>
                      <a:lnTo>
                        <a:pt x="305086" y="43910"/>
                      </a:lnTo>
                      <a:cubicBezTo>
                        <a:pt x="311848" y="40005"/>
                        <a:pt x="322707" y="40005"/>
                        <a:pt x="329375" y="43910"/>
                      </a:cubicBezTo>
                      <a:cubicBezTo>
                        <a:pt x="336137" y="47815"/>
                        <a:pt x="336137" y="54102"/>
                        <a:pt x="329375" y="57912"/>
                      </a:cubicBezTo>
                      <a:lnTo>
                        <a:pt x="279749" y="86582"/>
                      </a:lnTo>
                      <a:cubicBezTo>
                        <a:pt x="272987" y="90488"/>
                        <a:pt x="262128" y="90488"/>
                        <a:pt x="255365" y="86582"/>
                      </a:cubicBezTo>
                      <a:cubicBezTo>
                        <a:pt x="248698" y="82677"/>
                        <a:pt x="248698" y="76390"/>
                        <a:pt x="255365" y="72485"/>
                      </a:cubicBezTo>
                      <a:close/>
                      <a:moveTo>
                        <a:pt x="329375" y="190119"/>
                      </a:moveTo>
                      <a:cubicBezTo>
                        <a:pt x="322707" y="194024"/>
                        <a:pt x="311753" y="194024"/>
                        <a:pt x="305086" y="190119"/>
                      </a:cubicBezTo>
                      <a:lnTo>
                        <a:pt x="255461" y="161449"/>
                      </a:lnTo>
                      <a:cubicBezTo>
                        <a:pt x="248698" y="157544"/>
                        <a:pt x="248698" y="151257"/>
                        <a:pt x="255461" y="147447"/>
                      </a:cubicBezTo>
                      <a:cubicBezTo>
                        <a:pt x="262128" y="143542"/>
                        <a:pt x="273082" y="143542"/>
                        <a:pt x="279749" y="147447"/>
                      </a:cubicBezTo>
                      <a:lnTo>
                        <a:pt x="329375" y="176117"/>
                      </a:lnTo>
                      <a:cubicBezTo>
                        <a:pt x="336137" y="180023"/>
                        <a:pt x="336137" y="186309"/>
                        <a:pt x="329375" y="190119"/>
                      </a:cubicBezTo>
                      <a:close/>
                      <a:moveTo>
                        <a:pt x="364617" y="126968"/>
                      </a:moveTo>
                      <a:lnTo>
                        <a:pt x="294418" y="126968"/>
                      </a:lnTo>
                      <a:cubicBezTo>
                        <a:pt x="284893" y="126968"/>
                        <a:pt x="277178" y="122492"/>
                        <a:pt x="277178" y="117062"/>
                      </a:cubicBezTo>
                      <a:cubicBezTo>
                        <a:pt x="277178" y="111633"/>
                        <a:pt x="284893" y="107156"/>
                        <a:pt x="294418" y="107156"/>
                      </a:cubicBezTo>
                      <a:lnTo>
                        <a:pt x="364617" y="107156"/>
                      </a:lnTo>
                      <a:cubicBezTo>
                        <a:pt x="374142" y="107156"/>
                        <a:pt x="381857" y="111633"/>
                        <a:pt x="381857" y="117062"/>
                      </a:cubicBezTo>
                      <a:cubicBezTo>
                        <a:pt x="381857" y="122492"/>
                        <a:pt x="374142" y="126968"/>
                        <a:pt x="364617"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 name="Google Shape;308;p22"/>
                <p:cNvSpPr/>
                <p:nvPr/>
              </p:nvSpPr>
              <p:spPr>
                <a:xfrm>
                  <a:off x="4045709" y="4779094"/>
                  <a:ext cx="405598" cy="234124"/>
                </a:xfrm>
                <a:custGeom>
                  <a:avLst/>
                  <a:gdLst/>
                  <a:ahLst/>
                  <a:cxnLst/>
                  <a:rect l="l" t="t" r="r" b="b"/>
                  <a:pathLst>
                    <a:path w="405598" h="234124" extrusionOk="0">
                      <a:moveTo>
                        <a:pt x="346234" y="34290"/>
                      </a:moveTo>
                      <a:cubicBezTo>
                        <a:pt x="267081" y="-11430"/>
                        <a:pt x="138589" y="-11430"/>
                        <a:pt x="59436" y="34290"/>
                      </a:cubicBezTo>
                      <a:cubicBezTo>
                        <a:pt x="-19812" y="80010"/>
                        <a:pt x="-19812" y="154115"/>
                        <a:pt x="59436" y="199834"/>
                      </a:cubicBezTo>
                      <a:cubicBezTo>
                        <a:pt x="138589" y="245555"/>
                        <a:pt x="267081" y="245555"/>
                        <a:pt x="346234" y="199834"/>
                      </a:cubicBezTo>
                      <a:cubicBezTo>
                        <a:pt x="425386" y="154115"/>
                        <a:pt x="425386" y="80010"/>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677"/>
                      </a:cubicBezTo>
                      <a:cubicBezTo>
                        <a:pt x="143446" y="90583"/>
                        <a:pt x="132588" y="90583"/>
                        <a:pt x="125825" y="86677"/>
                      </a:cubicBezTo>
                      <a:lnTo>
                        <a:pt x="76200" y="58007"/>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582"/>
                      </a:moveTo>
                      <a:cubicBezTo>
                        <a:pt x="273082" y="90488"/>
                        <a:pt x="262223" y="90488"/>
                        <a:pt x="255461" y="86582"/>
                      </a:cubicBezTo>
                      <a:cubicBezTo>
                        <a:pt x="248793" y="82677"/>
                        <a:pt x="248793" y="76391"/>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061"/>
                      </a:moveTo>
                      <a:lnTo>
                        <a:pt x="364712" y="107061"/>
                      </a:lnTo>
                      <a:cubicBezTo>
                        <a:pt x="374237" y="107061"/>
                        <a:pt x="381953" y="111538"/>
                        <a:pt x="381953" y="116967"/>
                      </a:cubicBezTo>
                      <a:cubicBezTo>
                        <a:pt x="381953" y="122396"/>
                        <a:pt x="374237" y="126873"/>
                        <a:pt x="364712" y="126873"/>
                      </a:cubicBezTo>
                      <a:lnTo>
                        <a:pt x="294513" y="126873"/>
                      </a:lnTo>
                      <a:cubicBezTo>
                        <a:pt x="284988" y="126873"/>
                        <a:pt x="277273" y="122396"/>
                        <a:pt x="277273" y="116967"/>
                      </a:cubicBezTo>
                      <a:cubicBezTo>
                        <a:pt x="277273" y="111538"/>
                        <a:pt x="284988" y="107061"/>
                        <a:pt x="294513" y="107061"/>
                      </a:cubicBezTo>
                      <a:close/>
                      <a:moveTo>
                        <a:pt x="202883" y="220409"/>
                      </a:moveTo>
                      <a:cubicBezTo>
                        <a:pt x="193358" y="220409"/>
                        <a:pt x="185642" y="215932"/>
                        <a:pt x="185642" y="210502"/>
                      </a:cubicBezTo>
                      <a:lnTo>
                        <a:pt x="185642" y="170021"/>
                      </a:lnTo>
                      <a:cubicBezTo>
                        <a:pt x="185642" y="164497"/>
                        <a:pt x="193358" y="160115"/>
                        <a:pt x="202883" y="160115"/>
                      </a:cubicBezTo>
                      <a:cubicBezTo>
                        <a:pt x="212408" y="160115"/>
                        <a:pt x="220123" y="164592"/>
                        <a:pt x="220123" y="170021"/>
                      </a:cubicBezTo>
                      <a:lnTo>
                        <a:pt x="220123" y="210502"/>
                      </a:lnTo>
                      <a:cubicBezTo>
                        <a:pt x="220123" y="216027"/>
                        <a:pt x="212408" y="220409"/>
                        <a:pt x="202883" y="220409"/>
                      </a:cubicBezTo>
                      <a:close/>
                      <a:moveTo>
                        <a:pt x="305181" y="190119"/>
                      </a:moveTo>
                      <a:lnTo>
                        <a:pt x="255556" y="161449"/>
                      </a:lnTo>
                      <a:cubicBezTo>
                        <a:pt x="248793" y="157543"/>
                        <a:pt x="248793" y="151257"/>
                        <a:pt x="255556" y="147447"/>
                      </a:cubicBezTo>
                      <a:cubicBezTo>
                        <a:pt x="262223" y="143542"/>
                        <a:pt x="273177" y="143542"/>
                        <a:pt x="279844" y="147447"/>
                      </a:cubicBezTo>
                      <a:lnTo>
                        <a:pt x="329470" y="176117"/>
                      </a:lnTo>
                      <a:cubicBezTo>
                        <a:pt x="336233" y="180023"/>
                        <a:pt x="336233" y="186309"/>
                        <a:pt x="329470" y="190119"/>
                      </a:cubicBezTo>
                      <a:cubicBezTo>
                        <a:pt x="322802" y="194024"/>
                        <a:pt x="311848" y="194024"/>
                        <a:pt x="305181"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 name="Google Shape;309;p22"/>
                <p:cNvSpPr/>
                <p:nvPr/>
              </p:nvSpPr>
              <p:spPr>
                <a:xfrm>
                  <a:off x="4191364" y="4863176"/>
                  <a:ext cx="114454" cy="46315"/>
                </a:xfrm>
                <a:custGeom>
                  <a:avLst/>
                  <a:gdLst/>
                  <a:ahLst/>
                  <a:cxnLst/>
                  <a:rect l="l" t="t" r="r" b="b"/>
                  <a:pathLst>
                    <a:path w="114454" h="46315" extrusionOk="0">
                      <a:moveTo>
                        <a:pt x="109615" y="46315"/>
                      </a:moveTo>
                      <a:cubicBezTo>
                        <a:pt x="106852" y="42696"/>
                        <a:pt x="102852" y="39267"/>
                        <a:pt x="97709" y="36219"/>
                      </a:cubicBezTo>
                      <a:cubicBezTo>
                        <a:pt x="75325" y="23360"/>
                        <a:pt x="39130" y="23360"/>
                        <a:pt x="16746" y="36219"/>
                      </a:cubicBezTo>
                      <a:cubicBezTo>
                        <a:pt x="11602" y="39171"/>
                        <a:pt x="7602" y="42601"/>
                        <a:pt x="4840" y="46315"/>
                      </a:cubicBezTo>
                      <a:cubicBezTo>
                        <a:pt x="-4400" y="34218"/>
                        <a:pt x="-399" y="19550"/>
                        <a:pt x="16746" y="9644"/>
                      </a:cubicBezTo>
                      <a:cubicBezTo>
                        <a:pt x="39130" y="-3215"/>
                        <a:pt x="75325" y="-3215"/>
                        <a:pt x="97709" y="9644"/>
                      </a:cubicBezTo>
                      <a:cubicBezTo>
                        <a:pt x="114853" y="19550"/>
                        <a:pt x="118854" y="34218"/>
                        <a:pt x="109615" y="4631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 name="Google Shape;310;p22"/>
                <p:cNvSpPr/>
                <p:nvPr/>
              </p:nvSpPr>
              <p:spPr>
                <a:xfrm>
                  <a:off x="4196204" y="4889751"/>
                  <a:ext cx="104775" cy="39481"/>
                </a:xfrm>
                <a:custGeom>
                  <a:avLst/>
                  <a:gdLst/>
                  <a:ahLst/>
                  <a:cxnLst/>
                  <a:rect l="l" t="t" r="r" b="b"/>
                  <a:pathLst>
                    <a:path w="104775" h="39481" extrusionOk="0">
                      <a:moveTo>
                        <a:pt x="104775" y="19740"/>
                      </a:moveTo>
                      <a:cubicBezTo>
                        <a:pt x="102013" y="23360"/>
                        <a:pt x="98012" y="26789"/>
                        <a:pt x="92869" y="29837"/>
                      </a:cubicBezTo>
                      <a:cubicBezTo>
                        <a:pt x="70485" y="42696"/>
                        <a:pt x="34290" y="42696"/>
                        <a:pt x="11906" y="29837"/>
                      </a:cubicBezTo>
                      <a:cubicBezTo>
                        <a:pt x="6763" y="26884"/>
                        <a:pt x="2762" y="23455"/>
                        <a:pt x="0" y="19740"/>
                      </a:cubicBezTo>
                      <a:cubicBezTo>
                        <a:pt x="2762" y="16121"/>
                        <a:pt x="6763" y="12692"/>
                        <a:pt x="11906" y="9644"/>
                      </a:cubicBezTo>
                      <a:cubicBezTo>
                        <a:pt x="34290" y="-3215"/>
                        <a:pt x="70485" y="-3215"/>
                        <a:pt x="92869" y="9644"/>
                      </a:cubicBezTo>
                      <a:cubicBezTo>
                        <a:pt x="98012" y="12597"/>
                        <a:pt x="102013" y="16026"/>
                        <a:pt x="104775" y="197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11" name="Google Shape;311;p22"/>
            <p:cNvGrpSpPr/>
            <p:nvPr/>
          </p:nvGrpSpPr>
          <p:grpSpPr>
            <a:xfrm>
              <a:off x="7620031" y="4281703"/>
              <a:ext cx="1279707" cy="833209"/>
              <a:chOff x="7620031" y="4281703"/>
              <a:chExt cx="1279707" cy="833209"/>
            </a:xfrm>
          </p:grpSpPr>
          <p:grpSp>
            <p:nvGrpSpPr>
              <p:cNvPr id="312" name="Google Shape;312;p22"/>
              <p:cNvGrpSpPr/>
              <p:nvPr/>
            </p:nvGrpSpPr>
            <p:grpSpPr>
              <a:xfrm>
                <a:off x="7620031" y="4554935"/>
                <a:ext cx="639735" cy="559976"/>
                <a:chOff x="3695689" y="4939685"/>
                <a:chExt cx="422100" cy="369475"/>
              </a:xfrm>
            </p:grpSpPr>
            <p:sp>
              <p:nvSpPr>
                <p:cNvPr id="313" name="Google Shape;313;p22"/>
                <p:cNvSpPr/>
                <p:nvPr/>
              </p:nvSpPr>
              <p:spPr>
                <a:xfrm>
                  <a:off x="3695689" y="5065320"/>
                  <a:ext cx="422100" cy="243840"/>
                </a:xfrm>
                <a:custGeom>
                  <a:avLst/>
                  <a:gdLst/>
                  <a:ahLst/>
                  <a:cxnLst/>
                  <a:rect l="l" t="t" r="r" b="b"/>
                  <a:pathLst>
                    <a:path w="422100" h="243840" extrusionOk="0">
                      <a:moveTo>
                        <a:pt x="360307" y="208121"/>
                      </a:moveTo>
                      <a:cubicBezTo>
                        <a:pt x="277821" y="255746"/>
                        <a:pt x="144185" y="255746"/>
                        <a:pt x="61793" y="208121"/>
                      </a:cubicBezTo>
                      <a:cubicBezTo>
                        <a:pt x="-20598" y="160496"/>
                        <a:pt x="-20598" y="83344"/>
                        <a:pt x="61793" y="35719"/>
                      </a:cubicBezTo>
                      <a:cubicBezTo>
                        <a:pt x="144185" y="-11906"/>
                        <a:pt x="277821" y="-11906"/>
                        <a:pt x="360307" y="35719"/>
                      </a:cubicBezTo>
                      <a:cubicBezTo>
                        <a:pt x="442698" y="83344"/>
                        <a:pt x="442698" y="160496"/>
                        <a:pt x="360307" y="208121"/>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14" name="Google Shape;314;p22"/>
                <p:cNvGrpSpPr/>
                <p:nvPr/>
              </p:nvGrpSpPr>
              <p:grpSpPr>
                <a:xfrm>
                  <a:off x="3703857" y="5053128"/>
                  <a:ext cx="405669" cy="247649"/>
                  <a:chOff x="3703857" y="5053128"/>
                  <a:chExt cx="405669" cy="247649"/>
                </a:xfrm>
              </p:grpSpPr>
              <p:sp>
                <p:nvSpPr>
                  <p:cNvPr id="315" name="Google Shape;315;p22"/>
                  <p:cNvSpPr/>
                  <p:nvPr/>
                </p:nvSpPr>
                <p:spPr>
                  <a:xfrm>
                    <a:off x="3703857" y="5066463"/>
                    <a:ext cx="405574" cy="234314"/>
                  </a:xfrm>
                  <a:custGeom>
                    <a:avLst/>
                    <a:gdLst/>
                    <a:ahLst/>
                    <a:cxnLst/>
                    <a:rect l="l" t="t" r="r" b="b"/>
                    <a:pathLst>
                      <a:path w="405574" h="234314"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920"/>
                        </a:lnTo>
                        <a:lnTo>
                          <a:pt x="0" y="117920"/>
                        </a:lnTo>
                        <a:cubicBezTo>
                          <a:pt x="381"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0957" y="126968"/>
                        </a:moveTo>
                        <a:cubicBezTo>
                          <a:pt x="31432" y="126968"/>
                          <a:pt x="23717" y="122492"/>
                          <a:pt x="23717" y="117062"/>
                        </a:cubicBezTo>
                        <a:cubicBezTo>
                          <a:pt x="23717" y="111633"/>
                          <a:pt x="31432" y="107156"/>
                          <a:pt x="40957" y="107156"/>
                        </a:cubicBezTo>
                        <a:lnTo>
                          <a:pt x="111062" y="107156"/>
                        </a:lnTo>
                        <a:cubicBezTo>
                          <a:pt x="120587" y="107156"/>
                          <a:pt x="128302" y="111633"/>
                          <a:pt x="128302" y="117062"/>
                        </a:cubicBezTo>
                        <a:cubicBezTo>
                          <a:pt x="128302" y="122492"/>
                          <a:pt x="120587" y="126968"/>
                          <a:pt x="111062" y="126968"/>
                        </a:cubicBezTo>
                        <a:lnTo>
                          <a:pt x="40957" y="126968"/>
                        </a:lnTo>
                        <a:close/>
                        <a:moveTo>
                          <a:pt x="150114" y="161449"/>
                        </a:moveTo>
                        <a:lnTo>
                          <a:pt x="100489" y="190119"/>
                        </a:lnTo>
                        <a:cubicBezTo>
                          <a:pt x="93726" y="194024"/>
                          <a:pt x="82867" y="194024"/>
                          <a:pt x="76105" y="190119"/>
                        </a:cubicBezTo>
                        <a:cubicBezTo>
                          <a:pt x="69342" y="186214"/>
                          <a:pt x="69342" y="179927"/>
                          <a:pt x="76105" y="176117"/>
                        </a:cubicBezTo>
                        <a:lnTo>
                          <a:pt x="125730" y="147447"/>
                        </a:lnTo>
                        <a:cubicBezTo>
                          <a:pt x="132493" y="143542"/>
                          <a:pt x="143351" y="143542"/>
                          <a:pt x="150019" y="147447"/>
                        </a:cubicBezTo>
                        <a:cubicBezTo>
                          <a:pt x="156781" y="151352"/>
                          <a:pt x="156781" y="157639"/>
                          <a:pt x="150019" y="161544"/>
                        </a:cubicBezTo>
                        <a:close/>
                        <a:moveTo>
                          <a:pt x="185547" y="23527"/>
                        </a:moveTo>
                        <a:cubicBezTo>
                          <a:pt x="185547" y="18002"/>
                          <a:pt x="193262" y="13621"/>
                          <a:pt x="202787" y="13621"/>
                        </a:cubicBezTo>
                        <a:cubicBezTo>
                          <a:pt x="212312" y="13621"/>
                          <a:pt x="220027" y="18098"/>
                          <a:pt x="220027" y="23527"/>
                        </a:cubicBezTo>
                        <a:lnTo>
                          <a:pt x="220027" y="64008"/>
                        </a:lnTo>
                        <a:cubicBezTo>
                          <a:pt x="220027" y="69532"/>
                          <a:pt x="212312" y="73914"/>
                          <a:pt x="202787" y="73914"/>
                        </a:cubicBezTo>
                        <a:cubicBezTo>
                          <a:pt x="193262" y="73914"/>
                          <a:pt x="185547" y="69437"/>
                          <a:pt x="185547" y="64008"/>
                        </a:cubicBezTo>
                        <a:lnTo>
                          <a:pt x="185547" y="23527"/>
                        </a:lnTo>
                        <a:close/>
                        <a:moveTo>
                          <a:pt x="202787" y="220313"/>
                        </a:moveTo>
                        <a:cubicBezTo>
                          <a:pt x="193262" y="220313"/>
                          <a:pt x="185547" y="215837"/>
                          <a:pt x="185547" y="210407"/>
                        </a:cubicBezTo>
                        <a:lnTo>
                          <a:pt x="185547" y="169926"/>
                        </a:lnTo>
                        <a:cubicBezTo>
                          <a:pt x="185547" y="164402"/>
                          <a:pt x="193262" y="160020"/>
                          <a:pt x="202787" y="160020"/>
                        </a:cubicBezTo>
                        <a:cubicBezTo>
                          <a:pt x="212312" y="160020"/>
                          <a:pt x="220027" y="164497"/>
                          <a:pt x="220027" y="169926"/>
                        </a:cubicBezTo>
                        <a:lnTo>
                          <a:pt x="220027" y="210407"/>
                        </a:lnTo>
                        <a:cubicBezTo>
                          <a:pt x="220027" y="215932"/>
                          <a:pt x="212312" y="220313"/>
                          <a:pt x="202787" y="220313"/>
                        </a:cubicBezTo>
                        <a:close/>
                        <a:moveTo>
                          <a:pt x="255460" y="72485"/>
                        </a:moveTo>
                        <a:lnTo>
                          <a:pt x="305086" y="43815"/>
                        </a:lnTo>
                        <a:cubicBezTo>
                          <a:pt x="311848" y="39910"/>
                          <a:pt x="322707" y="39910"/>
                          <a:pt x="329374" y="43815"/>
                        </a:cubicBezTo>
                        <a:cubicBezTo>
                          <a:pt x="336137" y="47720"/>
                          <a:pt x="336137" y="54007"/>
                          <a:pt x="329374" y="57912"/>
                        </a:cubicBezTo>
                        <a:lnTo>
                          <a:pt x="279749" y="86582"/>
                        </a:lnTo>
                        <a:cubicBezTo>
                          <a:pt x="272987" y="90488"/>
                          <a:pt x="262128" y="90488"/>
                          <a:pt x="255460" y="86582"/>
                        </a:cubicBezTo>
                        <a:cubicBezTo>
                          <a:pt x="248698" y="82677"/>
                          <a:pt x="248698" y="76390"/>
                          <a:pt x="255460" y="72581"/>
                        </a:cubicBezTo>
                        <a:close/>
                        <a:moveTo>
                          <a:pt x="329374" y="190024"/>
                        </a:moveTo>
                        <a:cubicBezTo>
                          <a:pt x="322612" y="193929"/>
                          <a:pt x="311753" y="193929"/>
                          <a:pt x="305086" y="190024"/>
                        </a:cubicBezTo>
                        <a:lnTo>
                          <a:pt x="255460" y="161354"/>
                        </a:lnTo>
                        <a:cubicBezTo>
                          <a:pt x="248698" y="157448"/>
                          <a:pt x="248698" y="151162"/>
                          <a:pt x="255460" y="147352"/>
                        </a:cubicBezTo>
                        <a:cubicBezTo>
                          <a:pt x="262223" y="143447"/>
                          <a:pt x="273082" y="143447"/>
                          <a:pt x="279749" y="147352"/>
                        </a:cubicBezTo>
                        <a:lnTo>
                          <a:pt x="329374" y="176022"/>
                        </a:lnTo>
                        <a:cubicBezTo>
                          <a:pt x="336137" y="179927"/>
                          <a:pt x="336137" y="186214"/>
                          <a:pt x="329374" y="190024"/>
                        </a:cubicBezTo>
                        <a:close/>
                        <a:moveTo>
                          <a:pt x="364617" y="126873"/>
                        </a:moveTo>
                        <a:lnTo>
                          <a:pt x="294418" y="126873"/>
                        </a:lnTo>
                        <a:cubicBezTo>
                          <a:pt x="284893" y="126873"/>
                          <a:pt x="277177" y="122396"/>
                          <a:pt x="277177" y="116967"/>
                        </a:cubicBezTo>
                        <a:cubicBezTo>
                          <a:pt x="277177"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22"/>
                  <p:cNvSpPr/>
                  <p:nvPr/>
                </p:nvSpPr>
                <p:spPr>
                  <a:xfrm>
                    <a:off x="3703928" y="5053128"/>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010"/>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7"/>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022"/>
                        </a:cubicBezTo>
                        <a:lnTo>
                          <a:pt x="125658" y="147447"/>
                        </a:lnTo>
                        <a:cubicBezTo>
                          <a:pt x="132421" y="143542"/>
                          <a:pt x="143280" y="143542"/>
                          <a:pt x="149947" y="147447"/>
                        </a:cubicBezTo>
                        <a:cubicBezTo>
                          <a:pt x="156710" y="151352"/>
                          <a:pt x="156710" y="157639"/>
                          <a:pt x="149947" y="161449"/>
                        </a:cubicBezTo>
                        <a:lnTo>
                          <a:pt x="100322" y="190119"/>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8"/>
                        </a:moveTo>
                        <a:cubicBezTo>
                          <a:pt x="193096" y="220408"/>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8"/>
                          <a:pt x="202621" y="220408"/>
                        </a:cubicBezTo>
                        <a:close/>
                        <a:moveTo>
                          <a:pt x="304919" y="190119"/>
                        </a:moveTo>
                        <a:lnTo>
                          <a:pt x="255294" y="161449"/>
                        </a:lnTo>
                        <a:cubicBezTo>
                          <a:pt x="248531" y="157544"/>
                          <a:pt x="248531" y="151257"/>
                          <a:pt x="255294" y="147447"/>
                        </a:cubicBezTo>
                        <a:cubicBezTo>
                          <a:pt x="262057" y="143542"/>
                          <a:pt x="272915" y="143542"/>
                          <a:pt x="279583" y="147447"/>
                        </a:cubicBezTo>
                        <a:lnTo>
                          <a:pt x="329208" y="176022"/>
                        </a:lnTo>
                        <a:cubicBezTo>
                          <a:pt x="335971" y="179927"/>
                          <a:pt x="335971" y="186214"/>
                          <a:pt x="329208" y="190119"/>
                        </a:cubicBezTo>
                        <a:cubicBezTo>
                          <a:pt x="322445" y="194024"/>
                          <a:pt x="311587" y="194024"/>
                          <a:pt x="304919"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 name="Google Shape;317;p22"/>
                  <p:cNvSpPr/>
                  <p:nvPr/>
                </p:nvSpPr>
                <p:spPr>
                  <a:xfrm>
                    <a:off x="3849512" y="5137210"/>
                    <a:ext cx="114454" cy="46315"/>
                  </a:xfrm>
                  <a:custGeom>
                    <a:avLst/>
                    <a:gdLst/>
                    <a:ahLst/>
                    <a:cxnLst/>
                    <a:rect l="l" t="t" r="r" b="b"/>
                    <a:pathLst>
                      <a:path w="114454" h="46315" extrusionOk="0">
                        <a:moveTo>
                          <a:pt x="109615" y="46315"/>
                        </a:moveTo>
                        <a:cubicBezTo>
                          <a:pt x="106852" y="42696"/>
                          <a:pt x="102852" y="39267"/>
                          <a:pt x="97708" y="36314"/>
                        </a:cubicBezTo>
                        <a:cubicBezTo>
                          <a:pt x="75325" y="23455"/>
                          <a:pt x="39130" y="23455"/>
                          <a:pt x="16746" y="36314"/>
                        </a:cubicBezTo>
                        <a:cubicBezTo>
                          <a:pt x="11602" y="39267"/>
                          <a:pt x="7602" y="42696"/>
                          <a:pt x="4840" y="46315"/>
                        </a:cubicBezTo>
                        <a:cubicBezTo>
                          <a:pt x="-4400" y="34218"/>
                          <a:pt x="-399" y="19550"/>
                          <a:pt x="16746" y="9644"/>
                        </a:cubicBezTo>
                        <a:cubicBezTo>
                          <a:pt x="39130" y="-3215"/>
                          <a:pt x="75325" y="-3215"/>
                          <a:pt x="97708" y="9644"/>
                        </a:cubicBezTo>
                        <a:cubicBezTo>
                          <a:pt x="114853"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 name="Google Shape;318;p22"/>
                  <p:cNvSpPr/>
                  <p:nvPr/>
                </p:nvSpPr>
                <p:spPr>
                  <a:xfrm>
                    <a:off x="3854351" y="5163880"/>
                    <a:ext cx="104775" cy="39457"/>
                  </a:xfrm>
                  <a:custGeom>
                    <a:avLst/>
                    <a:gdLst/>
                    <a:ahLst/>
                    <a:cxnLst/>
                    <a:rect l="l" t="t" r="r" b="b"/>
                    <a:pathLst>
                      <a:path w="104775" h="39457" extrusionOk="0">
                        <a:moveTo>
                          <a:pt x="104775" y="19645"/>
                        </a:moveTo>
                        <a:cubicBezTo>
                          <a:pt x="102013" y="23265"/>
                          <a:pt x="98012" y="26694"/>
                          <a:pt x="92869" y="29742"/>
                        </a:cubicBezTo>
                        <a:cubicBezTo>
                          <a:pt x="70485" y="42696"/>
                          <a:pt x="34290" y="42696"/>
                          <a:pt x="11906" y="29742"/>
                        </a:cubicBezTo>
                        <a:cubicBezTo>
                          <a:pt x="6763" y="26789"/>
                          <a:pt x="2762" y="23360"/>
                          <a:pt x="0" y="19645"/>
                        </a:cubicBezTo>
                        <a:cubicBezTo>
                          <a:pt x="2762" y="16026"/>
                          <a:pt x="6763" y="12597"/>
                          <a:pt x="11906" y="9644"/>
                        </a:cubicBezTo>
                        <a:cubicBezTo>
                          <a:pt x="34290" y="-3215"/>
                          <a:pt x="70485" y="-3215"/>
                          <a:pt x="92869" y="9644"/>
                        </a:cubicBezTo>
                        <a:cubicBezTo>
                          <a:pt x="98012" y="12597"/>
                          <a:pt x="102013" y="16026"/>
                          <a:pt x="104775" y="19645"/>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9" name="Google Shape;319;p22"/>
                <p:cNvGrpSpPr/>
                <p:nvPr/>
              </p:nvGrpSpPr>
              <p:grpSpPr>
                <a:xfrm>
                  <a:off x="3727359" y="4965879"/>
                  <a:ext cx="358830" cy="305800"/>
                  <a:chOff x="3727359" y="4965879"/>
                  <a:chExt cx="358830" cy="305800"/>
                </a:xfrm>
              </p:grpSpPr>
              <p:sp>
                <p:nvSpPr>
                  <p:cNvPr id="320" name="Google Shape;320;p22"/>
                  <p:cNvSpPr/>
                  <p:nvPr/>
                </p:nvSpPr>
                <p:spPr>
                  <a:xfrm>
                    <a:off x="3727478" y="5069416"/>
                    <a:ext cx="358711" cy="202263"/>
                  </a:xfrm>
                  <a:custGeom>
                    <a:avLst/>
                    <a:gdLst/>
                    <a:ahLst/>
                    <a:cxnLst/>
                    <a:rect l="l" t="t" r="r" b="b"/>
                    <a:pathLst>
                      <a:path w="358711" h="202263" extrusionOk="0">
                        <a:moveTo>
                          <a:pt x="358616" y="0"/>
                        </a:moveTo>
                        <a:lnTo>
                          <a:pt x="358616" y="98393"/>
                        </a:lnTo>
                        <a:cubicBezTo>
                          <a:pt x="358616" y="125063"/>
                          <a:pt x="340995" y="151733"/>
                          <a:pt x="306038" y="171831"/>
                        </a:cubicBezTo>
                        <a:cubicBezTo>
                          <a:pt x="236125" y="212408"/>
                          <a:pt x="122492" y="212408"/>
                          <a:pt x="52388" y="171831"/>
                        </a:cubicBezTo>
                        <a:cubicBezTo>
                          <a:pt x="17336" y="151733"/>
                          <a:pt x="0" y="125063"/>
                          <a:pt x="0" y="98393"/>
                        </a:cubicBezTo>
                        <a:lnTo>
                          <a:pt x="0" y="0"/>
                        </a:lnTo>
                        <a:lnTo>
                          <a:pt x="35871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 name="Google Shape;321;p22"/>
                  <p:cNvSpPr/>
                  <p:nvPr/>
                </p:nvSpPr>
                <p:spPr>
                  <a:xfrm>
                    <a:off x="3727383" y="5082179"/>
                    <a:ext cx="358711" cy="110633"/>
                  </a:xfrm>
                  <a:custGeom>
                    <a:avLst/>
                    <a:gdLst/>
                    <a:ahLst/>
                    <a:cxnLst/>
                    <a:rect l="l" t="t" r="r" b="b"/>
                    <a:pathLst>
                      <a:path w="358711" h="110633" extrusionOk="0">
                        <a:moveTo>
                          <a:pt x="358711" y="0"/>
                        </a:moveTo>
                        <a:cubicBezTo>
                          <a:pt x="358711" y="26479"/>
                          <a:pt x="341090" y="52864"/>
                          <a:pt x="306133" y="73057"/>
                        </a:cubicBezTo>
                        <a:cubicBezTo>
                          <a:pt x="236220" y="113824"/>
                          <a:pt x="122587" y="113824"/>
                          <a:pt x="52483" y="73057"/>
                        </a:cubicBezTo>
                        <a:cubicBezTo>
                          <a:pt x="18288" y="53340"/>
                          <a:pt x="762" y="27622"/>
                          <a:pt x="0" y="1715"/>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0"/>
                        </a:lnTo>
                        <a:lnTo>
                          <a:pt x="358616" y="0"/>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 name="Google Shape;322;p22"/>
                  <p:cNvSpPr/>
                  <p:nvPr/>
                </p:nvSpPr>
                <p:spPr>
                  <a:xfrm>
                    <a:off x="3727383" y="5099324"/>
                    <a:ext cx="358711" cy="110632"/>
                  </a:xfrm>
                  <a:custGeom>
                    <a:avLst/>
                    <a:gdLst/>
                    <a:ahLst/>
                    <a:cxnLst/>
                    <a:rect l="l" t="t" r="r" b="b"/>
                    <a:pathLst>
                      <a:path w="358711" h="110632" extrusionOk="0">
                        <a:moveTo>
                          <a:pt x="358711" y="0"/>
                        </a:moveTo>
                        <a:cubicBezTo>
                          <a:pt x="358711" y="26479"/>
                          <a:pt x="341090" y="52959"/>
                          <a:pt x="306133" y="73057"/>
                        </a:cubicBezTo>
                        <a:cubicBezTo>
                          <a:pt x="236220" y="113729"/>
                          <a:pt x="122587" y="113729"/>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95"/>
                        </a:lnTo>
                        <a:lnTo>
                          <a:pt x="358616" y="95"/>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 name="Google Shape;323;p22"/>
                  <p:cNvSpPr/>
                  <p:nvPr/>
                </p:nvSpPr>
                <p:spPr>
                  <a:xfrm>
                    <a:off x="3727383" y="5116565"/>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 name="Google Shape;324;p22"/>
                  <p:cNvSpPr/>
                  <p:nvPr/>
                </p:nvSpPr>
                <p:spPr>
                  <a:xfrm>
                    <a:off x="3727383" y="5133709"/>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95"/>
                        </a:lnTo>
                        <a:lnTo>
                          <a:pt x="358616" y="95"/>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 name="Google Shape;325;p22"/>
                  <p:cNvSpPr/>
                  <p:nvPr/>
                </p:nvSpPr>
                <p:spPr>
                  <a:xfrm>
                    <a:off x="3727383" y="5150855"/>
                    <a:ext cx="358711" cy="110632"/>
                  </a:xfrm>
                  <a:custGeom>
                    <a:avLst/>
                    <a:gdLst/>
                    <a:ahLst/>
                    <a:cxnLst/>
                    <a:rect l="l" t="t" r="r" b="b"/>
                    <a:pathLst>
                      <a:path w="358711" h="110632" extrusionOk="0">
                        <a:moveTo>
                          <a:pt x="358711" y="0"/>
                        </a:moveTo>
                        <a:cubicBezTo>
                          <a:pt x="358711" y="26479"/>
                          <a:pt x="341090" y="52864"/>
                          <a:pt x="306133" y="73057"/>
                        </a:cubicBezTo>
                        <a:cubicBezTo>
                          <a:pt x="236220" y="113728"/>
                          <a:pt x="122587" y="113728"/>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 name="Google Shape;326;p22"/>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 name="Google Shape;327;p22"/>
                  <p:cNvSpPr/>
                  <p:nvPr/>
                </p:nvSpPr>
                <p:spPr>
                  <a:xfrm>
                    <a:off x="3741504" y="4974118"/>
                    <a:ext cx="330446" cy="190785"/>
                  </a:xfrm>
                  <a:custGeom>
                    <a:avLst/>
                    <a:gdLst/>
                    <a:ahLst/>
                    <a:cxnLst/>
                    <a:rect l="l" t="t" r="r" b="b"/>
                    <a:pathLst>
                      <a:path w="330446" h="190785" extrusionOk="0">
                        <a:moveTo>
                          <a:pt x="48363" y="162639"/>
                        </a:moveTo>
                        <a:cubicBezTo>
                          <a:pt x="112943" y="200168"/>
                          <a:pt x="217622" y="200168"/>
                          <a:pt x="282012" y="162639"/>
                        </a:cubicBezTo>
                        <a:cubicBezTo>
                          <a:pt x="346591" y="125492"/>
                          <a:pt x="346591" y="65008"/>
                          <a:pt x="282012" y="27861"/>
                        </a:cubicBezTo>
                        <a:cubicBezTo>
                          <a:pt x="217622" y="-9287"/>
                          <a:pt x="112943" y="-9287"/>
                          <a:pt x="48363" y="27861"/>
                        </a:cubicBezTo>
                        <a:cubicBezTo>
                          <a:pt x="-16121" y="65008"/>
                          <a:pt x="-16121" y="125492"/>
                          <a:pt x="48363" y="16263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22"/>
                  <p:cNvSpPr/>
                  <p:nvPr/>
                </p:nvSpPr>
                <p:spPr>
                  <a:xfrm>
                    <a:off x="3752172" y="4980190"/>
                    <a:ext cx="309014" cy="178474"/>
                  </a:xfrm>
                  <a:custGeom>
                    <a:avLst/>
                    <a:gdLst/>
                    <a:ahLst/>
                    <a:cxnLst/>
                    <a:rect l="l" t="t" r="r" b="b"/>
                    <a:pathLst>
                      <a:path w="309014" h="178474" extrusionOk="0">
                        <a:moveTo>
                          <a:pt x="45220" y="152186"/>
                        </a:moveTo>
                        <a:cubicBezTo>
                          <a:pt x="105609" y="187238"/>
                          <a:pt x="203526" y="187238"/>
                          <a:pt x="263723" y="152186"/>
                        </a:cubicBezTo>
                        <a:cubicBezTo>
                          <a:pt x="324112" y="117419"/>
                          <a:pt x="324112" y="60841"/>
                          <a:pt x="263723" y="26075"/>
                        </a:cubicBezTo>
                        <a:cubicBezTo>
                          <a:pt x="203526" y="-8692"/>
                          <a:pt x="105609" y="-8692"/>
                          <a:pt x="45220" y="26075"/>
                        </a:cubicBezTo>
                        <a:cubicBezTo>
                          <a:pt x="-15073" y="60841"/>
                          <a:pt x="-15073" y="117324"/>
                          <a:pt x="45220" y="15218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22"/>
                  <p:cNvSpPr/>
                  <p:nvPr/>
                </p:nvSpPr>
                <p:spPr>
                  <a:xfrm>
                    <a:off x="3760768" y="4985524"/>
                    <a:ext cx="291917" cy="168568"/>
                  </a:xfrm>
                  <a:custGeom>
                    <a:avLst/>
                    <a:gdLst/>
                    <a:ahLst/>
                    <a:cxnLst/>
                    <a:rect l="l" t="t" r="r" b="b"/>
                    <a:pathLst>
                      <a:path w="291917" h="168568" extrusionOk="0">
                        <a:moveTo>
                          <a:pt x="42720" y="143708"/>
                        </a:moveTo>
                        <a:cubicBezTo>
                          <a:pt x="99774" y="176855"/>
                          <a:pt x="192262" y="176855"/>
                          <a:pt x="249126" y="143708"/>
                        </a:cubicBezTo>
                        <a:cubicBezTo>
                          <a:pt x="306181" y="110847"/>
                          <a:pt x="306181" y="57507"/>
                          <a:pt x="249126" y="24646"/>
                        </a:cubicBezTo>
                        <a:cubicBezTo>
                          <a:pt x="192262" y="-8215"/>
                          <a:pt x="99774" y="-8215"/>
                          <a:pt x="42720" y="24646"/>
                        </a:cubicBezTo>
                        <a:cubicBezTo>
                          <a:pt x="-14240" y="57507"/>
                          <a:pt x="-14240" y="110847"/>
                          <a:pt x="42720" y="14370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 name="Google Shape;330;p22"/>
                  <p:cNvSpPr/>
                  <p:nvPr/>
                </p:nvSpPr>
                <p:spPr>
                  <a:xfrm>
                    <a:off x="3769793" y="4990263"/>
                    <a:ext cx="273962" cy="158257"/>
                  </a:xfrm>
                  <a:custGeom>
                    <a:avLst/>
                    <a:gdLst/>
                    <a:ahLst/>
                    <a:cxnLst/>
                    <a:rect l="l" t="t" r="r" b="b"/>
                    <a:pathLst>
                      <a:path w="273962" h="158257" extrusionOk="0">
                        <a:moveTo>
                          <a:pt x="40076" y="134969"/>
                        </a:moveTo>
                        <a:cubicBezTo>
                          <a:pt x="93607" y="166021"/>
                          <a:pt x="180475" y="166021"/>
                          <a:pt x="233815" y="134969"/>
                        </a:cubicBezTo>
                        <a:cubicBezTo>
                          <a:pt x="287346" y="104108"/>
                          <a:pt x="287346" y="54007"/>
                          <a:pt x="233815" y="23146"/>
                        </a:cubicBezTo>
                        <a:cubicBezTo>
                          <a:pt x="180475" y="-7715"/>
                          <a:pt x="93607" y="-7715"/>
                          <a:pt x="40076" y="23146"/>
                        </a:cubicBezTo>
                        <a:cubicBezTo>
                          <a:pt x="-13359" y="53912"/>
                          <a:pt x="-13359" y="104108"/>
                          <a:pt x="40076" y="13496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 name="Google Shape;331;p22"/>
                  <p:cNvSpPr/>
                  <p:nvPr/>
                </p:nvSpPr>
                <p:spPr>
                  <a:xfrm>
                    <a:off x="3777342" y="4995073"/>
                    <a:ext cx="258770" cy="149471"/>
                  </a:xfrm>
                  <a:custGeom>
                    <a:avLst/>
                    <a:gdLst/>
                    <a:ahLst/>
                    <a:cxnLst/>
                    <a:rect l="l" t="t" r="r" b="b"/>
                    <a:pathLst>
                      <a:path w="258770" h="149471" extrusionOk="0">
                        <a:moveTo>
                          <a:pt x="37862" y="127397"/>
                        </a:moveTo>
                        <a:cubicBezTo>
                          <a:pt x="88440" y="156829"/>
                          <a:pt x="170450" y="156829"/>
                          <a:pt x="220837" y="127397"/>
                        </a:cubicBezTo>
                        <a:cubicBezTo>
                          <a:pt x="271415" y="98251"/>
                          <a:pt x="271415" y="50911"/>
                          <a:pt x="220837" y="21860"/>
                        </a:cubicBezTo>
                        <a:cubicBezTo>
                          <a:pt x="170450" y="-7287"/>
                          <a:pt x="88440" y="-7287"/>
                          <a:pt x="37862" y="21860"/>
                        </a:cubicBezTo>
                        <a:cubicBezTo>
                          <a:pt x="-12621" y="51007"/>
                          <a:pt x="-12621" y="98346"/>
                          <a:pt x="37862" y="127397"/>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22"/>
                  <p:cNvSpPr/>
                  <p:nvPr/>
                </p:nvSpPr>
                <p:spPr>
                  <a:xfrm>
                    <a:off x="3784890" y="4999026"/>
                    <a:ext cx="243673" cy="140731"/>
                  </a:xfrm>
                  <a:custGeom>
                    <a:avLst/>
                    <a:gdLst/>
                    <a:ahLst/>
                    <a:cxnLst/>
                    <a:rect l="l" t="t" r="r" b="b"/>
                    <a:pathLst>
                      <a:path w="243673" h="140731" extrusionOk="0">
                        <a:moveTo>
                          <a:pt x="35647" y="120015"/>
                        </a:moveTo>
                        <a:cubicBezTo>
                          <a:pt x="83272" y="147638"/>
                          <a:pt x="160520" y="147638"/>
                          <a:pt x="207955" y="120015"/>
                        </a:cubicBezTo>
                        <a:cubicBezTo>
                          <a:pt x="255580" y="92583"/>
                          <a:pt x="255580" y="48006"/>
                          <a:pt x="207955" y="20574"/>
                        </a:cubicBezTo>
                        <a:cubicBezTo>
                          <a:pt x="160520" y="-6858"/>
                          <a:pt x="83272" y="-6858"/>
                          <a:pt x="35647" y="20574"/>
                        </a:cubicBezTo>
                        <a:cubicBezTo>
                          <a:pt x="-11882" y="48006"/>
                          <a:pt x="-11882" y="92583"/>
                          <a:pt x="35647" y="120015"/>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 name="Google Shape;333;p22"/>
                  <p:cNvSpPr/>
                  <p:nvPr/>
                </p:nvSpPr>
                <p:spPr>
                  <a:xfrm>
                    <a:off x="3791677" y="5003217"/>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 name="Google Shape;334;p22"/>
                  <p:cNvSpPr/>
                  <p:nvPr/>
                </p:nvSpPr>
                <p:spPr>
                  <a:xfrm>
                    <a:off x="3798702" y="5007098"/>
                    <a:ext cx="216074" cy="124753"/>
                  </a:xfrm>
                  <a:custGeom>
                    <a:avLst/>
                    <a:gdLst/>
                    <a:ahLst/>
                    <a:cxnLst/>
                    <a:rect l="l" t="t" r="r" b="b"/>
                    <a:pathLst>
                      <a:path w="216074" h="124753" extrusionOk="0">
                        <a:moveTo>
                          <a:pt x="31647" y="106323"/>
                        </a:moveTo>
                        <a:cubicBezTo>
                          <a:pt x="73843" y="130897"/>
                          <a:pt x="142327" y="130897"/>
                          <a:pt x="184428" y="106323"/>
                        </a:cubicBezTo>
                        <a:cubicBezTo>
                          <a:pt x="226624" y="82034"/>
                          <a:pt x="226624" y="42505"/>
                          <a:pt x="184428" y="18216"/>
                        </a:cubicBezTo>
                        <a:cubicBezTo>
                          <a:pt x="142327" y="-6072"/>
                          <a:pt x="73843" y="-6072"/>
                          <a:pt x="31647" y="18216"/>
                        </a:cubicBezTo>
                        <a:cubicBezTo>
                          <a:pt x="-10549" y="42505"/>
                          <a:pt x="-10549" y="82034"/>
                          <a:pt x="31647" y="106323"/>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22"/>
                  <p:cNvSpPr/>
                  <p:nvPr/>
                </p:nvSpPr>
                <p:spPr>
                  <a:xfrm>
                    <a:off x="3804679" y="5010765"/>
                    <a:ext cx="204097" cy="117824"/>
                  </a:xfrm>
                  <a:custGeom>
                    <a:avLst/>
                    <a:gdLst/>
                    <a:ahLst/>
                    <a:cxnLst/>
                    <a:rect l="l" t="t" r="r" b="b"/>
                    <a:pathLst>
                      <a:path w="204097" h="117824" extrusionOk="0">
                        <a:moveTo>
                          <a:pt x="29861" y="100465"/>
                        </a:moveTo>
                        <a:cubicBezTo>
                          <a:pt x="69771" y="123611"/>
                          <a:pt x="134445" y="123611"/>
                          <a:pt x="174165" y="100465"/>
                        </a:cubicBezTo>
                        <a:cubicBezTo>
                          <a:pt x="214075" y="77510"/>
                          <a:pt x="214075" y="40172"/>
                          <a:pt x="174165" y="17216"/>
                        </a:cubicBezTo>
                        <a:cubicBezTo>
                          <a:pt x="134445" y="-5739"/>
                          <a:pt x="69771" y="-5739"/>
                          <a:pt x="29861" y="17216"/>
                        </a:cubicBezTo>
                        <a:cubicBezTo>
                          <a:pt x="-9954" y="40172"/>
                          <a:pt x="-9954" y="77510"/>
                          <a:pt x="29861" y="10046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 name="Google Shape;336;p22"/>
                  <p:cNvSpPr/>
                  <p:nvPr/>
                </p:nvSpPr>
                <p:spPr>
                  <a:xfrm>
                    <a:off x="3810155" y="5013695"/>
                    <a:ext cx="193167" cy="111489"/>
                  </a:xfrm>
                  <a:custGeom>
                    <a:avLst/>
                    <a:gdLst/>
                    <a:ahLst/>
                    <a:cxnLst/>
                    <a:rect l="l" t="t" r="r" b="b"/>
                    <a:pathLst>
                      <a:path w="193167" h="111489" extrusionOk="0">
                        <a:moveTo>
                          <a:pt x="28289" y="95059"/>
                        </a:moveTo>
                        <a:cubicBezTo>
                          <a:pt x="66008" y="116967"/>
                          <a:pt x="127254" y="116967"/>
                          <a:pt x="164878" y="95059"/>
                        </a:cubicBezTo>
                        <a:cubicBezTo>
                          <a:pt x="202597" y="73342"/>
                          <a:pt x="202597" y="38005"/>
                          <a:pt x="164878" y="16288"/>
                        </a:cubicBezTo>
                        <a:cubicBezTo>
                          <a:pt x="127254" y="-5429"/>
                          <a:pt x="66103" y="-5429"/>
                          <a:pt x="28289" y="16288"/>
                        </a:cubicBezTo>
                        <a:cubicBezTo>
                          <a:pt x="-9430" y="38005"/>
                          <a:pt x="-9430" y="73342"/>
                          <a:pt x="28289" y="9505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 name="Google Shape;337;p22"/>
                  <p:cNvSpPr/>
                  <p:nvPr/>
                </p:nvSpPr>
                <p:spPr>
                  <a:xfrm>
                    <a:off x="3815537" y="5017004"/>
                    <a:ext cx="182403" cy="105251"/>
                  </a:xfrm>
                  <a:custGeom>
                    <a:avLst/>
                    <a:gdLst/>
                    <a:ahLst/>
                    <a:cxnLst/>
                    <a:rect l="l" t="t" r="r" b="b"/>
                    <a:pathLst>
                      <a:path w="182403" h="105251" extrusionOk="0">
                        <a:moveTo>
                          <a:pt x="26718" y="89749"/>
                        </a:moveTo>
                        <a:cubicBezTo>
                          <a:pt x="62341" y="110419"/>
                          <a:pt x="120158" y="110419"/>
                          <a:pt x="155686" y="89749"/>
                        </a:cubicBezTo>
                        <a:cubicBezTo>
                          <a:pt x="191310" y="69271"/>
                          <a:pt x="191310" y="35838"/>
                          <a:pt x="155686" y="15359"/>
                        </a:cubicBezTo>
                        <a:cubicBezTo>
                          <a:pt x="120158" y="-5120"/>
                          <a:pt x="62341" y="-5120"/>
                          <a:pt x="26718" y="15359"/>
                        </a:cubicBezTo>
                        <a:cubicBezTo>
                          <a:pt x="-8906" y="35933"/>
                          <a:pt x="-8906" y="69271"/>
                          <a:pt x="26718" y="8974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 name="Google Shape;338;p22"/>
                  <p:cNvSpPr/>
                  <p:nvPr/>
                </p:nvSpPr>
                <p:spPr>
                  <a:xfrm>
                    <a:off x="3820824" y="5019862"/>
                    <a:ext cx="171807" cy="99250"/>
                  </a:xfrm>
                  <a:custGeom>
                    <a:avLst/>
                    <a:gdLst/>
                    <a:ahLst/>
                    <a:cxnLst/>
                    <a:rect l="l" t="t" r="r" b="b"/>
                    <a:pathLst>
                      <a:path w="171807" h="99250" extrusionOk="0">
                        <a:moveTo>
                          <a:pt x="25146" y="84606"/>
                        </a:moveTo>
                        <a:cubicBezTo>
                          <a:pt x="58769"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 name="Google Shape;339;p22"/>
                  <p:cNvSpPr/>
                  <p:nvPr/>
                </p:nvSpPr>
                <p:spPr>
                  <a:xfrm>
                    <a:off x="3825681" y="5022743"/>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2004"/>
                          <a:pt x="138493" y="13716"/>
                        </a:cubicBezTo>
                        <a:cubicBezTo>
                          <a:pt x="106870" y="-4572"/>
                          <a:pt x="55435" y="-4572"/>
                          <a:pt x="23717" y="13716"/>
                        </a:cubicBezTo>
                        <a:cubicBezTo>
                          <a:pt x="-7906" y="32004"/>
                          <a:pt x="-7906" y="61627"/>
                          <a:pt x="23717" y="7991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 name="Google Shape;340;p22"/>
                  <p:cNvSpPr/>
                  <p:nvPr/>
                </p:nvSpPr>
                <p:spPr>
                  <a:xfrm>
                    <a:off x="3830539" y="5025505"/>
                    <a:ext cx="152304" cy="87892"/>
                  </a:xfrm>
                  <a:custGeom>
                    <a:avLst/>
                    <a:gdLst/>
                    <a:ahLst/>
                    <a:cxnLst/>
                    <a:rect l="l" t="t" r="r" b="b"/>
                    <a:pathLst>
                      <a:path w="152304" h="87892" extrusionOk="0">
                        <a:moveTo>
                          <a:pt x="22288" y="74962"/>
                        </a:moveTo>
                        <a:cubicBezTo>
                          <a:pt x="52102" y="92202"/>
                          <a:pt x="100298" y="92202"/>
                          <a:pt x="130016" y="74962"/>
                        </a:cubicBezTo>
                        <a:cubicBezTo>
                          <a:pt x="159734" y="57817"/>
                          <a:pt x="159734" y="30004"/>
                          <a:pt x="130016" y="12859"/>
                        </a:cubicBezTo>
                        <a:cubicBezTo>
                          <a:pt x="100298" y="-4286"/>
                          <a:pt x="52102" y="-4286"/>
                          <a:pt x="22288" y="12859"/>
                        </a:cubicBezTo>
                        <a:cubicBezTo>
                          <a:pt x="-7429" y="30004"/>
                          <a:pt x="-7429" y="57817"/>
                          <a:pt x="22288" y="74962"/>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 name="Google Shape;341;p22"/>
                  <p:cNvSpPr/>
                  <p:nvPr/>
                </p:nvSpPr>
                <p:spPr>
                  <a:xfrm>
                    <a:off x="3834801" y="5028125"/>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 name="Google Shape;342;p22"/>
                  <p:cNvSpPr/>
                  <p:nvPr/>
                </p:nvSpPr>
                <p:spPr>
                  <a:xfrm>
                    <a:off x="3841921" y="5032387"/>
                    <a:ext cx="129635" cy="74794"/>
                  </a:xfrm>
                  <a:custGeom>
                    <a:avLst/>
                    <a:gdLst/>
                    <a:ahLst/>
                    <a:cxnLst/>
                    <a:rect l="l" t="t" r="r" b="b"/>
                    <a:pathLst>
                      <a:path w="129635" h="74794" extrusionOk="0">
                        <a:moveTo>
                          <a:pt x="19002" y="63794"/>
                        </a:moveTo>
                        <a:cubicBezTo>
                          <a:pt x="44339" y="78462"/>
                          <a:pt x="85392" y="78462"/>
                          <a:pt x="110633" y="63794"/>
                        </a:cubicBezTo>
                        <a:cubicBezTo>
                          <a:pt x="135969" y="49220"/>
                          <a:pt x="135969" y="25503"/>
                          <a:pt x="110633" y="10930"/>
                        </a:cubicBezTo>
                        <a:cubicBezTo>
                          <a:pt x="85392" y="-3643"/>
                          <a:pt x="44339" y="-3643"/>
                          <a:pt x="19002" y="10930"/>
                        </a:cubicBezTo>
                        <a:cubicBezTo>
                          <a:pt x="-6334" y="25503"/>
                          <a:pt x="-6334" y="49220"/>
                          <a:pt x="19002" y="637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 name="Google Shape;343;p22"/>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44" name="Google Shape;344;p22"/>
                <p:cNvGrpSpPr/>
                <p:nvPr/>
              </p:nvGrpSpPr>
              <p:grpSpPr>
                <a:xfrm>
                  <a:off x="3703857" y="4939685"/>
                  <a:ext cx="405669" cy="247649"/>
                  <a:chOff x="3703857" y="4939685"/>
                  <a:chExt cx="405669" cy="247649"/>
                </a:xfrm>
              </p:grpSpPr>
              <p:sp>
                <p:nvSpPr>
                  <p:cNvPr id="345" name="Google Shape;345;p22"/>
                  <p:cNvSpPr/>
                  <p:nvPr/>
                </p:nvSpPr>
                <p:spPr>
                  <a:xfrm>
                    <a:off x="3703857" y="4953115"/>
                    <a:ext cx="405574" cy="234219"/>
                  </a:xfrm>
                  <a:custGeom>
                    <a:avLst/>
                    <a:gdLst/>
                    <a:ahLst/>
                    <a:cxnLst/>
                    <a:rect l="l" t="t" r="r" b="b"/>
                    <a:pathLst>
                      <a:path w="405574" h="234219"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824"/>
                        </a:lnTo>
                        <a:lnTo>
                          <a:pt x="0" y="117824"/>
                        </a:lnTo>
                        <a:cubicBezTo>
                          <a:pt x="381" y="147542"/>
                          <a:pt x="20098" y="177165"/>
                          <a:pt x="59341" y="199930"/>
                        </a:cubicBezTo>
                        <a:cubicBezTo>
                          <a:pt x="138589" y="245650"/>
                          <a:pt x="266986" y="245650"/>
                          <a:pt x="346138" y="199930"/>
                        </a:cubicBezTo>
                        <a:cubicBezTo>
                          <a:pt x="385763" y="177070"/>
                          <a:pt x="405574" y="147066"/>
                          <a:pt x="405574" y="117157"/>
                        </a:cubicBezTo>
                        <a:lnTo>
                          <a:pt x="405574" y="103823"/>
                        </a:lnTo>
                        <a:lnTo>
                          <a:pt x="404241" y="103823"/>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910"/>
                        </a:cubicBezTo>
                        <a:close/>
                        <a:moveTo>
                          <a:pt x="40957" y="126873"/>
                        </a:moveTo>
                        <a:cubicBezTo>
                          <a:pt x="31432" y="126873"/>
                          <a:pt x="23717" y="122396"/>
                          <a:pt x="23717" y="116967"/>
                        </a:cubicBezTo>
                        <a:cubicBezTo>
                          <a:pt x="23717" y="111538"/>
                          <a:pt x="31432" y="107061"/>
                          <a:pt x="40957" y="107061"/>
                        </a:cubicBezTo>
                        <a:lnTo>
                          <a:pt x="111062" y="107061"/>
                        </a:lnTo>
                        <a:cubicBezTo>
                          <a:pt x="120587" y="107061"/>
                          <a:pt x="128302" y="111538"/>
                          <a:pt x="128302" y="116967"/>
                        </a:cubicBezTo>
                        <a:cubicBezTo>
                          <a:pt x="128302" y="122396"/>
                          <a:pt x="120587" y="126873"/>
                          <a:pt x="111062" y="126873"/>
                        </a:cubicBezTo>
                        <a:lnTo>
                          <a:pt x="40957" y="126873"/>
                        </a:lnTo>
                        <a:close/>
                        <a:moveTo>
                          <a:pt x="150114" y="161354"/>
                        </a:moveTo>
                        <a:lnTo>
                          <a:pt x="100489" y="190024"/>
                        </a:lnTo>
                        <a:cubicBezTo>
                          <a:pt x="93726" y="193929"/>
                          <a:pt x="82867" y="193929"/>
                          <a:pt x="76105" y="190024"/>
                        </a:cubicBezTo>
                        <a:cubicBezTo>
                          <a:pt x="69342" y="186119"/>
                          <a:pt x="69342" y="179832"/>
                          <a:pt x="76105" y="176022"/>
                        </a:cubicBezTo>
                        <a:lnTo>
                          <a:pt x="125730" y="147352"/>
                        </a:lnTo>
                        <a:cubicBezTo>
                          <a:pt x="132493" y="143447"/>
                          <a:pt x="143351" y="143447"/>
                          <a:pt x="150019" y="147352"/>
                        </a:cubicBezTo>
                        <a:cubicBezTo>
                          <a:pt x="156781" y="151257"/>
                          <a:pt x="156781" y="157544"/>
                          <a:pt x="150019" y="161354"/>
                        </a:cubicBezTo>
                        <a:close/>
                        <a:moveTo>
                          <a:pt x="185547" y="23431"/>
                        </a:moveTo>
                        <a:cubicBezTo>
                          <a:pt x="185547" y="17907"/>
                          <a:pt x="193262" y="13525"/>
                          <a:pt x="202787" y="13525"/>
                        </a:cubicBezTo>
                        <a:cubicBezTo>
                          <a:pt x="212312" y="13525"/>
                          <a:pt x="220027" y="18002"/>
                          <a:pt x="220027" y="23431"/>
                        </a:cubicBezTo>
                        <a:lnTo>
                          <a:pt x="220027" y="63913"/>
                        </a:lnTo>
                        <a:cubicBezTo>
                          <a:pt x="220027" y="69437"/>
                          <a:pt x="212312" y="73819"/>
                          <a:pt x="202787" y="73819"/>
                        </a:cubicBezTo>
                        <a:cubicBezTo>
                          <a:pt x="193262" y="73819"/>
                          <a:pt x="185547" y="69342"/>
                          <a:pt x="185547" y="63913"/>
                        </a:cubicBezTo>
                        <a:lnTo>
                          <a:pt x="185547" y="23431"/>
                        </a:lnTo>
                        <a:close/>
                        <a:moveTo>
                          <a:pt x="202787" y="220218"/>
                        </a:moveTo>
                        <a:cubicBezTo>
                          <a:pt x="193262" y="220218"/>
                          <a:pt x="185547" y="215741"/>
                          <a:pt x="185547" y="210312"/>
                        </a:cubicBezTo>
                        <a:lnTo>
                          <a:pt x="185547" y="169831"/>
                        </a:lnTo>
                        <a:cubicBezTo>
                          <a:pt x="185547" y="164306"/>
                          <a:pt x="193262" y="159925"/>
                          <a:pt x="202787" y="159925"/>
                        </a:cubicBezTo>
                        <a:cubicBezTo>
                          <a:pt x="212312" y="159925"/>
                          <a:pt x="220027" y="164402"/>
                          <a:pt x="220027" y="169831"/>
                        </a:cubicBezTo>
                        <a:lnTo>
                          <a:pt x="220027" y="210312"/>
                        </a:lnTo>
                        <a:cubicBezTo>
                          <a:pt x="220027" y="215837"/>
                          <a:pt x="212312" y="220218"/>
                          <a:pt x="202787" y="220218"/>
                        </a:cubicBezTo>
                        <a:close/>
                        <a:moveTo>
                          <a:pt x="255460" y="72390"/>
                        </a:moveTo>
                        <a:lnTo>
                          <a:pt x="305086" y="43720"/>
                        </a:lnTo>
                        <a:cubicBezTo>
                          <a:pt x="311848" y="39815"/>
                          <a:pt x="322707" y="39815"/>
                          <a:pt x="329374" y="43720"/>
                        </a:cubicBezTo>
                        <a:cubicBezTo>
                          <a:pt x="336137" y="47625"/>
                          <a:pt x="336137" y="53912"/>
                          <a:pt x="329374" y="57722"/>
                        </a:cubicBezTo>
                        <a:lnTo>
                          <a:pt x="279749" y="86392"/>
                        </a:lnTo>
                        <a:cubicBezTo>
                          <a:pt x="272987" y="90297"/>
                          <a:pt x="262128" y="90297"/>
                          <a:pt x="255460" y="86392"/>
                        </a:cubicBezTo>
                        <a:cubicBezTo>
                          <a:pt x="248698" y="82487"/>
                          <a:pt x="248698" y="76200"/>
                          <a:pt x="255460" y="72390"/>
                        </a:cubicBezTo>
                        <a:close/>
                        <a:moveTo>
                          <a:pt x="329374" y="189929"/>
                        </a:moveTo>
                        <a:cubicBezTo>
                          <a:pt x="322612" y="193834"/>
                          <a:pt x="311753" y="193834"/>
                          <a:pt x="305086" y="189929"/>
                        </a:cubicBezTo>
                        <a:lnTo>
                          <a:pt x="255460" y="161258"/>
                        </a:lnTo>
                        <a:cubicBezTo>
                          <a:pt x="248698" y="157353"/>
                          <a:pt x="248698" y="151066"/>
                          <a:pt x="255460" y="147256"/>
                        </a:cubicBezTo>
                        <a:cubicBezTo>
                          <a:pt x="262223" y="143351"/>
                          <a:pt x="273082" y="143351"/>
                          <a:pt x="279749" y="147256"/>
                        </a:cubicBezTo>
                        <a:lnTo>
                          <a:pt x="329374" y="175927"/>
                        </a:lnTo>
                        <a:cubicBezTo>
                          <a:pt x="336137" y="179832"/>
                          <a:pt x="336137" y="186119"/>
                          <a:pt x="329374" y="189929"/>
                        </a:cubicBezTo>
                        <a:close/>
                        <a:moveTo>
                          <a:pt x="364617" y="126778"/>
                        </a:moveTo>
                        <a:lnTo>
                          <a:pt x="294418" y="126778"/>
                        </a:lnTo>
                        <a:cubicBezTo>
                          <a:pt x="284893" y="126778"/>
                          <a:pt x="277177" y="122301"/>
                          <a:pt x="277177" y="116872"/>
                        </a:cubicBezTo>
                        <a:cubicBezTo>
                          <a:pt x="277177" y="111442"/>
                          <a:pt x="284893" y="106966"/>
                          <a:pt x="294418" y="106966"/>
                        </a:cubicBezTo>
                        <a:lnTo>
                          <a:pt x="364617" y="106966"/>
                        </a:lnTo>
                        <a:cubicBezTo>
                          <a:pt x="374142" y="106966"/>
                          <a:pt x="381857" y="111442"/>
                          <a:pt x="381857" y="116872"/>
                        </a:cubicBezTo>
                        <a:cubicBezTo>
                          <a:pt x="381857" y="122301"/>
                          <a:pt x="374142" y="126778"/>
                          <a:pt x="364617" y="126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6" name="Google Shape;346;p22"/>
                  <p:cNvSpPr/>
                  <p:nvPr/>
                </p:nvSpPr>
                <p:spPr>
                  <a:xfrm>
                    <a:off x="3703928" y="4939685"/>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105"/>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8"/>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117"/>
                        </a:cubicBezTo>
                        <a:lnTo>
                          <a:pt x="125658" y="147447"/>
                        </a:lnTo>
                        <a:cubicBezTo>
                          <a:pt x="132421" y="143542"/>
                          <a:pt x="143280" y="143542"/>
                          <a:pt x="149947" y="147447"/>
                        </a:cubicBezTo>
                        <a:cubicBezTo>
                          <a:pt x="156710" y="151352"/>
                          <a:pt x="156710" y="157639"/>
                          <a:pt x="149947" y="161544"/>
                        </a:cubicBezTo>
                        <a:lnTo>
                          <a:pt x="100322" y="190214"/>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9"/>
                        </a:moveTo>
                        <a:cubicBezTo>
                          <a:pt x="193096" y="220409"/>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9"/>
                          <a:pt x="202621" y="220409"/>
                        </a:cubicBezTo>
                        <a:close/>
                        <a:moveTo>
                          <a:pt x="304919" y="190119"/>
                        </a:moveTo>
                        <a:lnTo>
                          <a:pt x="255294" y="161449"/>
                        </a:lnTo>
                        <a:cubicBezTo>
                          <a:pt x="248531" y="157544"/>
                          <a:pt x="248531" y="151257"/>
                          <a:pt x="255294" y="147352"/>
                        </a:cubicBezTo>
                        <a:cubicBezTo>
                          <a:pt x="262057" y="143447"/>
                          <a:pt x="272915" y="143447"/>
                          <a:pt x="279583" y="147352"/>
                        </a:cubicBezTo>
                        <a:lnTo>
                          <a:pt x="329208" y="176022"/>
                        </a:lnTo>
                        <a:cubicBezTo>
                          <a:pt x="335971" y="179927"/>
                          <a:pt x="335971" y="186214"/>
                          <a:pt x="329208" y="190024"/>
                        </a:cubicBezTo>
                        <a:cubicBezTo>
                          <a:pt x="322445" y="193929"/>
                          <a:pt x="311587" y="193929"/>
                          <a:pt x="304919"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7" name="Google Shape;347;p22"/>
                  <p:cNvSpPr/>
                  <p:nvPr/>
                </p:nvSpPr>
                <p:spPr>
                  <a:xfrm>
                    <a:off x="3849512" y="5023791"/>
                    <a:ext cx="114454" cy="46386"/>
                  </a:xfrm>
                  <a:custGeom>
                    <a:avLst/>
                    <a:gdLst/>
                    <a:ahLst/>
                    <a:cxnLst/>
                    <a:rect l="l" t="t" r="r" b="b"/>
                    <a:pathLst>
                      <a:path w="114454" h="46386" extrusionOk="0">
                        <a:moveTo>
                          <a:pt x="109615" y="46387"/>
                        </a:moveTo>
                        <a:cubicBezTo>
                          <a:pt x="106852" y="42767"/>
                          <a:pt x="102852" y="39338"/>
                          <a:pt x="97708" y="36385"/>
                        </a:cubicBezTo>
                        <a:cubicBezTo>
                          <a:pt x="75325" y="23432"/>
                          <a:pt x="39130" y="23432"/>
                          <a:pt x="16746" y="36385"/>
                        </a:cubicBezTo>
                        <a:cubicBezTo>
                          <a:pt x="11602" y="39338"/>
                          <a:pt x="7602" y="42767"/>
                          <a:pt x="4840" y="46387"/>
                        </a:cubicBezTo>
                        <a:cubicBezTo>
                          <a:pt x="-4400" y="34290"/>
                          <a:pt x="-399" y="19622"/>
                          <a:pt x="16746" y="9716"/>
                        </a:cubicBezTo>
                        <a:cubicBezTo>
                          <a:pt x="39130" y="-3239"/>
                          <a:pt x="75325" y="-3239"/>
                          <a:pt x="97708" y="9716"/>
                        </a:cubicBezTo>
                        <a:cubicBezTo>
                          <a:pt x="114853"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8" name="Google Shape;348;p22"/>
                  <p:cNvSpPr/>
                  <p:nvPr/>
                </p:nvSpPr>
                <p:spPr>
                  <a:xfrm>
                    <a:off x="3854351" y="5050461"/>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49" name="Google Shape;349;p22"/>
              <p:cNvGrpSpPr/>
              <p:nvPr/>
            </p:nvGrpSpPr>
            <p:grpSpPr>
              <a:xfrm>
                <a:off x="8259786" y="4281703"/>
                <a:ext cx="639951" cy="559831"/>
                <a:chOff x="3638372" y="4678414"/>
                <a:chExt cx="422243" cy="369379"/>
              </a:xfrm>
            </p:grpSpPr>
            <p:sp>
              <p:nvSpPr>
                <p:cNvPr id="350" name="Google Shape;350;p22"/>
                <p:cNvSpPr/>
                <p:nvPr/>
              </p:nvSpPr>
              <p:spPr>
                <a:xfrm>
                  <a:off x="3638372" y="4804049"/>
                  <a:ext cx="422243" cy="243744"/>
                </a:xfrm>
                <a:custGeom>
                  <a:avLst/>
                  <a:gdLst/>
                  <a:ahLst/>
                  <a:cxnLst/>
                  <a:rect l="l" t="t" r="r" b="b"/>
                  <a:pathLst>
                    <a:path w="422243" h="243744" extrusionOk="0">
                      <a:moveTo>
                        <a:pt x="360378" y="208026"/>
                      </a:moveTo>
                      <a:cubicBezTo>
                        <a:pt x="277987" y="255651"/>
                        <a:pt x="144351" y="255651"/>
                        <a:pt x="61865" y="208026"/>
                      </a:cubicBezTo>
                      <a:cubicBezTo>
                        <a:pt x="-20622" y="160401"/>
                        <a:pt x="-20622" y="83248"/>
                        <a:pt x="61865" y="35719"/>
                      </a:cubicBezTo>
                      <a:cubicBezTo>
                        <a:pt x="144256" y="-11906"/>
                        <a:pt x="277987" y="-11906"/>
                        <a:pt x="360378" y="35719"/>
                      </a:cubicBezTo>
                      <a:cubicBezTo>
                        <a:pt x="442865" y="83344"/>
                        <a:pt x="442865"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51" name="Google Shape;351;p22"/>
                <p:cNvGrpSpPr/>
                <p:nvPr/>
              </p:nvGrpSpPr>
              <p:grpSpPr>
                <a:xfrm>
                  <a:off x="3646611" y="4791857"/>
                  <a:ext cx="405669" cy="247459"/>
                  <a:chOff x="3646611" y="4791857"/>
                  <a:chExt cx="405669" cy="247459"/>
                </a:xfrm>
              </p:grpSpPr>
              <p:sp>
                <p:nvSpPr>
                  <p:cNvPr id="352" name="Google Shape;352;p22"/>
                  <p:cNvSpPr/>
                  <p:nvPr/>
                </p:nvSpPr>
                <p:spPr>
                  <a:xfrm>
                    <a:off x="3646611" y="4805192"/>
                    <a:ext cx="405574" cy="234124"/>
                  </a:xfrm>
                  <a:custGeom>
                    <a:avLst/>
                    <a:gdLst/>
                    <a:ahLst/>
                    <a:cxnLst/>
                    <a:rect l="l" t="t" r="r" b="b"/>
                    <a:pathLst>
                      <a:path w="405574" h="234124" extrusionOk="0">
                        <a:moveTo>
                          <a:pt x="404336" y="103727"/>
                        </a:moveTo>
                        <a:cubicBezTo>
                          <a:pt x="399288" y="78296"/>
                          <a:pt x="379952" y="53721"/>
                          <a:pt x="346234" y="34290"/>
                        </a:cubicBezTo>
                        <a:cubicBezTo>
                          <a:pt x="267081" y="-11430"/>
                          <a:pt x="138684" y="-11430"/>
                          <a:pt x="59436" y="34290"/>
                        </a:cubicBezTo>
                        <a:cubicBezTo>
                          <a:pt x="25527" y="53912"/>
                          <a:pt x="6096" y="78677"/>
                          <a:pt x="1238" y="104299"/>
                        </a:cubicBezTo>
                        <a:lnTo>
                          <a:pt x="0" y="103823"/>
                        </a:lnTo>
                        <a:lnTo>
                          <a:pt x="0" y="117824"/>
                        </a:lnTo>
                        <a:lnTo>
                          <a:pt x="0" y="117824"/>
                        </a:lnTo>
                        <a:cubicBezTo>
                          <a:pt x="286" y="147542"/>
                          <a:pt x="20098" y="177165"/>
                          <a:pt x="59341" y="199834"/>
                        </a:cubicBezTo>
                        <a:cubicBezTo>
                          <a:pt x="138589" y="245555"/>
                          <a:pt x="266986" y="245555"/>
                          <a:pt x="346138" y="199834"/>
                        </a:cubicBezTo>
                        <a:cubicBezTo>
                          <a:pt x="385763" y="176974"/>
                          <a:pt x="405574" y="146971"/>
                          <a:pt x="405574" y="117062"/>
                        </a:cubicBezTo>
                        <a:lnTo>
                          <a:pt x="405574" y="103727"/>
                        </a:lnTo>
                        <a:lnTo>
                          <a:pt x="404241" y="103727"/>
                        </a:lnTo>
                        <a:close/>
                        <a:moveTo>
                          <a:pt x="76295" y="43910"/>
                        </a:moveTo>
                        <a:cubicBezTo>
                          <a:pt x="83058" y="40005"/>
                          <a:pt x="93916"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1053" y="126968"/>
                        </a:moveTo>
                        <a:cubicBezTo>
                          <a:pt x="31528" y="126968"/>
                          <a:pt x="23813" y="122491"/>
                          <a:pt x="23813" y="117062"/>
                        </a:cubicBezTo>
                        <a:cubicBezTo>
                          <a:pt x="23813" y="111633"/>
                          <a:pt x="31528" y="107156"/>
                          <a:pt x="41053" y="107156"/>
                        </a:cubicBezTo>
                        <a:lnTo>
                          <a:pt x="111252" y="107156"/>
                        </a:lnTo>
                        <a:cubicBezTo>
                          <a:pt x="120777" y="107156"/>
                          <a:pt x="128492" y="111633"/>
                          <a:pt x="128492" y="117062"/>
                        </a:cubicBezTo>
                        <a:cubicBezTo>
                          <a:pt x="128492" y="122491"/>
                          <a:pt x="120777" y="126968"/>
                          <a:pt x="111252" y="126968"/>
                        </a:cubicBezTo>
                        <a:lnTo>
                          <a:pt x="41148" y="126968"/>
                        </a:lnTo>
                        <a:close/>
                        <a:moveTo>
                          <a:pt x="150209" y="161449"/>
                        </a:moveTo>
                        <a:lnTo>
                          <a:pt x="100584" y="190119"/>
                        </a:lnTo>
                        <a:cubicBezTo>
                          <a:pt x="93916" y="194024"/>
                          <a:pt x="82963" y="194024"/>
                          <a:pt x="76295" y="190119"/>
                        </a:cubicBezTo>
                        <a:cubicBezTo>
                          <a:pt x="69532" y="186214"/>
                          <a:pt x="69532" y="179927"/>
                          <a:pt x="76295" y="176117"/>
                        </a:cubicBezTo>
                        <a:lnTo>
                          <a:pt x="125921" y="147447"/>
                        </a:lnTo>
                        <a:cubicBezTo>
                          <a:pt x="132588" y="143542"/>
                          <a:pt x="143542" y="143542"/>
                          <a:pt x="150209" y="147447"/>
                        </a:cubicBezTo>
                        <a:cubicBezTo>
                          <a:pt x="156972" y="151352"/>
                          <a:pt x="156972" y="157639"/>
                          <a:pt x="150209" y="161544"/>
                        </a:cubicBezTo>
                        <a:close/>
                        <a:moveTo>
                          <a:pt x="185642" y="23527"/>
                        </a:moveTo>
                        <a:cubicBezTo>
                          <a:pt x="185642" y="18002"/>
                          <a:pt x="193357" y="13621"/>
                          <a:pt x="202882" y="13621"/>
                        </a:cubicBezTo>
                        <a:cubicBezTo>
                          <a:pt x="212407" y="13621"/>
                          <a:pt x="220123" y="18098"/>
                          <a:pt x="220123" y="23527"/>
                        </a:cubicBezTo>
                        <a:lnTo>
                          <a:pt x="220123" y="64008"/>
                        </a:lnTo>
                        <a:cubicBezTo>
                          <a:pt x="220123" y="69532"/>
                          <a:pt x="212407" y="73914"/>
                          <a:pt x="202882" y="73914"/>
                        </a:cubicBezTo>
                        <a:cubicBezTo>
                          <a:pt x="193357" y="73914"/>
                          <a:pt x="185642" y="69437"/>
                          <a:pt x="185642" y="64008"/>
                        </a:cubicBezTo>
                        <a:lnTo>
                          <a:pt x="185642" y="23527"/>
                        </a:lnTo>
                        <a:close/>
                        <a:moveTo>
                          <a:pt x="202882" y="220313"/>
                        </a:moveTo>
                        <a:cubicBezTo>
                          <a:pt x="193357" y="220313"/>
                          <a:pt x="185642" y="215837"/>
                          <a:pt x="185642" y="210407"/>
                        </a:cubicBezTo>
                        <a:lnTo>
                          <a:pt x="185642" y="169926"/>
                        </a:lnTo>
                        <a:cubicBezTo>
                          <a:pt x="185642" y="164497"/>
                          <a:pt x="193357" y="160020"/>
                          <a:pt x="202882" y="160020"/>
                        </a:cubicBezTo>
                        <a:cubicBezTo>
                          <a:pt x="212407" y="160020"/>
                          <a:pt x="220123" y="164497"/>
                          <a:pt x="220123" y="169926"/>
                        </a:cubicBezTo>
                        <a:lnTo>
                          <a:pt x="220123" y="210407"/>
                        </a:lnTo>
                        <a:cubicBezTo>
                          <a:pt x="220123" y="215932"/>
                          <a:pt x="212407" y="220313"/>
                          <a:pt x="202882" y="220313"/>
                        </a:cubicBezTo>
                        <a:close/>
                        <a:moveTo>
                          <a:pt x="255556" y="72485"/>
                        </a:moveTo>
                        <a:lnTo>
                          <a:pt x="305181" y="43815"/>
                        </a:lnTo>
                        <a:cubicBezTo>
                          <a:pt x="311944" y="39910"/>
                          <a:pt x="322802" y="39910"/>
                          <a:pt x="329470" y="43815"/>
                        </a:cubicBezTo>
                        <a:cubicBezTo>
                          <a:pt x="336232" y="47720"/>
                          <a:pt x="336232" y="54007"/>
                          <a:pt x="329470" y="57912"/>
                        </a:cubicBezTo>
                        <a:lnTo>
                          <a:pt x="279845" y="86582"/>
                        </a:lnTo>
                        <a:cubicBezTo>
                          <a:pt x="273082" y="90488"/>
                          <a:pt x="262223" y="90488"/>
                          <a:pt x="255461" y="86582"/>
                        </a:cubicBezTo>
                        <a:cubicBezTo>
                          <a:pt x="248698" y="82677"/>
                          <a:pt x="248698" y="76390"/>
                          <a:pt x="255461" y="72581"/>
                        </a:cubicBezTo>
                        <a:close/>
                        <a:moveTo>
                          <a:pt x="329470" y="190024"/>
                        </a:moveTo>
                        <a:cubicBezTo>
                          <a:pt x="322802" y="193929"/>
                          <a:pt x="311848" y="193929"/>
                          <a:pt x="305181" y="190024"/>
                        </a:cubicBezTo>
                        <a:lnTo>
                          <a:pt x="255556" y="161354"/>
                        </a:lnTo>
                        <a:cubicBezTo>
                          <a:pt x="248793" y="157448"/>
                          <a:pt x="248793" y="151162"/>
                          <a:pt x="255556" y="147256"/>
                        </a:cubicBezTo>
                        <a:cubicBezTo>
                          <a:pt x="262319" y="143351"/>
                          <a:pt x="273177" y="143351"/>
                          <a:pt x="279940" y="147256"/>
                        </a:cubicBezTo>
                        <a:lnTo>
                          <a:pt x="329565" y="175927"/>
                        </a:lnTo>
                        <a:cubicBezTo>
                          <a:pt x="336328" y="179832"/>
                          <a:pt x="336328" y="186119"/>
                          <a:pt x="329565" y="189929"/>
                        </a:cubicBezTo>
                        <a:close/>
                        <a:moveTo>
                          <a:pt x="364712" y="126873"/>
                        </a:moveTo>
                        <a:lnTo>
                          <a:pt x="294513" y="126873"/>
                        </a:lnTo>
                        <a:cubicBezTo>
                          <a:pt x="284988" y="126873"/>
                          <a:pt x="277368" y="122396"/>
                          <a:pt x="277368" y="116967"/>
                        </a:cubicBezTo>
                        <a:cubicBezTo>
                          <a:pt x="277368" y="111538"/>
                          <a:pt x="285083" y="107061"/>
                          <a:pt x="294513" y="107061"/>
                        </a:cubicBezTo>
                        <a:lnTo>
                          <a:pt x="364712" y="107061"/>
                        </a:lnTo>
                        <a:cubicBezTo>
                          <a:pt x="374237" y="107061"/>
                          <a:pt x="381953" y="111538"/>
                          <a:pt x="381953" y="116967"/>
                        </a:cubicBezTo>
                        <a:cubicBezTo>
                          <a:pt x="381953" y="122396"/>
                          <a:pt x="374237" y="126873"/>
                          <a:pt x="364712"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3" name="Google Shape;353;p22"/>
                  <p:cNvSpPr/>
                  <p:nvPr/>
                </p:nvSpPr>
                <p:spPr>
                  <a:xfrm>
                    <a:off x="3646611" y="4791857"/>
                    <a:ext cx="405669" cy="234219"/>
                  </a:xfrm>
                  <a:custGeom>
                    <a:avLst/>
                    <a:gdLst/>
                    <a:ahLst/>
                    <a:cxnLst/>
                    <a:rect l="l" t="t" r="r" b="b"/>
                    <a:pathLst>
                      <a:path w="405669" h="234219" extrusionOk="0">
                        <a:moveTo>
                          <a:pt x="346234" y="34290"/>
                        </a:moveTo>
                        <a:cubicBezTo>
                          <a:pt x="267081" y="-11430"/>
                          <a:pt x="138684" y="-11430"/>
                          <a:pt x="59436" y="34290"/>
                        </a:cubicBezTo>
                        <a:cubicBezTo>
                          <a:pt x="-19812" y="80010"/>
                          <a:pt x="-19812" y="154115"/>
                          <a:pt x="59436" y="199930"/>
                        </a:cubicBezTo>
                        <a:cubicBezTo>
                          <a:pt x="138684" y="245650"/>
                          <a:pt x="267081" y="245650"/>
                          <a:pt x="346234" y="199930"/>
                        </a:cubicBezTo>
                        <a:cubicBezTo>
                          <a:pt x="425482" y="154210"/>
                          <a:pt x="425482" y="80010"/>
                          <a:pt x="346234" y="34290"/>
                        </a:cubicBezTo>
                        <a:close/>
                        <a:moveTo>
                          <a:pt x="76200" y="58007"/>
                        </a:moveTo>
                        <a:cubicBezTo>
                          <a:pt x="69437" y="54102"/>
                          <a:pt x="69437" y="47816"/>
                          <a:pt x="76200" y="44006"/>
                        </a:cubicBezTo>
                        <a:cubicBezTo>
                          <a:pt x="82963" y="40100"/>
                          <a:pt x="93821" y="40100"/>
                          <a:pt x="100489" y="44006"/>
                        </a:cubicBezTo>
                        <a:lnTo>
                          <a:pt x="150114" y="72676"/>
                        </a:lnTo>
                        <a:cubicBezTo>
                          <a:pt x="156877" y="76581"/>
                          <a:pt x="156877" y="82867"/>
                          <a:pt x="150114" y="86773"/>
                        </a:cubicBezTo>
                        <a:cubicBezTo>
                          <a:pt x="143351" y="90678"/>
                          <a:pt x="132493" y="90678"/>
                          <a:pt x="125825" y="86773"/>
                        </a:cubicBezTo>
                        <a:lnTo>
                          <a:pt x="76200" y="58102"/>
                        </a:lnTo>
                        <a:close/>
                        <a:moveTo>
                          <a:pt x="111061" y="126968"/>
                        </a:moveTo>
                        <a:lnTo>
                          <a:pt x="40957" y="126968"/>
                        </a:lnTo>
                        <a:cubicBezTo>
                          <a:pt x="31432" y="126968"/>
                          <a:pt x="23717" y="122492"/>
                          <a:pt x="23717" y="117062"/>
                        </a:cubicBezTo>
                        <a:cubicBezTo>
                          <a:pt x="23717" y="111633"/>
                          <a:pt x="31432" y="107156"/>
                          <a:pt x="40957" y="107156"/>
                        </a:cubicBezTo>
                        <a:lnTo>
                          <a:pt x="111157" y="107156"/>
                        </a:lnTo>
                        <a:cubicBezTo>
                          <a:pt x="120682" y="107156"/>
                          <a:pt x="128397" y="111633"/>
                          <a:pt x="128397" y="117062"/>
                        </a:cubicBezTo>
                        <a:cubicBezTo>
                          <a:pt x="128397" y="122492"/>
                          <a:pt x="120682" y="126968"/>
                          <a:pt x="111157" y="126968"/>
                        </a:cubicBezTo>
                        <a:close/>
                        <a:moveTo>
                          <a:pt x="202787" y="74009"/>
                        </a:moveTo>
                        <a:cubicBezTo>
                          <a:pt x="193262" y="74009"/>
                          <a:pt x="185547" y="69533"/>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628"/>
                          <a:pt x="212312" y="74009"/>
                          <a:pt x="202787" y="74009"/>
                        </a:cubicBezTo>
                        <a:close/>
                        <a:moveTo>
                          <a:pt x="100489" y="190119"/>
                        </a:moveTo>
                        <a:cubicBezTo>
                          <a:pt x="93821" y="194024"/>
                          <a:pt x="82868" y="194024"/>
                          <a:pt x="76200" y="190119"/>
                        </a:cubicBezTo>
                        <a:cubicBezTo>
                          <a:pt x="69437" y="186214"/>
                          <a:pt x="69437" y="179927"/>
                          <a:pt x="76200" y="176117"/>
                        </a:cubicBezTo>
                        <a:lnTo>
                          <a:pt x="125825" y="147447"/>
                        </a:lnTo>
                        <a:cubicBezTo>
                          <a:pt x="132493" y="143542"/>
                          <a:pt x="143446" y="143542"/>
                          <a:pt x="150114" y="147447"/>
                        </a:cubicBezTo>
                        <a:cubicBezTo>
                          <a:pt x="156877" y="151352"/>
                          <a:pt x="156877" y="157639"/>
                          <a:pt x="150114" y="161544"/>
                        </a:cubicBezTo>
                        <a:lnTo>
                          <a:pt x="100489" y="190214"/>
                        </a:lnTo>
                        <a:close/>
                        <a:moveTo>
                          <a:pt x="279749" y="86582"/>
                        </a:moveTo>
                        <a:cubicBezTo>
                          <a:pt x="272986" y="90488"/>
                          <a:pt x="262128" y="90488"/>
                          <a:pt x="255365" y="86582"/>
                        </a:cubicBezTo>
                        <a:cubicBezTo>
                          <a:pt x="248602" y="82677"/>
                          <a:pt x="248602" y="76391"/>
                          <a:pt x="255365" y="72485"/>
                        </a:cubicBezTo>
                        <a:lnTo>
                          <a:pt x="304990" y="43815"/>
                        </a:lnTo>
                        <a:cubicBezTo>
                          <a:pt x="311753" y="39910"/>
                          <a:pt x="322612" y="39910"/>
                          <a:pt x="329279" y="43815"/>
                        </a:cubicBezTo>
                        <a:cubicBezTo>
                          <a:pt x="336042" y="47720"/>
                          <a:pt x="336042" y="54007"/>
                          <a:pt x="329279" y="57817"/>
                        </a:cubicBezTo>
                        <a:lnTo>
                          <a:pt x="279654" y="86487"/>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9"/>
                        </a:moveTo>
                        <a:cubicBezTo>
                          <a:pt x="193167" y="220409"/>
                          <a:pt x="185452" y="215932"/>
                          <a:pt x="185452" y="210502"/>
                        </a:cubicBezTo>
                        <a:lnTo>
                          <a:pt x="185452" y="170021"/>
                        </a:lnTo>
                        <a:cubicBezTo>
                          <a:pt x="185452" y="164497"/>
                          <a:pt x="193167" y="160115"/>
                          <a:pt x="202692" y="160115"/>
                        </a:cubicBezTo>
                        <a:cubicBezTo>
                          <a:pt x="212217" y="160115"/>
                          <a:pt x="219932" y="164592"/>
                          <a:pt x="219932" y="170021"/>
                        </a:cubicBezTo>
                        <a:lnTo>
                          <a:pt x="219932" y="210502"/>
                        </a:lnTo>
                        <a:cubicBezTo>
                          <a:pt x="219932" y="216027"/>
                          <a:pt x="212217" y="220409"/>
                          <a:pt x="202692" y="220409"/>
                        </a:cubicBezTo>
                        <a:close/>
                        <a:moveTo>
                          <a:pt x="304990" y="190119"/>
                        </a:moveTo>
                        <a:lnTo>
                          <a:pt x="255365" y="161449"/>
                        </a:lnTo>
                        <a:cubicBezTo>
                          <a:pt x="248602" y="157543"/>
                          <a:pt x="248602" y="151257"/>
                          <a:pt x="255365" y="147352"/>
                        </a:cubicBezTo>
                        <a:cubicBezTo>
                          <a:pt x="262128" y="143447"/>
                          <a:pt x="272986" y="143447"/>
                          <a:pt x="279749" y="147352"/>
                        </a:cubicBezTo>
                        <a:lnTo>
                          <a:pt x="329374" y="176022"/>
                        </a:lnTo>
                        <a:cubicBezTo>
                          <a:pt x="336137" y="179927"/>
                          <a:pt x="336137" y="186214"/>
                          <a:pt x="329374" y="190024"/>
                        </a:cubicBezTo>
                        <a:cubicBezTo>
                          <a:pt x="322707" y="193929"/>
                          <a:pt x="311753" y="193929"/>
                          <a:pt x="305086"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4" name="Google Shape;354;p22"/>
                  <p:cNvSpPr/>
                  <p:nvPr/>
                </p:nvSpPr>
                <p:spPr>
                  <a:xfrm>
                    <a:off x="3792266" y="4875939"/>
                    <a:ext cx="114454" cy="46315"/>
                  </a:xfrm>
                  <a:custGeom>
                    <a:avLst/>
                    <a:gdLst/>
                    <a:ahLst/>
                    <a:cxnLst/>
                    <a:rect l="l" t="t" r="r" b="b"/>
                    <a:pathLst>
                      <a:path w="114454" h="46315" extrusionOk="0">
                        <a:moveTo>
                          <a:pt x="109615" y="46315"/>
                        </a:moveTo>
                        <a:cubicBezTo>
                          <a:pt x="106853" y="42696"/>
                          <a:pt x="102852" y="39267"/>
                          <a:pt x="97708" y="36314"/>
                        </a:cubicBezTo>
                        <a:cubicBezTo>
                          <a:pt x="75325" y="23360"/>
                          <a:pt x="39130" y="23360"/>
                          <a:pt x="16746" y="36314"/>
                        </a:cubicBezTo>
                        <a:cubicBezTo>
                          <a:pt x="11603" y="39267"/>
                          <a:pt x="7602" y="42696"/>
                          <a:pt x="4840" y="46315"/>
                        </a:cubicBezTo>
                        <a:cubicBezTo>
                          <a:pt x="-4400" y="34218"/>
                          <a:pt x="-399" y="19550"/>
                          <a:pt x="16746" y="9644"/>
                        </a:cubicBezTo>
                        <a:cubicBezTo>
                          <a:pt x="39130" y="-3215"/>
                          <a:pt x="75325" y="-3215"/>
                          <a:pt x="97708" y="9644"/>
                        </a:cubicBezTo>
                        <a:cubicBezTo>
                          <a:pt x="114854"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5" name="Google Shape;355;p22"/>
                  <p:cNvSpPr/>
                  <p:nvPr/>
                </p:nvSpPr>
                <p:spPr>
                  <a:xfrm>
                    <a:off x="3797106" y="4902538"/>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56" name="Google Shape;356;p22"/>
                <p:cNvGrpSpPr/>
                <p:nvPr/>
              </p:nvGrpSpPr>
              <p:grpSpPr>
                <a:xfrm>
                  <a:off x="3670114" y="4704608"/>
                  <a:ext cx="358735" cy="305800"/>
                  <a:chOff x="3670114" y="4704608"/>
                  <a:chExt cx="358735" cy="305800"/>
                </a:xfrm>
              </p:grpSpPr>
              <p:sp>
                <p:nvSpPr>
                  <p:cNvPr id="357" name="Google Shape;357;p22"/>
                  <p:cNvSpPr/>
                  <p:nvPr/>
                </p:nvSpPr>
                <p:spPr>
                  <a:xfrm>
                    <a:off x="3670138" y="4808145"/>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1" y="212407"/>
                          <a:pt x="52388" y="171831"/>
                        </a:cubicBezTo>
                        <a:cubicBezTo>
                          <a:pt x="17336" y="151733"/>
                          <a:pt x="0" y="125063"/>
                          <a:pt x="0" y="98393"/>
                        </a:cubicBezTo>
                        <a:lnTo>
                          <a:pt x="0" y="0"/>
                        </a:lnTo>
                        <a:lnTo>
                          <a:pt x="3587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8" name="Google Shape;358;p22"/>
                  <p:cNvSpPr/>
                  <p:nvPr/>
                </p:nvSpPr>
                <p:spPr>
                  <a:xfrm>
                    <a:off x="3670138" y="4820908"/>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622"/>
                          <a:pt x="0" y="1714"/>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9" name="Google Shape;359;p22"/>
                  <p:cNvSpPr/>
                  <p:nvPr/>
                </p:nvSpPr>
                <p:spPr>
                  <a:xfrm>
                    <a:off x="3670138" y="4838053"/>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0" name="Google Shape;360;p22"/>
                  <p:cNvSpPr/>
                  <p:nvPr/>
                </p:nvSpPr>
                <p:spPr>
                  <a:xfrm>
                    <a:off x="3670138" y="4855294"/>
                    <a:ext cx="358711" cy="110632"/>
                  </a:xfrm>
                  <a:custGeom>
                    <a:avLst/>
                    <a:gdLst/>
                    <a:ahLst/>
                    <a:cxnLst/>
                    <a:rect l="l" t="t" r="r" b="b"/>
                    <a:pathLst>
                      <a:path w="358711" h="110632" extrusionOk="0">
                        <a:moveTo>
                          <a:pt x="358712" y="0"/>
                        </a:moveTo>
                        <a:cubicBezTo>
                          <a:pt x="358712" y="26479"/>
                          <a:pt x="341090" y="52864"/>
                          <a:pt x="306133" y="73057"/>
                        </a:cubicBezTo>
                        <a:cubicBezTo>
                          <a:pt x="236220" y="113728"/>
                          <a:pt x="122587" y="113728"/>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95"/>
                        </a:lnTo>
                        <a:lnTo>
                          <a:pt x="358712" y="95"/>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1" name="Google Shape;361;p22"/>
                  <p:cNvSpPr/>
                  <p:nvPr/>
                </p:nvSpPr>
                <p:spPr>
                  <a:xfrm>
                    <a:off x="3670138" y="4872439"/>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0"/>
                        </a:lnTo>
                        <a:lnTo>
                          <a:pt x="358712"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2" name="Google Shape;362;p22"/>
                  <p:cNvSpPr/>
                  <p:nvPr/>
                </p:nvSpPr>
                <p:spPr>
                  <a:xfrm>
                    <a:off x="3670138" y="4889584"/>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0"/>
                        </a:lnTo>
                        <a:lnTo>
                          <a:pt x="358712"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3" name="Google Shape;363;p22"/>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4" name="Google Shape;364;p22"/>
                  <p:cNvSpPr/>
                  <p:nvPr/>
                </p:nvSpPr>
                <p:spPr>
                  <a:xfrm>
                    <a:off x="3684259" y="4712752"/>
                    <a:ext cx="330445" cy="190881"/>
                  </a:xfrm>
                  <a:custGeom>
                    <a:avLst/>
                    <a:gdLst/>
                    <a:ahLst/>
                    <a:cxnLst/>
                    <a:rect l="l" t="t" r="r" b="b"/>
                    <a:pathLst>
                      <a:path w="330445" h="190881" extrusionOk="0">
                        <a:moveTo>
                          <a:pt x="48363" y="162735"/>
                        </a:moveTo>
                        <a:cubicBezTo>
                          <a:pt x="112943" y="200263"/>
                          <a:pt x="217622" y="200263"/>
                          <a:pt x="282011" y="162735"/>
                        </a:cubicBezTo>
                        <a:cubicBezTo>
                          <a:pt x="346591" y="125492"/>
                          <a:pt x="346591" y="65103"/>
                          <a:pt x="282011" y="27861"/>
                        </a:cubicBezTo>
                        <a:cubicBezTo>
                          <a:pt x="217622" y="-9287"/>
                          <a:pt x="112943" y="-9287"/>
                          <a:pt x="48363" y="27861"/>
                        </a:cubicBezTo>
                        <a:cubicBezTo>
                          <a:pt x="-16121" y="65008"/>
                          <a:pt x="-16121" y="125492"/>
                          <a:pt x="48363" y="16273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5" name="Google Shape;365;p22"/>
                  <p:cNvSpPr/>
                  <p:nvPr/>
                </p:nvSpPr>
                <p:spPr>
                  <a:xfrm>
                    <a:off x="3694927" y="4718920"/>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6" name="Google Shape;366;p22"/>
                  <p:cNvSpPr/>
                  <p:nvPr/>
                </p:nvSpPr>
                <p:spPr>
                  <a:xfrm>
                    <a:off x="3703523" y="4724253"/>
                    <a:ext cx="291917" cy="168568"/>
                  </a:xfrm>
                  <a:custGeom>
                    <a:avLst/>
                    <a:gdLst/>
                    <a:ahLst/>
                    <a:cxnLst/>
                    <a:rect l="l" t="t" r="r" b="b"/>
                    <a:pathLst>
                      <a:path w="291917" h="168568" extrusionOk="0">
                        <a:moveTo>
                          <a:pt x="42719" y="143709"/>
                        </a:moveTo>
                        <a:cubicBezTo>
                          <a:pt x="99774" y="176856"/>
                          <a:pt x="192262" y="176856"/>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7" name="Google Shape;367;p22"/>
                  <p:cNvSpPr/>
                  <p:nvPr/>
                </p:nvSpPr>
                <p:spPr>
                  <a:xfrm>
                    <a:off x="3712548" y="4729087"/>
                    <a:ext cx="273962" cy="158234"/>
                  </a:xfrm>
                  <a:custGeom>
                    <a:avLst/>
                    <a:gdLst/>
                    <a:ahLst/>
                    <a:cxnLst/>
                    <a:rect l="l" t="t" r="r" b="b"/>
                    <a:pathLst>
                      <a:path w="273962" h="158234" extrusionOk="0">
                        <a:moveTo>
                          <a:pt x="40077" y="134874"/>
                        </a:moveTo>
                        <a:cubicBezTo>
                          <a:pt x="93607" y="166021"/>
                          <a:pt x="180475" y="166021"/>
                          <a:pt x="233815" y="134874"/>
                        </a:cubicBezTo>
                        <a:cubicBezTo>
                          <a:pt x="287345" y="104013"/>
                          <a:pt x="287345" y="53911"/>
                          <a:pt x="233815" y="23146"/>
                        </a:cubicBezTo>
                        <a:cubicBezTo>
                          <a:pt x="180475" y="-7715"/>
                          <a:pt x="93607" y="-7715"/>
                          <a:pt x="40077" y="23146"/>
                        </a:cubicBezTo>
                        <a:cubicBezTo>
                          <a:pt x="-13359" y="54007"/>
                          <a:pt x="-13359" y="104108"/>
                          <a:pt x="40077" y="13487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8" name="Google Shape;368;p22"/>
                  <p:cNvSpPr/>
                  <p:nvPr/>
                </p:nvSpPr>
                <p:spPr>
                  <a:xfrm>
                    <a:off x="3720097" y="4733802"/>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9" name="Google Shape;369;p22"/>
                  <p:cNvSpPr/>
                  <p:nvPr/>
                </p:nvSpPr>
                <p:spPr>
                  <a:xfrm>
                    <a:off x="3727645" y="4737755"/>
                    <a:ext cx="243673" cy="140731"/>
                  </a:xfrm>
                  <a:custGeom>
                    <a:avLst/>
                    <a:gdLst/>
                    <a:ahLst/>
                    <a:cxnLst/>
                    <a:rect l="l" t="t" r="r" b="b"/>
                    <a:pathLst>
                      <a:path w="243673" h="140731" extrusionOk="0">
                        <a:moveTo>
                          <a:pt x="35647" y="120015"/>
                        </a:moveTo>
                        <a:cubicBezTo>
                          <a:pt x="83272" y="147638"/>
                          <a:pt x="160520" y="147638"/>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0" name="Google Shape;370;p22"/>
                  <p:cNvSpPr/>
                  <p:nvPr/>
                </p:nvSpPr>
                <p:spPr>
                  <a:xfrm>
                    <a:off x="3734337" y="4741946"/>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 name="Google Shape;371;p22"/>
                  <p:cNvSpPr/>
                  <p:nvPr/>
                </p:nvSpPr>
                <p:spPr>
                  <a:xfrm>
                    <a:off x="3741456" y="4745828"/>
                    <a:ext cx="216074" cy="124753"/>
                  </a:xfrm>
                  <a:custGeom>
                    <a:avLst/>
                    <a:gdLst/>
                    <a:ahLst/>
                    <a:cxnLst/>
                    <a:rect l="l" t="t" r="r" b="b"/>
                    <a:pathLst>
                      <a:path w="216074" h="124753" extrusionOk="0">
                        <a:moveTo>
                          <a:pt x="31647" y="106323"/>
                        </a:moveTo>
                        <a:cubicBezTo>
                          <a:pt x="73938" y="130897"/>
                          <a:pt x="142327" y="130897"/>
                          <a:pt x="184428" y="106323"/>
                        </a:cubicBezTo>
                        <a:cubicBezTo>
                          <a:pt x="226624" y="82034"/>
                          <a:pt x="226624" y="42505"/>
                          <a:pt x="184428" y="18216"/>
                        </a:cubicBezTo>
                        <a:cubicBezTo>
                          <a:pt x="142327" y="-6072"/>
                          <a:pt x="73842" y="-6072"/>
                          <a:pt x="31647" y="18216"/>
                        </a:cubicBezTo>
                        <a:cubicBezTo>
                          <a:pt x="-10549" y="42505"/>
                          <a:pt x="-10549" y="82034"/>
                          <a:pt x="31647" y="10632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2" name="Google Shape;372;p22"/>
                  <p:cNvSpPr/>
                  <p:nvPr/>
                </p:nvSpPr>
                <p:spPr>
                  <a:xfrm>
                    <a:off x="3747433" y="4749495"/>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3" name="Google Shape;373;p22"/>
                  <p:cNvSpPr/>
                  <p:nvPr/>
                </p:nvSpPr>
                <p:spPr>
                  <a:xfrm>
                    <a:off x="3752910" y="4752424"/>
                    <a:ext cx="193166" cy="111490"/>
                  </a:xfrm>
                  <a:custGeom>
                    <a:avLst/>
                    <a:gdLst/>
                    <a:ahLst/>
                    <a:cxnLst/>
                    <a:rect l="l" t="t" r="r" b="b"/>
                    <a:pathLst>
                      <a:path w="193166" h="111490" extrusionOk="0">
                        <a:moveTo>
                          <a:pt x="28289" y="95060"/>
                        </a:moveTo>
                        <a:cubicBezTo>
                          <a:pt x="66008" y="116967"/>
                          <a:pt x="127254" y="116967"/>
                          <a:pt x="164878" y="95060"/>
                        </a:cubicBezTo>
                        <a:cubicBezTo>
                          <a:pt x="202597" y="73343"/>
                          <a:pt x="202597" y="38005"/>
                          <a:pt x="164878" y="16288"/>
                        </a:cubicBezTo>
                        <a:cubicBezTo>
                          <a:pt x="127254" y="-5429"/>
                          <a:pt x="66103" y="-5429"/>
                          <a:pt x="28289" y="16288"/>
                        </a:cubicBezTo>
                        <a:cubicBezTo>
                          <a:pt x="-9430" y="38005"/>
                          <a:pt x="-9430" y="73343"/>
                          <a:pt x="28289" y="95060"/>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4" name="Google Shape;374;p22"/>
                  <p:cNvSpPr/>
                  <p:nvPr/>
                </p:nvSpPr>
                <p:spPr>
                  <a:xfrm>
                    <a:off x="3758292" y="4755662"/>
                    <a:ext cx="182403" cy="105322"/>
                  </a:xfrm>
                  <a:custGeom>
                    <a:avLst/>
                    <a:gdLst/>
                    <a:ahLst/>
                    <a:cxnLst/>
                    <a:rect l="l" t="t" r="r" b="b"/>
                    <a:pathLst>
                      <a:path w="182403" h="105322" extrusionOk="0">
                        <a:moveTo>
                          <a:pt x="26718" y="89821"/>
                        </a:moveTo>
                        <a:cubicBezTo>
                          <a:pt x="62341" y="110490"/>
                          <a:pt x="120158" y="110490"/>
                          <a:pt x="155686" y="89821"/>
                        </a:cubicBezTo>
                        <a:cubicBezTo>
                          <a:pt x="191310" y="69342"/>
                          <a:pt x="191310" y="35909"/>
                          <a:pt x="155686" y="15430"/>
                        </a:cubicBezTo>
                        <a:cubicBezTo>
                          <a:pt x="120158" y="-5143"/>
                          <a:pt x="62341" y="-5143"/>
                          <a:pt x="26718" y="15430"/>
                        </a:cubicBezTo>
                        <a:cubicBezTo>
                          <a:pt x="-8906" y="36004"/>
                          <a:pt x="-8906" y="69342"/>
                          <a:pt x="26718" y="89821"/>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5" name="Google Shape;375;p22"/>
                  <p:cNvSpPr/>
                  <p:nvPr/>
                </p:nvSpPr>
                <p:spPr>
                  <a:xfrm>
                    <a:off x="3763578" y="4758496"/>
                    <a:ext cx="171807" cy="99250"/>
                  </a:xfrm>
                  <a:custGeom>
                    <a:avLst/>
                    <a:gdLst/>
                    <a:ahLst/>
                    <a:cxnLst/>
                    <a:rect l="l" t="t" r="r" b="b"/>
                    <a:pathLst>
                      <a:path w="171807" h="99250" extrusionOk="0">
                        <a:moveTo>
                          <a:pt x="25146" y="84606"/>
                        </a:moveTo>
                        <a:cubicBezTo>
                          <a:pt x="58674"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 name="Google Shape;376;p22"/>
                  <p:cNvSpPr/>
                  <p:nvPr/>
                </p:nvSpPr>
                <p:spPr>
                  <a:xfrm>
                    <a:off x="3768436" y="4761473"/>
                    <a:ext cx="162186" cy="93702"/>
                  </a:xfrm>
                  <a:custGeom>
                    <a:avLst/>
                    <a:gdLst/>
                    <a:ahLst/>
                    <a:cxnLst/>
                    <a:rect l="l" t="t" r="r" b="b"/>
                    <a:pathLst>
                      <a:path w="162186" h="93702" extrusionOk="0">
                        <a:moveTo>
                          <a:pt x="23717" y="79915"/>
                        </a:moveTo>
                        <a:cubicBezTo>
                          <a:pt x="55435" y="98298"/>
                          <a:pt x="106871" y="98298"/>
                          <a:pt x="138398" y="79915"/>
                        </a:cubicBezTo>
                        <a:cubicBezTo>
                          <a:pt x="170117" y="61627"/>
                          <a:pt x="170117" y="31909"/>
                          <a:pt x="138398" y="13716"/>
                        </a:cubicBezTo>
                        <a:cubicBezTo>
                          <a:pt x="106775" y="-4572"/>
                          <a:pt x="55435" y="-4572"/>
                          <a:pt x="23717" y="13716"/>
                        </a:cubicBezTo>
                        <a:cubicBezTo>
                          <a:pt x="-7906" y="32004"/>
                          <a:pt x="-7906" y="61627"/>
                          <a:pt x="23717" y="7991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 name="Google Shape;377;p22"/>
                  <p:cNvSpPr/>
                  <p:nvPr/>
                </p:nvSpPr>
                <p:spPr>
                  <a:xfrm>
                    <a:off x="3773294" y="4764139"/>
                    <a:ext cx="152376" cy="87987"/>
                  </a:xfrm>
                  <a:custGeom>
                    <a:avLst/>
                    <a:gdLst/>
                    <a:ahLst/>
                    <a:cxnLst/>
                    <a:rect l="l" t="t" r="r" b="b"/>
                    <a:pathLst>
                      <a:path w="152376" h="87987" extrusionOk="0">
                        <a:moveTo>
                          <a:pt x="22288" y="75057"/>
                        </a:moveTo>
                        <a:cubicBezTo>
                          <a:pt x="52007" y="92297"/>
                          <a:pt x="100298" y="92297"/>
                          <a:pt x="130016" y="75057"/>
                        </a:cubicBezTo>
                        <a:cubicBezTo>
                          <a:pt x="159829" y="57912"/>
                          <a:pt x="159829" y="30004"/>
                          <a:pt x="130016" y="12859"/>
                        </a:cubicBezTo>
                        <a:cubicBezTo>
                          <a:pt x="100298" y="-4286"/>
                          <a:pt x="52102" y="-4286"/>
                          <a:pt x="22288" y="12859"/>
                        </a:cubicBezTo>
                        <a:cubicBezTo>
                          <a:pt x="-7429" y="30004"/>
                          <a:pt x="-7429" y="57817"/>
                          <a:pt x="22288" y="75057"/>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 name="Google Shape;378;p22"/>
                  <p:cNvSpPr/>
                  <p:nvPr/>
                </p:nvSpPr>
                <p:spPr>
                  <a:xfrm>
                    <a:off x="3777556" y="4766854"/>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9" name="Google Shape;379;p22"/>
                  <p:cNvSpPr/>
                  <p:nvPr/>
                </p:nvSpPr>
                <p:spPr>
                  <a:xfrm>
                    <a:off x="3784581" y="4771117"/>
                    <a:ext cx="129730" cy="74866"/>
                  </a:xfrm>
                  <a:custGeom>
                    <a:avLst/>
                    <a:gdLst/>
                    <a:ahLst/>
                    <a:cxnLst/>
                    <a:rect l="l" t="t" r="r" b="b"/>
                    <a:pathLst>
                      <a:path w="129730" h="74866" extrusionOk="0">
                        <a:moveTo>
                          <a:pt x="19002" y="63794"/>
                        </a:moveTo>
                        <a:cubicBezTo>
                          <a:pt x="44339" y="78557"/>
                          <a:pt x="85392" y="78557"/>
                          <a:pt x="110728" y="63794"/>
                        </a:cubicBezTo>
                        <a:cubicBezTo>
                          <a:pt x="136064" y="49220"/>
                          <a:pt x="136064" y="25503"/>
                          <a:pt x="110728" y="10930"/>
                        </a:cubicBezTo>
                        <a:cubicBezTo>
                          <a:pt x="85487" y="-3643"/>
                          <a:pt x="44434" y="-3643"/>
                          <a:pt x="19002" y="10930"/>
                        </a:cubicBezTo>
                        <a:cubicBezTo>
                          <a:pt x="-6334" y="25503"/>
                          <a:pt x="-6334" y="49220"/>
                          <a:pt x="19002" y="6379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0" name="Google Shape;380;p22"/>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1" name="Google Shape;381;p22"/>
                <p:cNvGrpSpPr/>
                <p:nvPr/>
              </p:nvGrpSpPr>
              <p:grpSpPr>
                <a:xfrm>
                  <a:off x="3646611" y="4678414"/>
                  <a:ext cx="405669" cy="247649"/>
                  <a:chOff x="3646611" y="4678414"/>
                  <a:chExt cx="405669" cy="247649"/>
                </a:xfrm>
              </p:grpSpPr>
              <p:sp>
                <p:nvSpPr>
                  <p:cNvPr id="382" name="Google Shape;382;p22"/>
                  <p:cNvSpPr/>
                  <p:nvPr/>
                </p:nvSpPr>
                <p:spPr>
                  <a:xfrm>
                    <a:off x="3646611" y="4691749"/>
                    <a:ext cx="405574" cy="234314"/>
                  </a:xfrm>
                  <a:custGeom>
                    <a:avLst/>
                    <a:gdLst/>
                    <a:ahLst/>
                    <a:cxnLst/>
                    <a:rect l="l" t="t" r="r" b="b"/>
                    <a:pathLst>
                      <a:path w="405574" h="234314" extrusionOk="0">
                        <a:moveTo>
                          <a:pt x="404336" y="103823"/>
                        </a:moveTo>
                        <a:cubicBezTo>
                          <a:pt x="399288" y="78391"/>
                          <a:pt x="379952" y="53816"/>
                          <a:pt x="346234" y="34290"/>
                        </a:cubicBezTo>
                        <a:cubicBezTo>
                          <a:pt x="267081" y="-11430"/>
                          <a:pt x="138684" y="-11430"/>
                          <a:pt x="59436" y="34290"/>
                        </a:cubicBezTo>
                        <a:cubicBezTo>
                          <a:pt x="25527" y="53912"/>
                          <a:pt x="6096" y="78677"/>
                          <a:pt x="1238" y="104299"/>
                        </a:cubicBezTo>
                        <a:lnTo>
                          <a:pt x="0" y="103823"/>
                        </a:lnTo>
                        <a:lnTo>
                          <a:pt x="0" y="117920"/>
                        </a:lnTo>
                        <a:lnTo>
                          <a:pt x="0" y="117920"/>
                        </a:lnTo>
                        <a:cubicBezTo>
                          <a:pt x="286"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95" y="44006"/>
                        </a:moveTo>
                        <a:cubicBezTo>
                          <a:pt x="83058" y="40100"/>
                          <a:pt x="93916" y="40100"/>
                          <a:pt x="100584" y="44006"/>
                        </a:cubicBezTo>
                        <a:lnTo>
                          <a:pt x="150209" y="72676"/>
                        </a:lnTo>
                        <a:cubicBezTo>
                          <a:pt x="156972" y="76581"/>
                          <a:pt x="156972" y="82868"/>
                          <a:pt x="150209" y="86773"/>
                        </a:cubicBezTo>
                        <a:cubicBezTo>
                          <a:pt x="143446" y="90678"/>
                          <a:pt x="132588" y="90678"/>
                          <a:pt x="125921" y="86773"/>
                        </a:cubicBezTo>
                        <a:lnTo>
                          <a:pt x="76295" y="58103"/>
                        </a:lnTo>
                        <a:cubicBezTo>
                          <a:pt x="69532" y="54197"/>
                          <a:pt x="69532" y="47911"/>
                          <a:pt x="76295" y="44101"/>
                        </a:cubicBezTo>
                        <a:close/>
                        <a:moveTo>
                          <a:pt x="41053" y="127064"/>
                        </a:moveTo>
                        <a:cubicBezTo>
                          <a:pt x="31528" y="127064"/>
                          <a:pt x="23813" y="122587"/>
                          <a:pt x="23813" y="117157"/>
                        </a:cubicBezTo>
                        <a:cubicBezTo>
                          <a:pt x="23813" y="111728"/>
                          <a:pt x="31528" y="107252"/>
                          <a:pt x="41053" y="107252"/>
                        </a:cubicBezTo>
                        <a:lnTo>
                          <a:pt x="111252" y="107252"/>
                        </a:lnTo>
                        <a:cubicBezTo>
                          <a:pt x="120777" y="107252"/>
                          <a:pt x="128492" y="111728"/>
                          <a:pt x="128492" y="117157"/>
                        </a:cubicBezTo>
                        <a:cubicBezTo>
                          <a:pt x="128492" y="122587"/>
                          <a:pt x="120777" y="127064"/>
                          <a:pt x="111252" y="127064"/>
                        </a:cubicBezTo>
                        <a:lnTo>
                          <a:pt x="41148" y="127064"/>
                        </a:lnTo>
                        <a:close/>
                        <a:moveTo>
                          <a:pt x="150209" y="161544"/>
                        </a:moveTo>
                        <a:lnTo>
                          <a:pt x="100584" y="190214"/>
                        </a:lnTo>
                        <a:cubicBezTo>
                          <a:pt x="93916" y="194120"/>
                          <a:pt x="82963" y="194120"/>
                          <a:pt x="76295" y="190214"/>
                        </a:cubicBezTo>
                        <a:cubicBezTo>
                          <a:pt x="69532" y="186309"/>
                          <a:pt x="69532" y="180023"/>
                          <a:pt x="76295" y="176213"/>
                        </a:cubicBezTo>
                        <a:lnTo>
                          <a:pt x="125921" y="147542"/>
                        </a:lnTo>
                        <a:cubicBezTo>
                          <a:pt x="132588" y="143637"/>
                          <a:pt x="143542" y="143637"/>
                          <a:pt x="150209" y="147542"/>
                        </a:cubicBezTo>
                        <a:cubicBezTo>
                          <a:pt x="156972" y="151448"/>
                          <a:pt x="156972" y="157734"/>
                          <a:pt x="150209" y="161639"/>
                        </a:cubicBezTo>
                        <a:close/>
                        <a:moveTo>
                          <a:pt x="185642" y="23622"/>
                        </a:moveTo>
                        <a:cubicBezTo>
                          <a:pt x="185642" y="18098"/>
                          <a:pt x="193357" y="13716"/>
                          <a:pt x="202882" y="13716"/>
                        </a:cubicBezTo>
                        <a:cubicBezTo>
                          <a:pt x="212407" y="13716"/>
                          <a:pt x="220123" y="18193"/>
                          <a:pt x="220123" y="23622"/>
                        </a:cubicBezTo>
                        <a:lnTo>
                          <a:pt x="220123" y="64103"/>
                        </a:lnTo>
                        <a:cubicBezTo>
                          <a:pt x="220123" y="69628"/>
                          <a:pt x="212407" y="74009"/>
                          <a:pt x="202882" y="74009"/>
                        </a:cubicBezTo>
                        <a:cubicBezTo>
                          <a:pt x="193357" y="74009"/>
                          <a:pt x="185642" y="69532"/>
                          <a:pt x="185642" y="64103"/>
                        </a:cubicBezTo>
                        <a:lnTo>
                          <a:pt x="185642" y="23622"/>
                        </a:lnTo>
                        <a:close/>
                        <a:moveTo>
                          <a:pt x="202882" y="220408"/>
                        </a:moveTo>
                        <a:cubicBezTo>
                          <a:pt x="193357" y="220408"/>
                          <a:pt x="185642" y="215932"/>
                          <a:pt x="185642" y="210503"/>
                        </a:cubicBezTo>
                        <a:lnTo>
                          <a:pt x="185642" y="170021"/>
                        </a:lnTo>
                        <a:cubicBezTo>
                          <a:pt x="185642" y="164497"/>
                          <a:pt x="193357" y="160115"/>
                          <a:pt x="202882" y="160115"/>
                        </a:cubicBezTo>
                        <a:cubicBezTo>
                          <a:pt x="212407" y="160115"/>
                          <a:pt x="220123" y="164592"/>
                          <a:pt x="220123" y="170021"/>
                        </a:cubicBezTo>
                        <a:lnTo>
                          <a:pt x="220123" y="210503"/>
                        </a:lnTo>
                        <a:cubicBezTo>
                          <a:pt x="220123" y="216027"/>
                          <a:pt x="212407" y="220408"/>
                          <a:pt x="202882" y="220408"/>
                        </a:cubicBezTo>
                        <a:close/>
                        <a:moveTo>
                          <a:pt x="255556" y="72581"/>
                        </a:moveTo>
                        <a:lnTo>
                          <a:pt x="305181" y="43910"/>
                        </a:lnTo>
                        <a:cubicBezTo>
                          <a:pt x="311944" y="40005"/>
                          <a:pt x="322802" y="40005"/>
                          <a:pt x="329470" y="43910"/>
                        </a:cubicBezTo>
                        <a:cubicBezTo>
                          <a:pt x="336232" y="47815"/>
                          <a:pt x="336232" y="54102"/>
                          <a:pt x="329470" y="57912"/>
                        </a:cubicBezTo>
                        <a:lnTo>
                          <a:pt x="279845" y="86582"/>
                        </a:lnTo>
                        <a:cubicBezTo>
                          <a:pt x="273082" y="90488"/>
                          <a:pt x="262223" y="90488"/>
                          <a:pt x="255461" y="86582"/>
                        </a:cubicBezTo>
                        <a:cubicBezTo>
                          <a:pt x="248698" y="82677"/>
                          <a:pt x="248698" y="76390"/>
                          <a:pt x="255461" y="72485"/>
                        </a:cubicBezTo>
                        <a:close/>
                        <a:moveTo>
                          <a:pt x="329470" y="190119"/>
                        </a:moveTo>
                        <a:cubicBezTo>
                          <a:pt x="322802" y="194024"/>
                          <a:pt x="311848" y="194024"/>
                          <a:pt x="305181" y="190119"/>
                        </a:cubicBezTo>
                        <a:lnTo>
                          <a:pt x="255556" y="161449"/>
                        </a:lnTo>
                        <a:cubicBezTo>
                          <a:pt x="248793" y="157544"/>
                          <a:pt x="248793" y="151257"/>
                          <a:pt x="255556" y="147352"/>
                        </a:cubicBezTo>
                        <a:cubicBezTo>
                          <a:pt x="262319" y="143447"/>
                          <a:pt x="273177" y="143447"/>
                          <a:pt x="279940" y="147352"/>
                        </a:cubicBezTo>
                        <a:lnTo>
                          <a:pt x="329565" y="176022"/>
                        </a:lnTo>
                        <a:cubicBezTo>
                          <a:pt x="336328" y="179927"/>
                          <a:pt x="336328" y="186214"/>
                          <a:pt x="329565" y="190024"/>
                        </a:cubicBezTo>
                        <a:close/>
                        <a:moveTo>
                          <a:pt x="364712" y="126968"/>
                        </a:moveTo>
                        <a:lnTo>
                          <a:pt x="294513" y="126968"/>
                        </a:lnTo>
                        <a:cubicBezTo>
                          <a:pt x="284988" y="126968"/>
                          <a:pt x="277368" y="122491"/>
                          <a:pt x="277368" y="117062"/>
                        </a:cubicBezTo>
                        <a:cubicBezTo>
                          <a:pt x="277368" y="111633"/>
                          <a:pt x="285083" y="107156"/>
                          <a:pt x="294513" y="107156"/>
                        </a:cubicBezTo>
                        <a:lnTo>
                          <a:pt x="364712" y="107156"/>
                        </a:lnTo>
                        <a:cubicBezTo>
                          <a:pt x="374237" y="107156"/>
                          <a:pt x="381953" y="111633"/>
                          <a:pt x="381953" y="117062"/>
                        </a:cubicBezTo>
                        <a:cubicBezTo>
                          <a:pt x="381953" y="122491"/>
                          <a:pt x="374237" y="126968"/>
                          <a:pt x="364712"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3" name="Google Shape;383;p22"/>
                  <p:cNvSpPr/>
                  <p:nvPr/>
                </p:nvSpPr>
                <p:spPr>
                  <a:xfrm>
                    <a:off x="3646611" y="4678414"/>
                    <a:ext cx="405669" cy="234124"/>
                  </a:xfrm>
                  <a:custGeom>
                    <a:avLst/>
                    <a:gdLst/>
                    <a:ahLst/>
                    <a:cxnLst/>
                    <a:rect l="l" t="t" r="r" b="b"/>
                    <a:pathLst>
                      <a:path w="405669" h="234124" extrusionOk="0">
                        <a:moveTo>
                          <a:pt x="346234" y="34290"/>
                        </a:moveTo>
                        <a:cubicBezTo>
                          <a:pt x="267081" y="-11430"/>
                          <a:pt x="138684" y="-11430"/>
                          <a:pt x="59436" y="34290"/>
                        </a:cubicBezTo>
                        <a:cubicBezTo>
                          <a:pt x="-19812" y="80010"/>
                          <a:pt x="-19812" y="154210"/>
                          <a:pt x="59436" y="199834"/>
                        </a:cubicBezTo>
                        <a:cubicBezTo>
                          <a:pt x="138684" y="245555"/>
                          <a:pt x="267081" y="245555"/>
                          <a:pt x="346234" y="199834"/>
                        </a:cubicBezTo>
                        <a:cubicBezTo>
                          <a:pt x="425482" y="154115"/>
                          <a:pt x="425482" y="80010"/>
                          <a:pt x="346234" y="34290"/>
                        </a:cubicBezTo>
                        <a:close/>
                        <a:moveTo>
                          <a:pt x="76200" y="58007"/>
                        </a:moveTo>
                        <a:cubicBezTo>
                          <a:pt x="69437" y="54102"/>
                          <a:pt x="69437" y="47815"/>
                          <a:pt x="76200" y="44006"/>
                        </a:cubicBezTo>
                        <a:cubicBezTo>
                          <a:pt x="82963" y="40100"/>
                          <a:pt x="93821" y="40100"/>
                          <a:pt x="100489" y="44006"/>
                        </a:cubicBezTo>
                        <a:lnTo>
                          <a:pt x="150114" y="72676"/>
                        </a:lnTo>
                        <a:cubicBezTo>
                          <a:pt x="156877" y="76581"/>
                          <a:pt x="156877" y="82867"/>
                          <a:pt x="150114" y="86678"/>
                        </a:cubicBezTo>
                        <a:cubicBezTo>
                          <a:pt x="143351" y="90583"/>
                          <a:pt x="132493" y="90583"/>
                          <a:pt x="125825" y="86678"/>
                        </a:cubicBezTo>
                        <a:lnTo>
                          <a:pt x="76200" y="58007"/>
                        </a:lnTo>
                        <a:close/>
                        <a:moveTo>
                          <a:pt x="111061" y="126968"/>
                        </a:moveTo>
                        <a:lnTo>
                          <a:pt x="40957" y="126968"/>
                        </a:lnTo>
                        <a:cubicBezTo>
                          <a:pt x="31432" y="126968"/>
                          <a:pt x="23717" y="122491"/>
                          <a:pt x="23717" y="117062"/>
                        </a:cubicBezTo>
                        <a:cubicBezTo>
                          <a:pt x="23717" y="111633"/>
                          <a:pt x="31432" y="107156"/>
                          <a:pt x="40957" y="107156"/>
                        </a:cubicBezTo>
                        <a:lnTo>
                          <a:pt x="111157" y="107156"/>
                        </a:lnTo>
                        <a:cubicBezTo>
                          <a:pt x="120682" y="107156"/>
                          <a:pt x="128397" y="111633"/>
                          <a:pt x="128397" y="117062"/>
                        </a:cubicBezTo>
                        <a:cubicBezTo>
                          <a:pt x="128397" y="122491"/>
                          <a:pt x="120682" y="126968"/>
                          <a:pt x="111157" y="126968"/>
                        </a:cubicBezTo>
                        <a:close/>
                        <a:moveTo>
                          <a:pt x="202787" y="74009"/>
                        </a:moveTo>
                        <a:cubicBezTo>
                          <a:pt x="193262" y="74009"/>
                          <a:pt x="185547" y="69532"/>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532"/>
                          <a:pt x="212312" y="74009"/>
                          <a:pt x="202787" y="74009"/>
                        </a:cubicBezTo>
                        <a:close/>
                        <a:moveTo>
                          <a:pt x="100489" y="190119"/>
                        </a:moveTo>
                        <a:cubicBezTo>
                          <a:pt x="93821" y="194024"/>
                          <a:pt x="82868" y="194024"/>
                          <a:pt x="76200" y="190119"/>
                        </a:cubicBezTo>
                        <a:cubicBezTo>
                          <a:pt x="69437" y="186214"/>
                          <a:pt x="69437" y="179927"/>
                          <a:pt x="76200" y="176022"/>
                        </a:cubicBezTo>
                        <a:lnTo>
                          <a:pt x="125825" y="147352"/>
                        </a:lnTo>
                        <a:cubicBezTo>
                          <a:pt x="132493" y="143447"/>
                          <a:pt x="143446" y="143447"/>
                          <a:pt x="150114" y="147352"/>
                        </a:cubicBezTo>
                        <a:cubicBezTo>
                          <a:pt x="156877" y="151257"/>
                          <a:pt x="156877" y="157543"/>
                          <a:pt x="150114" y="161354"/>
                        </a:cubicBezTo>
                        <a:lnTo>
                          <a:pt x="100489" y="190024"/>
                        </a:lnTo>
                        <a:close/>
                        <a:moveTo>
                          <a:pt x="279749" y="86582"/>
                        </a:moveTo>
                        <a:cubicBezTo>
                          <a:pt x="272986" y="90488"/>
                          <a:pt x="262128" y="90488"/>
                          <a:pt x="255365" y="86582"/>
                        </a:cubicBezTo>
                        <a:cubicBezTo>
                          <a:pt x="248602" y="82677"/>
                          <a:pt x="248602" y="76390"/>
                          <a:pt x="255365" y="72581"/>
                        </a:cubicBezTo>
                        <a:lnTo>
                          <a:pt x="304990" y="43910"/>
                        </a:lnTo>
                        <a:cubicBezTo>
                          <a:pt x="311753" y="40005"/>
                          <a:pt x="322612" y="40005"/>
                          <a:pt x="329279" y="43910"/>
                        </a:cubicBezTo>
                        <a:cubicBezTo>
                          <a:pt x="336042" y="47815"/>
                          <a:pt x="336042" y="54102"/>
                          <a:pt x="329279" y="57912"/>
                        </a:cubicBezTo>
                        <a:lnTo>
                          <a:pt x="279654" y="86582"/>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8"/>
                        </a:moveTo>
                        <a:cubicBezTo>
                          <a:pt x="193167" y="220408"/>
                          <a:pt x="185452" y="215932"/>
                          <a:pt x="185452" y="210503"/>
                        </a:cubicBezTo>
                        <a:lnTo>
                          <a:pt x="185452" y="170021"/>
                        </a:lnTo>
                        <a:cubicBezTo>
                          <a:pt x="185452" y="164497"/>
                          <a:pt x="193167" y="160115"/>
                          <a:pt x="202692" y="160115"/>
                        </a:cubicBezTo>
                        <a:cubicBezTo>
                          <a:pt x="212217" y="160115"/>
                          <a:pt x="219932" y="164592"/>
                          <a:pt x="219932" y="170021"/>
                        </a:cubicBezTo>
                        <a:lnTo>
                          <a:pt x="219932" y="210503"/>
                        </a:lnTo>
                        <a:cubicBezTo>
                          <a:pt x="219932" y="216027"/>
                          <a:pt x="212217" y="220408"/>
                          <a:pt x="202692" y="220408"/>
                        </a:cubicBezTo>
                        <a:close/>
                        <a:moveTo>
                          <a:pt x="304990" y="190119"/>
                        </a:moveTo>
                        <a:lnTo>
                          <a:pt x="255365" y="161449"/>
                        </a:lnTo>
                        <a:cubicBezTo>
                          <a:pt x="248602" y="157543"/>
                          <a:pt x="248602" y="151257"/>
                          <a:pt x="255365" y="147447"/>
                        </a:cubicBezTo>
                        <a:cubicBezTo>
                          <a:pt x="262128" y="143542"/>
                          <a:pt x="272986" y="143542"/>
                          <a:pt x="279749" y="147447"/>
                        </a:cubicBezTo>
                        <a:lnTo>
                          <a:pt x="329374" y="176117"/>
                        </a:lnTo>
                        <a:cubicBezTo>
                          <a:pt x="336137" y="180023"/>
                          <a:pt x="336137" y="186309"/>
                          <a:pt x="329374" y="190214"/>
                        </a:cubicBezTo>
                        <a:cubicBezTo>
                          <a:pt x="322707" y="194120"/>
                          <a:pt x="311753" y="194120"/>
                          <a:pt x="305086"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4" name="Google Shape;384;p22"/>
                  <p:cNvSpPr/>
                  <p:nvPr/>
                </p:nvSpPr>
                <p:spPr>
                  <a:xfrm>
                    <a:off x="3792266" y="4762425"/>
                    <a:ext cx="114454" cy="46386"/>
                  </a:xfrm>
                  <a:custGeom>
                    <a:avLst/>
                    <a:gdLst/>
                    <a:ahLst/>
                    <a:cxnLst/>
                    <a:rect l="l" t="t" r="r" b="b"/>
                    <a:pathLst>
                      <a:path w="114454" h="46386" extrusionOk="0">
                        <a:moveTo>
                          <a:pt x="109615" y="46387"/>
                        </a:moveTo>
                        <a:cubicBezTo>
                          <a:pt x="106853" y="42767"/>
                          <a:pt x="102852" y="39338"/>
                          <a:pt x="97708" y="36385"/>
                        </a:cubicBezTo>
                        <a:cubicBezTo>
                          <a:pt x="75325" y="23432"/>
                          <a:pt x="39130" y="23432"/>
                          <a:pt x="16746" y="36385"/>
                        </a:cubicBezTo>
                        <a:cubicBezTo>
                          <a:pt x="11603" y="39338"/>
                          <a:pt x="7602" y="42767"/>
                          <a:pt x="4840" y="46387"/>
                        </a:cubicBezTo>
                        <a:cubicBezTo>
                          <a:pt x="-4400" y="34290"/>
                          <a:pt x="-399" y="19622"/>
                          <a:pt x="16746" y="9716"/>
                        </a:cubicBezTo>
                        <a:cubicBezTo>
                          <a:pt x="39130" y="-3239"/>
                          <a:pt x="75325" y="-3239"/>
                          <a:pt x="97708" y="9716"/>
                        </a:cubicBezTo>
                        <a:cubicBezTo>
                          <a:pt x="114854"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5" name="Google Shape;385;p22"/>
                  <p:cNvSpPr/>
                  <p:nvPr/>
                </p:nvSpPr>
                <p:spPr>
                  <a:xfrm>
                    <a:off x="3797106" y="4789095"/>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386"/>
        <p:cNvGrpSpPr/>
        <p:nvPr/>
      </p:nvGrpSpPr>
      <p:grpSpPr>
        <a:xfrm>
          <a:off x="0" y="0"/>
          <a:ext cx="0" cy="0"/>
          <a:chOff x="0" y="0"/>
          <a:chExt cx="0" cy="0"/>
        </a:xfrm>
      </p:grpSpPr>
      <p:pic>
        <p:nvPicPr>
          <p:cNvPr id="387" name="Google Shape;387;p23"/>
          <p:cNvPicPr preferRelativeResize="0"/>
          <p:nvPr/>
        </p:nvPicPr>
        <p:blipFill rotWithShape="1">
          <a:blip r:embed="rId2">
            <a:alphaModFix/>
          </a:blip>
          <a:srcRect t="129" b="129"/>
          <a:stretch/>
        </p:blipFill>
        <p:spPr>
          <a:xfrm>
            <a:off x="-15924" y="0"/>
            <a:ext cx="9175849" cy="5143500"/>
          </a:xfrm>
          <a:prstGeom prst="rect">
            <a:avLst/>
          </a:prstGeom>
          <a:noFill/>
          <a:ln>
            <a:noFill/>
          </a:ln>
        </p:spPr>
      </p:pic>
      <p:sp>
        <p:nvSpPr>
          <p:cNvPr id="388" name="Google Shape;388;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89" name="Google Shape;389;p23"/>
          <p:cNvSpPr txBox="1">
            <a:spLocks noGrp="1"/>
          </p:cNvSpPr>
          <p:nvPr>
            <p:ph type="subTitle" idx="1"/>
          </p:nvPr>
        </p:nvSpPr>
        <p:spPr>
          <a:xfrm>
            <a:off x="974900" y="1986305"/>
            <a:ext cx="1986000" cy="64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90" name="Google Shape;390;p23"/>
          <p:cNvSpPr txBox="1">
            <a:spLocks noGrp="1"/>
          </p:cNvSpPr>
          <p:nvPr>
            <p:ph type="subTitle" idx="2"/>
          </p:nvPr>
        </p:nvSpPr>
        <p:spPr>
          <a:xfrm>
            <a:off x="3578947" y="1986305"/>
            <a:ext cx="1986000" cy="64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91" name="Google Shape;391;p23"/>
          <p:cNvSpPr txBox="1">
            <a:spLocks noGrp="1"/>
          </p:cNvSpPr>
          <p:nvPr>
            <p:ph type="subTitle" idx="3"/>
          </p:nvPr>
        </p:nvSpPr>
        <p:spPr>
          <a:xfrm>
            <a:off x="974900" y="3343505"/>
            <a:ext cx="1986000" cy="64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92" name="Google Shape;392;p23"/>
          <p:cNvSpPr txBox="1">
            <a:spLocks noGrp="1"/>
          </p:cNvSpPr>
          <p:nvPr>
            <p:ph type="subTitle" idx="4"/>
          </p:nvPr>
        </p:nvSpPr>
        <p:spPr>
          <a:xfrm>
            <a:off x="3578947" y="3343505"/>
            <a:ext cx="1986000" cy="64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93" name="Google Shape;393;p23"/>
          <p:cNvSpPr txBox="1">
            <a:spLocks noGrp="1"/>
          </p:cNvSpPr>
          <p:nvPr>
            <p:ph type="subTitle" idx="5"/>
          </p:nvPr>
        </p:nvSpPr>
        <p:spPr>
          <a:xfrm>
            <a:off x="6183000" y="1986305"/>
            <a:ext cx="1986000" cy="64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94" name="Google Shape;394;p23"/>
          <p:cNvSpPr txBox="1">
            <a:spLocks noGrp="1"/>
          </p:cNvSpPr>
          <p:nvPr>
            <p:ph type="subTitle" idx="6"/>
          </p:nvPr>
        </p:nvSpPr>
        <p:spPr>
          <a:xfrm>
            <a:off x="6183000" y="3343505"/>
            <a:ext cx="1986000" cy="64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95" name="Google Shape;395;p23"/>
          <p:cNvSpPr txBox="1">
            <a:spLocks noGrp="1"/>
          </p:cNvSpPr>
          <p:nvPr>
            <p:ph type="subTitle" idx="7"/>
          </p:nvPr>
        </p:nvSpPr>
        <p:spPr>
          <a:xfrm>
            <a:off x="974900" y="1614106"/>
            <a:ext cx="1986000" cy="4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396" name="Google Shape;396;p23"/>
          <p:cNvSpPr txBox="1">
            <a:spLocks noGrp="1"/>
          </p:cNvSpPr>
          <p:nvPr>
            <p:ph type="subTitle" idx="8"/>
          </p:nvPr>
        </p:nvSpPr>
        <p:spPr>
          <a:xfrm>
            <a:off x="3578947" y="1614106"/>
            <a:ext cx="1986000" cy="4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397" name="Google Shape;397;p23"/>
          <p:cNvSpPr txBox="1">
            <a:spLocks noGrp="1"/>
          </p:cNvSpPr>
          <p:nvPr>
            <p:ph type="subTitle" idx="9"/>
          </p:nvPr>
        </p:nvSpPr>
        <p:spPr>
          <a:xfrm>
            <a:off x="974900" y="2971306"/>
            <a:ext cx="1986000" cy="4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398" name="Google Shape;398;p23"/>
          <p:cNvSpPr txBox="1">
            <a:spLocks noGrp="1"/>
          </p:cNvSpPr>
          <p:nvPr>
            <p:ph type="subTitle" idx="13"/>
          </p:nvPr>
        </p:nvSpPr>
        <p:spPr>
          <a:xfrm>
            <a:off x="3578947" y="2971306"/>
            <a:ext cx="1986000" cy="4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399" name="Google Shape;399;p23"/>
          <p:cNvSpPr txBox="1">
            <a:spLocks noGrp="1"/>
          </p:cNvSpPr>
          <p:nvPr>
            <p:ph type="subTitle" idx="14"/>
          </p:nvPr>
        </p:nvSpPr>
        <p:spPr>
          <a:xfrm>
            <a:off x="6183000" y="1614106"/>
            <a:ext cx="1986000" cy="4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400" name="Google Shape;400;p23"/>
          <p:cNvSpPr txBox="1">
            <a:spLocks noGrp="1"/>
          </p:cNvSpPr>
          <p:nvPr>
            <p:ph type="subTitle" idx="15"/>
          </p:nvPr>
        </p:nvSpPr>
        <p:spPr>
          <a:xfrm>
            <a:off x="6183000" y="2971306"/>
            <a:ext cx="1986000" cy="4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000" b="1">
                <a:latin typeface="Barlow"/>
                <a:ea typeface="Barlow"/>
                <a:cs typeface="Barlow"/>
                <a:sym typeface="Barlow"/>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409"/>
        <p:cNvGrpSpPr/>
        <p:nvPr/>
      </p:nvGrpSpPr>
      <p:grpSpPr>
        <a:xfrm>
          <a:off x="0" y="0"/>
          <a:ext cx="0" cy="0"/>
          <a:chOff x="0" y="0"/>
          <a:chExt cx="0" cy="0"/>
        </a:xfrm>
      </p:grpSpPr>
      <p:pic>
        <p:nvPicPr>
          <p:cNvPr id="410" name="Google Shape;410;p25"/>
          <p:cNvPicPr preferRelativeResize="0"/>
          <p:nvPr/>
        </p:nvPicPr>
        <p:blipFill rotWithShape="1">
          <a:blip r:embed="rId2">
            <a:alphaModFix/>
          </a:blip>
          <a:srcRect t="129" b="129"/>
          <a:stretch/>
        </p:blipFill>
        <p:spPr>
          <a:xfrm>
            <a:off x="-15924" y="0"/>
            <a:ext cx="9175849" cy="5143500"/>
          </a:xfrm>
          <a:prstGeom prst="rect">
            <a:avLst/>
          </a:prstGeom>
          <a:noFill/>
          <a:ln>
            <a:noFill/>
          </a:ln>
        </p:spPr>
      </p:pic>
      <p:sp>
        <p:nvSpPr>
          <p:cNvPr id="411" name="Google Shape;411;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412" name="Google Shape;412;p25"/>
          <p:cNvGrpSpPr/>
          <p:nvPr/>
        </p:nvGrpSpPr>
        <p:grpSpPr>
          <a:xfrm>
            <a:off x="114934" y="4245018"/>
            <a:ext cx="8862329" cy="794018"/>
            <a:chOff x="114934" y="4245018"/>
            <a:chExt cx="8862329" cy="794018"/>
          </a:xfrm>
        </p:grpSpPr>
        <p:grpSp>
          <p:nvGrpSpPr>
            <p:cNvPr id="413" name="Google Shape;413;p25"/>
            <p:cNvGrpSpPr/>
            <p:nvPr/>
          </p:nvGrpSpPr>
          <p:grpSpPr>
            <a:xfrm>
              <a:off x="8337311" y="4479128"/>
              <a:ext cx="639951" cy="559831"/>
              <a:chOff x="3638372" y="4678414"/>
              <a:chExt cx="422243" cy="369379"/>
            </a:xfrm>
          </p:grpSpPr>
          <p:sp>
            <p:nvSpPr>
              <p:cNvPr id="414" name="Google Shape;414;p25"/>
              <p:cNvSpPr/>
              <p:nvPr/>
            </p:nvSpPr>
            <p:spPr>
              <a:xfrm>
                <a:off x="3638372" y="4804049"/>
                <a:ext cx="422243" cy="243744"/>
              </a:xfrm>
              <a:custGeom>
                <a:avLst/>
                <a:gdLst/>
                <a:ahLst/>
                <a:cxnLst/>
                <a:rect l="l" t="t" r="r" b="b"/>
                <a:pathLst>
                  <a:path w="422243" h="243744" extrusionOk="0">
                    <a:moveTo>
                      <a:pt x="360378" y="208026"/>
                    </a:moveTo>
                    <a:cubicBezTo>
                      <a:pt x="277987" y="255651"/>
                      <a:pt x="144351" y="255651"/>
                      <a:pt x="61865" y="208026"/>
                    </a:cubicBezTo>
                    <a:cubicBezTo>
                      <a:pt x="-20622" y="160401"/>
                      <a:pt x="-20622" y="83248"/>
                      <a:pt x="61865" y="35719"/>
                    </a:cubicBezTo>
                    <a:cubicBezTo>
                      <a:pt x="144256" y="-11906"/>
                      <a:pt x="277987" y="-11906"/>
                      <a:pt x="360378" y="35719"/>
                    </a:cubicBezTo>
                    <a:cubicBezTo>
                      <a:pt x="442865" y="83344"/>
                      <a:pt x="442865"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15" name="Google Shape;415;p25"/>
              <p:cNvGrpSpPr/>
              <p:nvPr/>
            </p:nvGrpSpPr>
            <p:grpSpPr>
              <a:xfrm>
                <a:off x="3646611" y="4791857"/>
                <a:ext cx="405669" cy="247459"/>
                <a:chOff x="3646611" y="4791857"/>
                <a:chExt cx="405669" cy="247459"/>
              </a:xfrm>
            </p:grpSpPr>
            <p:sp>
              <p:nvSpPr>
                <p:cNvPr id="416" name="Google Shape;416;p25"/>
                <p:cNvSpPr/>
                <p:nvPr/>
              </p:nvSpPr>
              <p:spPr>
                <a:xfrm>
                  <a:off x="3646611" y="4805192"/>
                  <a:ext cx="405574" cy="234124"/>
                </a:xfrm>
                <a:custGeom>
                  <a:avLst/>
                  <a:gdLst/>
                  <a:ahLst/>
                  <a:cxnLst/>
                  <a:rect l="l" t="t" r="r" b="b"/>
                  <a:pathLst>
                    <a:path w="405574" h="234124" extrusionOk="0">
                      <a:moveTo>
                        <a:pt x="404336" y="103727"/>
                      </a:moveTo>
                      <a:cubicBezTo>
                        <a:pt x="399288" y="78296"/>
                        <a:pt x="379952" y="53721"/>
                        <a:pt x="346234" y="34290"/>
                      </a:cubicBezTo>
                      <a:cubicBezTo>
                        <a:pt x="267081" y="-11430"/>
                        <a:pt x="138684" y="-11430"/>
                        <a:pt x="59436" y="34290"/>
                      </a:cubicBezTo>
                      <a:cubicBezTo>
                        <a:pt x="25527" y="53912"/>
                        <a:pt x="6096" y="78677"/>
                        <a:pt x="1238" y="104299"/>
                      </a:cubicBezTo>
                      <a:lnTo>
                        <a:pt x="0" y="103823"/>
                      </a:lnTo>
                      <a:lnTo>
                        <a:pt x="0" y="117824"/>
                      </a:lnTo>
                      <a:lnTo>
                        <a:pt x="0" y="117824"/>
                      </a:lnTo>
                      <a:cubicBezTo>
                        <a:pt x="286" y="147542"/>
                        <a:pt x="20098" y="177165"/>
                        <a:pt x="59341" y="199834"/>
                      </a:cubicBezTo>
                      <a:cubicBezTo>
                        <a:pt x="138589" y="245555"/>
                        <a:pt x="266986" y="245555"/>
                        <a:pt x="346138" y="199834"/>
                      </a:cubicBezTo>
                      <a:cubicBezTo>
                        <a:pt x="385763" y="176974"/>
                        <a:pt x="405574" y="146971"/>
                        <a:pt x="405574" y="117062"/>
                      </a:cubicBezTo>
                      <a:lnTo>
                        <a:pt x="405574" y="103727"/>
                      </a:lnTo>
                      <a:lnTo>
                        <a:pt x="404241" y="103727"/>
                      </a:lnTo>
                      <a:close/>
                      <a:moveTo>
                        <a:pt x="76295" y="43910"/>
                      </a:moveTo>
                      <a:cubicBezTo>
                        <a:pt x="83058" y="40005"/>
                        <a:pt x="93916"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1053" y="126968"/>
                      </a:moveTo>
                      <a:cubicBezTo>
                        <a:pt x="31528" y="126968"/>
                        <a:pt x="23813" y="122491"/>
                        <a:pt x="23813" y="117062"/>
                      </a:cubicBezTo>
                      <a:cubicBezTo>
                        <a:pt x="23813" y="111633"/>
                        <a:pt x="31528" y="107156"/>
                        <a:pt x="41053" y="107156"/>
                      </a:cubicBezTo>
                      <a:lnTo>
                        <a:pt x="111252" y="107156"/>
                      </a:lnTo>
                      <a:cubicBezTo>
                        <a:pt x="120777" y="107156"/>
                        <a:pt x="128492" y="111633"/>
                        <a:pt x="128492" y="117062"/>
                      </a:cubicBezTo>
                      <a:cubicBezTo>
                        <a:pt x="128492" y="122491"/>
                        <a:pt x="120777" y="126968"/>
                        <a:pt x="111252" y="126968"/>
                      </a:cubicBezTo>
                      <a:lnTo>
                        <a:pt x="41148" y="126968"/>
                      </a:lnTo>
                      <a:close/>
                      <a:moveTo>
                        <a:pt x="150209" y="161449"/>
                      </a:moveTo>
                      <a:lnTo>
                        <a:pt x="100584" y="190119"/>
                      </a:lnTo>
                      <a:cubicBezTo>
                        <a:pt x="93916" y="194024"/>
                        <a:pt x="82963" y="194024"/>
                        <a:pt x="76295" y="190119"/>
                      </a:cubicBezTo>
                      <a:cubicBezTo>
                        <a:pt x="69532" y="186214"/>
                        <a:pt x="69532" y="179927"/>
                        <a:pt x="76295" y="176117"/>
                      </a:cubicBezTo>
                      <a:lnTo>
                        <a:pt x="125921" y="147447"/>
                      </a:lnTo>
                      <a:cubicBezTo>
                        <a:pt x="132588" y="143542"/>
                        <a:pt x="143542" y="143542"/>
                        <a:pt x="150209" y="147447"/>
                      </a:cubicBezTo>
                      <a:cubicBezTo>
                        <a:pt x="156972" y="151352"/>
                        <a:pt x="156972" y="157639"/>
                        <a:pt x="150209" y="161544"/>
                      </a:cubicBezTo>
                      <a:close/>
                      <a:moveTo>
                        <a:pt x="185642" y="23527"/>
                      </a:moveTo>
                      <a:cubicBezTo>
                        <a:pt x="185642" y="18002"/>
                        <a:pt x="193357" y="13621"/>
                        <a:pt x="202882" y="13621"/>
                      </a:cubicBezTo>
                      <a:cubicBezTo>
                        <a:pt x="212407" y="13621"/>
                        <a:pt x="220123" y="18098"/>
                        <a:pt x="220123" y="23527"/>
                      </a:cubicBezTo>
                      <a:lnTo>
                        <a:pt x="220123" y="64008"/>
                      </a:lnTo>
                      <a:cubicBezTo>
                        <a:pt x="220123" y="69532"/>
                        <a:pt x="212407" y="73914"/>
                        <a:pt x="202882" y="73914"/>
                      </a:cubicBezTo>
                      <a:cubicBezTo>
                        <a:pt x="193357" y="73914"/>
                        <a:pt x="185642" y="69437"/>
                        <a:pt x="185642" y="64008"/>
                      </a:cubicBezTo>
                      <a:lnTo>
                        <a:pt x="185642" y="23527"/>
                      </a:lnTo>
                      <a:close/>
                      <a:moveTo>
                        <a:pt x="202882" y="220313"/>
                      </a:moveTo>
                      <a:cubicBezTo>
                        <a:pt x="193357" y="220313"/>
                        <a:pt x="185642" y="215837"/>
                        <a:pt x="185642" y="210407"/>
                      </a:cubicBezTo>
                      <a:lnTo>
                        <a:pt x="185642" y="169926"/>
                      </a:lnTo>
                      <a:cubicBezTo>
                        <a:pt x="185642" y="164497"/>
                        <a:pt x="193357" y="160020"/>
                        <a:pt x="202882" y="160020"/>
                      </a:cubicBezTo>
                      <a:cubicBezTo>
                        <a:pt x="212407" y="160020"/>
                        <a:pt x="220123" y="164497"/>
                        <a:pt x="220123" y="169926"/>
                      </a:cubicBezTo>
                      <a:lnTo>
                        <a:pt x="220123" y="210407"/>
                      </a:lnTo>
                      <a:cubicBezTo>
                        <a:pt x="220123" y="215932"/>
                        <a:pt x="212407" y="220313"/>
                        <a:pt x="202882" y="220313"/>
                      </a:cubicBezTo>
                      <a:close/>
                      <a:moveTo>
                        <a:pt x="255556" y="72485"/>
                      </a:moveTo>
                      <a:lnTo>
                        <a:pt x="305181" y="43815"/>
                      </a:lnTo>
                      <a:cubicBezTo>
                        <a:pt x="311944" y="39910"/>
                        <a:pt x="322802" y="39910"/>
                        <a:pt x="329470" y="43815"/>
                      </a:cubicBezTo>
                      <a:cubicBezTo>
                        <a:pt x="336232" y="47720"/>
                        <a:pt x="336232" y="54007"/>
                        <a:pt x="329470" y="57912"/>
                      </a:cubicBezTo>
                      <a:lnTo>
                        <a:pt x="279845" y="86582"/>
                      </a:lnTo>
                      <a:cubicBezTo>
                        <a:pt x="273082" y="90488"/>
                        <a:pt x="262223" y="90488"/>
                        <a:pt x="255461" y="86582"/>
                      </a:cubicBezTo>
                      <a:cubicBezTo>
                        <a:pt x="248698" y="82677"/>
                        <a:pt x="248698" y="76390"/>
                        <a:pt x="255461" y="72581"/>
                      </a:cubicBezTo>
                      <a:close/>
                      <a:moveTo>
                        <a:pt x="329470" y="190024"/>
                      </a:moveTo>
                      <a:cubicBezTo>
                        <a:pt x="322802" y="193929"/>
                        <a:pt x="311848" y="193929"/>
                        <a:pt x="305181" y="190024"/>
                      </a:cubicBezTo>
                      <a:lnTo>
                        <a:pt x="255556" y="161354"/>
                      </a:lnTo>
                      <a:cubicBezTo>
                        <a:pt x="248793" y="157448"/>
                        <a:pt x="248793" y="151162"/>
                        <a:pt x="255556" y="147256"/>
                      </a:cubicBezTo>
                      <a:cubicBezTo>
                        <a:pt x="262319" y="143351"/>
                        <a:pt x="273177" y="143351"/>
                        <a:pt x="279940" y="147256"/>
                      </a:cubicBezTo>
                      <a:lnTo>
                        <a:pt x="329565" y="175927"/>
                      </a:lnTo>
                      <a:cubicBezTo>
                        <a:pt x="336328" y="179832"/>
                        <a:pt x="336328" y="186119"/>
                        <a:pt x="329565" y="189929"/>
                      </a:cubicBezTo>
                      <a:close/>
                      <a:moveTo>
                        <a:pt x="364712" y="126873"/>
                      </a:moveTo>
                      <a:lnTo>
                        <a:pt x="294513" y="126873"/>
                      </a:lnTo>
                      <a:cubicBezTo>
                        <a:pt x="284988" y="126873"/>
                        <a:pt x="277368" y="122396"/>
                        <a:pt x="277368" y="116967"/>
                      </a:cubicBezTo>
                      <a:cubicBezTo>
                        <a:pt x="277368" y="111538"/>
                        <a:pt x="285083" y="107061"/>
                        <a:pt x="294513" y="107061"/>
                      </a:cubicBezTo>
                      <a:lnTo>
                        <a:pt x="364712" y="107061"/>
                      </a:lnTo>
                      <a:cubicBezTo>
                        <a:pt x="374237" y="107061"/>
                        <a:pt x="381953" y="111538"/>
                        <a:pt x="381953" y="116967"/>
                      </a:cubicBezTo>
                      <a:cubicBezTo>
                        <a:pt x="381953" y="122396"/>
                        <a:pt x="374237" y="126873"/>
                        <a:pt x="364712"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 name="Google Shape;417;p25"/>
                <p:cNvSpPr/>
                <p:nvPr/>
              </p:nvSpPr>
              <p:spPr>
                <a:xfrm>
                  <a:off x="3646611" y="4791857"/>
                  <a:ext cx="405669" cy="234219"/>
                </a:xfrm>
                <a:custGeom>
                  <a:avLst/>
                  <a:gdLst/>
                  <a:ahLst/>
                  <a:cxnLst/>
                  <a:rect l="l" t="t" r="r" b="b"/>
                  <a:pathLst>
                    <a:path w="405669" h="234219" extrusionOk="0">
                      <a:moveTo>
                        <a:pt x="346234" y="34290"/>
                      </a:moveTo>
                      <a:cubicBezTo>
                        <a:pt x="267081" y="-11430"/>
                        <a:pt x="138684" y="-11430"/>
                        <a:pt x="59436" y="34290"/>
                      </a:cubicBezTo>
                      <a:cubicBezTo>
                        <a:pt x="-19812" y="80010"/>
                        <a:pt x="-19812" y="154115"/>
                        <a:pt x="59436" y="199930"/>
                      </a:cubicBezTo>
                      <a:cubicBezTo>
                        <a:pt x="138684" y="245650"/>
                        <a:pt x="267081" y="245650"/>
                        <a:pt x="346234" y="199930"/>
                      </a:cubicBezTo>
                      <a:cubicBezTo>
                        <a:pt x="425482" y="154210"/>
                        <a:pt x="425482" y="80010"/>
                        <a:pt x="346234" y="34290"/>
                      </a:cubicBezTo>
                      <a:close/>
                      <a:moveTo>
                        <a:pt x="76200" y="58007"/>
                      </a:moveTo>
                      <a:cubicBezTo>
                        <a:pt x="69437" y="54102"/>
                        <a:pt x="69437" y="47816"/>
                        <a:pt x="76200" y="44006"/>
                      </a:cubicBezTo>
                      <a:cubicBezTo>
                        <a:pt x="82963" y="40100"/>
                        <a:pt x="93821" y="40100"/>
                        <a:pt x="100489" y="44006"/>
                      </a:cubicBezTo>
                      <a:lnTo>
                        <a:pt x="150114" y="72676"/>
                      </a:lnTo>
                      <a:cubicBezTo>
                        <a:pt x="156877" y="76581"/>
                        <a:pt x="156877" y="82867"/>
                        <a:pt x="150114" y="86773"/>
                      </a:cubicBezTo>
                      <a:cubicBezTo>
                        <a:pt x="143351" y="90678"/>
                        <a:pt x="132493" y="90678"/>
                        <a:pt x="125825" y="86773"/>
                      </a:cubicBezTo>
                      <a:lnTo>
                        <a:pt x="76200" y="58102"/>
                      </a:lnTo>
                      <a:close/>
                      <a:moveTo>
                        <a:pt x="111061" y="126968"/>
                      </a:moveTo>
                      <a:lnTo>
                        <a:pt x="40957" y="126968"/>
                      </a:lnTo>
                      <a:cubicBezTo>
                        <a:pt x="31432" y="126968"/>
                        <a:pt x="23717" y="122492"/>
                        <a:pt x="23717" y="117062"/>
                      </a:cubicBezTo>
                      <a:cubicBezTo>
                        <a:pt x="23717" y="111633"/>
                        <a:pt x="31432" y="107156"/>
                        <a:pt x="40957" y="107156"/>
                      </a:cubicBezTo>
                      <a:lnTo>
                        <a:pt x="111157" y="107156"/>
                      </a:lnTo>
                      <a:cubicBezTo>
                        <a:pt x="120682" y="107156"/>
                        <a:pt x="128397" y="111633"/>
                        <a:pt x="128397" y="117062"/>
                      </a:cubicBezTo>
                      <a:cubicBezTo>
                        <a:pt x="128397" y="122492"/>
                        <a:pt x="120682" y="126968"/>
                        <a:pt x="111157" y="126968"/>
                      </a:cubicBezTo>
                      <a:close/>
                      <a:moveTo>
                        <a:pt x="202787" y="74009"/>
                      </a:moveTo>
                      <a:cubicBezTo>
                        <a:pt x="193262" y="74009"/>
                        <a:pt x="185547" y="69533"/>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628"/>
                        <a:pt x="212312" y="74009"/>
                        <a:pt x="202787" y="74009"/>
                      </a:cubicBezTo>
                      <a:close/>
                      <a:moveTo>
                        <a:pt x="100489" y="190119"/>
                      </a:moveTo>
                      <a:cubicBezTo>
                        <a:pt x="93821" y="194024"/>
                        <a:pt x="82868" y="194024"/>
                        <a:pt x="76200" y="190119"/>
                      </a:cubicBezTo>
                      <a:cubicBezTo>
                        <a:pt x="69437" y="186214"/>
                        <a:pt x="69437" y="179927"/>
                        <a:pt x="76200" y="176117"/>
                      </a:cubicBezTo>
                      <a:lnTo>
                        <a:pt x="125825" y="147447"/>
                      </a:lnTo>
                      <a:cubicBezTo>
                        <a:pt x="132493" y="143542"/>
                        <a:pt x="143446" y="143542"/>
                        <a:pt x="150114" y="147447"/>
                      </a:cubicBezTo>
                      <a:cubicBezTo>
                        <a:pt x="156877" y="151352"/>
                        <a:pt x="156877" y="157639"/>
                        <a:pt x="150114" y="161544"/>
                      </a:cubicBezTo>
                      <a:lnTo>
                        <a:pt x="100489" y="190214"/>
                      </a:lnTo>
                      <a:close/>
                      <a:moveTo>
                        <a:pt x="279749" y="86582"/>
                      </a:moveTo>
                      <a:cubicBezTo>
                        <a:pt x="272986" y="90488"/>
                        <a:pt x="262128" y="90488"/>
                        <a:pt x="255365" y="86582"/>
                      </a:cubicBezTo>
                      <a:cubicBezTo>
                        <a:pt x="248602" y="82677"/>
                        <a:pt x="248602" y="76391"/>
                        <a:pt x="255365" y="72485"/>
                      </a:cubicBezTo>
                      <a:lnTo>
                        <a:pt x="304990" y="43815"/>
                      </a:lnTo>
                      <a:cubicBezTo>
                        <a:pt x="311753" y="39910"/>
                        <a:pt x="322612" y="39910"/>
                        <a:pt x="329279" y="43815"/>
                      </a:cubicBezTo>
                      <a:cubicBezTo>
                        <a:pt x="336042" y="47720"/>
                        <a:pt x="336042" y="54007"/>
                        <a:pt x="329279" y="57817"/>
                      </a:cubicBezTo>
                      <a:lnTo>
                        <a:pt x="279654" y="86487"/>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9"/>
                      </a:moveTo>
                      <a:cubicBezTo>
                        <a:pt x="193167" y="220409"/>
                        <a:pt x="185452" y="215932"/>
                        <a:pt x="185452" y="210502"/>
                      </a:cubicBezTo>
                      <a:lnTo>
                        <a:pt x="185452" y="170021"/>
                      </a:lnTo>
                      <a:cubicBezTo>
                        <a:pt x="185452" y="164497"/>
                        <a:pt x="193167" y="160115"/>
                        <a:pt x="202692" y="160115"/>
                      </a:cubicBezTo>
                      <a:cubicBezTo>
                        <a:pt x="212217" y="160115"/>
                        <a:pt x="219932" y="164592"/>
                        <a:pt x="219932" y="170021"/>
                      </a:cubicBezTo>
                      <a:lnTo>
                        <a:pt x="219932" y="210502"/>
                      </a:lnTo>
                      <a:cubicBezTo>
                        <a:pt x="219932" y="216027"/>
                        <a:pt x="212217" y="220409"/>
                        <a:pt x="202692" y="220409"/>
                      </a:cubicBezTo>
                      <a:close/>
                      <a:moveTo>
                        <a:pt x="304990" y="190119"/>
                      </a:moveTo>
                      <a:lnTo>
                        <a:pt x="255365" y="161449"/>
                      </a:lnTo>
                      <a:cubicBezTo>
                        <a:pt x="248602" y="157543"/>
                        <a:pt x="248602" y="151257"/>
                        <a:pt x="255365" y="147352"/>
                      </a:cubicBezTo>
                      <a:cubicBezTo>
                        <a:pt x="262128" y="143447"/>
                        <a:pt x="272986" y="143447"/>
                        <a:pt x="279749" y="147352"/>
                      </a:cubicBezTo>
                      <a:lnTo>
                        <a:pt x="329374" y="176022"/>
                      </a:lnTo>
                      <a:cubicBezTo>
                        <a:pt x="336137" y="179927"/>
                        <a:pt x="336137" y="186214"/>
                        <a:pt x="329374" y="190024"/>
                      </a:cubicBezTo>
                      <a:cubicBezTo>
                        <a:pt x="322707" y="193929"/>
                        <a:pt x="311753" y="193929"/>
                        <a:pt x="305086"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8" name="Google Shape;418;p25"/>
                <p:cNvSpPr/>
                <p:nvPr/>
              </p:nvSpPr>
              <p:spPr>
                <a:xfrm>
                  <a:off x="3792266" y="4875939"/>
                  <a:ext cx="114454" cy="46315"/>
                </a:xfrm>
                <a:custGeom>
                  <a:avLst/>
                  <a:gdLst/>
                  <a:ahLst/>
                  <a:cxnLst/>
                  <a:rect l="l" t="t" r="r" b="b"/>
                  <a:pathLst>
                    <a:path w="114454" h="46315" extrusionOk="0">
                      <a:moveTo>
                        <a:pt x="109615" y="46315"/>
                      </a:moveTo>
                      <a:cubicBezTo>
                        <a:pt x="106853" y="42696"/>
                        <a:pt x="102852" y="39267"/>
                        <a:pt x="97708" y="36314"/>
                      </a:cubicBezTo>
                      <a:cubicBezTo>
                        <a:pt x="75325" y="23360"/>
                        <a:pt x="39130" y="23360"/>
                        <a:pt x="16746" y="36314"/>
                      </a:cubicBezTo>
                      <a:cubicBezTo>
                        <a:pt x="11603" y="39267"/>
                        <a:pt x="7602" y="42696"/>
                        <a:pt x="4840" y="46315"/>
                      </a:cubicBezTo>
                      <a:cubicBezTo>
                        <a:pt x="-4400" y="34218"/>
                        <a:pt x="-399" y="19550"/>
                        <a:pt x="16746" y="9644"/>
                      </a:cubicBezTo>
                      <a:cubicBezTo>
                        <a:pt x="39130" y="-3215"/>
                        <a:pt x="75325" y="-3215"/>
                        <a:pt x="97708" y="9644"/>
                      </a:cubicBezTo>
                      <a:cubicBezTo>
                        <a:pt x="114854"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 name="Google Shape;419;p25"/>
                <p:cNvSpPr/>
                <p:nvPr/>
              </p:nvSpPr>
              <p:spPr>
                <a:xfrm>
                  <a:off x="3797106" y="4902538"/>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20" name="Google Shape;420;p25"/>
              <p:cNvGrpSpPr/>
              <p:nvPr/>
            </p:nvGrpSpPr>
            <p:grpSpPr>
              <a:xfrm>
                <a:off x="3670114" y="4704608"/>
                <a:ext cx="358735" cy="305800"/>
                <a:chOff x="3670114" y="4704608"/>
                <a:chExt cx="358735" cy="305800"/>
              </a:xfrm>
            </p:grpSpPr>
            <p:sp>
              <p:nvSpPr>
                <p:cNvPr id="421" name="Google Shape;421;p25"/>
                <p:cNvSpPr/>
                <p:nvPr/>
              </p:nvSpPr>
              <p:spPr>
                <a:xfrm>
                  <a:off x="3670138" y="4808145"/>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1" y="212407"/>
                        <a:pt x="52388" y="171831"/>
                      </a:cubicBezTo>
                      <a:cubicBezTo>
                        <a:pt x="17336" y="151733"/>
                        <a:pt x="0" y="125063"/>
                        <a:pt x="0" y="98393"/>
                      </a:cubicBezTo>
                      <a:lnTo>
                        <a:pt x="0" y="0"/>
                      </a:lnTo>
                      <a:lnTo>
                        <a:pt x="3587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2" name="Google Shape;422;p25"/>
                <p:cNvSpPr/>
                <p:nvPr/>
              </p:nvSpPr>
              <p:spPr>
                <a:xfrm>
                  <a:off x="3670138" y="4820908"/>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622"/>
                        <a:pt x="0" y="1714"/>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3" name="Google Shape;423;p25"/>
                <p:cNvSpPr/>
                <p:nvPr/>
              </p:nvSpPr>
              <p:spPr>
                <a:xfrm>
                  <a:off x="3670138" y="4838053"/>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4" name="Google Shape;424;p25"/>
                <p:cNvSpPr/>
                <p:nvPr/>
              </p:nvSpPr>
              <p:spPr>
                <a:xfrm>
                  <a:off x="3670138" y="4855294"/>
                  <a:ext cx="358711" cy="110632"/>
                </a:xfrm>
                <a:custGeom>
                  <a:avLst/>
                  <a:gdLst/>
                  <a:ahLst/>
                  <a:cxnLst/>
                  <a:rect l="l" t="t" r="r" b="b"/>
                  <a:pathLst>
                    <a:path w="358711" h="110632" extrusionOk="0">
                      <a:moveTo>
                        <a:pt x="358712" y="0"/>
                      </a:moveTo>
                      <a:cubicBezTo>
                        <a:pt x="358712" y="26479"/>
                        <a:pt x="341090" y="52864"/>
                        <a:pt x="306133" y="73057"/>
                      </a:cubicBezTo>
                      <a:cubicBezTo>
                        <a:pt x="236220" y="113728"/>
                        <a:pt x="122587" y="113728"/>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5" name="Google Shape;425;p25"/>
                <p:cNvSpPr/>
                <p:nvPr/>
              </p:nvSpPr>
              <p:spPr>
                <a:xfrm>
                  <a:off x="3670138" y="4872439"/>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6" name="Google Shape;426;p25"/>
                <p:cNvSpPr/>
                <p:nvPr/>
              </p:nvSpPr>
              <p:spPr>
                <a:xfrm>
                  <a:off x="3670138" y="4889584"/>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7" name="Google Shape;427;p25"/>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8" name="Google Shape;428;p25"/>
                <p:cNvSpPr/>
                <p:nvPr/>
              </p:nvSpPr>
              <p:spPr>
                <a:xfrm>
                  <a:off x="3684259" y="4712752"/>
                  <a:ext cx="330445" cy="190881"/>
                </a:xfrm>
                <a:custGeom>
                  <a:avLst/>
                  <a:gdLst/>
                  <a:ahLst/>
                  <a:cxnLst/>
                  <a:rect l="l" t="t" r="r" b="b"/>
                  <a:pathLst>
                    <a:path w="330445" h="190881" extrusionOk="0">
                      <a:moveTo>
                        <a:pt x="48363" y="162735"/>
                      </a:moveTo>
                      <a:cubicBezTo>
                        <a:pt x="112943" y="200263"/>
                        <a:pt x="217622" y="200263"/>
                        <a:pt x="282011" y="162735"/>
                      </a:cubicBezTo>
                      <a:cubicBezTo>
                        <a:pt x="346591" y="125492"/>
                        <a:pt x="346591" y="65103"/>
                        <a:pt x="282011" y="27861"/>
                      </a:cubicBezTo>
                      <a:cubicBezTo>
                        <a:pt x="217622" y="-9287"/>
                        <a:pt x="112943" y="-9287"/>
                        <a:pt x="48363" y="27861"/>
                      </a:cubicBezTo>
                      <a:cubicBezTo>
                        <a:pt x="-16121" y="65008"/>
                        <a:pt x="-16121" y="125492"/>
                        <a:pt x="48363" y="16273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9" name="Google Shape;429;p25"/>
                <p:cNvSpPr/>
                <p:nvPr/>
              </p:nvSpPr>
              <p:spPr>
                <a:xfrm>
                  <a:off x="3694927" y="4718920"/>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0" name="Google Shape;430;p25"/>
                <p:cNvSpPr/>
                <p:nvPr/>
              </p:nvSpPr>
              <p:spPr>
                <a:xfrm>
                  <a:off x="3703523" y="4724253"/>
                  <a:ext cx="291917" cy="168568"/>
                </a:xfrm>
                <a:custGeom>
                  <a:avLst/>
                  <a:gdLst/>
                  <a:ahLst/>
                  <a:cxnLst/>
                  <a:rect l="l" t="t" r="r" b="b"/>
                  <a:pathLst>
                    <a:path w="291917" h="168568" extrusionOk="0">
                      <a:moveTo>
                        <a:pt x="42719" y="143709"/>
                      </a:moveTo>
                      <a:cubicBezTo>
                        <a:pt x="99774" y="176856"/>
                        <a:pt x="192262" y="176856"/>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1" name="Google Shape;431;p25"/>
                <p:cNvSpPr/>
                <p:nvPr/>
              </p:nvSpPr>
              <p:spPr>
                <a:xfrm>
                  <a:off x="3712548" y="4729087"/>
                  <a:ext cx="273962" cy="158234"/>
                </a:xfrm>
                <a:custGeom>
                  <a:avLst/>
                  <a:gdLst/>
                  <a:ahLst/>
                  <a:cxnLst/>
                  <a:rect l="l" t="t" r="r" b="b"/>
                  <a:pathLst>
                    <a:path w="273962" h="158234" extrusionOk="0">
                      <a:moveTo>
                        <a:pt x="40077" y="134874"/>
                      </a:moveTo>
                      <a:cubicBezTo>
                        <a:pt x="93607" y="166021"/>
                        <a:pt x="180475" y="166021"/>
                        <a:pt x="233815" y="134874"/>
                      </a:cubicBezTo>
                      <a:cubicBezTo>
                        <a:pt x="287345" y="104013"/>
                        <a:pt x="287345" y="53911"/>
                        <a:pt x="233815" y="23146"/>
                      </a:cubicBezTo>
                      <a:cubicBezTo>
                        <a:pt x="180475" y="-7715"/>
                        <a:pt x="93607" y="-7715"/>
                        <a:pt x="40077" y="23146"/>
                      </a:cubicBezTo>
                      <a:cubicBezTo>
                        <a:pt x="-13359" y="54007"/>
                        <a:pt x="-13359" y="104108"/>
                        <a:pt x="40077" y="13487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2" name="Google Shape;432;p25"/>
                <p:cNvSpPr/>
                <p:nvPr/>
              </p:nvSpPr>
              <p:spPr>
                <a:xfrm>
                  <a:off x="3720097" y="4733802"/>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3" name="Google Shape;433;p25"/>
                <p:cNvSpPr/>
                <p:nvPr/>
              </p:nvSpPr>
              <p:spPr>
                <a:xfrm>
                  <a:off x="3727645" y="4737755"/>
                  <a:ext cx="243673" cy="140731"/>
                </a:xfrm>
                <a:custGeom>
                  <a:avLst/>
                  <a:gdLst/>
                  <a:ahLst/>
                  <a:cxnLst/>
                  <a:rect l="l" t="t" r="r" b="b"/>
                  <a:pathLst>
                    <a:path w="243673" h="140731" extrusionOk="0">
                      <a:moveTo>
                        <a:pt x="35647" y="120015"/>
                      </a:moveTo>
                      <a:cubicBezTo>
                        <a:pt x="83272" y="147638"/>
                        <a:pt x="160520" y="147638"/>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4" name="Google Shape;434;p25"/>
                <p:cNvSpPr/>
                <p:nvPr/>
              </p:nvSpPr>
              <p:spPr>
                <a:xfrm>
                  <a:off x="3734337" y="4741946"/>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5" name="Google Shape;435;p25"/>
                <p:cNvSpPr/>
                <p:nvPr/>
              </p:nvSpPr>
              <p:spPr>
                <a:xfrm>
                  <a:off x="3741456" y="4745828"/>
                  <a:ext cx="216074" cy="124753"/>
                </a:xfrm>
                <a:custGeom>
                  <a:avLst/>
                  <a:gdLst/>
                  <a:ahLst/>
                  <a:cxnLst/>
                  <a:rect l="l" t="t" r="r" b="b"/>
                  <a:pathLst>
                    <a:path w="216074" h="124753" extrusionOk="0">
                      <a:moveTo>
                        <a:pt x="31647" y="106323"/>
                      </a:moveTo>
                      <a:cubicBezTo>
                        <a:pt x="73938" y="130897"/>
                        <a:pt x="142327" y="130897"/>
                        <a:pt x="184428" y="106323"/>
                      </a:cubicBezTo>
                      <a:cubicBezTo>
                        <a:pt x="226624" y="82034"/>
                        <a:pt x="226624" y="42505"/>
                        <a:pt x="184428" y="18216"/>
                      </a:cubicBezTo>
                      <a:cubicBezTo>
                        <a:pt x="142327" y="-6072"/>
                        <a:pt x="73842" y="-6072"/>
                        <a:pt x="31647" y="18216"/>
                      </a:cubicBezTo>
                      <a:cubicBezTo>
                        <a:pt x="-10549" y="42505"/>
                        <a:pt x="-10549" y="82034"/>
                        <a:pt x="31647" y="10632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6" name="Google Shape;436;p25"/>
                <p:cNvSpPr/>
                <p:nvPr/>
              </p:nvSpPr>
              <p:spPr>
                <a:xfrm>
                  <a:off x="3747433" y="4749495"/>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7" name="Google Shape;437;p25"/>
                <p:cNvSpPr/>
                <p:nvPr/>
              </p:nvSpPr>
              <p:spPr>
                <a:xfrm>
                  <a:off x="3752910" y="4752424"/>
                  <a:ext cx="193166" cy="111490"/>
                </a:xfrm>
                <a:custGeom>
                  <a:avLst/>
                  <a:gdLst/>
                  <a:ahLst/>
                  <a:cxnLst/>
                  <a:rect l="l" t="t" r="r" b="b"/>
                  <a:pathLst>
                    <a:path w="193166" h="111490" extrusionOk="0">
                      <a:moveTo>
                        <a:pt x="28289" y="95060"/>
                      </a:moveTo>
                      <a:cubicBezTo>
                        <a:pt x="66008" y="116967"/>
                        <a:pt x="127254" y="116967"/>
                        <a:pt x="164878" y="95060"/>
                      </a:cubicBezTo>
                      <a:cubicBezTo>
                        <a:pt x="202597" y="73343"/>
                        <a:pt x="202597" y="38005"/>
                        <a:pt x="164878" y="16288"/>
                      </a:cubicBezTo>
                      <a:cubicBezTo>
                        <a:pt x="127254" y="-5429"/>
                        <a:pt x="66103" y="-5429"/>
                        <a:pt x="28289" y="16288"/>
                      </a:cubicBezTo>
                      <a:cubicBezTo>
                        <a:pt x="-9430" y="38005"/>
                        <a:pt x="-9430" y="73343"/>
                        <a:pt x="28289" y="95060"/>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8" name="Google Shape;438;p25"/>
                <p:cNvSpPr/>
                <p:nvPr/>
              </p:nvSpPr>
              <p:spPr>
                <a:xfrm>
                  <a:off x="3758292" y="4755662"/>
                  <a:ext cx="182403" cy="105322"/>
                </a:xfrm>
                <a:custGeom>
                  <a:avLst/>
                  <a:gdLst/>
                  <a:ahLst/>
                  <a:cxnLst/>
                  <a:rect l="l" t="t" r="r" b="b"/>
                  <a:pathLst>
                    <a:path w="182403" h="105322" extrusionOk="0">
                      <a:moveTo>
                        <a:pt x="26718" y="89821"/>
                      </a:moveTo>
                      <a:cubicBezTo>
                        <a:pt x="62341" y="110490"/>
                        <a:pt x="120158" y="110490"/>
                        <a:pt x="155686" y="89821"/>
                      </a:cubicBezTo>
                      <a:cubicBezTo>
                        <a:pt x="191310" y="69342"/>
                        <a:pt x="191310" y="35909"/>
                        <a:pt x="155686" y="15430"/>
                      </a:cubicBezTo>
                      <a:cubicBezTo>
                        <a:pt x="120158" y="-5143"/>
                        <a:pt x="62341" y="-5143"/>
                        <a:pt x="26718" y="15430"/>
                      </a:cubicBezTo>
                      <a:cubicBezTo>
                        <a:pt x="-8906" y="36004"/>
                        <a:pt x="-8906" y="69342"/>
                        <a:pt x="26718" y="89821"/>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9" name="Google Shape;439;p25"/>
                <p:cNvSpPr/>
                <p:nvPr/>
              </p:nvSpPr>
              <p:spPr>
                <a:xfrm>
                  <a:off x="3763578" y="4758496"/>
                  <a:ext cx="171807" cy="99250"/>
                </a:xfrm>
                <a:custGeom>
                  <a:avLst/>
                  <a:gdLst/>
                  <a:ahLst/>
                  <a:cxnLst/>
                  <a:rect l="l" t="t" r="r" b="b"/>
                  <a:pathLst>
                    <a:path w="171807" h="99250" extrusionOk="0">
                      <a:moveTo>
                        <a:pt x="25146" y="84606"/>
                      </a:moveTo>
                      <a:cubicBezTo>
                        <a:pt x="58674"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0" name="Google Shape;440;p25"/>
                <p:cNvSpPr/>
                <p:nvPr/>
              </p:nvSpPr>
              <p:spPr>
                <a:xfrm>
                  <a:off x="3768436" y="4761473"/>
                  <a:ext cx="162186" cy="93702"/>
                </a:xfrm>
                <a:custGeom>
                  <a:avLst/>
                  <a:gdLst/>
                  <a:ahLst/>
                  <a:cxnLst/>
                  <a:rect l="l" t="t" r="r" b="b"/>
                  <a:pathLst>
                    <a:path w="162186" h="93702" extrusionOk="0">
                      <a:moveTo>
                        <a:pt x="23717" y="79915"/>
                      </a:moveTo>
                      <a:cubicBezTo>
                        <a:pt x="55435" y="98298"/>
                        <a:pt x="106871" y="98298"/>
                        <a:pt x="138398" y="79915"/>
                      </a:cubicBezTo>
                      <a:cubicBezTo>
                        <a:pt x="170117" y="61627"/>
                        <a:pt x="170117" y="31909"/>
                        <a:pt x="138398" y="13716"/>
                      </a:cubicBezTo>
                      <a:cubicBezTo>
                        <a:pt x="106775" y="-4572"/>
                        <a:pt x="55435" y="-4572"/>
                        <a:pt x="23717" y="13716"/>
                      </a:cubicBezTo>
                      <a:cubicBezTo>
                        <a:pt x="-7906" y="32004"/>
                        <a:pt x="-7906" y="61627"/>
                        <a:pt x="23717" y="7991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1" name="Google Shape;441;p25"/>
                <p:cNvSpPr/>
                <p:nvPr/>
              </p:nvSpPr>
              <p:spPr>
                <a:xfrm>
                  <a:off x="3773294" y="4764139"/>
                  <a:ext cx="152376" cy="87987"/>
                </a:xfrm>
                <a:custGeom>
                  <a:avLst/>
                  <a:gdLst/>
                  <a:ahLst/>
                  <a:cxnLst/>
                  <a:rect l="l" t="t" r="r" b="b"/>
                  <a:pathLst>
                    <a:path w="152376" h="87987" extrusionOk="0">
                      <a:moveTo>
                        <a:pt x="22288" y="75057"/>
                      </a:moveTo>
                      <a:cubicBezTo>
                        <a:pt x="52007" y="92297"/>
                        <a:pt x="100298" y="92297"/>
                        <a:pt x="130016" y="75057"/>
                      </a:cubicBezTo>
                      <a:cubicBezTo>
                        <a:pt x="159829" y="57912"/>
                        <a:pt x="159829" y="30004"/>
                        <a:pt x="130016" y="12859"/>
                      </a:cubicBezTo>
                      <a:cubicBezTo>
                        <a:pt x="100298" y="-4286"/>
                        <a:pt x="52102" y="-4286"/>
                        <a:pt x="22288" y="12859"/>
                      </a:cubicBezTo>
                      <a:cubicBezTo>
                        <a:pt x="-7429" y="30004"/>
                        <a:pt x="-7429" y="57817"/>
                        <a:pt x="22288" y="75057"/>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2" name="Google Shape;442;p25"/>
                <p:cNvSpPr/>
                <p:nvPr/>
              </p:nvSpPr>
              <p:spPr>
                <a:xfrm>
                  <a:off x="3777556" y="4766854"/>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3" name="Google Shape;443;p25"/>
                <p:cNvSpPr/>
                <p:nvPr/>
              </p:nvSpPr>
              <p:spPr>
                <a:xfrm>
                  <a:off x="3784581" y="4771117"/>
                  <a:ext cx="129730" cy="74866"/>
                </a:xfrm>
                <a:custGeom>
                  <a:avLst/>
                  <a:gdLst/>
                  <a:ahLst/>
                  <a:cxnLst/>
                  <a:rect l="l" t="t" r="r" b="b"/>
                  <a:pathLst>
                    <a:path w="129730" h="74866" extrusionOk="0">
                      <a:moveTo>
                        <a:pt x="19002" y="63794"/>
                      </a:moveTo>
                      <a:cubicBezTo>
                        <a:pt x="44339" y="78557"/>
                        <a:pt x="85392" y="78557"/>
                        <a:pt x="110728" y="63794"/>
                      </a:cubicBezTo>
                      <a:cubicBezTo>
                        <a:pt x="136064" y="49220"/>
                        <a:pt x="136064" y="25503"/>
                        <a:pt x="110728" y="10930"/>
                      </a:cubicBezTo>
                      <a:cubicBezTo>
                        <a:pt x="85487" y="-3643"/>
                        <a:pt x="44434" y="-3643"/>
                        <a:pt x="19002" y="10930"/>
                      </a:cubicBezTo>
                      <a:cubicBezTo>
                        <a:pt x="-6334" y="25503"/>
                        <a:pt x="-6334" y="49220"/>
                        <a:pt x="19002" y="6379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4" name="Google Shape;444;p25"/>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45" name="Google Shape;445;p25"/>
              <p:cNvGrpSpPr/>
              <p:nvPr/>
            </p:nvGrpSpPr>
            <p:grpSpPr>
              <a:xfrm>
                <a:off x="3646611" y="4678414"/>
                <a:ext cx="405669" cy="247649"/>
                <a:chOff x="3646611" y="4678414"/>
                <a:chExt cx="405669" cy="247649"/>
              </a:xfrm>
            </p:grpSpPr>
            <p:sp>
              <p:nvSpPr>
                <p:cNvPr id="446" name="Google Shape;446;p25"/>
                <p:cNvSpPr/>
                <p:nvPr/>
              </p:nvSpPr>
              <p:spPr>
                <a:xfrm>
                  <a:off x="3646611" y="4691749"/>
                  <a:ext cx="405574" cy="234314"/>
                </a:xfrm>
                <a:custGeom>
                  <a:avLst/>
                  <a:gdLst/>
                  <a:ahLst/>
                  <a:cxnLst/>
                  <a:rect l="l" t="t" r="r" b="b"/>
                  <a:pathLst>
                    <a:path w="405574" h="234314" extrusionOk="0">
                      <a:moveTo>
                        <a:pt x="404336" y="103823"/>
                      </a:moveTo>
                      <a:cubicBezTo>
                        <a:pt x="399288" y="78391"/>
                        <a:pt x="379952" y="53816"/>
                        <a:pt x="346234" y="34290"/>
                      </a:cubicBezTo>
                      <a:cubicBezTo>
                        <a:pt x="267081" y="-11430"/>
                        <a:pt x="138684" y="-11430"/>
                        <a:pt x="59436" y="34290"/>
                      </a:cubicBezTo>
                      <a:cubicBezTo>
                        <a:pt x="25527" y="53912"/>
                        <a:pt x="6096" y="78677"/>
                        <a:pt x="1238" y="104299"/>
                      </a:cubicBezTo>
                      <a:lnTo>
                        <a:pt x="0" y="103823"/>
                      </a:lnTo>
                      <a:lnTo>
                        <a:pt x="0" y="117920"/>
                      </a:lnTo>
                      <a:lnTo>
                        <a:pt x="0" y="117920"/>
                      </a:lnTo>
                      <a:cubicBezTo>
                        <a:pt x="286"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95" y="44006"/>
                      </a:moveTo>
                      <a:cubicBezTo>
                        <a:pt x="83058" y="40100"/>
                        <a:pt x="93916" y="40100"/>
                        <a:pt x="100584" y="44006"/>
                      </a:cubicBezTo>
                      <a:lnTo>
                        <a:pt x="150209" y="72676"/>
                      </a:lnTo>
                      <a:cubicBezTo>
                        <a:pt x="156972" y="76581"/>
                        <a:pt x="156972" y="82868"/>
                        <a:pt x="150209" y="86773"/>
                      </a:cubicBezTo>
                      <a:cubicBezTo>
                        <a:pt x="143446" y="90678"/>
                        <a:pt x="132588" y="90678"/>
                        <a:pt x="125921" y="86773"/>
                      </a:cubicBezTo>
                      <a:lnTo>
                        <a:pt x="76295" y="58103"/>
                      </a:lnTo>
                      <a:cubicBezTo>
                        <a:pt x="69532" y="54197"/>
                        <a:pt x="69532" y="47911"/>
                        <a:pt x="76295" y="44101"/>
                      </a:cubicBezTo>
                      <a:close/>
                      <a:moveTo>
                        <a:pt x="41053" y="127064"/>
                      </a:moveTo>
                      <a:cubicBezTo>
                        <a:pt x="31528" y="127064"/>
                        <a:pt x="23813" y="122587"/>
                        <a:pt x="23813" y="117157"/>
                      </a:cubicBezTo>
                      <a:cubicBezTo>
                        <a:pt x="23813" y="111728"/>
                        <a:pt x="31528" y="107252"/>
                        <a:pt x="41053" y="107252"/>
                      </a:cubicBezTo>
                      <a:lnTo>
                        <a:pt x="111252" y="107252"/>
                      </a:lnTo>
                      <a:cubicBezTo>
                        <a:pt x="120777" y="107252"/>
                        <a:pt x="128492" y="111728"/>
                        <a:pt x="128492" y="117157"/>
                      </a:cubicBezTo>
                      <a:cubicBezTo>
                        <a:pt x="128492" y="122587"/>
                        <a:pt x="120777" y="127064"/>
                        <a:pt x="111252" y="127064"/>
                      </a:cubicBezTo>
                      <a:lnTo>
                        <a:pt x="41148" y="127064"/>
                      </a:lnTo>
                      <a:close/>
                      <a:moveTo>
                        <a:pt x="150209" y="161544"/>
                      </a:moveTo>
                      <a:lnTo>
                        <a:pt x="100584" y="190214"/>
                      </a:lnTo>
                      <a:cubicBezTo>
                        <a:pt x="93916" y="194120"/>
                        <a:pt x="82963" y="194120"/>
                        <a:pt x="76295" y="190214"/>
                      </a:cubicBezTo>
                      <a:cubicBezTo>
                        <a:pt x="69532" y="186309"/>
                        <a:pt x="69532" y="180023"/>
                        <a:pt x="76295" y="176213"/>
                      </a:cubicBezTo>
                      <a:lnTo>
                        <a:pt x="125921" y="147542"/>
                      </a:lnTo>
                      <a:cubicBezTo>
                        <a:pt x="132588" y="143637"/>
                        <a:pt x="143542" y="143637"/>
                        <a:pt x="150209" y="147542"/>
                      </a:cubicBezTo>
                      <a:cubicBezTo>
                        <a:pt x="156972" y="151448"/>
                        <a:pt x="156972" y="157734"/>
                        <a:pt x="150209" y="161639"/>
                      </a:cubicBezTo>
                      <a:close/>
                      <a:moveTo>
                        <a:pt x="185642" y="23622"/>
                      </a:moveTo>
                      <a:cubicBezTo>
                        <a:pt x="185642" y="18098"/>
                        <a:pt x="193357" y="13716"/>
                        <a:pt x="202882" y="13716"/>
                      </a:cubicBezTo>
                      <a:cubicBezTo>
                        <a:pt x="212407" y="13716"/>
                        <a:pt x="220123" y="18193"/>
                        <a:pt x="220123" y="23622"/>
                      </a:cubicBezTo>
                      <a:lnTo>
                        <a:pt x="220123" y="64103"/>
                      </a:lnTo>
                      <a:cubicBezTo>
                        <a:pt x="220123" y="69628"/>
                        <a:pt x="212407" y="74009"/>
                        <a:pt x="202882" y="74009"/>
                      </a:cubicBezTo>
                      <a:cubicBezTo>
                        <a:pt x="193357" y="74009"/>
                        <a:pt x="185642" y="69532"/>
                        <a:pt x="185642" y="64103"/>
                      </a:cubicBezTo>
                      <a:lnTo>
                        <a:pt x="185642" y="23622"/>
                      </a:lnTo>
                      <a:close/>
                      <a:moveTo>
                        <a:pt x="202882" y="220408"/>
                      </a:moveTo>
                      <a:cubicBezTo>
                        <a:pt x="193357" y="220408"/>
                        <a:pt x="185642" y="215932"/>
                        <a:pt x="185642" y="210503"/>
                      </a:cubicBezTo>
                      <a:lnTo>
                        <a:pt x="185642" y="170021"/>
                      </a:lnTo>
                      <a:cubicBezTo>
                        <a:pt x="185642" y="164497"/>
                        <a:pt x="193357" y="160115"/>
                        <a:pt x="202882" y="160115"/>
                      </a:cubicBezTo>
                      <a:cubicBezTo>
                        <a:pt x="212407" y="160115"/>
                        <a:pt x="220123" y="164592"/>
                        <a:pt x="220123" y="170021"/>
                      </a:cubicBezTo>
                      <a:lnTo>
                        <a:pt x="220123" y="210503"/>
                      </a:lnTo>
                      <a:cubicBezTo>
                        <a:pt x="220123" y="216027"/>
                        <a:pt x="212407" y="220408"/>
                        <a:pt x="202882" y="220408"/>
                      </a:cubicBezTo>
                      <a:close/>
                      <a:moveTo>
                        <a:pt x="255556" y="72581"/>
                      </a:moveTo>
                      <a:lnTo>
                        <a:pt x="305181" y="43910"/>
                      </a:lnTo>
                      <a:cubicBezTo>
                        <a:pt x="311944" y="40005"/>
                        <a:pt x="322802" y="40005"/>
                        <a:pt x="329470" y="43910"/>
                      </a:cubicBezTo>
                      <a:cubicBezTo>
                        <a:pt x="336232" y="47815"/>
                        <a:pt x="336232" y="54102"/>
                        <a:pt x="329470" y="57912"/>
                      </a:cubicBezTo>
                      <a:lnTo>
                        <a:pt x="279845" y="86582"/>
                      </a:lnTo>
                      <a:cubicBezTo>
                        <a:pt x="273082" y="90488"/>
                        <a:pt x="262223" y="90488"/>
                        <a:pt x="255461" y="86582"/>
                      </a:cubicBezTo>
                      <a:cubicBezTo>
                        <a:pt x="248698" y="82677"/>
                        <a:pt x="248698" y="76390"/>
                        <a:pt x="255461" y="72485"/>
                      </a:cubicBezTo>
                      <a:close/>
                      <a:moveTo>
                        <a:pt x="329470" y="190119"/>
                      </a:moveTo>
                      <a:cubicBezTo>
                        <a:pt x="322802" y="194024"/>
                        <a:pt x="311848" y="194024"/>
                        <a:pt x="305181" y="190119"/>
                      </a:cubicBezTo>
                      <a:lnTo>
                        <a:pt x="255556" y="161449"/>
                      </a:lnTo>
                      <a:cubicBezTo>
                        <a:pt x="248793" y="157544"/>
                        <a:pt x="248793" y="151257"/>
                        <a:pt x="255556" y="147352"/>
                      </a:cubicBezTo>
                      <a:cubicBezTo>
                        <a:pt x="262319" y="143447"/>
                        <a:pt x="273177" y="143447"/>
                        <a:pt x="279940" y="147352"/>
                      </a:cubicBezTo>
                      <a:lnTo>
                        <a:pt x="329565" y="176022"/>
                      </a:lnTo>
                      <a:cubicBezTo>
                        <a:pt x="336328" y="179927"/>
                        <a:pt x="336328" y="186214"/>
                        <a:pt x="329565" y="190024"/>
                      </a:cubicBezTo>
                      <a:close/>
                      <a:moveTo>
                        <a:pt x="364712" y="126968"/>
                      </a:moveTo>
                      <a:lnTo>
                        <a:pt x="294513" y="126968"/>
                      </a:lnTo>
                      <a:cubicBezTo>
                        <a:pt x="284988" y="126968"/>
                        <a:pt x="277368" y="122491"/>
                        <a:pt x="277368" y="117062"/>
                      </a:cubicBezTo>
                      <a:cubicBezTo>
                        <a:pt x="277368" y="111633"/>
                        <a:pt x="285083" y="107156"/>
                        <a:pt x="294513" y="107156"/>
                      </a:cubicBezTo>
                      <a:lnTo>
                        <a:pt x="364712" y="107156"/>
                      </a:lnTo>
                      <a:cubicBezTo>
                        <a:pt x="374237" y="107156"/>
                        <a:pt x="381953" y="111633"/>
                        <a:pt x="381953" y="117062"/>
                      </a:cubicBezTo>
                      <a:cubicBezTo>
                        <a:pt x="381953" y="122491"/>
                        <a:pt x="374237" y="126968"/>
                        <a:pt x="364712"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7" name="Google Shape;447;p25"/>
                <p:cNvSpPr/>
                <p:nvPr/>
              </p:nvSpPr>
              <p:spPr>
                <a:xfrm>
                  <a:off x="3646611" y="4678414"/>
                  <a:ext cx="405669" cy="234124"/>
                </a:xfrm>
                <a:custGeom>
                  <a:avLst/>
                  <a:gdLst/>
                  <a:ahLst/>
                  <a:cxnLst/>
                  <a:rect l="l" t="t" r="r" b="b"/>
                  <a:pathLst>
                    <a:path w="405669" h="234124" extrusionOk="0">
                      <a:moveTo>
                        <a:pt x="346234" y="34290"/>
                      </a:moveTo>
                      <a:cubicBezTo>
                        <a:pt x="267081" y="-11430"/>
                        <a:pt x="138684" y="-11430"/>
                        <a:pt x="59436" y="34290"/>
                      </a:cubicBezTo>
                      <a:cubicBezTo>
                        <a:pt x="-19812" y="80010"/>
                        <a:pt x="-19812" y="154210"/>
                        <a:pt x="59436" y="199834"/>
                      </a:cubicBezTo>
                      <a:cubicBezTo>
                        <a:pt x="138684" y="245555"/>
                        <a:pt x="267081" y="245555"/>
                        <a:pt x="346234" y="199834"/>
                      </a:cubicBezTo>
                      <a:cubicBezTo>
                        <a:pt x="425482" y="154115"/>
                        <a:pt x="425482" y="80010"/>
                        <a:pt x="346234" y="34290"/>
                      </a:cubicBezTo>
                      <a:close/>
                      <a:moveTo>
                        <a:pt x="76200" y="58007"/>
                      </a:moveTo>
                      <a:cubicBezTo>
                        <a:pt x="69437" y="54102"/>
                        <a:pt x="69437" y="47815"/>
                        <a:pt x="76200" y="44006"/>
                      </a:cubicBezTo>
                      <a:cubicBezTo>
                        <a:pt x="82963" y="40100"/>
                        <a:pt x="93821" y="40100"/>
                        <a:pt x="100489" y="44006"/>
                      </a:cubicBezTo>
                      <a:lnTo>
                        <a:pt x="150114" y="72676"/>
                      </a:lnTo>
                      <a:cubicBezTo>
                        <a:pt x="156877" y="76581"/>
                        <a:pt x="156877" y="82867"/>
                        <a:pt x="150114" y="86678"/>
                      </a:cubicBezTo>
                      <a:cubicBezTo>
                        <a:pt x="143351" y="90583"/>
                        <a:pt x="132493" y="90583"/>
                        <a:pt x="125825" y="86678"/>
                      </a:cubicBezTo>
                      <a:lnTo>
                        <a:pt x="76200" y="58007"/>
                      </a:lnTo>
                      <a:close/>
                      <a:moveTo>
                        <a:pt x="111061" y="126968"/>
                      </a:moveTo>
                      <a:lnTo>
                        <a:pt x="40957" y="126968"/>
                      </a:lnTo>
                      <a:cubicBezTo>
                        <a:pt x="31432" y="126968"/>
                        <a:pt x="23717" y="122491"/>
                        <a:pt x="23717" y="117062"/>
                      </a:cubicBezTo>
                      <a:cubicBezTo>
                        <a:pt x="23717" y="111633"/>
                        <a:pt x="31432" y="107156"/>
                        <a:pt x="40957" y="107156"/>
                      </a:cubicBezTo>
                      <a:lnTo>
                        <a:pt x="111157" y="107156"/>
                      </a:lnTo>
                      <a:cubicBezTo>
                        <a:pt x="120682" y="107156"/>
                        <a:pt x="128397" y="111633"/>
                        <a:pt x="128397" y="117062"/>
                      </a:cubicBezTo>
                      <a:cubicBezTo>
                        <a:pt x="128397" y="122491"/>
                        <a:pt x="120682" y="126968"/>
                        <a:pt x="111157" y="126968"/>
                      </a:cubicBezTo>
                      <a:close/>
                      <a:moveTo>
                        <a:pt x="202787" y="74009"/>
                      </a:moveTo>
                      <a:cubicBezTo>
                        <a:pt x="193262" y="74009"/>
                        <a:pt x="185547" y="69532"/>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532"/>
                        <a:pt x="212312" y="74009"/>
                        <a:pt x="202787" y="74009"/>
                      </a:cubicBezTo>
                      <a:close/>
                      <a:moveTo>
                        <a:pt x="100489" y="190119"/>
                      </a:moveTo>
                      <a:cubicBezTo>
                        <a:pt x="93821" y="194024"/>
                        <a:pt x="82868" y="194024"/>
                        <a:pt x="76200" y="190119"/>
                      </a:cubicBezTo>
                      <a:cubicBezTo>
                        <a:pt x="69437" y="186214"/>
                        <a:pt x="69437" y="179927"/>
                        <a:pt x="76200" y="176022"/>
                      </a:cubicBezTo>
                      <a:lnTo>
                        <a:pt x="125825" y="147352"/>
                      </a:lnTo>
                      <a:cubicBezTo>
                        <a:pt x="132493" y="143447"/>
                        <a:pt x="143446" y="143447"/>
                        <a:pt x="150114" y="147352"/>
                      </a:cubicBezTo>
                      <a:cubicBezTo>
                        <a:pt x="156877" y="151257"/>
                        <a:pt x="156877" y="157543"/>
                        <a:pt x="150114" y="161354"/>
                      </a:cubicBezTo>
                      <a:lnTo>
                        <a:pt x="100489" y="190024"/>
                      </a:lnTo>
                      <a:close/>
                      <a:moveTo>
                        <a:pt x="279749" y="86582"/>
                      </a:moveTo>
                      <a:cubicBezTo>
                        <a:pt x="272986" y="90488"/>
                        <a:pt x="262128" y="90488"/>
                        <a:pt x="255365" y="86582"/>
                      </a:cubicBezTo>
                      <a:cubicBezTo>
                        <a:pt x="248602" y="82677"/>
                        <a:pt x="248602" y="76390"/>
                        <a:pt x="255365" y="72581"/>
                      </a:cubicBezTo>
                      <a:lnTo>
                        <a:pt x="304990" y="43910"/>
                      </a:lnTo>
                      <a:cubicBezTo>
                        <a:pt x="311753" y="40005"/>
                        <a:pt x="322612" y="40005"/>
                        <a:pt x="329279" y="43910"/>
                      </a:cubicBezTo>
                      <a:cubicBezTo>
                        <a:pt x="336042" y="47815"/>
                        <a:pt x="336042" y="54102"/>
                        <a:pt x="329279" y="57912"/>
                      </a:cubicBezTo>
                      <a:lnTo>
                        <a:pt x="279654" y="86582"/>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8"/>
                      </a:moveTo>
                      <a:cubicBezTo>
                        <a:pt x="193167" y="220408"/>
                        <a:pt x="185452" y="215932"/>
                        <a:pt x="185452" y="210503"/>
                      </a:cubicBezTo>
                      <a:lnTo>
                        <a:pt x="185452" y="170021"/>
                      </a:lnTo>
                      <a:cubicBezTo>
                        <a:pt x="185452" y="164497"/>
                        <a:pt x="193167" y="160115"/>
                        <a:pt x="202692" y="160115"/>
                      </a:cubicBezTo>
                      <a:cubicBezTo>
                        <a:pt x="212217" y="160115"/>
                        <a:pt x="219932" y="164592"/>
                        <a:pt x="219932" y="170021"/>
                      </a:cubicBezTo>
                      <a:lnTo>
                        <a:pt x="219932" y="210503"/>
                      </a:lnTo>
                      <a:cubicBezTo>
                        <a:pt x="219932" y="216027"/>
                        <a:pt x="212217" y="220408"/>
                        <a:pt x="202692" y="220408"/>
                      </a:cubicBezTo>
                      <a:close/>
                      <a:moveTo>
                        <a:pt x="304990" y="190119"/>
                      </a:moveTo>
                      <a:lnTo>
                        <a:pt x="255365" y="161449"/>
                      </a:lnTo>
                      <a:cubicBezTo>
                        <a:pt x="248602" y="157543"/>
                        <a:pt x="248602" y="151257"/>
                        <a:pt x="255365" y="147447"/>
                      </a:cubicBezTo>
                      <a:cubicBezTo>
                        <a:pt x="262128" y="143542"/>
                        <a:pt x="272986" y="143542"/>
                        <a:pt x="279749" y="147447"/>
                      </a:cubicBezTo>
                      <a:lnTo>
                        <a:pt x="329374" y="176117"/>
                      </a:lnTo>
                      <a:cubicBezTo>
                        <a:pt x="336137" y="180023"/>
                        <a:pt x="336137" y="186309"/>
                        <a:pt x="329374" y="190214"/>
                      </a:cubicBezTo>
                      <a:cubicBezTo>
                        <a:pt x="322707" y="194120"/>
                        <a:pt x="311753" y="194120"/>
                        <a:pt x="305086"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8" name="Google Shape;448;p25"/>
                <p:cNvSpPr/>
                <p:nvPr/>
              </p:nvSpPr>
              <p:spPr>
                <a:xfrm>
                  <a:off x="3792266" y="4762425"/>
                  <a:ext cx="114454" cy="46386"/>
                </a:xfrm>
                <a:custGeom>
                  <a:avLst/>
                  <a:gdLst/>
                  <a:ahLst/>
                  <a:cxnLst/>
                  <a:rect l="l" t="t" r="r" b="b"/>
                  <a:pathLst>
                    <a:path w="114454" h="46386" extrusionOk="0">
                      <a:moveTo>
                        <a:pt x="109615" y="46387"/>
                      </a:moveTo>
                      <a:cubicBezTo>
                        <a:pt x="106853" y="42767"/>
                        <a:pt x="102852" y="39338"/>
                        <a:pt x="97708" y="36385"/>
                      </a:cubicBezTo>
                      <a:cubicBezTo>
                        <a:pt x="75325" y="23432"/>
                        <a:pt x="39130" y="23432"/>
                        <a:pt x="16746" y="36385"/>
                      </a:cubicBezTo>
                      <a:cubicBezTo>
                        <a:pt x="11603" y="39338"/>
                        <a:pt x="7602" y="42767"/>
                        <a:pt x="4840" y="46387"/>
                      </a:cubicBezTo>
                      <a:cubicBezTo>
                        <a:pt x="-4400" y="34290"/>
                        <a:pt x="-399" y="19622"/>
                        <a:pt x="16746" y="9716"/>
                      </a:cubicBezTo>
                      <a:cubicBezTo>
                        <a:pt x="39130" y="-3239"/>
                        <a:pt x="75325" y="-3239"/>
                        <a:pt x="97708" y="9716"/>
                      </a:cubicBezTo>
                      <a:cubicBezTo>
                        <a:pt x="114854"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9" name="Google Shape;449;p25"/>
                <p:cNvSpPr/>
                <p:nvPr/>
              </p:nvSpPr>
              <p:spPr>
                <a:xfrm>
                  <a:off x="3797106" y="4789095"/>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50" name="Google Shape;450;p25"/>
            <p:cNvGrpSpPr/>
            <p:nvPr/>
          </p:nvGrpSpPr>
          <p:grpSpPr>
            <a:xfrm>
              <a:off x="783431" y="4479060"/>
              <a:ext cx="639735" cy="559976"/>
              <a:chOff x="3695689" y="4939685"/>
              <a:chExt cx="422100" cy="369475"/>
            </a:xfrm>
          </p:grpSpPr>
          <p:sp>
            <p:nvSpPr>
              <p:cNvPr id="451" name="Google Shape;451;p25"/>
              <p:cNvSpPr/>
              <p:nvPr/>
            </p:nvSpPr>
            <p:spPr>
              <a:xfrm>
                <a:off x="3695689" y="5065320"/>
                <a:ext cx="422100" cy="243840"/>
              </a:xfrm>
              <a:custGeom>
                <a:avLst/>
                <a:gdLst/>
                <a:ahLst/>
                <a:cxnLst/>
                <a:rect l="l" t="t" r="r" b="b"/>
                <a:pathLst>
                  <a:path w="422100" h="243840" extrusionOk="0">
                    <a:moveTo>
                      <a:pt x="360307" y="208121"/>
                    </a:moveTo>
                    <a:cubicBezTo>
                      <a:pt x="277821" y="255746"/>
                      <a:pt x="144185" y="255746"/>
                      <a:pt x="61793" y="208121"/>
                    </a:cubicBezTo>
                    <a:cubicBezTo>
                      <a:pt x="-20598" y="160496"/>
                      <a:pt x="-20598" y="83344"/>
                      <a:pt x="61793" y="35719"/>
                    </a:cubicBezTo>
                    <a:cubicBezTo>
                      <a:pt x="144185" y="-11906"/>
                      <a:pt x="277821" y="-11906"/>
                      <a:pt x="360307" y="35719"/>
                    </a:cubicBezTo>
                    <a:cubicBezTo>
                      <a:pt x="442698" y="83344"/>
                      <a:pt x="442698" y="160496"/>
                      <a:pt x="360307" y="208121"/>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52" name="Google Shape;452;p25"/>
              <p:cNvGrpSpPr/>
              <p:nvPr/>
            </p:nvGrpSpPr>
            <p:grpSpPr>
              <a:xfrm>
                <a:off x="3703857" y="5053128"/>
                <a:ext cx="405669" cy="247649"/>
                <a:chOff x="3703857" y="5053128"/>
                <a:chExt cx="405669" cy="247649"/>
              </a:xfrm>
            </p:grpSpPr>
            <p:sp>
              <p:nvSpPr>
                <p:cNvPr id="453" name="Google Shape;453;p25"/>
                <p:cNvSpPr/>
                <p:nvPr/>
              </p:nvSpPr>
              <p:spPr>
                <a:xfrm>
                  <a:off x="3703857" y="5066463"/>
                  <a:ext cx="405574" cy="234314"/>
                </a:xfrm>
                <a:custGeom>
                  <a:avLst/>
                  <a:gdLst/>
                  <a:ahLst/>
                  <a:cxnLst/>
                  <a:rect l="l" t="t" r="r" b="b"/>
                  <a:pathLst>
                    <a:path w="405574" h="234314"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920"/>
                      </a:lnTo>
                      <a:lnTo>
                        <a:pt x="0" y="117920"/>
                      </a:lnTo>
                      <a:cubicBezTo>
                        <a:pt x="381"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0957" y="126968"/>
                      </a:moveTo>
                      <a:cubicBezTo>
                        <a:pt x="31432" y="126968"/>
                        <a:pt x="23717" y="122492"/>
                        <a:pt x="23717" y="117062"/>
                      </a:cubicBezTo>
                      <a:cubicBezTo>
                        <a:pt x="23717" y="111633"/>
                        <a:pt x="31432" y="107156"/>
                        <a:pt x="40957" y="107156"/>
                      </a:cubicBezTo>
                      <a:lnTo>
                        <a:pt x="111062" y="107156"/>
                      </a:lnTo>
                      <a:cubicBezTo>
                        <a:pt x="120587" y="107156"/>
                        <a:pt x="128302" y="111633"/>
                        <a:pt x="128302" y="117062"/>
                      </a:cubicBezTo>
                      <a:cubicBezTo>
                        <a:pt x="128302" y="122492"/>
                        <a:pt x="120587" y="126968"/>
                        <a:pt x="111062" y="126968"/>
                      </a:cubicBezTo>
                      <a:lnTo>
                        <a:pt x="40957" y="126968"/>
                      </a:lnTo>
                      <a:close/>
                      <a:moveTo>
                        <a:pt x="150114" y="161449"/>
                      </a:moveTo>
                      <a:lnTo>
                        <a:pt x="100489" y="190119"/>
                      </a:lnTo>
                      <a:cubicBezTo>
                        <a:pt x="93726" y="194024"/>
                        <a:pt x="82867" y="194024"/>
                        <a:pt x="76105" y="190119"/>
                      </a:cubicBezTo>
                      <a:cubicBezTo>
                        <a:pt x="69342" y="186214"/>
                        <a:pt x="69342" y="179927"/>
                        <a:pt x="76105" y="176117"/>
                      </a:cubicBezTo>
                      <a:lnTo>
                        <a:pt x="125730" y="147447"/>
                      </a:lnTo>
                      <a:cubicBezTo>
                        <a:pt x="132493" y="143542"/>
                        <a:pt x="143351" y="143542"/>
                        <a:pt x="150019" y="147447"/>
                      </a:cubicBezTo>
                      <a:cubicBezTo>
                        <a:pt x="156781" y="151352"/>
                        <a:pt x="156781" y="157639"/>
                        <a:pt x="150019" y="161544"/>
                      </a:cubicBezTo>
                      <a:close/>
                      <a:moveTo>
                        <a:pt x="185547" y="23527"/>
                      </a:moveTo>
                      <a:cubicBezTo>
                        <a:pt x="185547" y="18002"/>
                        <a:pt x="193262" y="13621"/>
                        <a:pt x="202787" y="13621"/>
                      </a:cubicBezTo>
                      <a:cubicBezTo>
                        <a:pt x="212312" y="13621"/>
                        <a:pt x="220027" y="18098"/>
                        <a:pt x="220027" y="23527"/>
                      </a:cubicBezTo>
                      <a:lnTo>
                        <a:pt x="220027" y="64008"/>
                      </a:lnTo>
                      <a:cubicBezTo>
                        <a:pt x="220027" y="69532"/>
                        <a:pt x="212312" y="73914"/>
                        <a:pt x="202787" y="73914"/>
                      </a:cubicBezTo>
                      <a:cubicBezTo>
                        <a:pt x="193262" y="73914"/>
                        <a:pt x="185547" y="69437"/>
                        <a:pt x="185547" y="64008"/>
                      </a:cubicBezTo>
                      <a:lnTo>
                        <a:pt x="185547" y="23527"/>
                      </a:lnTo>
                      <a:close/>
                      <a:moveTo>
                        <a:pt x="202787" y="220313"/>
                      </a:moveTo>
                      <a:cubicBezTo>
                        <a:pt x="193262" y="220313"/>
                        <a:pt x="185547" y="215837"/>
                        <a:pt x="185547" y="210407"/>
                      </a:cubicBezTo>
                      <a:lnTo>
                        <a:pt x="185547" y="169926"/>
                      </a:lnTo>
                      <a:cubicBezTo>
                        <a:pt x="185547" y="164402"/>
                        <a:pt x="193262" y="160020"/>
                        <a:pt x="202787" y="160020"/>
                      </a:cubicBezTo>
                      <a:cubicBezTo>
                        <a:pt x="212312" y="160020"/>
                        <a:pt x="220027" y="164497"/>
                        <a:pt x="220027" y="169926"/>
                      </a:cubicBezTo>
                      <a:lnTo>
                        <a:pt x="220027" y="210407"/>
                      </a:lnTo>
                      <a:cubicBezTo>
                        <a:pt x="220027" y="215932"/>
                        <a:pt x="212312" y="220313"/>
                        <a:pt x="202787" y="220313"/>
                      </a:cubicBezTo>
                      <a:close/>
                      <a:moveTo>
                        <a:pt x="255460" y="72485"/>
                      </a:moveTo>
                      <a:lnTo>
                        <a:pt x="305086" y="43815"/>
                      </a:lnTo>
                      <a:cubicBezTo>
                        <a:pt x="311848" y="39910"/>
                        <a:pt x="322707" y="39910"/>
                        <a:pt x="329374" y="43815"/>
                      </a:cubicBezTo>
                      <a:cubicBezTo>
                        <a:pt x="336137" y="47720"/>
                        <a:pt x="336137" y="54007"/>
                        <a:pt x="329374" y="57912"/>
                      </a:cubicBezTo>
                      <a:lnTo>
                        <a:pt x="279749" y="86582"/>
                      </a:lnTo>
                      <a:cubicBezTo>
                        <a:pt x="272987" y="90488"/>
                        <a:pt x="262128" y="90488"/>
                        <a:pt x="255460" y="86582"/>
                      </a:cubicBezTo>
                      <a:cubicBezTo>
                        <a:pt x="248698" y="82677"/>
                        <a:pt x="248698" y="76390"/>
                        <a:pt x="255460" y="72581"/>
                      </a:cubicBezTo>
                      <a:close/>
                      <a:moveTo>
                        <a:pt x="329374" y="190024"/>
                      </a:moveTo>
                      <a:cubicBezTo>
                        <a:pt x="322612" y="193929"/>
                        <a:pt x="311753" y="193929"/>
                        <a:pt x="305086" y="190024"/>
                      </a:cubicBezTo>
                      <a:lnTo>
                        <a:pt x="255460" y="161354"/>
                      </a:lnTo>
                      <a:cubicBezTo>
                        <a:pt x="248698" y="157448"/>
                        <a:pt x="248698" y="151162"/>
                        <a:pt x="255460" y="147352"/>
                      </a:cubicBezTo>
                      <a:cubicBezTo>
                        <a:pt x="262223" y="143447"/>
                        <a:pt x="273082" y="143447"/>
                        <a:pt x="279749" y="147352"/>
                      </a:cubicBezTo>
                      <a:lnTo>
                        <a:pt x="329374" y="176022"/>
                      </a:lnTo>
                      <a:cubicBezTo>
                        <a:pt x="336137" y="179927"/>
                        <a:pt x="336137" y="186214"/>
                        <a:pt x="329374" y="190024"/>
                      </a:cubicBezTo>
                      <a:close/>
                      <a:moveTo>
                        <a:pt x="364617" y="126873"/>
                      </a:moveTo>
                      <a:lnTo>
                        <a:pt x="294418" y="126873"/>
                      </a:lnTo>
                      <a:cubicBezTo>
                        <a:pt x="284893" y="126873"/>
                        <a:pt x="277177" y="122396"/>
                        <a:pt x="277177" y="116967"/>
                      </a:cubicBezTo>
                      <a:cubicBezTo>
                        <a:pt x="277177"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4" name="Google Shape;454;p25"/>
                <p:cNvSpPr/>
                <p:nvPr/>
              </p:nvSpPr>
              <p:spPr>
                <a:xfrm>
                  <a:off x="3703928" y="5053128"/>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010"/>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7"/>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022"/>
                      </a:cubicBezTo>
                      <a:lnTo>
                        <a:pt x="125658" y="147447"/>
                      </a:lnTo>
                      <a:cubicBezTo>
                        <a:pt x="132421" y="143542"/>
                        <a:pt x="143280" y="143542"/>
                        <a:pt x="149947" y="147447"/>
                      </a:cubicBezTo>
                      <a:cubicBezTo>
                        <a:pt x="156710" y="151352"/>
                        <a:pt x="156710" y="157639"/>
                        <a:pt x="149947" y="161449"/>
                      </a:cubicBezTo>
                      <a:lnTo>
                        <a:pt x="100322" y="190119"/>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8"/>
                      </a:moveTo>
                      <a:cubicBezTo>
                        <a:pt x="193096" y="220408"/>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8"/>
                        <a:pt x="202621" y="220408"/>
                      </a:cubicBezTo>
                      <a:close/>
                      <a:moveTo>
                        <a:pt x="304919" y="190119"/>
                      </a:moveTo>
                      <a:lnTo>
                        <a:pt x="255294" y="161449"/>
                      </a:lnTo>
                      <a:cubicBezTo>
                        <a:pt x="248531" y="157544"/>
                        <a:pt x="248531" y="151257"/>
                        <a:pt x="255294" y="147447"/>
                      </a:cubicBezTo>
                      <a:cubicBezTo>
                        <a:pt x="262057" y="143542"/>
                        <a:pt x="272915" y="143542"/>
                        <a:pt x="279583" y="147447"/>
                      </a:cubicBezTo>
                      <a:lnTo>
                        <a:pt x="329208" y="176022"/>
                      </a:lnTo>
                      <a:cubicBezTo>
                        <a:pt x="335971" y="179927"/>
                        <a:pt x="335971" y="186214"/>
                        <a:pt x="329208" y="190119"/>
                      </a:cubicBezTo>
                      <a:cubicBezTo>
                        <a:pt x="322445" y="194024"/>
                        <a:pt x="311587" y="194024"/>
                        <a:pt x="304919"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5" name="Google Shape;455;p25"/>
                <p:cNvSpPr/>
                <p:nvPr/>
              </p:nvSpPr>
              <p:spPr>
                <a:xfrm>
                  <a:off x="3849512" y="5137210"/>
                  <a:ext cx="114454" cy="46315"/>
                </a:xfrm>
                <a:custGeom>
                  <a:avLst/>
                  <a:gdLst/>
                  <a:ahLst/>
                  <a:cxnLst/>
                  <a:rect l="l" t="t" r="r" b="b"/>
                  <a:pathLst>
                    <a:path w="114454" h="46315" extrusionOk="0">
                      <a:moveTo>
                        <a:pt x="109615" y="46315"/>
                      </a:moveTo>
                      <a:cubicBezTo>
                        <a:pt x="106852" y="42696"/>
                        <a:pt x="102852" y="39267"/>
                        <a:pt x="97708" y="36314"/>
                      </a:cubicBezTo>
                      <a:cubicBezTo>
                        <a:pt x="75325" y="23455"/>
                        <a:pt x="39130" y="23455"/>
                        <a:pt x="16746" y="36314"/>
                      </a:cubicBezTo>
                      <a:cubicBezTo>
                        <a:pt x="11602" y="39267"/>
                        <a:pt x="7602" y="42696"/>
                        <a:pt x="4840" y="46315"/>
                      </a:cubicBezTo>
                      <a:cubicBezTo>
                        <a:pt x="-4400" y="34218"/>
                        <a:pt x="-399" y="19550"/>
                        <a:pt x="16746" y="9644"/>
                      </a:cubicBezTo>
                      <a:cubicBezTo>
                        <a:pt x="39130" y="-3215"/>
                        <a:pt x="75325" y="-3215"/>
                        <a:pt x="97708" y="9644"/>
                      </a:cubicBezTo>
                      <a:cubicBezTo>
                        <a:pt x="114853"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6" name="Google Shape;456;p25"/>
                <p:cNvSpPr/>
                <p:nvPr/>
              </p:nvSpPr>
              <p:spPr>
                <a:xfrm>
                  <a:off x="3854351" y="5163880"/>
                  <a:ext cx="104775" cy="39457"/>
                </a:xfrm>
                <a:custGeom>
                  <a:avLst/>
                  <a:gdLst/>
                  <a:ahLst/>
                  <a:cxnLst/>
                  <a:rect l="l" t="t" r="r" b="b"/>
                  <a:pathLst>
                    <a:path w="104775" h="39457" extrusionOk="0">
                      <a:moveTo>
                        <a:pt x="104775" y="19645"/>
                      </a:moveTo>
                      <a:cubicBezTo>
                        <a:pt x="102013" y="23265"/>
                        <a:pt x="98012" y="26694"/>
                        <a:pt x="92869" y="29742"/>
                      </a:cubicBezTo>
                      <a:cubicBezTo>
                        <a:pt x="70485" y="42696"/>
                        <a:pt x="34290" y="42696"/>
                        <a:pt x="11906" y="29742"/>
                      </a:cubicBezTo>
                      <a:cubicBezTo>
                        <a:pt x="6763" y="26789"/>
                        <a:pt x="2762" y="23360"/>
                        <a:pt x="0" y="19645"/>
                      </a:cubicBezTo>
                      <a:cubicBezTo>
                        <a:pt x="2762" y="16026"/>
                        <a:pt x="6763" y="12597"/>
                        <a:pt x="11906" y="9644"/>
                      </a:cubicBezTo>
                      <a:cubicBezTo>
                        <a:pt x="34290" y="-3215"/>
                        <a:pt x="70485" y="-3215"/>
                        <a:pt x="92869" y="9644"/>
                      </a:cubicBezTo>
                      <a:cubicBezTo>
                        <a:pt x="98012" y="12597"/>
                        <a:pt x="102013" y="16026"/>
                        <a:pt x="104775" y="19645"/>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57" name="Google Shape;457;p25"/>
              <p:cNvGrpSpPr/>
              <p:nvPr/>
            </p:nvGrpSpPr>
            <p:grpSpPr>
              <a:xfrm>
                <a:off x="3727359" y="4965879"/>
                <a:ext cx="358830" cy="305800"/>
                <a:chOff x="3727359" y="4965879"/>
                <a:chExt cx="358830" cy="305800"/>
              </a:xfrm>
            </p:grpSpPr>
            <p:sp>
              <p:nvSpPr>
                <p:cNvPr id="458" name="Google Shape;458;p25"/>
                <p:cNvSpPr/>
                <p:nvPr/>
              </p:nvSpPr>
              <p:spPr>
                <a:xfrm>
                  <a:off x="3727478" y="5069416"/>
                  <a:ext cx="358711" cy="202263"/>
                </a:xfrm>
                <a:custGeom>
                  <a:avLst/>
                  <a:gdLst/>
                  <a:ahLst/>
                  <a:cxnLst/>
                  <a:rect l="l" t="t" r="r" b="b"/>
                  <a:pathLst>
                    <a:path w="358711" h="202263" extrusionOk="0">
                      <a:moveTo>
                        <a:pt x="358616" y="0"/>
                      </a:moveTo>
                      <a:lnTo>
                        <a:pt x="358616" y="98393"/>
                      </a:lnTo>
                      <a:cubicBezTo>
                        <a:pt x="358616" y="125063"/>
                        <a:pt x="340995" y="151733"/>
                        <a:pt x="306038" y="171831"/>
                      </a:cubicBezTo>
                      <a:cubicBezTo>
                        <a:pt x="236125" y="212408"/>
                        <a:pt x="122492" y="212408"/>
                        <a:pt x="52388" y="171831"/>
                      </a:cubicBezTo>
                      <a:cubicBezTo>
                        <a:pt x="17336" y="151733"/>
                        <a:pt x="0" y="125063"/>
                        <a:pt x="0" y="98393"/>
                      </a:cubicBezTo>
                      <a:lnTo>
                        <a:pt x="0" y="0"/>
                      </a:lnTo>
                      <a:lnTo>
                        <a:pt x="35871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9" name="Google Shape;459;p25"/>
                <p:cNvSpPr/>
                <p:nvPr/>
              </p:nvSpPr>
              <p:spPr>
                <a:xfrm>
                  <a:off x="3727383" y="5082179"/>
                  <a:ext cx="358711" cy="110633"/>
                </a:xfrm>
                <a:custGeom>
                  <a:avLst/>
                  <a:gdLst/>
                  <a:ahLst/>
                  <a:cxnLst/>
                  <a:rect l="l" t="t" r="r" b="b"/>
                  <a:pathLst>
                    <a:path w="358711" h="110633" extrusionOk="0">
                      <a:moveTo>
                        <a:pt x="358711" y="0"/>
                      </a:moveTo>
                      <a:cubicBezTo>
                        <a:pt x="358711" y="26479"/>
                        <a:pt x="341090" y="52864"/>
                        <a:pt x="306133" y="73057"/>
                      </a:cubicBezTo>
                      <a:cubicBezTo>
                        <a:pt x="236220" y="113824"/>
                        <a:pt x="122587" y="113824"/>
                        <a:pt x="52483" y="73057"/>
                      </a:cubicBezTo>
                      <a:cubicBezTo>
                        <a:pt x="18288" y="53340"/>
                        <a:pt x="762" y="27622"/>
                        <a:pt x="0" y="1715"/>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0" name="Google Shape;460;p25"/>
                <p:cNvSpPr/>
                <p:nvPr/>
              </p:nvSpPr>
              <p:spPr>
                <a:xfrm>
                  <a:off x="3727383" y="5099324"/>
                  <a:ext cx="358711" cy="110632"/>
                </a:xfrm>
                <a:custGeom>
                  <a:avLst/>
                  <a:gdLst/>
                  <a:ahLst/>
                  <a:cxnLst/>
                  <a:rect l="l" t="t" r="r" b="b"/>
                  <a:pathLst>
                    <a:path w="358711" h="110632" extrusionOk="0">
                      <a:moveTo>
                        <a:pt x="358711" y="0"/>
                      </a:moveTo>
                      <a:cubicBezTo>
                        <a:pt x="358711" y="26479"/>
                        <a:pt x="341090" y="52959"/>
                        <a:pt x="306133" y="73057"/>
                      </a:cubicBezTo>
                      <a:cubicBezTo>
                        <a:pt x="236220" y="113729"/>
                        <a:pt x="122587" y="113729"/>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1" name="Google Shape;461;p25"/>
                <p:cNvSpPr/>
                <p:nvPr/>
              </p:nvSpPr>
              <p:spPr>
                <a:xfrm>
                  <a:off x="3727383" y="5116565"/>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2" name="Google Shape;462;p25"/>
                <p:cNvSpPr/>
                <p:nvPr/>
              </p:nvSpPr>
              <p:spPr>
                <a:xfrm>
                  <a:off x="3727383" y="5133709"/>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3" name="Google Shape;463;p25"/>
                <p:cNvSpPr/>
                <p:nvPr/>
              </p:nvSpPr>
              <p:spPr>
                <a:xfrm>
                  <a:off x="3727383" y="5150855"/>
                  <a:ext cx="358711" cy="110632"/>
                </a:xfrm>
                <a:custGeom>
                  <a:avLst/>
                  <a:gdLst/>
                  <a:ahLst/>
                  <a:cxnLst/>
                  <a:rect l="l" t="t" r="r" b="b"/>
                  <a:pathLst>
                    <a:path w="358711" h="110632" extrusionOk="0">
                      <a:moveTo>
                        <a:pt x="358711" y="0"/>
                      </a:moveTo>
                      <a:cubicBezTo>
                        <a:pt x="358711" y="26479"/>
                        <a:pt x="341090" y="52864"/>
                        <a:pt x="306133" y="73057"/>
                      </a:cubicBezTo>
                      <a:cubicBezTo>
                        <a:pt x="236220" y="113728"/>
                        <a:pt x="122587" y="113728"/>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4" name="Google Shape;464;p25"/>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5" name="Google Shape;465;p25"/>
                <p:cNvSpPr/>
                <p:nvPr/>
              </p:nvSpPr>
              <p:spPr>
                <a:xfrm>
                  <a:off x="3741504" y="4974118"/>
                  <a:ext cx="330446" cy="190785"/>
                </a:xfrm>
                <a:custGeom>
                  <a:avLst/>
                  <a:gdLst/>
                  <a:ahLst/>
                  <a:cxnLst/>
                  <a:rect l="l" t="t" r="r" b="b"/>
                  <a:pathLst>
                    <a:path w="330446" h="190785" extrusionOk="0">
                      <a:moveTo>
                        <a:pt x="48363" y="162639"/>
                      </a:moveTo>
                      <a:cubicBezTo>
                        <a:pt x="112943" y="200168"/>
                        <a:pt x="217622" y="200168"/>
                        <a:pt x="282012" y="162639"/>
                      </a:cubicBezTo>
                      <a:cubicBezTo>
                        <a:pt x="346591" y="125492"/>
                        <a:pt x="346591" y="65008"/>
                        <a:pt x="282012" y="27861"/>
                      </a:cubicBezTo>
                      <a:cubicBezTo>
                        <a:pt x="217622" y="-9287"/>
                        <a:pt x="112943" y="-9287"/>
                        <a:pt x="48363" y="27861"/>
                      </a:cubicBezTo>
                      <a:cubicBezTo>
                        <a:pt x="-16121" y="65008"/>
                        <a:pt x="-16121" y="125492"/>
                        <a:pt x="48363" y="16263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6" name="Google Shape;466;p25"/>
                <p:cNvSpPr/>
                <p:nvPr/>
              </p:nvSpPr>
              <p:spPr>
                <a:xfrm>
                  <a:off x="3752172" y="4980190"/>
                  <a:ext cx="309014" cy="178474"/>
                </a:xfrm>
                <a:custGeom>
                  <a:avLst/>
                  <a:gdLst/>
                  <a:ahLst/>
                  <a:cxnLst/>
                  <a:rect l="l" t="t" r="r" b="b"/>
                  <a:pathLst>
                    <a:path w="309014" h="178474" extrusionOk="0">
                      <a:moveTo>
                        <a:pt x="45220" y="152186"/>
                      </a:moveTo>
                      <a:cubicBezTo>
                        <a:pt x="105609" y="187238"/>
                        <a:pt x="203526" y="187238"/>
                        <a:pt x="263723" y="152186"/>
                      </a:cubicBezTo>
                      <a:cubicBezTo>
                        <a:pt x="324112" y="117419"/>
                        <a:pt x="324112" y="60841"/>
                        <a:pt x="263723" y="26075"/>
                      </a:cubicBezTo>
                      <a:cubicBezTo>
                        <a:pt x="203526" y="-8692"/>
                        <a:pt x="105609" y="-8692"/>
                        <a:pt x="45220" y="26075"/>
                      </a:cubicBezTo>
                      <a:cubicBezTo>
                        <a:pt x="-15073" y="60841"/>
                        <a:pt x="-15073" y="117324"/>
                        <a:pt x="45220" y="15218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7" name="Google Shape;467;p25"/>
                <p:cNvSpPr/>
                <p:nvPr/>
              </p:nvSpPr>
              <p:spPr>
                <a:xfrm>
                  <a:off x="3760768" y="4985524"/>
                  <a:ext cx="291917" cy="168568"/>
                </a:xfrm>
                <a:custGeom>
                  <a:avLst/>
                  <a:gdLst/>
                  <a:ahLst/>
                  <a:cxnLst/>
                  <a:rect l="l" t="t" r="r" b="b"/>
                  <a:pathLst>
                    <a:path w="291917" h="168568" extrusionOk="0">
                      <a:moveTo>
                        <a:pt x="42720" y="143708"/>
                      </a:moveTo>
                      <a:cubicBezTo>
                        <a:pt x="99774" y="176855"/>
                        <a:pt x="192262" y="176855"/>
                        <a:pt x="249126" y="143708"/>
                      </a:cubicBezTo>
                      <a:cubicBezTo>
                        <a:pt x="306181" y="110847"/>
                        <a:pt x="306181" y="57507"/>
                        <a:pt x="249126" y="24646"/>
                      </a:cubicBezTo>
                      <a:cubicBezTo>
                        <a:pt x="192262" y="-8215"/>
                        <a:pt x="99774" y="-8215"/>
                        <a:pt x="42720" y="24646"/>
                      </a:cubicBezTo>
                      <a:cubicBezTo>
                        <a:pt x="-14240" y="57507"/>
                        <a:pt x="-14240" y="110847"/>
                        <a:pt x="42720" y="14370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8" name="Google Shape;468;p25"/>
                <p:cNvSpPr/>
                <p:nvPr/>
              </p:nvSpPr>
              <p:spPr>
                <a:xfrm>
                  <a:off x="3769793" y="4990263"/>
                  <a:ext cx="273962" cy="158257"/>
                </a:xfrm>
                <a:custGeom>
                  <a:avLst/>
                  <a:gdLst/>
                  <a:ahLst/>
                  <a:cxnLst/>
                  <a:rect l="l" t="t" r="r" b="b"/>
                  <a:pathLst>
                    <a:path w="273962" h="158257" extrusionOk="0">
                      <a:moveTo>
                        <a:pt x="40076" y="134969"/>
                      </a:moveTo>
                      <a:cubicBezTo>
                        <a:pt x="93607" y="166021"/>
                        <a:pt x="180475" y="166021"/>
                        <a:pt x="233815" y="134969"/>
                      </a:cubicBezTo>
                      <a:cubicBezTo>
                        <a:pt x="287346" y="104108"/>
                        <a:pt x="287346" y="54007"/>
                        <a:pt x="233815" y="23146"/>
                      </a:cubicBezTo>
                      <a:cubicBezTo>
                        <a:pt x="180475" y="-7715"/>
                        <a:pt x="93607" y="-7715"/>
                        <a:pt x="40076" y="23146"/>
                      </a:cubicBezTo>
                      <a:cubicBezTo>
                        <a:pt x="-13359" y="53912"/>
                        <a:pt x="-13359" y="104108"/>
                        <a:pt x="40076" y="13496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 name="Google Shape;469;p25"/>
                <p:cNvSpPr/>
                <p:nvPr/>
              </p:nvSpPr>
              <p:spPr>
                <a:xfrm>
                  <a:off x="3777342" y="4995073"/>
                  <a:ext cx="258770" cy="149471"/>
                </a:xfrm>
                <a:custGeom>
                  <a:avLst/>
                  <a:gdLst/>
                  <a:ahLst/>
                  <a:cxnLst/>
                  <a:rect l="l" t="t" r="r" b="b"/>
                  <a:pathLst>
                    <a:path w="258770" h="149471" extrusionOk="0">
                      <a:moveTo>
                        <a:pt x="37862" y="127397"/>
                      </a:moveTo>
                      <a:cubicBezTo>
                        <a:pt x="88440" y="156829"/>
                        <a:pt x="170450" y="156829"/>
                        <a:pt x="220837" y="127397"/>
                      </a:cubicBezTo>
                      <a:cubicBezTo>
                        <a:pt x="271415" y="98251"/>
                        <a:pt x="271415" y="50911"/>
                        <a:pt x="220837" y="21860"/>
                      </a:cubicBezTo>
                      <a:cubicBezTo>
                        <a:pt x="170450" y="-7287"/>
                        <a:pt x="88440" y="-7287"/>
                        <a:pt x="37862" y="21860"/>
                      </a:cubicBezTo>
                      <a:cubicBezTo>
                        <a:pt x="-12621" y="51007"/>
                        <a:pt x="-12621" y="98346"/>
                        <a:pt x="37862" y="127397"/>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 name="Google Shape;470;p25"/>
                <p:cNvSpPr/>
                <p:nvPr/>
              </p:nvSpPr>
              <p:spPr>
                <a:xfrm>
                  <a:off x="3784890" y="4999026"/>
                  <a:ext cx="243673" cy="140731"/>
                </a:xfrm>
                <a:custGeom>
                  <a:avLst/>
                  <a:gdLst/>
                  <a:ahLst/>
                  <a:cxnLst/>
                  <a:rect l="l" t="t" r="r" b="b"/>
                  <a:pathLst>
                    <a:path w="243673" h="140731" extrusionOk="0">
                      <a:moveTo>
                        <a:pt x="35647" y="120015"/>
                      </a:moveTo>
                      <a:cubicBezTo>
                        <a:pt x="83272" y="147638"/>
                        <a:pt x="160520" y="147638"/>
                        <a:pt x="207955" y="120015"/>
                      </a:cubicBezTo>
                      <a:cubicBezTo>
                        <a:pt x="255580" y="92583"/>
                        <a:pt x="255580" y="48006"/>
                        <a:pt x="207955" y="20574"/>
                      </a:cubicBezTo>
                      <a:cubicBezTo>
                        <a:pt x="160520" y="-6858"/>
                        <a:pt x="83272" y="-6858"/>
                        <a:pt x="35647" y="20574"/>
                      </a:cubicBezTo>
                      <a:cubicBezTo>
                        <a:pt x="-11882" y="48006"/>
                        <a:pt x="-11882" y="92583"/>
                        <a:pt x="35647" y="120015"/>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1" name="Google Shape;471;p25"/>
                <p:cNvSpPr/>
                <p:nvPr/>
              </p:nvSpPr>
              <p:spPr>
                <a:xfrm>
                  <a:off x="3791677" y="5003217"/>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25"/>
                <p:cNvSpPr/>
                <p:nvPr/>
              </p:nvSpPr>
              <p:spPr>
                <a:xfrm>
                  <a:off x="3798702" y="5007098"/>
                  <a:ext cx="216074" cy="124753"/>
                </a:xfrm>
                <a:custGeom>
                  <a:avLst/>
                  <a:gdLst/>
                  <a:ahLst/>
                  <a:cxnLst/>
                  <a:rect l="l" t="t" r="r" b="b"/>
                  <a:pathLst>
                    <a:path w="216074" h="124753" extrusionOk="0">
                      <a:moveTo>
                        <a:pt x="31647" y="106323"/>
                      </a:moveTo>
                      <a:cubicBezTo>
                        <a:pt x="73843" y="130897"/>
                        <a:pt x="142327" y="130897"/>
                        <a:pt x="184428" y="106323"/>
                      </a:cubicBezTo>
                      <a:cubicBezTo>
                        <a:pt x="226624" y="82034"/>
                        <a:pt x="226624" y="42505"/>
                        <a:pt x="184428" y="18216"/>
                      </a:cubicBezTo>
                      <a:cubicBezTo>
                        <a:pt x="142327" y="-6072"/>
                        <a:pt x="73843" y="-6072"/>
                        <a:pt x="31647" y="18216"/>
                      </a:cubicBezTo>
                      <a:cubicBezTo>
                        <a:pt x="-10549" y="42505"/>
                        <a:pt x="-10549" y="82034"/>
                        <a:pt x="31647" y="106323"/>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25"/>
                <p:cNvSpPr/>
                <p:nvPr/>
              </p:nvSpPr>
              <p:spPr>
                <a:xfrm>
                  <a:off x="3804679" y="5010765"/>
                  <a:ext cx="204097" cy="117824"/>
                </a:xfrm>
                <a:custGeom>
                  <a:avLst/>
                  <a:gdLst/>
                  <a:ahLst/>
                  <a:cxnLst/>
                  <a:rect l="l" t="t" r="r" b="b"/>
                  <a:pathLst>
                    <a:path w="204097" h="117824" extrusionOk="0">
                      <a:moveTo>
                        <a:pt x="29861" y="100465"/>
                      </a:moveTo>
                      <a:cubicBezTo>
                        <a:pt x="69771" y="123611"/>
                        <a:pt x="134445" y="123611"/>
                        <a:pt x="174165" y="100465"/>
                      </a:cubicBezTo>
                      <a:cubicBezTo>
                        <a:pt x="214075" y="77510"/>
                        <a:pt x="214075" y="40172"/>
                        <a:pt x="174165" y="17216"/>
                      </a:cubicBezTo>
                      <a:cubicBezTo>
                        <a:pt x="134445" y="-5739"/>
                        <a:pt x="69771" y="-5739"/>
                        <a:pt x="29861" y="17216"/>
                      </a:cubicBezTo>
                      <a:cubicBezTo>
                        <a:pt x="-9954" y="40172"/>
                        <a:pt x="-9954" y="77510"/>
                        <a:pt x="29861" y="10046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 name="Google Shape;474;p25"/>
                <p:cNvSpPr/>
                <p:nvPr/>
              </p:nvSpPr>
              <p:spPr>
                <a:xfrm>
                  <a:off x="3810155" y="5013695"/>
                  <a:ext cx="193167" cy="111489"/>
                </a:xfrm>
                <a:custGeom>
                  <a:avLst/>
                  <a:gdLst/>
                  <a:ahLst/>
                  <a:cxnLst/>
                  <a:rect l="l" t="t" r="r" b="b"/>
                  <a:pathLst>
                    <a:path w="193167" h="111489" extrusionOk="0">
                      <a:moveTo>
                        <a:pt x="28289" y="95059"/>
                      </a:moveTo>
                      <a:cubicBezTo>
                        <a:pt x="66008" y="116967"/>
                        <a:pt x="127254" y="116967"/>
                        <a:pt x="164878" y="95059"/>
                      </a:cubicBezTo>
                      <a:cubicBezTo>
                        <a:pt x="202597" y="73342"/>
                        <a:pt x="202597" y="38005"/>
                        <a:pt x="164878" y="16288"/>
                      </a:cubicBezTo>
                      <a:cubicBezTo>
                        <a:pt x="127254" y="-5429"/>
                        <a:pt x="66103" y="-5429"/>
                        <a:pt x="28289" y="16288"/>
                      </a:cubicBezTo>
                      <a:cubicBezTo>
                        <a:pt x="-9430" y="38005"/>
                        <a:pt x="-9430" y="73342"/>
                        <a:pt x="28289" y="9505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 name="Google Shape;475;p25"/>
                <p:cNvSpPr/>
                <p:nvPr/>
              </p:nvSpPr>
              <p:spPr>
                <a:xfrm>
                  <a:off x="3815537" y="5017004"/>
                  <a:ext cx="182403" cy="105251"/>
                </a:xfrm>
                <a:custGeom>
                  <a:avLst/>
                  <a:gdLst/>
                  <a:ahLst/>
                  <a:cxnLst/>
                  <a:rect l="l" t="t" r="r" b="b"/>
                  <a:pathLst>
                    <a:path w="182403" h="105251" extrusionOk="0">
                      <a:moveTo>
                        <a:pt x="26718" y="89749"/>
                      </a:moveTo>
                      <a:cubicBezTo>
                        <a:pt x="62341" y="110419"/>
                        <a:pt x="120158" y="110419"/>
                        <a:pt x="155686" y="89749"/>
                      </a:cubicBezTo>
                      <a:cubicBezTo>
                        <a:pt x="191310" y="69271"/>
                        <a:pt x="191310" y="35838"/>
                        <a:pt x="155686" y="15359"/>
                      </a:cubicBezTo>
                      <a:cubicBezTo>
                        <a:pt x="120158" y="-5120"/>
                        <a:pt x="62341" y="-5120"/>
                        <a:pt x="26718" y="15359"/>
                      </a:cubicBezTo>
                      <a:cubicBezTo>
                        <a:pt x="-8906" y="35933"/>
                        <a:pt x="-8906" y="69271"/>
                        <a:pt x="26718" y="8974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 name="Google Shape;476;p25"/>
                <p:cNvSpPr/>
                <p:nvPr/>
              </p:nvSpPr>
              <p:spPr>
                <a:xfrm>
                  <a:off x="3820824" y="5019862"/>
                  <a:ext cx="171807" cy="99250"/>
                </a:xfrm>
                <a:custGeom>
                  <a:avLst/>
                  <a:gdLst/>
                  <a:ahLst/>
                  <a:cxnLst/>
                  <a:rect l="l" t="t" r="r" b="b"/>
                  <a:pathLst>
                    <a:path w="171807" h="99250" extrusionOk="0">
                      <a:moveTo>
                        <a:pt x="25146" y="84606"/>
                      </a:moveTo>
                      <a:cubicBezTo>
                        <a:pt x="58769"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25"/>
                <p:cNvSpPr/>
                <p:nvPr/>
              </p:nvSpPr>
              <p:spPr>
                <a:xfrm>
                  <a:off x="3825681" y="5022743"/>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2004"/>
                        <a:pt x="138493" y="13716"/>
                      </a:cubicBezTo>
                      <a:cubicBezTo>
                        <a:pt x="106870" y="-4572"/>
                        <a:pt x="55435" y="-4572"/>
                        <a:pt x="23717" y="13716"/>
                      </a:cubicBezTo>
                      <a:cubicBezTo>
                        <a:pt x="-7906" y="32004"/>
                        <a:pt x="-7906" y="61627"/>
                        <a:pt x="23717" y="7991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 name="Google Shape;478;p25"/>
                <p:cNvSpPr/>
                <p:nvPr/>
              </p:nvSpPr>
              <p:spPr>
                <a:xfrm>
                  <a:off x="3830539" y="5025505"/>
                  <a:ext cx="152304" cy="87892"/>
                </a:xfrm>
                <a:custGeom>
                  <a:avLst/>
                  <a:gdLst/>
                  <a:ahLst/>
                  <a:cxnLst/>
                  <a:rect l="l" t="t" r="r" b="b"/>
                  <a:pathLst>
                    <a:path w="152304" h="87892" extrusionOk="0">
                      <a:moveTo>
                        <a:pt x="22288" y="74962"/>
                      </a:moveTo>
                      <a:cubicBezTo>
                        <a:pt x="52102" y="92202"/>
                        <a:pt x="100298" y="92202"/>
                        <a:pt x="130016" y="74962"/>
                      </a:cubicBezTo>
                      <a:cubicBezTo>
                        <a:pt x="159734" y="57817"/>
                        <a:pt x="159734" y="30004"/>
                        <a:pt x="130016" y="12859"/>
                      </a:cubicBezTo>
                      <a:cubicBezTo>
                        <a:pt x="100298" y="-4286"/>
                        <a:pt x="52102" y="-4286"/>
                        <a:pt x="22288" y="12859"/>
                      </a:cubicBezTo>
                      <a:cubicBezTo>
                        <a:pt x="-7429" y="30004"/>
                        <a:pt x="-7429" y="57817"/>
                        <a:pt x="22288" y="74962"/>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 name="Google Shape;479;p25"/>
                <p:cNvSpPr/>
                <p:nvPr/>
              </p:nvSpPr>
              <p:spPr>
                <a:xfrm>
                  <a:off x="3834801" y="5028125"/>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 name="Google Shape;480;p25"/>
                <p:cNvSpPr/>
                <p:nvPr/>
              </p:nvSpPr>
              <p:spPr>
                <a:xfrm>
                  <a:off x="3841921" y="5032387"/>
                  <a:ext cx="129635" cy="74794"/>
                </a:xfrm>
                <a:custGeom>
                  <a:avLst/>
                  <a:gdLst/>
                  <a:ahLst/>
                  <a:cxnLst/>
                  <a:rect l="l" t="t" r="r" b="b"/>
                  <a:pathLst>
                    <a:path w="129635" h="74794" extrusionOk="0">
                      <a:moveTo>
                        <a:pt x="19002" y="63794"/>
                      </a:moveTo>
                      <a:cubicBezTo>
                        <a:pt x="44339" y="78462"/>
                        <a:pt x="85392" y="78462"/>
                        <a:pt x="110633" y="63794"/>
                      </a:cubicBezTo>
                      <a:cubicBezTo>
                        <a:pt x="135969" y="49220"/>
                        <a:pt x="135969" y="25503"/>
                        <a:pt x="110633" y="10930"/>
                      </a:cubicBezTo>
                      <a:cubicBezTo>
                        <a:pt x="85392" y="-3643"/>
                        <a:pt x="44339" y="-3643"/>
                        <a:pt x="19002" y="10930"/>
                      </a:cubicBezTo>
                      <a:cubicBezTo>
                        <a:pt x="-6334" y="25503"/>
                        <a:pt x="-6334" y="49220"/>
                        <a:pt x="19002" y="637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1" name="Google Shape;481;p25"/>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2" name="Google Shape;482;p25"/>
              <p:cNvGrpSpPr/>
              <p:nvPr/>
            </p:nvGrpSpPr>
            <p:grpSpPr>
              <a:xfrm>
                <a:off x="3703857" y="4939685"/>
                <a:ext cx="405669" cy="247649"/>
                <a:chOff x="3703857" y="4939685"/>
                <a:chExt cx="405669" cy="247649"/>
              </a:xfrm>
            </p:grpSpPr>
            <p:sp>
              <p:nvSpPr>
                <p:cNvPr id="483" name="Google Shape;483;p25"/>
                <p:cNvSpPr/>
                <p:nvPr/>
              </p:nvSpPr>
              <p:spPr>
                <a:xfrm>
                  <a:off x="3703857" y="4953115"/>
                  <a:ext cx="405574" cy="234219"/>
                </a:xfrm>
                <a:custGeom>
                  <a:avLst/>
                  <a:gdLst/>
                  <a:ahLst/>
                  <a:cxnLst/>
                  <a:rect l="l" t="t" r="r" b="b"/>
                  <a:pathLst>
                    <a:path w="405574" h="234219"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824"/>
                      </a:lnTo>
                      <a:lnTo>
                        <a:pt x="0" y="117824"/>
                      </a:lnTo>
                      <a:cubicBezTo>
                        <a:pt x="381" y="147542"/>
                        <a:pt x="20098" y="177165"/>
                        <a:pt x="59341" y="199930"/>
                      </a:cubicBezTo>
                      <a:cubicBezTo>
                        <a:pt x="138589" y="245650"/>
                        <a:pt x="266986" y="245650"/>
                        <a:pt x="346138" y="199930"/>
                      </a:cubicBezTo>
                      <a:cubicBezTo>
                        <a:pt x="385763" y="177070"/>
                        <a:pt x="405574" y="147066"/>
                        <a:pt x="405574" y="117157"/>
                      </a:cubicBezTo>
                      <a:lnTo>
                        <a:pt x="405574" y="103823"/>
                      </a:lnTo>
                      <a:lnTo>
                        <a:pt x="404241" y="103823"/>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910"/>
                      </a:cubicBezTo>
                      <a:close/>
                      <a:moveTo>
                        <a:pt x="40957" y="126873"/>
                      </a:moveTo>
                      <a:cubicBezTo>
                        <a:pt x="31432" y="126873"/>
                        <a:pt x="23717" y="122396"/>
                        <a:pt x="23717" y="116967"/>
                      </a:cubicBezTo>
                      <a:cubicBezTo>
                        <a:pt x="23717" y="111538"/>
                        <a:pt x="31432" y="107061"/>
                        <a:pt x="40957" y="107061"/>
                      </a:cubicBezTo>
                      <a:lnTo>
                        <a:pt x="111062" y="107061"/>
                      </a:lnTo>
                      <a:cubicBezTo>
                        <a:pt x="120587" y="107061"/>
                        <a:pt x="128302" y="111538"/>
                        <a:pt x="128302" y="116967"/>
                      </a:cubicBezTo>
                      <a:cubicBezTo>
                        <a:pt x="128302" y="122396"/>
                        <a:pt x="120587" y="126873"/>
                        <a:pt x="111062" y="126873"/>
                      </a:cubicBezTo>
                      <a:lnTo>
                        <a:pt x="40957" y="126873"/>
                      </a:lnTo>
                      <a:close/>
                      <a:moveTo>
                        <a:pt x="150114" y="161354"/>
                      </a:moveTo>
                      <a:lnTo>
                        <a:pt x="100489" y="190024"/>
                      </a:lnTo>
                      <a:cubicBezTo>
                        <a:pt x="93726" y="193929"/>
                        <a:pt x="82867" y="193929"/>
                        <a:pt x="76105" y="190024"/>
                      </a:cubicBezTo>
                      <a:cubicBezTo>
                        <a:pt x="69342" y="186119"/>
                        <a:pt x="69342" y="179832"/>
                        <a:pt x="76105" y="176022"/>
                      </a:cubicBezTo>
                      <a:lnTo>
                        <a:pt x="125730" y="147352"/>
                      </a:lnTo>
                      <a:cubicBezTo>
                        <a:pt x="132493" y="143447"/>
                        <a:pt x="143351" y="143447"/>
                        <a:pt x="150019" y="147352"/>
                      </a:cubicBezTo>
                      <a:cubicBezTo>
                        <a:pt x="156781" y="151257"/>
                        <a:pt x="156781" y="157544"/>
                        <a:pt x="150019" y="161354"/>
                      </a:cubicBezTo>
                      <a:close/>
                      <a:moveTo>
                        <a:pt x="185547" y="23431"/>
                      </a:moveTo>
                      <a:cubicBezTo>
                        <a:pt x="185547" y="17907"/>
                        <a:pt x="193262" y="13525"/>
                        <a:pt x="202787" y="13525"/>
                      </a:cubicBezTo>
                      <a:cubicBezTo>
                        <a:pt x="212312" y="13525"/>
                        <a:pt x="220027" y="18002"/>
                        <a:pt x="220027" y="23431"/>
                      </a:cubicBezTo>
                      <a:lnTo>
                        <a:pt x="220027" y="63913"/>
                      </a:lnTo>
                      <a:cubicBezTo>
                        <a:pt x="220027" y="69437"/>
                        <a:pt x="212312" y="73819"/>
                        <a:pt x="202787" y="73819"/>
                      </a:cubicBezTo>
                      <a:cubicBezTo>
                        <a:pt x="193262" y="73819"/>
                        <a:pt x="185547" y="69342"/>
                        <a:pt x="185547" y="63913"/>
                      </a:cubicBezTo>
                      <a:lnTo>
                        <a:pt x="185547" y="23431"/>
                      </a:lnTo>
                      <a:close/>
                      <a:moveTo>
                        <a:pt x="202787" y="220218"/>
                      </a:moveTo>
                      <a:cubicBezTo>
                        <a:pt x="193262" y="220218"/>
                        <a:pt x="185547" y="215741"/>
                        <a:pt x="185547" y="210312"/>
                      </a:cubicBezTo>
                      <a:lnTo>
                        <a:pt x="185547" y="169831"/>
                      </a:lnTo>
                      <a:cubicBezTo>
                        <a:pt x="185547" y="164306"/>
                        <a:pt x="193262" y="159925"/>
                        <a:pt x="202787" y="159925"/>
                      </a:cubicBezTo>
                      <a:cubicBezTo>
                        <a:pt x="212312" y="159925"/>
                        <a:pt x="220027" y="164402"/>
                        <a:pt x="220027" y="169831"/>
                      </a:cubicBezTo>
                      <a:lnTo>
                        <a:pt x="220027" y="210312"/>
                      </a:lnTo>
                      <a:cubicBezTo>
                        <a:pt x="220027" y="215837"/>
                        <a:pt x="212312" y="220218"/>
                        <a:pt x="202787" y="220218"/>
                      </a:cubicBezTo>
                      <a:close/>
                      <a:moveTo>
                        <a:pt x="255460" y="72390"/>
                      </a:moveTo>
                      <a:lnTo>
                        <a:pt x="305086" y="43720"/>
                      </a:lnTo>
                      <a:cubicBezTo>
                        <a:pt x="311848" y="39815"/>
                        <a:pt x="322707" y="39815"/>
                        <a:pt x="329374" y="43720"/>
                      </a:cubicBezTo>
                      <a:cubicBezTo>
                        <a:pt x="336137" y="47625"/>
                        <a:pt x="336137" y="53912"/>
                        <a:pt x="329374" y="57722"/>
                      </a:cubicBezTo>
                      <a:lnTo>
                        <a:pt x="279749" y="86392"/>
                      </a:lnTo>
                      <a:cubicBezTo>
                        <a:pt x="272987" y="90297"/>
                        <a:pt x="262128" y="90297"/>
                        <a:pt x="255460" y="86392"/>
                      </a:cubicBezTo>
                      <a:cubicBezTo>
                        <a:pt x="248698" y="82487"/>
                        <a:pt x="248698" y="76200"/>
                        <a:pt x="255460" y="72390"/>
                      </a:cubicBezTo>
                      <a:close/>
                      <a:moveTo>
                        <a:pt x="329374" y="189929"/>
                      </a:moveTo>
                      <a:cubicBezTo>
                        <a:pt x="322612" y="193834"/>
                        <a:pt x="311753" y="193834"/>
                        <a:pt x="305086" y="189929"/>
                      </a:cubicBezTo>
                      <a:lnTo>
                        <a:pt x="255460" y="161258"/>
                      </a:lnTo>
                      <a:cubicBezTo>
                        <a:pt x="248698" y="157353"/>
                        <a:pt x="248698" y="151066"/>
                        <a:pt x="255460" y="147256"/>
                      </a:cubicBezTo>
                      <a:cubicBezTo>
                        <a:pt x="262223" y="143351"/>
                        <a:pt x="273082" y="143351"/>
                        <a:pt x="279749" y="147256"/>
                      </a:cubicBezTo>
                      <a:lnTo>
                        <a:pt x="329374" y="175927"/>
                      </a:lnTo>
                      <a:cubicBezTo>
                        <a:pt x="336137" y="179832"/>
                        <a:pt x="336137" y="186119"/>
                        <a:pt x="329374" y="189929"/>
                      </a:cubicBezTo>
                      <a:close/>
                      <a:moveTo>
                        <a:pt x="364617" y="126778"/>
                      </a:moveTo>
                      <a:lnTo>
                        <a:pt x="294418" y="126778"/>
                      </a:lnTo>
                      <a:cubicBezTo>
                        <a:pt x="284893" y="126778"/>
                        <a:pt x="277177" y="122301"/>
                        <a:pt x="277177" y="116872"/>
                      </a:cubicBezTo>
                      <a:cubicBezTo>
                        <a:pt x="277177" y="111442"/>
                        <a:pt x="284893" y="106966"/>
                        <a:pt x="294418" y="106966"/>
                      </a:cubicBezTo>
                      <a:lnTo>
                        <a:pt x="364617" y="106966"/>
                      </a:lnTo>
                      <a:cubicBezTo>
                        <a:pt x="374142" y="106966"/>
                        <a:pt x="381857" y="111442"/>
                        <a:pt x="381857" y="116872"/>
                      </a:cubicBezTo>
                      <a:cubicBezTo>
                        <a:pt x="381857" y="122301"/>
                        <a:pt x="374142" y="126778"/>
                        <a:pt x="364617" y="126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4" name="Google Shape;484;p25"/>
                <p:cNvSpPr/>
                <p:nvPr/>
              </p:nvSpPr>
              <p:spPr>
                <a:xfrm>
                  <a:off x="3703928" y="4939685"/>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105"/>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8"/>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117"/>
                      </a:cubicBezTo>
                      <a:lnTo>
                        <a:pt x="125658" y="147447"/>
                      </a:lnTo>
                      <a:cubicBezTo>
                        <a:pt x="132421" y="143542"/>
                        <a:pt x="143280" y="143542"/>
                        <a:pt x="149947" y="147447"/>
                      </a:cubicBezTo>
                      <a:cubicBezTo>
                        <a:pt x="156710" y="151352"/>
                        <a:pt x="156710" y="157639"/>
                        <a:pt x="149947" y="161544"/>
                      </a:cubicBezTo>
                      <a:lnTo>
                        <a:pt x="100322" y="190214"/>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9"/>
                      </a:moveTo>
                      <a:cubicBezTo>
                        <a:pt x="193096" y="220409"/>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9"/>
                        <a:pt x="202621" y="220409"/>
                      </a:cubicBezTo>
                      <a:close/>
                      <a:moveTo>
                        <a:pt x="304919" y="190119"/>
                      </a:moveTo>
                      <a:lnTo>
                        <a:pt x="255294" y="161449"/>
                      </a:lnTo>
                      <a:cubicBezTo>
                        <a:pt x="248531" y="157544"/>
                        <a:pt x="248531" y="151257"/>
                        <a:pt x="255294" y="147352"/>
                      </a:cubicBezTo>
                      <a:cubicBezTo>
                        <a:pt x="262057" y="143447"/>
                        <a:pt x="272915" y="143447"/>
                        <a:pt x="279583" y="147352"/>
                      </a:cubicBezTo>
                      <a:lnTo>
                        <a:pt x="329208" y="176022"/>
                      </a:lnTo>
                      <a:cubicBezTo>
                        <a:pt x="335971" y="179927"/>
                        <a:pt x="335971" y="186214"/>
                        <a:pt x="329208" y="190024"/>
                      </a:cubicBezTo>
                      <a:cubicBezTo>
                        <a:pt x="322445" y="193929"/>
                        <a:pt x="311587" y="193929"/>
                        <a:pt x="304919"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5" name="Google Shape;485;p25"/>
                <p:cNvSpPr/>
                <p:nvPr/>
              </p:nvSpPr>
              <p:spPr>
                <a:xfrm>
                  <a:off x="3849512" y="5023791"/>
                  <a:ext cx="114454" cy="46386"/>
                </a:xfrm>
                <a:custGeom>
                  <a:avLst/>
                  <a:gdLst/>
                  <a:ahLst/>
                  <a:cxnLst/>
                  <a:rect l="l" t="t" r="r" b="b"/>
                  <a:pathLst>
                    <a:path w="114454" h="46386" extrusionOk="0">
                      <a:moveTo>
                        <a:pt x="109615" y="46387"/>
                      </a:moveTo>
                      <a:cubicBezTo>
                        <a:pt x="106852" y="42767"/>
                        <a:pt x="102852" y="39338"/>
                        <a:pt x="97708" y="36385"/>
                      </a:cubicBezTo>
                      <a:cubicBezTo>
                        <a:pt x="75325" y="23432"/>
                        <a:pt x="39130" y="23432"/>
                        <a:pt x="16746" y="36385"/>
                      </a:cubicBezTo>
                      <a:cubicBezTo>
                        <a:pt x="11602" y="39338"/>
                        <a:pt x="7602" y="42767"/>
                        <a:pt x="4840" y="46387"/>
                      </a:cubicBezTo>
                      <a:cubicBezTo>
                        <a:pt x="-4400" y="34290"/>
                        <a:pt x="-399" y="19622"/>
                        <a:pt x="16746" y="9716"/>
                      </a:cubicBezTo>
                      <a:cubicBezTo>
                        <a:pt x="39130" y="-3239"/>
                        <a:pt x="75325" y="-3239"/>
                        <a:pt x="97708" y="9716"/>
                      </a:cubicBezTo>
                      <a:cubicBezTo>
                        <a:pt x="114853"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6" name="Google Shape;486;p25"/>
                <p:cNvSpPr/>
                <p:nvPr/>
              </p:nvSpPr>
              <p:spPr>
                <a:xfrm>
                  <a:off x="3854351" y="5050461"/>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87" name="Google Shape;487;p25"/>
            <p:cNvGrpSpPr/>
            <p:nvPr/>
          </p:nvGrpSpPr>
          <p:grpSpPr>
            <a:xfrm>
              <a:off x="114934" y="4245018"/>
              <a:ext cx="639842" cy="559831"/>
              <a:chOff x="4037470" y="4779094"/>
              <a:chExt cx="422171" cy="369379"/>
            </a:xfrm>
          </p:grpSpPr>
          <p:sp>
            <p:nvSpPr>
              <p:cNvPr id="488" name="Google Shape;488;p25"/>
              <p:cNvSpPr/>
              <p:nvPr/>
            </p:nvSpPr>
            <p:spPr>
              <a:xfrm>
                <a:off x="4037470" y="4904728"/>
                <a:ext cx="422171" cy="243745"/>
              </a:xfrm>
              <a:custGeom>
                <a:avLst/>
                <a:gdLst/>
                <a:ahLst/>
                <a:cxnLst/>
                <a:rect l="l" t="t" r="r" b="b"/>
                <a:pathLst>
                  <a:path w="422171" h="243745" extrusionOk="0">
                    <a:moveTo>
                      <a:pt x="360378" y="208026"/>
                    </a:moveTo>
                    <a:cubicBezTo>
                      <a:pt x="277892" y="255651"/>
                      <a:pt x="144256" y="255651"/>
                      <a:pt x="61865" y="208026"/>
                    </a:cubicBezTo>
                    <a:cubicBezTo>
                      <a:pt x="-20622" y="160401"/>
                      <a:pt x="-20622" y="83249"/>
                      <a:pt x="61865" y="35719"/>
                    </a:cubicBezTo>
                    <a:cubicBezTo>
                      <a:pt x="144256" y="-11906"/>
                      <a:pt x="277987" y="-11906"/>
                      <a:pt x="360378" y="35719"/>
                    </a:cubicBezTo>
                    <a:cubicBezTo>
                      <a:pt x="442770" y="83344"/>
                      <a:pt x="442770"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89" name="Google Shape;489;p25"/>
              <p:cNvGrpSpPr/>
              <p:nvPr/>
            </p:nvGrpSpPr>
            <p:grpSpPr>
              <a:xfrm>
                <a:off x="4045709" y="4892537"/>
                <a:ext cx="405669" cy="247649"/>
                <a:chOff x="4045709" y="4892537"/>
                <a:chExt cx="405669" cy="247649"/>
              </a:xfrm>
            </p:grpSpPr>
            <p:sp>
              <p:nvSpPr>
                <p:cNvPr id="490" name="Google Shape;490;p25"/>
                <p:cNvSpPr/>
                <p:nvPr/>
              </p:nvSpPr>
              <p:spPr>
                <a:xfrm>
                  <a:off x="4045709" y="4905871"/>
                  <a:ext cx="405669" cy="234315"/>
                </a:xfrm>
                <a:custGeom>
                  <a:avLst/>
                  <a:gdLst/>
                  <a:ahLst/>
                  <a:cxnLst/>
                  <a:rect l="l" t="t" r="r" b="b"/>
                  <a:pathLst>
                    <a:path w="405669" h="234315" extrusionOk="0">
                      <a:moveTo>
                        <a:pt x="404336" y="103727"/>
                      </a:moveTo>
                      <a:cubicBezTo>
                        <a:pt x="399288" y="78391"/>
                        <a:pt x="379952" y="53721"/>
                        <a:pt x="346234" y="34290"/>
                      </a:cubicBezTo>
                      <a:cubicBezTo>
                        <a:pt x="267081" y="-11430"/>
                        <a:pt x="138589" y="-11430"/>
                        <a:pt x="59436" y="34290"/>
                      </a:cubicBezTo>
                      <a:cubicBezTo>
                        <a:pt x="25527" y="53911"/>
                        <a:pt x="6096" y="78676"/>
                        <a:pt x="1238" y="104299"/>
                      </a:cubicBezTo>
                      <a:lnTo>
                        <a:pt x="0" y="103823"/>
                      </a:lnTo>
                      <a:lnTo>
                        <a:pt x="0" y="117919"/>
                      </a:lnTo>
                      <a:lnTo>
                        <a:pt x="0" y="117919"/>
                      </a:lnTo>
                      <a:cubicBezTo>
                        <a:pt x="381" y="147638"/>
                        <a:pt x="20098" y="177260"/>
                        <a:pt x="59436" y="200025"/>
                      </a:cubicBezTo>
                      <a:cubicBezTo>
                        <a:pt x="138589" y="245745"/>
                        <a:pt x="267081" y="245745"/>
                        <a:pt x="346234" y="200025"/>
                      </a:cubicBezTo>
                      <a:cubicBezTo>
                        <a:pt x="385858" y="177165"/>
                        <a:pt x="405670" y="147161"/>
                        <a:pt x="405670" y="117253"/>
                      </a:cubicBezTo>
                      <a:lnTo>
                        <a:pt x="405670" y="103918"/>
                      </a:lnTo>
                      <a:lnTo>
                        <a:pt x="404336" y="103918"/>
                      </a:lnTo>
                      <a:close/>
                      <a:moveTo>
                        <a:pt x="76200" y="43910"/>
                      </a:moveTo>
                      <a:cubicBezTo>
                        <a:pt x="82963" y="40005"/>
                        <a:pt x="93821" y="40005"/>
                        <a:pt x="100584" y="43910"/>
                      </a:cubicBezTo>
                      <a:lnTo>
                        <a:pt x="150209" y="72581"/>
                      </a:lnTo>
                      <a:cubicBezTo>
                        <a:pt x="156877" y="76486"/>
                        <a:pt x="156877" y="82772"/>
                        <a:pt x="150209" y="86677"/>
                      </a:cubicBezTo>
                      <a:cubicBezTo>
                        <a:pt x="143446" y="90583"/>
                        <a:pt x="132588" y="90583"/>
                        <a:pt x="125825" y="86677"/>
                      </a:cubicBezTo>
                      <a:lnTo>
                        <a:pt x="76200" y="58007"/>
                      </a:lnTo>
                      <a:cubicBezTo>
                        <a:pt x="69533" y="54102"/>
                        <a:pt x="69533" y="47816"/>
                        <a:pt x="76200" y="44006"/>
                      </a:cubicBezTo>
                      <a:close/>
                      <a:moveTo>
                        <a:pt x="40958" y="126968"/>
                      </a:moveTo>
                      <a:cubicBezTo>
                        <a:pt x="31433" y="126968"/>
                        <a:pt x="23717" y="122492"/>
                        <a:pt x="23717" y="117062"/>
                      </a:cubicBezTo>
                      <a:cubicBezTo>
                        <a:pt x="23717" y="111633"/>
                        <a:pt x="31433" y="107156"/>
                        <a:pt x="40958" y="107156"/>
                      </a:cubicBezTo>
                      <a:lnTo>
                        <a:pt x="111062" y="107156"/>
                      </a:lnTo>
                      <a:cubicBezTo>
                        <a:pt x="120587" y="107156"/>
                        <a:pt x="128302" y="111633"/>
                        <a:pt x="128302" y="117062"/>
                      </a:cubicBezTo>
                      <a:cubicBezTo>
                        <a:pt x="128302" y="122492"/>
                        <a:pt x="120587" y="126968"/>
                        <a:pt x="111062" y="126968"/>
                      </a:cubicBezTo>
                      <a:lnTo>
                        <a:pt x="40958" y="126968"/>
                      </a:lnTo>
                      <a:close/>
                      <a:moveTo>
                        <a:pt x="150114" y="161449"/>
                      </a:moveTo>
                      <a:lnTo>
                        <a:pt x="100489" y="190119"/>
                      </a:lnTo>
                      <a:cubicBezTo>
                        <a:pt x="93821" y="194024"/>
                        <a:pt x="82868" y="194024"/>
                        <a:pt x="76105" y="190119"/>
                      </a:cubicBezTo>
                      <a:cubicBezTo>
                        <a:pt x="69437" y="186214"/>
                        <a:pt x="69437" y="179927"/>
                        <a:pt x="76105" y="176117"/>
                      </a:cubicBezTo>
                      <a:lnTo>
                        <a:pt x="125730" y="147447"/>
                      </a:lnTo>
                      <a:cubicBezTo>
                        <a:pt x="132493" y="143542"/>
                        <a:pt x="143351" y="143542"/>
                        <a:pt x="150114" y="147447"/>
                      </a:cubicBezTo>
                      <a:cubicBezTo>
                        <a:pt x="156877" y="151352"/>
                        <a:pt x="156781" y="157639"/>
                        <a:pt x="150114" y="161544"/>
                      </a:cubicBezTo>
                      <a:close/>
                      <a:moveTo>
                        <a:pt x="185547" y="23527"/>
                      </a:moveTo>
                      <a:cubicBezTo>
                        <a:pt x="185547" y="18002"/>
                        <a:pt x="193262" y="13621"/>
                        <a:pt x="202787" y="13621"/>
                      </a:cubicBezTo>
                      <a:cubicBezTo>
                        <a:pt x="212312" y="13621"/>
                        <a:pt x="220028" y="18098"/>
                        <a:pt x="219932" y="23527"/>
                      </a:cubicBezTo>
                      <a:lnTo>
                        <a:pt x="219932" y="64008"/>
                      </a:lnTo>
                      <a:cubicBezTo>
                        <a:pt x="219932" y="69533"/>
                        <a:pt x="212217" y="73914"/>
                        <a:pt x="202787" y="73914"/>
                      </a:cubicBezTo>
                      <a:cubicBezTo>
                        <a:pt x="193358" y="73914"/>
                        <a:pt x="185547" y="69437"/>
                        <a:pt x="185547" y="64008"/>
                      </a:cubicBezTo>
                      <a:lnTo>
                        <a:pt x="185547" y="23527"/>
                      </a:lnTo>
                      <a:close/>
                      <a:moveTo>
                        <a:pt x="202787" y="220313"/>
                      </a:moveTo>
                      <a:cubicBezTo>
                        <a:pt x="193262" y="220313"/>
                        <a:pt x="185547" y="215836"/>
                        <a:pt x="185547" y="210407"/>
                      </a:cubicBezTo>
                      <a:lnTo>
                        <a:pt x="185547" y="169926"/>
                      </a:lnTo>
                      <a:cubicBezTo>
                        <a:pt x="185547" y="164401"/>
                        <a:pt x="193262" y="160020"/>
                        <a:pt x="202787" y="160020"/>
                      </a:cubicBezTo>
                      <a:cubicBezTo>
                        <a:pt x="212312" y="160020"/>
                        <a:pt x="220028" y="164497"/>
                        <a:pt x="220028" y="169926"/>
                      </a:cubicBezTo>
                      <a:lnTo>
                        <a:pt x="220028" y="210407"/>
                      </a:lnTo>
                      <a:cubicBezTo>
                        <a:pt x="220028" y="215836"/>
                        <a:pt x="212312" y="220313"/>
                        <a:pt x="202787" y="220313"/>
                      </a:cubicBezTo>
                      <a:close/>
                      <a:moveTo>
                        <a:pt x="255461" y="72485"/>
                      </a:moveTo>
                      <a:lnTo>
                        <a:pt x="305086" y="43815"/>
                      </a:lnTo>
                      <a:cubicBezTo>
                        <a:pt x="311848" y="39910"/>
                        <a:pt x="322707" y="39910"/>
                        <a:pt x="329375" y="43815"/>
                      </a:cubicBezTo>
                      <a:cubicBezTo>
                        <a:pt x="336137" y="47720"/>
                        <a:pt x="336137" y="54007"/>
                        <a:pt x="329375" y="57817"/>
                      </a:cubicBezTo>
                      <a:lnTo>
                        <a:pt x="279749" y="86487"/>
                      </a:lnTo>
                      <a:cubicBezTo>
                        <a:pt x="272987" y="90392"/>
                        <a:pt x="262128" y="90392"/>
                        <a:pt x="255365" y="86487"/>
                      </a:cubicBezTo>
                      <a:cubicBezTo>
                        <a:pt x="248698" y="82582"/>
                        <a:pt x="248698" y="76295"/>
                        <a:pt x="255365" y="72390"/>
                      </a:cubicBezTo>
                      <a:close/>
                      <a:moveTo>
                        <a:pt x="329375" y="190024"/>
                      </a:moveTo>
                      <a:cubicBezTo>
                        <a:pt x="322707" y="193929"/>
                        <a:pt x="311753" y="193929"/>
                        <a:pt x="305086" y="190024"/>
                      </a:cubicBezTo>
                      <a:lnTo>
                        <a:pt x="255461" y="161354"/>
                      </a:lnTo>
                      <a:cubicBezTo>
                        <a:pt x="248698" y="157448"/>
                        <a:pt x="248698" y="151162"/>
                        <a:pt x="255461" y="147257"/>
                      </a:cubicBezTo>
                      <a:cubicBezTo>
                        <a:pt x="262128" y="143351"/>
                        <a:pt x="273082" y="143351"/>
                        <a:pt x="279749" y="147257"/>
                      </a:cubicBezTo>
                      <a:lnTo>
                        <a:pt x="329375" y="175927"/>
                      </a:lnTo>
                      <a:cubicBezTo>
                        <a:pt x="336137" y="179832"/>
                        <a:pt x="336137" y="186118"/>
                        <a:pt x="329375" y="189929"/>
                      </a:cubicBezTo>
                      <a:close/>
                      <a:moveTo>
                        <a:pt x="364617" y="126873"/>
                      </a:moveTo>
                      <a:lnTo>
                        <a:pt x="294418" y="126873"/>
                      </a:lnTo>
                      <a:cubicBezTo>
                        <a:pt x="284893" y="126873"/>
                        <a:pt x="277178" y="122396"/>
                        <a:pt x="277178" y="116967"/>
                      </a:cubicBezTo>
                      <a:cubicBezTo>
                        <a:pt x="277178"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 name="Google Shape;491;p25"/>
                <p:cNvSpPr/>
                <p:nvPr/>
              </p:nvSpPr>
              <p:spPr>
                <a:xfrm>
                  <a:off x="4045709" y="4892537"/>
                  <a:ext cx="405598" cy="234219"/>
                </a:xfrm>
                <a:custGeom>
                  <a:avLst/>
                  <a:gdLst/>
                  <a:ahLst/>
                  <a:cxnLst/>
                  <a:rect l="l" t="t" r="r" b="b"/>
                  <a:pathLst>
                    <a:path w="405598" h="234219" extrusionOk="0">
                      <a:moveTo>
                        <a:pt x="346234" y="34290"/>
                      </a:moveTo>
                      <a:cubicBezTo>
                        <a:pt x="267081" y="-11430"/>
                        <a:pt x="138589" y="-11430"/>
                        <a:pt x="59436" y="34290"/>
                      </a:cubicBezTo>
                      <a:cubicBezTo>
                        <a:pt x="-19812" y="80010"/>
                        <a:pt x="-19812" y="154115"/>
                        <a:pt x="59436" y="199930"/>
                      </a:cubicBezTo>
                      <a:cubicBezTo>
                        <a:pt x="138589" y="245650"/>
                        <a:pt x="267081" y="245650"/>
                        <a:pt x="346234" y="199930"/>
                      </a:cubicBezTo>
                      <a:cubicBezTo>
                        <a:pt x="425386" y="154210"/>
                        <a:pt x="425386" y="80105"/>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773"/>
                      </a:cubicBezTo>
                      <a:cubicBezTo>
                        <a:pt x="143446" y="90678"/>
                        <a:pt x="132588" y="90678"/>
                        <a:pt x="125825" y="86773"/>
                      </a:cubicBezTo>
                      <a:lnTo>
                        <a:pt x="76200" y="58102"/>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677"/>
                      </a:moveTo>
                      <a:cubicBezTo>
                        <a:pt x="273082" y="90583"/>
                        <a:pt x="262223" y="90583"/>
                        <a:pt x="255461" y="86677"/>
                      </a:cubicBezTo>
                      <a:cubicBezTo>
                        <a:pt x="248793" y="82772"/>
                        <a:pt x="248793" y="76486"/>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156"/>
                      </a:moveTo>
                      <a:lnTo>
                        <a:pt x="364712" y="107156"/>
                      </a:lnTo>
                      <a:cubicBezTo>
                        <a:pt x="374237" y="107156"/>
                        <a:pt x="381953" y="111633"/>
                        <a:pt x="381953" y="117062"/>
                      </a:cubicBezTo>
                      <a:cubicBezTo>
                        <a:pt x="381953" y="122492"/>
                        <a:pt x="374237" y="126968"/>
                        <a:pt x="364712" y="126968"/>
                      </a:cubicBezTo>
                      <a:lnTo>
                        <a:pt x="294513" y="126968"/>
                      </a:lnTo>
                      <a:cubicBezTo>
                        <a:pt x="284988" y="126968"/>
                        <a:pt x="277273" y="122492"/>
                        <a:pt x="277273" y="117062"/>
                      </a:cubicBezTo>
                      <a:cubicBezTo>
                        <a:pt x="277273" y="111633"/>
                        <a:pt x="284988" y="107156"/>
                        <a:pt x="294513" y="107156"/>
                      </a:cubicBezTo>
                      <a:close/>
                      <a:moveTo>
                        <a:pt x="202883" y="220504"/>
                      </a:moveTo>
                      <a:cubicBezTo>
                        <a:pt x="193358" y="220504"/>
                        <a:pt x="185642" y="216027"/>
                        <a:pt x="185642" y="210598"/>
                      </a:cubicBezTo>
                      <a:lnTo>
                        <a:pt x="185642" y="170117"/>
                      </a:lnTo>
                      <a:cubicBezTo>
                        <a:pt x="185642" y="164592"/>
                        <a:pt x="193358" y="160210"/>
                        <a:pt x="202883" y="160210"/>
                      </a:cubicBezTo>
                      <a:cubicBezTo>
                        <a:pt x="212408" y="160210"/>
                        <a:pt x="220123" y="164687"/>
                        <a:pt x="220123" y="170117"/>
                      </a:cubicBezTo>
                      <a:lnTo>
                        <a:pt x="220123" y="210598"/>
                      </a:lnTo>
                      <a:cubicBezTo>
                        <a:pt x="220123" y="216122"/>
                        <a:pt x="212408" y="220504"/>
                        <a:pt x="202883" y="220504"/>
                      </a:cubicBezTo>
                      <a:close/>
                      <a:moveTo>
                        <a:pt x="305181" y="190214"/>
                      </a:moveTo>
                      <a:lnTo>
                        <a:pt x="255556" y="161544"/>
                      </a:lnTo>
                      <a:cubicBezTo>
                        <a:pt x="248793" y="157639"/>
                        <a:pt x="248793" y="151352"/>
                        <a:pt x="255556" y="147542"/>
                      </a:cubicBezTo>
                      <a:cubicBezTo>
                        <a:pt x="262223" y="143637"/>
                        <a:pt x="273177" y="143637"/>
                        <a:pt x="279844" y="147542"/>
                      </a:cubicBezTo>
                      <a:lnTo>
                        <a:pt x="329470" y="176212"/>
                      </a:lnTo>
                      <a:cubicBezTo>
                        <a:pt x="336233" y="180118"/>
                        <a:pt x="336233" y="186404"/>
                        <a:pt x="329470" y="190214"/>
                      </a:cubicBezTo>
                      <a:cubicBezTo>
                        <a:pt x="322802" y="194119"/>
                        <a:pt x="311848" y="194119"/>
                        <a:pt x="305181"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 name="Google Shape;492;p25"/>
                <p:cNvSpPr/>
                <p:nvPr/>
              </p:nvSpPr>
              <p:spPr>
                <a:xfrm>
                  <a:off x="4191364" y="4976547"/>
                  <a:ext cx="114454" cy="46386"/>
                </a:xfrm>
                <a:custGeom>
                  <a:avLst/>
                  <a:gdLst/>
                  <a:ahLst/>
                  <a:cxnLst/>
                  <a:rect l="l" t="t" r="r" b="b"/>
                  <a:pathLst>
                    <a:path w="114454" h="46386" extrusionOk="0">
                      <a:moveTo>
                        <a:pt x="109615" y="46387"/>
                      </a:moveTo>
                      <a:cubicBezTo>
                        <a:pt x="106852" y="42767"/>
                        <a:pt x="102852" y="39338"/>
                        <a:pt x="97709" y="36290"/>
                      </a:cubicBezTo>
                      <a:cubicBezTo>
                        <a:pt x="75325" y="23336"/>
                        <a:pt x="39130" y="23336"/>
                        <a:pt x="16746" y="36290"/>
                      </a:cubicBezTo>
                      <a:cubicBezTo>
                        <a:pt x="11602" y="39243"/>
                        <a:pt x="7602" y="42672"/>
                        <a:pt x="4840" y="46387"/>
                      </a:cubicBezTo>
                      <a:cubicBezTo>
                        <a:pt x="-4400" y="34290"/>
                        <a:pt x="-399" y="19621"/>
                        <a:pt x="16746" y="9716"/>
                      </a:cubicBezTo>
                      <a:cubicBezTo>
                        <a:pt x="39130" y="-3239"/>
                        <a:pt x="75325" y="-3239"/>
                        <a:pt x="97709" y="9716"/>
                      </a:cubicBezTo>
                      <a:cubicBezTo>
                        <a:pt x="114853" y="19621"/>
                        <a:pt x="118854" y="34290"/>
                        <a:pt x="109615" y="46387"/>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 name="Google Shape;493;p25"/>
                <p:cNvSpPr/>
                <p:nvPr/>
              </p:nvSpPr>
              <p:spPr>
                <a:xfrm>
                  <a:off x="4196204" y="5003122"/>
                  <a:ext cx="104775" cy="39528"/>
                </a:xfrm>
                <a:custGeom>
                  <a:avLst/>
                  <a:gdLst/>
                  <a:ahLst/>
                  <a:cxnLst/>
                  <a:rect l="l" t="t" r="r" b="b"/>
                  <a:pathLst>
                    <a:path w="104775" h="39528" extrusionOk="0">
                      <a:moveTo>
                        <a:pt x="104775" y="19812"/>
                      </a:moveTo>
                      <a:cubicBezTo>
                        <a:pt x="102013" y="23431"/>
                        <a:pt x="98012" y="26861"/>
                        <a:pt x="92869" y="29813"/>
                      </a:cubicBezTo>
                      <a:cubicBezTo>
                        <a:pt x="70485" y="42767"/>
                        <a:pt x="34290" y="42767"/>
                        <a:pt x="11906" y="29813"/>
                      </a:cubicBezTo>
                      <a:cubicBezTo>
                        <a:pt x="6763" y="26861"/>
                        <a:pt x="2762" y="23431"/>
                        <a:pt x="0" y="19812"/>
                      </a:cubicBezTo>
                      <a:cubicBezTo>
                        <a:pt x="2762" y="16192"/>
                        <a:pt x="6763" y="12763"/>
                        <a:pt x="11906" y="9715"/>
                      </a:cubicBezTo>
                      <a:cubicBezTo>
                        <a:pt x="34290" y="-3238"/>
                        <a:pt x="70485" y="-3238"/>
                        <a:pt x="92869" y="9715"/>
                      </a:cubicBezTo>
                      <a:cubicBezTo>
                        <a:pt x="98012" y="12668"/>
                        <a:pt x="102013" y="16097"/>
                        <a:pt x="104775" y="19812"/>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4" name="Google Shape;494;p25"/>
              <p:cNvGrpSpPr/>
              <p:nvPr/>
            </p:nvGrpSpPr>
            <p:grpSpPr>
              <a:xfrm>
                <a:off x="4069212" y="4805192"/>
                <a:ext cx="358735" cy="305895"/>
                <a:chOff x="4069212" y="4805192"/>
                <a:chExt cx="358735" cy="305895"/>
              </a:xfrm>
            </p:grpSpPr>
            <p:sp>
              <p:nvSpPr>
                <p:cNvPr id="495" name="Google Shape;495;p25"/>
                <p:cNvSpPr/>
                <p:nvPr/>
              </p:nvSpPr>
              <p:spPr>
                <a:xfrm>
                  <a:off x="4069235" y="4908824"/>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2" y="212407"/>
                        <a:pt x="52388" y="171831"/>
                      </a:cubicBezTo>
                      <a:cubicBezTo>
                        <a:pt x="17336" y="151733"/>
                        <a:pt x="0" y="125063"/>
                        <a:pt x="0" y="98393"/>
                      </a:cubicBezTo>
                      <a:lnTo>
                        <a:pt x="0" y="0"/>
                      </a:lnTo>
                      <a:lnTo>
                        <a:pt x="3587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6" name="Google Shape;496;p25"/>
                <p:cNvSpPr/>
                <p:nvPr/>
              </p:nvSpPr>
              <p:spPr>
                <a:xfrm>
                  <a:off x="4069235" y="4921492"/>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 name="Google Shape;497;p25"/>
                <p:cNvSpPr/>
                <p:nvPr/>
              </p:nvSpPr>
              <p:spPr>
                <a:xfrm>
                  <a:off x="4069235" y="493873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25"/>
                <p:cNvSpPr/>
                <p:nvPr/>
              </p:nvSpPr>
              <p:spPr>
                <a:xfrm>
                  <a:off x="4069235" y="4955878"/>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 name="Google Shape;499;p25"/>
                <p:cNvSpPr/>
                <p:nvPr/>
              </p:nvSpPr>
              <p:spPr>
                <a:xfrm>
                  <a:off x="4069235" y="4973118"/>
                  <a:ext cx="358711" cy="110632"/>
                </a:xfrm>
                <a:custGeom>
                  <a:avLst/>
                  <a:gdLst/>
                  <a:ahLst/>
                  <a:cxnLst/>
                  <a:rect l="l" t="t" r="r" b="b"/>
                  <a:pathLst>
                    <a:path w="358711" h="110632" extrusionOk="0">
                      <a:moveTo>
                        <a:pt x="358712" y="0"/>
                      </a:moveTo>
                      <a:cubicBezTo>
                        <a:pt x="358712" y="26479"/>
                        <a:pt x="341090" y="52864"/>
                        <a:pt x="306134" y="73057"/>
                      </a:cubicBezTo>
                      <a:cubicBezTo>
                        <a:pt x="236220" y="113824"/>
                        <a:pt x="122587" y="113824"/>
                        <a:pt x="52483" y="73057"/>
                      </a:cubicBezTo>
                      <a:cubicBezTo>
                        <a:pt x="18288" y="53340"/>
                        <a:pt x="762" y="27622"/>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 name="Google Shape;500;p25"/>
                <p:cNvSpPr/>
                <p:nvPr/>
              </p:nvSpPr>
              <p:spPr>
                <a:xfrm>
                  <a:off x="4069235" y="499026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622"/>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 name="Google Shape;501;p25"/>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2" name="Google Shape;502;p25"/>
                <p:cNvSpPr/>
                <p:nvPr/>
              </p:nvSpPr>
              <p:spPr>
                <a:xfrm>
                  <a:off x="4083356" y="4813360"/>
                  <a:ext cx="330445" cy="190857"/>
                </a:xfrm>
                <a:custGeom>
                  <a:avLst/>
                  <a:gdLst/>
                  <a:ahLst/>
                  <a:cxnLst/>
                  <a:rect l="l" t="t" r="r" b="b"/>
                  <a:pathLst>
                    <a:path w="330445" h="190857" extrusionOk="0">
                      <a:moveTo>
                        <a:pt x="48363" y="162711"/>
                      </a:moveTo>
                      <a:cubicBezTo>
                        <a:pt x="112943" y="200239"/>
                        <a:pt x="217623" y="200239"/>
                        <a:pt x="282011" y="162711"/>
                      </a:cubicBezTo>
                      <a:cubicBezTo>
                        <a:pt x="346591" y="125563"/>
                        <a:pt x="346591" y="65080"/>
                        <a:pt x="282011" y="27932"/>
                      </a:cubicBezTo>
                      <a:cubicBezTo>
                        <a:pt x="217623" y="-9311"/>
                        <a:pt x="112943" y="-9311"/>
                        <a:pt x="48363" y="27932"/>
                      </a:cubicBezTo>
                      <a:cubicBezTo>
                        <a:pt x="-16121" y="65080"/>
                        <a:pt x="-16121" y="125563"/>
                        <a:pt x="48363" y="16271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3" name="Google Shape;503;p25"/>
                <p:cNvSpPr/>
                <p:nvPr/>
              </p:nvSpPr>
              <p:spPr>
                <a:xfrm>
                  <a:off x="4094024" y="4819504"/>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 name="Google Shape;504;p25"/>
                <p:cNvSpPr/>
                <p:nvPr/>
              </p:nvSpPr>
              <p:spPr>
                <a:xfrm>
                  <a:off x="4102621" y="4824933"/>
                  <a:ext cx="291917" cy="168568"/>
                </a:xfrm>
                <a:custGeom>
                  <a:avLst/>
                  <a:gdLst/>
                  <a:ahLst/>
                  <a:cxnLst/>
                  <a:rect l="l" t="t" r="r" b="b"/>
                  <a:pathLst>
                    <a:path w="291917" h="168568" extrusionOk="0">
                      <a:moveTo>
                        <a:pt x="42719" y="143709"/>
                      </a:moveTo>
                      <a:cubicBezTo>
                        <a:pt x="99774" y="176855"/>
                        <a:pt x="192262" y="176855"/>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5" name="Google Shape;505;p25"/>
                <p:cNvSpPr/>
                <p:nvPr/>
              </p:nvSpPr>
              <p:spPr>
                <a:xfrm>
                  <a:off x="4111550" y="4829672"/>
                  <a:ext cx="273962" cy="158329"/>
                </a:xfrm>
                <a:custGeom>
                  <a:avLst/>
                  <a:gdLst/>
                  <a:ahLst/>
                  <a:cxnLst/>
                  <a:rect l="l" t="t" r="r" b="b"/>
                  <a:pathLst>
                    <a:path w="273962" h="158329" extrusionOk="0">
                      <a:moveTo>
                        <a:pt x="40076" y="134969"/>
                      </a:moveTo>
                      <a:cubicBezTo>
                        <a:pt x="93607" y="166116"/>
                        <a:pt x="180475" y="166116"/>
                        <a:pt x="233815" y="134969"/>
                      </a:cubicBezTo>
                      <a:cubicBezTo>
                        <a:pt x="287346" y="104108"/>
                        <a:pt x="287346" y="54007"/>
                        <a:pt x="233815" y="23146"/>
                      </a:cubicBezTo>
                      <a:cubicBezTo>
                        <a:pt x="180475" y="-7715"/>
                        <a:pt x="93607" y="-7715"/>
                        <a:pt x="40076" y="23146"/>
                      </a:cubicBezTo>
                      <a:cubicBezTo>
                        <a:pt x="-13359" y="54007"/>
                        <a:pt x="-13359" y="104108"/>
                        <a:pt x="40076" y="13496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 name="Google Shape;506;p25"/>
                <p:cNvSpPr/>
                <p:nvPr/>
              </p:nvSpPr>
              <p:spPr>
                <a:xfrm>
                  <a:off x="4119194" y="4834386"/>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7" name="Google Shape;507;p25"/>
                <p:cNvSpPr/>
                <p:nvPr/>
              </p:nvSpPr>
              <p:spPr>
                <a:xfrm>
                  <a:off x="4126743" y="4838434"/>
                  <a:ext cx="243673" cy="140803"/>
                </a:xfrm>
                <a:custGeom>
                  <a:avLst/>
                  <a:gdLst/>
                  <a:ahLst/>
                  <a:cxnLst/>
                  <a:rect l="l" t="t" r="r" b="b"/>
                  <a:pathLst>
                    <a:path w="243673" h="140803" extrusionOk="0">
                      <a:moveTo>
                        <a:pt x="35647" y="120015"/>
                      </a:moveTo>
                      <a:cubicBezTo>
                        <a:pt x="83272" y="147733"/>
                        <a:pt x="160520" y="147733"/>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 name="Google Shape;508;p25"/>
                <p:cNvSpPr/>
                <p:nvPr/>
              </p:nvSpPr>
              <p:spPr>
                <a:xfrm>
                  <a:off x="4133505" y="4842626"/>
                  <a:ext cx="230147" cy="132921"/>
                </a:xfrm>
                <a:custGeom>
                  <a:avLst/>
                  <a:gdLst/>
                  <a:ahLst/>
                  <a:cxnLst/>
                  <a:rect l="l" t="t" r="r" b="b"/>
                  <a:pathLst>
                    <a:path w="230147" h="132921" extrusionOk="0">
                      <a:moveTo>
                        <a:pt x="33647" y="113347"/>
                      </a:moveTo>
                      <a:cubicBezTo>
                        <a:pt x="78605" y="139446"/>
                        <a:pt x="151567" y="139446"/>
                        <a:pt x="196429" y="113347"/>
                      </a:cubicBezTo>
                      <a:cubicBezTo>
                        <a:pt x="241387" y="87439"/>
                        <a:pt x="241387" y="45339"/>
                        <a:pt x="196429" y="19431"/>
                      </a:cubicBezTo>
                      <a:cubicBezTo>
                        <a:pt x="151567" y="-6477"/>
                        <a:pt x="78700" y="-6477"/>
                        <a:pt x="33647" y="19431"/>
                      </a:cubicBezTo>
                      <a:cubicBezTo>
                        <a:pt x="-11216" y="45339"/>
                        <a:pt x="-11216" y="87439"/>
                        <a:pt x="33647" y="11334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 name="Google Shape;509;p25"/>
                <p:cNvSpPr/>
                <p:nvPr/>
              </p:nvSpPr>
              <p:spPr>
                <a:xfrm>
                  <a:off x="4140459" y="4846507"/>
                  <a:ext cx="216074" cy="124682"/>
                </a:xfrm>
                <a:custGeom>
                  <a:avLst/>
                  <a:gdLst/>
                  <a:ahLst/>
                  <a:cxnLst/>
                  <a:rect l="l" t="t" r="r" b="b"/>
                  <a:pathLst>
                    <a:path w="216074" h="124682" extrusionOk="0">
                      <a:moveTo>
                        <a:pt x="31647" y="106323"/>
                      </a:moveTo>
                      <a:cubicBezTo>
                        <a:pt x="73843" y="130802"/>
                        <a:pt x="142327" y="130802"/>
                        <a:pt x="184428" y="106323"/>
                      </a:cubicBezTo>
                      <a:cubicBezTo>
                        <a:pt x="226623" y="82034"/>
                        <a:pt x="226623" y="42505"/>
                        <a:pt x="184428" y="18217"/>
                      </a:cubicBezTo>
                      <a:cubicBezTo>
                        <a:pt x="142327" y="-6072"/>
                        <a:pt x="73843" y="-6072"/>
                        <a:pt x="31647" y="18217"/>
                      </a:cubicBezTo>
                      <a:cubicBezTo>
                        <a:pt x="-10549" y="42505"/>
                        <a:pt x="-10549" y="82034"/>
                        <a:pt x="31647" y="106323"/>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0" name="Google Shape;510;p25"/>
                <p:cNvSpPr/>
                <p:nvPr/>
              </p:nvSpPr>
              <p:spPr>
                <a:xfrm>
                  <a:off x="4146531" y="4850174"/>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 name="Google Shape;511;p25"/>
                <p:cNvSpPr/>
                <p:nvPr/>
              </p:nvSpPr>
              <p:spPr>
                <a:xfrm>
                  <a:off x="4152008" y="4853103"/>
                  <a:ext cx="193166" cy="111490"/>
                </a:xfrm>
                <a:custGeom>
                  <a:avLst/>
                  <a:gdLst/>
                  <a:ahLst/>
                  <a:cxnLst/>
                  <a:rect l="l" t="t" r="r" b="b"/>
                  <a:pathLst>
                    <a:path w="193166" h="111490" extrusionOk="0">
                      <a:moveTo>
                        <a:pt x="28289" y="95060"/>
                      </a:moveTo>
                      <a:cubicBezTo>
                        <a:pt x="66008" y="116967"/>
                        <a:pt x="127254" y="116967"/>
                        <a:pt x="164878" y="95060"/>
                      </a:cubicBezTo>
                      <a:cubicBezTo>
                        <a:pt x="202597" y="73342"/>
                        <a:pt x="202597" y="38005"/>
                        <a:pt x="164878" y="16288"/>
                      </a:cubicBezTo>
                      <a:cubicBezTo>
                        <a:pt x="127254" y="-5429"/>
                        <a:pt x="66103" y="-5429"/>
                        <a:pt x="28289" y="16288"/>
                      </a:cubicBezTo>
                      <a:cubicBezTo>
                        <a:pt x="-9430" y="38005"/>
                        <a:pt x="-9430" y="73342"/>
                        <a:pt x="28289" y="9506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 name="Google Shape;512;p25"/>
                <p:cNvSpPr/>
                <p:nvPr/>
              </p:nvSpPr>
              <p:spPr>
                <a:xfrm>
                  <a:off x="4157294" y="4856341"/>
                  <a:ext cx="182475" cy="105322"/>
                </a:xfrm>
                <a:custGeom>
                  <a:avLst/>
                  <a:gdLst/>
                  <a:ahLst/>
                  <a:cxnLst/>
                  <a:rect l="l" t="t" r="r" b="b"/>
                  <a:pathLst>
                    <a:path w="182475" h="105322" extrusionOk="0">
                      <a:moveTo>
                        <a:pt x="26718" y="89821"/>
                      </a:moveTo>
                      <a:cubicBezTo>
                        <a:pt x="62341" y="110490"/>
                        <a:pt x="120158" y="110490"/>
                        <a:pt x="155686" y="89821"/>
                      </a:cubicBezTo>
                      <a:cubicBezTo>
                        <a:pt x="191405" y="69342"/>
                        <a:pt x="191405" y="35909"/>
                        <a:pt x="155686" y="15431"/>
                      </a:cubicBezTo>
                      <a:cubicBezTo>
                        <a:pt x="120158" y="-5144"/>
                        <a:pt x="62341" y="-5144"/>
                        <a:pt x="26718" y="15431"/>
                      </a:cubicBezTo>
                      <a:cubicBezTo>
                        <a:pt x="-8906" y="35909"/>
                        <a:pt x="-8906" y="69342"/>
                        <a:pt x="26718" y="8982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 name="Google Shape;513;p25"/>
                <p:cNvSpPr/>
                <p:nvPr/>
              </p:nvSpPr>
              <p:spPr>
                <a:xfrm>
                  <a:off x="4162676" y="4859175"/>
                  <a:ext cx="171831" cy="99250"/>
                </a:xfrm>
                <a:custGeom>
                  <a:avLst/>
                  <a:gdLst/>
                  <a:ahLst/>
                  <a:cxnLst/>
                  <a:rect l="l" t="t" r="r" b="b"/>
                  <a:pathLst>
                    <a:path w="171831" h="99250" extrusionOk="0">
                      <a:moveTo>
                        <a:pt x="25146" y="84606"/>
                      </a:moveTo>
                      <a:cubicBezTo>
                        <a:pt x="58769" y="104132"/>
                        <a:pt x="113157" y="104132"/>
                        <a:pt x="146685" y="84606"/>
                      </a:cubicBezTo>
                      <a:cubicBezTo>
                        <a:pt x="180213" y="65270"/>
                        <a:pt x="180213" y="33838"/>
                        <a:pt x="146685" y="14502"/>
                      </a:cubicBezTo>
                      <a:cubicBezTo>
                        <a:pt x="113252" y="-4834"/>
                        <a:pt x="58769" y="-4834"/>
                        <a:pt x="25146" y="14502"/>
                      </a:cubicBezTo>
                      <a:cubicBezTo>
                        <a:pt x="-8382" y="33838"/>
                        <a:pt x="-8382" y="65270"/>
                        <a:pt x="25146" y="8460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 name="Google Shape;514;p25"/>
                <p:cNvSpPr/>
                <p:nvPr/>
              </p:nvSpPr>
              <p:spPr>
                <a:xfrm>
                  <a:off x="4167438" y="4862152"/>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1909"/>
                        <a:pt x="138493" y="13716"/>
                      </a:cubicBezTo>
                      <a:cubicBezTo>
                        <a:pt x="106870" y="-4572"/>
                        <a:pt x="55435" y="-4572"/>
                        <a:pt x="23717" y="13716"/>
                      </a:cubicBezTo>
                      <a:cubicBezTo>
                        <a:pt x="-7906" y="32004"/>
                        <a:pt x="-7906" y="61627"/>
                        <a:pt x="23717" y="7991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 name="Google Shape;515;p25"/>
                <p:cNvSpPr/>
                <p:nvPr/>
              </p:nvSpPr>
              <p:spPr>
                <a:xfrm>
                  <a:off x="4172391" y="4864819"/>
                  <a:ext cx="152376" cy="87963"/>
                </a:xfrm>
                <a:custGeom>
                  <a:avLst/>
                  <a:gdLst/>
                  <a:ahLst/>
                  <a:cxnLst/>
                  <a:rect l="l" t="t" r="r" b="b"/>
                  <a:pathLst>
                    <a:path w="152376" h="87963" extrusionOk="0">
                      <a:moveTo>
                        <a:pt x="22288" y="74962"/>
                      </a:moveTo>
                      <a:cubicBezTo>
                        <a:pt x="52102" y="92297"/>
                        <a:pt x="100298" y="92297"/>
                        <a:pt x="130016" y="74962"/>
                      </a:cubicBezTo>
                      <a:cubicBezTo>
                        <a:pt x="159829" y="57817"/>
                        <a:pt x="159829" y="30004"/>
                        <a:pt x="130016" y="12859"/>
                      </a:cubicBezTo>
                      <a:cubicBezTo>
                        <a:pt x="100298" y="-4286"/>
                        <a:pt x="52102" y="-4286"/>
                        <a:pt x="22288" y="12859"/>
                      </a:cubicBezTo>
                      <a:cubicBezTo>
                        <a:pt x="-7429" y="30004"/>
                        <a:pt x="-7429" y="57817"/>
                        <a:pt x="22288" y="74962"/>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 name="Google Shape;516;p25"/>
                <p:cNvSpPr/>
                <p:nvPr/>
              </p:nvSpPr>
              <p:spPr>
                <a:xfrm>
                  <a:off x="4176654" y="4867438"/>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7" name="Google Shape;517;p25"/>
                <p:cNvSpPr/>
                <p:nvPr/>
              </p:nvSpPr>
              <p:spPr>
                <a:xfrm>
                  <a:off x="4183678" y="4871796"/>
                  <a:ext cx="129635" cy="74866"/>
                </a:xfrm>
                <a:custGeom>
                  <a:avLst/>
                  <a:gdLst/>
                  <a:ahLst/>
                  <a:cxnLst/>
                  <a:rect l="l" t="t" r="r" b="b"/>
                  <a:pathLst>
                    <a:path w="129635" h="74866" extrusionOk="0">
                      <a:moveTo>
                        <a:pt x="19002" y="63794"/>
                      </a:moveTo>
                      <a:cubicBezTo>
                        <a:pt x="44339" y="78557"/>
                        <a:pt x="85392" y="78557"/>
                        <a:pt x="110633" y="63794"/>
                      </a:cubicBezTo>
                      <a:cubicBezTo>
                        <a:pt x="135969" y="49221"/>
                        <a:pt x="135969" y="25503"/>
                        <a:pt x="110633" y="10930"/>
                      </a:cubicBezTo>
                      <a:cubicBezTo>
                        <a:pt x="85392" y="-3643"/>
                        <a:pt x="44339" y="-3643"/>
                        <a:pt x="19002" y="10930"/>
                      </a:cubicBezTo>
                      <a:cubicBezTo>
                        <a:pt x="-6334" y="25503"/>
                        <a:pt x="-6334" y="49221"/>
                        <a:pt x="19002" y="63794"/>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8" name="Google Shape;518;p25"/>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9" name="Google Shape;519;p25"/>
              <p:cNvGrpSpPr/>
              <p:nvPr/>
            </p:nvGrpSpPr>
            <p:grpSpPr>
              <a:xfrm>
                <a:off x="4045709" y="4779094"/>
                <a:ext cx="405669" cy="247363"/>
                <a:chOff x="4045709" y="4779094"/>
                <a:chExt cx="405669" cy="247363"/>
              </a:xfrm>
            </p:grpSpPr>
            <p:sp>
              <p:nvSpPr>
                <p:cNvPr id="520" name="Google Shape;520;p25"/>
                <p:cNvSpPr/>
                <p:nvPr/>
              </p:nvSpPr>
              <p:spPr>
                <a:xfrm>
                  <a:off x="4045709" y="4792333"/>
                  <a:ext cx="405669" cy="234124"/>
                </a:xfrm>
                <a:custGeom>
                  <a:avLst/>
                  <a:gdLst/>
                  <a:ahLst/>
                  <a:cxnLst/>
                  <a:rect l="l" t="t" r="r" b="b"/>
                  <a:pathLst>
                    <a:path w="405669" h="234124" extrusionOk="0">
                      <a:moveTo>
                        <a:pt x="404336" y="103823"/>
                      </a:moveTo>
                      <a:cubicBezTo>
                        <a:pt x="399288" y="78391"/>
                        <a:pt x="379952" y="53816"/>
                        <a:pt x="346234" y="34290"/>
                      </a:cubicBezTo>
                      <a:cubicBezTo>
                        <a:pt x="267081" y="-11430"/>
                        <a:pt x="138589" y="-11430"/>
                        <a:pt x="59436" y="34290"/>
                      </a:cubicBezTo>
                      <a:cubicBezTo>
                        <a:pt x="25527" y="53912"/>
                        <a:pt x="6096" y="78677"/>
                        <a:pt x="1238" y="104299"/>
                      </a:cubicBezTo>
                      <a:lnTo>
                        <a:pt x="0" y="103823"/>
                      </a:lnTo>
                      <a:lnTo>
                        <a:pt x="0" y="117824"/>
                      </a:lnTo>
                      <a:lnTo>
                        <a:pt x="0" y="117824"/>
                      </a:lnTo>
                      <a:cubicBezTo>
                        <a:pt x="381" y="147542"/>
                        <a:pt x="20098" y="177165"/>
                        <a:pt x="59436" y="199835"/>
                      </a:cubicBezTo>
                      <a:cubicBezTo>
                        <a:pt x="138589" y="245555"/>
                        <a:pt x="267081" y="245555"/>
                        <a:pt x="346234" y="199835"/>
                      </a:cubicBezTo>
                      <a:cubicBezTo>
                        <a:pt x="385858" y="176974"/>
                        <a:pt x="405670" y="147066"/>
                        <a:pt x="405670" y="117062"/>
                      </a:cubicBezTo>
                      <a:lnTo>
                        <a:pt x="405670" y="103727"/>
                      </a:lnTo>
                      <a:lnTo>
                        <a:pt x="404336" y="103727"/>
                      </a:lnTo>
                      <a:close/>
                      <a:moveTo>
                        <a:pt x="76200" y="44006"/>
                      </a:moveTo>
                      <a:cubicBezTo>
                        <a:pt x="82963" y="40100"/>
                        <a:pt x="93821" y="40100"/>
                        <a:pt x="100584" y="44006"/>
                      </a:cubicBezTo>
                      <a:lnTo>
                        <a:pt x="150209" y="72676"/>
                      </a:lnTo>
                      <a:cubicBezTo>
                        <a:pt x="156877" y="76581"/>
                        <a:pt x="156877" y="82868"/>
                        <a:pt x="150209" y="86773"/>
                      </a:cubicBezTo>
                      <a:cubicBezTo>
                        <a:pt x="143446" y="90678"/>
                        <a:pt x="132588" y="90678"/>
                        <a:pt x="125825" y="86773"/>
                      </a:cubicBezTo>
                      <a:lnTo>
                        <a:pt x="76200" y="58103"/>
                      </a:lnTo>
                      <a:cubicBezTo>
                        <a:pt x="69533" y="54197"/>
                        <a:pt x="69533" y="47911"/>
                        <a:pt x="76200" y="44101"/>
                      </a:cubicBezTo>
                      <a:close/>
                      <a:moveTo>
                        <a:pt x="40958" y="127064"/>
                      </a:moveTo>
                      <a:cubicBezTo>
                        <a:pt x="31433" y="127064"/>
                        <a:pt x="23717" y="122587"/>
                        <a:pt x="23717" y="117157"/>
                      </a:cubicBezTo>
                      <a:cubicBezTo>
                        <a:pt x="23717" y="111728"/>
                        <a:pt x="31433" y="107252"/>
                        <a:pt x="40958" y="107252"/>
                      </a:cubicBezTo>
                      <a:lnTo>
                        <a:pt x="111062" y="107252"/>
                      </a:lnTo>
                      <a:cubicBezTo>
                        <a:pt x="120587" y="107252"/>
                        <a:pt x="128302" y="111728"/>
                        <a:pt x="128302" y="117157"/>
                      </a:cubicBezTo>
                      <a:cubicBezTo>
                        <a:pt x="128302" y="122587"/>
                        <a:pt x="120587" y="127064"/>
                        <a:pt x="111062" y="127064"/>
                      </a:cubicBezTo>
                      <a:lnTo>
                        <a:pt x="40958" y="127064"/>
                      </a:lnTo>
                      <a:close/>
                      <a:moveTo>
                        <a:pt x="150114" y="161544"/>
                      </a:moveTo>
                      <a:lnTo>
                        <a:pt x="100489" y="190214"/>
                      </a:lnTo>
                      <a:cubicBezTo>
                        <a:pt x="93821" y="194120"/>
                        <a:pt x="82868" y="194120"/>
                        <a:pt x="76105" y="190214"/>
                      </a:cubicBezTo>
                      <a:cubicBezTo>
                        <a:pt x="69437" y="186309"/>
                        <a:pt x="69437" y="180023"/>
                        <a:pt x="76105" y="176213"/>
                      </a:cubicBezTo>
                      <a:lnTo>
                        <a:pt x="125730" y="147542"/>
                      </a:lnTo>
                      <a:cubicBezTo>
                        <a:pt x="132493" y="143637"/>
                        <a:pt x="143351" y="143637"/>
                        <a:pt x="150114" y="147542"/>
                      </a:cubicBezTo>
                      <a:cubicBezTo>
                        <a:pt x="156877" y="151448"/>
                        <a:pt x="156781" y="157734"/>
                        <a:pt x="150114" y="161544"/>
                      </a:cubicBezTo>
                      <a:close/>
                      <a:moveTo>
                        <a:pt x="185547" y="23622"/>
                      </a:moveTo>
                      <a:cubicBezTo>
                        <a:pt x="185547" y="18098"/>
                        <a:pt x="193262" y="13716"/>
                        <a:pt x="202787" y="13716"/>
                      </a:cubicBezTo>
                      <a:cubicBezTo>
                        <a:pt x="212312" y="13716"/>
                        <a:pt x="220028" y="18193"/>
                        <a:pt x="219932" y="23622"/>
                      </a:cubicBezTo>
                      <a:lnTo>
                        <a:pt x="219932" y="64103"/>
                      </a:lnTo>
                      <a:cubicBezTo>
                        <a:pt x="219932" y="69532"/>
                        <a:pt x="212217" y="74009"/>
                        <a:pt x="202787" y="74009"/>
                      </a:cubicBezTo>
                      <a:cubicBezTo>
                        <a:pt x="193358" y="74009"/>
                        <a:pt x="185547" y="69532"/>
                        <a:pt x="185547" y="64103"/>
                      </a:cubicBezTo>
                      <a:lnTo>
                        <a:pt x="185547" y="23622"/>
                      </a:lnTo>
                      <a:close/>
                      <a:moveTo>
                        <a:pt x="202787" y="220409"/>
                      </a:moveTo>
                      <a:cubicBezTo>
                        <a:pt x="193262" y="220409"/>
                        <a:pt x="185547" y="215932"/>
                        <a:pt x="185547" y="210503"/>
                      </a:cubicBezTo>
                      <a:lnTo>
                        <a:pt x="185547" y="170021"/>
                      </a:lnTo>
                      <a:cubicBezTo>
                        <a:pt x="185547" y="164497"/>
                        <a:pt x="193262" y="160115"/>
                        <a:pt x="202787" y="160115"/>
                      </a:cubicBezTo>
                      <a:cubicBezTo>
                        <a:pt x="212312" y="160115"/>
                        <a:pt x="220028" y="164592"/>
                        <a:pt x="220028" y="170021"/>
                      </a:cubicBezTo>
                      <a:lnTo>
                        <a:pt x="220028" y="210503"/>
                      </a:lnTo>
                      <a:cubicBezTo>
                        <a:pt x="220028" y="216027"/>
                        <a:pt x="212312" y="220409"/>
                        <a:pt x="202787" y="220409"/>
                      </a:cubicBezTo>
                      <a:close/>
                      <a:moveTo>
                        <a:pt x="255461" y="72581"/>
                      </a:moveTo>
                      <a:lnTo>
                        <a:pt x="305086" y="43910"/>
                      </a:lnTo>
                      <a:cubicBezTo>
                        <a:pt x="311848" y="40005"/>
                        <a:pt x="322707" y="40005"/>
                        <a:pt x="329375" y="43910"/>
                      </a:cubicBezTo>
                      <a:cubicBezTo>
                        <a:pt x="336137" y="47815"/>
                        <a:pt x="336137" y="54102"/>
                        <a:pt x="329375" y="57912"/>
                      </a:cubicBezTo>
                      <a:lnTo>
                        <a:pt x="279749" y="86582"/>
                      </a:lnTo>
                      <a:cubicBezTo>
                        <a:pt x="272987" y="90488"/>
                        <a:pt x="262128" y="90488"/>
                        <a:pt x="255365" y="86582"/>
                      </a:cubicBezTo>
                      <a:cubicBezTo>
                        <a:pt x="248698" y="82677"/>
                        <a:pt x="248698" y="76390"/>
                        <a:pt x="255365" y="72485"/>
                      </a:cubicBezTo>
                      <a:close/>
                      <a:moveTo>
                        <a:pt x="329375" y="190119"/>
                      </a:moveTo>
                      <a:cubicBezTo>
                        <a:pt x="322707" y="194024"/>
                        <a:pt x="311753" y="194024"/>
                        <a:pt x="305086" y="190119"/>
                      </a:cubicBezTo>
                      <a:lnTo>
                        <a:pt x="255461" y="161449"/>
                      </a:lnTo>
                      <a:cubicBezTo>
                        <a:pt x="248698" y="157544"/>
                        <a:pt x="248698" y="151257"/>
                        <a:pt x="255461" y="147447"/>
                      </a:cubicBezTo>
                      <a:cubicBezTo>
                        <a:pt x="262128" y="143542"/>
                        <a:pt x="273082" y="143542"/>
                        <a:pt x="279749" y="147447"/>
                      </a:cubicBezTo>
                      <a:lnTo>
                        <a:pt x="329375" y="176117"/>
                      </a:lnTo>
                      <a:cubicBezTo>
                        <a:pt x="336137" y="180023"/>
                        <a:pt x="336137" y="186309"/>
                        <a:pt x="329375" y="190119"/>
                      </a:cubicBezTo>
                      <a:close/>
                      <a:moveTo>
                        <a:pt x="364617" y="126968"/>
                      </a:moveTo>
                      <a:lnTo>
                        <a:pt x="294418" y="126968"/>
                      </a:lnTo>
                      <a:cubicBezTo>
                        <a:pt x="284893" y="126968"/>
                        <a:pt x="277178" y="122492"/>
                        <a:pt x="277178" y="117062"/>
                      </a:cubicBezTo>
                      <a:cubicBezTo>
                        <a:pt x="277178" y="111633"/>
                        <a:pt x="284893" y="107156"/>
                        <a:pt x="294418" y="107156"/>
                      </a:cubicBezTo>
                      <a:lnTo>
                        <a:pt x="364617" y="107156"/>
                      </a:lnTo>
                      <a:cubicBezTo>
                        <a:pt x="374142" y="107156"/>
                        <a:pt x="381857" y="111633"/>
                        <a:pt x="381857" y="117062"/>
                      </a:cubicBezTo>
                      <a:cubicBezTo>
                        <a:pt x="381857" y="122492"/>
                        <a:pt x="374142" y="126968"/>
                        <a:pt x="364617"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 name="Google Shape;521;p25"/>
                <p:cNvSpPr/>
                <p:nvPr/>
              </p:nvSpPr>
              <p:spPr>
                <a:xfrm>
                  <a:off x="4045709" y="4779094"/>
                  <a:ext cx="405598" cy="234124"/>
                </a:xfrm>
                <a:custGeom>
                  <a:avLst/>
                  <a:gdLst/>
                  <a:ahLst/>
                  <a:cxnLst/>
                  <a:rect l="l" t="t" r="r" b="b"/>
                  <a:pathLst>
                    <a:path w="405598" h="234124" extrusionOk="0">
                      <a:moveTo>
                        <a:pt x="346234" y="34290"/>
                      </a:moveTo>
                      <a:cubicBezTo>
                        <a:pt x="267081" y="-11430"/>
                        <a:pt x="138589" y="-11430"/>
                        <a:pt x="59436" y="34290"/>
                      </a:cubicBezTo>
                      <a:cubicBezTo>
                        <a:pt x="-19812" y="80010"/>
                        <a:pt x="-19812" y="154115"/>
                        <a:pt x="59436" y="199834"/>
                      </a:cubicBezTo>
                      <a:cubicBezTo>
                        <a:pt x="138589" y="245555"/>
                        <a:pt x="267081" y="245555"/>
                        <a:pt x="346234" y="199834"/>
                      </a:cubicBezTo>
                      <a:cubicBezTo>
                        <a:pt x="425386" y="154115"/>
                        <a:pt x="425386" y="80010"/>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677"/>
                      </a:cubicBezTo>
                      <a:cubicBezTo>
                        <a:pt x="143446" y="90583"/>
                        <a:pt x="132588" y="90583"/>
                        <a:pt x="125825" y="86677"/>
                      </a:cubicBezTo>
                      <a:lnTo>
                        <a:pt x="76200" y="58007"/>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582"/>
                      </a:moveTo>
                      <a:cubicBezTo>
                        <a:pt x="273082" y="90488"/>
                        <a:pt x="262223" y="90488"/>
                        <a:pt x="255461" y="86582"/>
                      </a:cubicBezTo>
                      <a:cubicBezTo>
                        <a:pt x="248793" y="82677"/>
                        <a:pt x="248793" y="76391"/>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061"/>
                      </a:moveTo>
                      <a:lnTo>
                        <a:pt x="364712" y="107061"/>
                      </a:lnTo>
                      <a:cubicBezTo>
                        <a:pt x="374237" y="107061"/>
                        <a:pt x="381953" y="111538"/>
                        <a:pt x="381953" y="116967"/>
                      </a:cubicBezTo>
                      <a:cubicBezTo>
                        <a:pt x="381953" y="122396"/>
                        <a:pt x="374237" y="126873"/>
                        <a:pt x="364712" y="126873"/>
                      </a:cubicBezTo>
                      <a:lnTo>
                        <a:pt x="294513" y="126873"/>
                      </a:lnTo>
                      <a:cubicBezTo>
                        <a:pt x="284988" y="126873"/>
                        <a:pt x="277273" y="122396"/>
                        <a:pt x="277273" y="116967"/>
                      </a:cubicBezTo>
                      <a:cubicBezTo>
                        <a:pt x="277273" y="111538"/>
                        <a:pt x="284988" y="107061"/>
                        <a:pt x="294513" y="107061"/>
                      </a:cubicBezTo>
                      <a:close/>
                      <a:moveTo>
                        <a:pt x="202883" y="220409"/>
                      </a:moveTo>
                      <a:cubicBezTo>
                        <a:pt x="193358" y="220409"/>
                        <a:pt x="185642" y="215932"/>
                        <a:pt x="185642" y="210502"/>
                      </a:cubicBezTo>
                      <a:lnTo>
                        <a:pt x="185642" y="170021"/>
                      </a:lnTo>
                      <a:cubicBezTo>
                        <a:pt x="185642" y="164497"/>
                        <a:pt x="193358" y="160115"/>
                        <a:pt x="202883" y="160115"/>
                      </a:cubicBezTo>
                      <a:cubicBezTo>
                        <a:pt x="212408" y="160115"/>
                        <a:pt x="220123" y="164592"/>
                        <a:pt x="220123" y="170021"/>
                      </a:cubicBezTo>
                      <a:lnTo>
                        <a:pt x="220123" y="210502"/>
                      </a:lnTo>
                      <a:cubicBezTo>
                        <a:pt x="220123" y="216027"/>
                        <a:pt x="212408" y="220409"/>
                        <a:pt x="202883" y="220409"/>
                      </a:cubicBezTo>
                      <a:close/>
                      <a:moveTo>
                        <a:pt x="305181" y="190119"/>
                      </a:moveTo>
                      <a:lnTo>
                        <a:pt x="255556" y="161449"/>
                      </a:lnTo>
                      <a:cubicBezTo>
                        <a:pt x="248793" y="157543"/>
                        <a:pt x="248793" y="151257"/>
                        <a:pt x="255556" y="147447"/>
                      </a:cubicBezTo>
                      <a:cubicBezTo>
                        <a:pt x="262223" y="143542"/>
                        <a:pt x="273177" y="143542"/>
                        <a:pt x="279844" y="147447"/>
                      </a:cubicBezTo>
                      <a:lnTo>
                        <a:pt x="329470" y="176117"/>
                      </a:lnTo>
                      <a:cubicBezTo>
                        <a:pt x="336233" y="180023"/>
                        <a:pt x="336233" y="186309"/>
                        <a:pt x="329470" y="190119"/>
                      </a:cubicBezTo>
                      <a:cubicBezTo>
                        <a:pt x="322802" y="194024"/>
                        <a:pt x="311848" y="194024"/>
                        <a:pt x="305181"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 name="Google Shape;522;p25"/>
                <p:cNvSpPr/>
                <p:nvPr/>
              </p:nvSpPr>
              <p:spPr>
                <a:xfrm>
                  <a:off x="4191364" y="4863176"/>
                  <a:ext cx="114454" cy="46315"/>
                </a:xfrm>
                <a:custGeom>
                  <a:avLst/>
                  <a:gdLst/>
                  <a:ahLst/>
                  <a:cxnLst/>
                  <a:rect l="l" t="t" r="r" b="b"/>
                  <a:pathLst>
                    <a:path w="114454" h="46315" extrusionOk="0">
                      <a:moveTo>
                        <a:pt x="109615" y="46315"/>
                      </a:moveTo>
                      <a:cubicBezTo>
                        <a:pt x="106852" y="42696"/>
                        <a:pt x="102852" y="39267"/>
                        <a:pt x="97709" y="36219"/>
                      </a:cubicBezTo>
                      <a:cubicBezTo>
                        <a:pt x="75325" y="23360"/>
                        <a:pt x="39130" y="23360"/>
                        <a:pt x="16746" y="36219"/>
                      </a:cubicBezTo>
                      <a:cubicBezTo>
                        <a:pt x="11602" y="39171"/>
                        <a:pt x="7602" y="42601"/>
                        <a:pt x="4840" y="46315"/>
                      </a:cubicBezTo>
                      <a:cubicBezTo>
                        <a:pt x="-4400" y="34218"/>
                        <a:pt x="-399" y="19550"/>
                        <a:pt x="16746" y="9644"/>
                      </a:cubicBezTo>
                      <a:cubicBezTo>
                        <a:pt x="39130" y="-3215"/>
                        <a:pt x="75325" y="-3215"/>
                        <a:pt x="97709" y="9644"/>
                      </a:cubicBezTo>
                      <a:cubicBezTo>
                        <a:pt x="114853" y="19550"/>
                        <a:pt x="118854" y="34218"/>
                        <a:pt x="109615" y="4631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 name="Google Shape;523;p25"/>
                <p:cNvSpPr/>
                <p:nvPr/>
              </p:nvSpPr>
              <p:spPr>
                <a:xfrm>
                  <a:off x="4196204" y="4889751"/>
                  <a:ext cx="104775" cy="39481"/>
                </a:xfrm>
                <a:custGeom>
                  <a:avLst/>
                  <a:gdLst/>
                  <a:ahLst/>
                  <a:cxnLst/>
                  <a:rect l="l" t="t" r="r" b="b"/>
                  <a:pathLst>
                    <a:path w="104775" h="39481" extrusionOk="0">
                      <a:moveTo>
                        <a:pt x="104775" y="19740"/>
                      </a:moveTo>
                      <a:cubicBezTo>
                        <a:pt x="102013" y="23360"/>
                        <a:pt x="98012" y="26789"/>
                        <a:pt x="92869" y="29837"/>
                      </a:cubicBezTo>
                      <a:cubicBezTo>
                        <a:pt x="70485" y="42696"/>
                        <a:pt x="34290" y="42696"/>
                        <a:pt x="11906" y="29837"/>
                      </a:cubicBezTo>
                      <a:cubicBezTo>
                        <a:pt x="6763" y="26884"/>
                        <a:pt x="2762" y="23455"/>
                        <a:pt x="0" y="19740"/>
                      </a:cubicBezTo>
                      <a:cubicBezTo>
                        <a:pt x="2762" y="16121"/>
                        <a:pt x="6763" y="12692"/>
                        <a:pt x="11906" y="9644"/>
                      </a:cubicBezTo>
                      <a:cubicBezTo>
                        <a:pt x="34290" y="-3215"/>
                        <a:pt x="70485" y="-3215"/>
                        <a:pt x="92869" y="9644"/>
                      </a:cubicBezTo>
                      <a:cubicBezTo>
                        <a:pt x="98012" y="12597"/>
                        <a:pt x="102013" y="16026"/>
                        <a:pt x="104775" y="197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45"/>
        <p:cNvGrpSpPr/>
        <p:nvPr/>
      </p:nvGrpSpPr>
      <p:grpSpPr>
        <a:xfrm>
          <a:off x="0" y="0"/>
          <a:ext cx="0" cy="0"/>
          <a:chOff x="0" y="0"/>
          <a:chExt cx="0" cy="0"/>
        </a:xfrm>
      </p:grpSpPr>
      <p:pic>
        <p:nvPicPr>
          <p:cNvPr id="646" name="Google Shape;646;p28"/>
          <p:cNvPicPr preferRelativeResize="0"/>
          <p:nvPr/>
        </p:nvPicPr>
        <p:blipFill rotWithShape="1">
          <a:blip r:embed="rId2">
            <a:alphaModFix/>
          </a:blip>
          <a:srcRect t="129" b="129"/>
          <a:stretch/>
        </p:blipFill>
        <p:spPr>
          <a:xfrm>
            <a:off x="-15924" y="0"/>
            <a:ext cx="9175849" cy="5143500"/>
          </a:xfrm>
          <a:prstGeom prst="rect">
            <a:avLst/>
          </a:prstGeom>
          <a:noFill/>
          <a:ln>
            <a:noFill/>
          </a:ln>
        </p:spPr>
      </p:pic>
      <p:pic>
        <p:nvPicPr>
          <p:cNvPr id="647" name="Google Shape;647;p28"/>
          <p:cNvPicPr preferRelativeResize="0"/>
          <p:nvPr/>
        </p:nvPicPr>
        <p:blipFill rotWithShape="1">
          <a:blip r:embed="rId2">
            <a:alphaModFix/>
          </a:blip>
          <a:srcRect t="129" b="129"/>
          <a:stretch/>
        </p:blipFill>
        <p:spPr>
          <a:xfrm>
            <a:off x="-15924" y="0"/>
            <a:ext cx="9175849" cy="5143500"/>
          </a:xfrm>
          <a:prstGeom prst="rect">
            <a:avLst/>
          </a:prstGeom>
          <a:noFill/>
          <a:ln>
            <a:noFill/>
          </a:ln>
        </p:spPr>
      </p:pic>
      <p:grpSp>
        <p:nvGrpSpPr>
          <p:cNvPr id="648" name="Google Shape;648;p28"/>
          <p:cNvGrpSpPr/>
          <p:nvPr/>
        </p:nvGrpSpPr>
        <p:grpSpPr>
          <a:xfrm>
            <a:off x="7663836" y="3469443"/>
            <a:ext cx="1408054" cy="1606190"/>
            <a:chOff x="7529036" y="3469443"/>
            <a:chExt cx="1408054" cy="1606190"/>
          </a:xfrm>
        </p:grpSpPr>
        <p:grpSp>
          <p:nvGrpSpPr>
            <p:cNvPr id="649" name="Google Shape;649;p28"/>
            <p:cNvGrpSpPr/>
            <p:nvPr/>
          </p:nvGrpSpPr>
          <p:grpSpPr>
            <a:xfrm>
              <a:off x="7529036" y="4515803"/>
              <a:ext cx="639951" cy="559831"/>
              <a:chOff x="3638372" y="4678414"/>
              <a:chExt cx="422243" cy="369379"/>
            </a:xfrm>
          </p:grpSpPr>
          <p:sp>
            <p:nvSpPr>
              <p:cNvPr id="650" name="Google Shape;650;p28"/>
              <p:cNvSpPr/>
              <p:nvPr/>
            </p:nvSpPr>
            <p:spPr>
              <a:xfrm>
                <a:off x="3638372" y="4804049"/>
                <a:ext cx="422243" cy="243744"/>
              </a:xfrm>
              <a:custGeom>
                <a:avLst/>
                <a:gdLst/>
                <a:ahLst/>
                <a:cxnLst/>
                <a:rect l="l" t="t" r="r" b="b"/>
                <a:pathLst>
                  <a:path w="422243" h="243744" extrusionOk="0">
                    <a:moveTo>
                      <a:pt x="360378" y="208026"/>
                    </a:moveTo>
                    <a:cubicBezTo>
                      <a:pt x="277987" y="255651"/>
                      <a:pt x="144351" y="255651"/>
                      <a:pt x="61865" y="208026"/>
                    </a:cubicBezTo>
                    <a:cubicBezTo>
                      <a:pt x="-20622" y="160401"/>
                      <a:pt x="-20622" y="83248"/>
                      <a:pt x="61865" y="35719"/>
                    </a:cubicBezTo>
                    <a:cubicBezTo>
                      <a:pt x="144256" y="-11906"/>
                      <a:pt x="277987" y="-11906"/>
                      <a:pt x="360378" y="35719"/>
                    </a:cubicBezTo>
                    <a:cubicBezTo>
                      <a:pt x="442865" y="83344"/>
                      <a:pt x="442865"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51" name="Google Shape;651;p28"/>
              <p:cNvGrpSpPr/>
              <p:nvPr/>
            </p:nvGrpSpPr>
            <p:grpSpPr>
              <a:xfrm>
                <a:off x="3646611" y="4791857"/>
                <a:ext cx="405669" cy="247459"/>
                <a:chOff x="3646611" y="4791857"/>
                <a:chExt cx="405669" cy="247459"/>
              </a:xfrm>
            </p:grpSpPr>
            <p:sp>
              <p:nvSpPr>
                <p:cNvPr id="652" name="Google Shape;652;p28"/>
                <p:cNvSpPr/>
                <p:nvPr/>
              </p:nvSpPr>
              <p:spPr>
                <a:xfrm>
                  <a:off x="3646611" y="4805192"/>
                  <a:ext cx="405574" cy="234124"/>
                </a:xfrm>
                <a:custGeom>
                  <a:avLst/>
                  <a:gdLst/>
                  <a:ahLst/>
                  <a:cxnLst/>
                  <a:rect l="l" t="t" r="r" b="b"/>
                  <a:pathLst>
                    <a:path w="405574" h="234124" extrusionOk="0">
                      <a:moveTo>
                        <a:pt x="404336" y="103727"/>
                      </a:moveTo>
                      <a:cubicBezTo>
                        <a:pt x="399288" y="78296"/>
                        <a:pt x="379952" y="53721"/>
                        <a:pt x="346234" y="34290"/>
                      </a:cubicBezTo>
                      <a:cubicBezTo>
                        <a:pt x="267081" y="-11430"/>
                        <a:pt x="138684" y="-11430"/>
                        <a:pt x="59436" y="34290"/>
                      </a:cubicBezTo>
                      <a:cubicBezTo>
                        <a:pt x="25527" y="53912"/>
                        <a:pt x="6096" y="78677"/>
                        <a:pt x="1238" y="104299"/>
                      </a:cubicBezTo>
                      <a:lnTo>
                        <a:pt x="0" y="103823"/>
                      </a:lnTo>
                      <a:lnTo>
                        <a:pt x="0" y="117824"/>
                      </a:lnTo>
                      <a:lnTo>
                        <a:pt x="0" y="117824"/>
                      </a:lnTo>
                      <a:cubicBezTo>
                        <a:pt x="286" y="147542"/>
                        <a:pt x="20098" y="177165"/>
                        <a:pt x="59341" y="199834"/>
                      </a:cubicBezTo>
                      <a:cubicBezTo>
                        <a:pt x="138589" y="245555"/>
                        <a:pt x="266986" y="245555"/>
                        <a:pt x="346138" y="199834"/>
                      </a:cubicBezTo>
                      <a:cubicBezTo>
                        <a:pt x="385763" y="176974"/>
                        <a:pt x="405574" y="146971"/>
                        <a:pt x="405574" y="117062"/>
                      </a:cubicBezTo>
                      <a:lnTo>
                        <a:pt x="405574" y="103727"/>
                      </a:lnTo>
                      <a:lnTo>
                        <a:pt x="404241" y="103727"/>
                      </a:lnTo>
                      <a:close/>
                      <a:moveTo>
                        <a:pt x="76295" y="43910"/>
                      </a:moveTo>
                      <a:cubicBezTo>
                        <a:pt x="83058" y="40005"/>
                        <a:pt x="93916"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1053" y="126968"/>
                      </a:moveTo>
                      <a:cubicBezTo>
                        <a:pt x="31528" y="126968"/>
                        <a:pt x="23813" y="122491"/>
                        <a:pt x="23813" y="117062"/>
                      </a:cubicBezTo>
                      <a:cubicBezTo>
                        <a:pt x="23813" y="111633"/>
                        <a:pt x="31528" y="107156"/>
                        <a:pt x="41053" y="107156"/>
                      </a:cubicBezTo>
                      <a:lnTo>
                        <a:pt x="111252" y="107156"/>
                      </a:lnTo>
                      <a:cubicBezTo>
                        <a:pt x="120777" y="107156"/>
                        <a:pt x="128492" y="111633"/>
                        <a:pt x="128492" y="117062"/>
                      </a:cubicBezTo>
                      <a:cubicBezTo>
                        <a:pt x="128492" y="122491"/>
                        <a:pt x="120777" y="126968"/>
                        <a:pt x="111252" y="126968"/>
                      </a:cubicBezTo>
                      <a:lnTo>
                        <a:pt x="41148" y="126968"/>
                      </a:lnTo>
                      <a:close/>
                      <a:moveTo>
                        <a:pt x="150209" y="161449"/>
                      </a:moveTo>
                      <a:lnTo>
                        <a:pt x="100584" y="190119"/>
                      </a:lnTo>
                      <a:cubicBezTo>
                        <a:pt x="93916" y="194024"/>
                        <a:pt x="82963" y="194024"/>
                        <a:pt x="76295" y="190119"/>
                      </a:cubicBezTo>
                      <a:cubicBezTo>
                        <a:pt x="69532" y="186214"/>
                        <a:pt x="69532" y="179927"/>
                        <a:pt x="76295" y="176117"/>
                      </a:cubicBezTo>
                      <a:lnTo>
                        <a:pt x="125921" y="147447"/>
                      </a:lnTo>
                      <a:cubicBezTo>
                        <a:pt x="132588" y="143542"/>
                        <a:pt x="143542" y="143542"/>
                        <a:pt x="150209" y="147447"/>
                      </a:cubicBezTo>
                      <a:cubicBezTo>
                        <a:pt x="156972" y="151352"/>
                        <a:pt x="156972" y="157639"/>
                        <a:pt x="150209" y="161544"/>
                      </a:cubicBezTo>
                      <a:close/>
                      <a:moveTo>
                        <a:pt x="185642" y="23527"/>
                      </a:moveTo>
                      <a:cubicBezTo>
                        <a:pt x="185642" y="18002"/>
                        <a:pt x="193357" y="13621"/>
                        <a:pt x="202882" y="13621"/>
                      </a:cubicBezTo>
                      <a:cubicBezTo>
                        <a:pt x="212407" y="13621"/>
                        <a:pt x="220123" y="18098"/>
                        <a:pt x="220123" y="23527"/>
                      </a:cubicBezTo>
                      <a:lnTo>
                        <a:pt x="220123" y="64008"/>
                      </a:lnTo>
                      <a:cubicBezTo>
                        <a:pt x="220123" y="69532"/>
                        <a:pt x="212407" y="73914"/>
                        <a:pt x="202882" y="73914"/>
                      </a:cubicBezTo>
                      <a:cubicBezTo>
                        <a:pt x="193357" y="73914"/>
                        <a:pt x="185642" y="69437"/>
                        <a:pt x="185642" y="64008"/>
                      </a:cubicBezTo>
                      <a:lnTo>
                        <a:pt x="185642" y="23527"/>
                      </a:lnTo>
                      <a:close/>
                      <a:moveTo>
                        <a:pt x="202882" y="220313"/>
                      </a:moveTo>
                      <a:cubicBezTo>
                        <a:pt x="193357" y="220313"/>
                        <a:pt x="185642" y="215837"/>
                        <a:pt x="185642" y="210407"/>
                      </a:cubicBezTo>
                      <a:lnTo>
                        <a:pt x="185642" y="169926"/>
                      </a:lnTo>
                      <a:cubicBezTo>
                        <a:pt x="185642" y="164497"/>
                        <a:pt x="193357" y="160020"/>
                        <a:pt x="202882" y="160020"/>
                      </a:cubicBezTo>
                      <a:cubicBezTo>
                        <a:pt x="212407" y="160020"/>
                        <a:pt x="220123" y="164497"/>
                        <a:pt x="220123" y="169926"/>
                      </a:cubicBezTo>
                      <a:lnTo>
                        <a:pt x="220123" y="210407"/>
                      </a:lnTo>
                      <a:cubicBezTo>
                        <a:pt x="220123" y="215932"/>
                        <a:pt x="212407" y="220313"/>
                        <a:pt x="202882" y="220313"/>
                      </a:cubicBezTo>
                      <a:close/>
                      <a:moveTo>
                        <a:pt x="255556" y="72485"/>
                      </a:moveTo>
                      <a:lnTo>
                        <a:pt x="305181" y="43815"/>
                      </a:lnTo>
                      <a:cubicBezTo>
                        <a:pt x="311944" y="39910"/>
                        <a:pt x="322802" y="39910"/>
                        <a:pt x="329470" y="43815"/>
                      </a:cubicBezTo>
                      <a:cubicBezTo>
                        <a:pt x="336232" y="47720"/>
                        <a:pt x="336232" y="54007"/>
                        <a:pt x="329470" y="57912"/>
                      </a:cubicBezTo>
                      <a:lnTo>
                        <a:pt x="279845" y="86582"/>
                      </a:lnTo>
                      <a:cubicBezTo>
                        <a:pt x="273082" y="90488"/>
                        <a:pt x="262223" y="90488"/>
                        <a:pt x="255461" y="86582"/>
                      </a:cubicBezTo>
                      <a:cubicBezTo>
                        <a:pt x="248698" y="82677"/>
                        <a:pt x="248698" y="76390"/>
                        <a:pt x="255461" y="72581"/>
                      </a:cubicBezTo>
                      <a:close/>
                      <a:moveTo>
                        <a:pt x="329470" y="190024"/>
                      </a:moveTo>
                      <a:cubicBezTo>
                        <a:pt x="322802" y="193929"/>
                        <a:pt x="311848" y="193929"/>
                        <a:pt x="305181" y="190024"/>
                      </a:cubicBezTo>
                      <a:lnTo>
                        <a:pt x="255556" y="161354"/>
                      </a:lnTo>
                      <a:cubicBezTo>
                        <a:pt x="248793" y="157448"/>
                        <a:pt x="248793" y="151162"/>
                        <a:pt x="255556" y="147256"/>
                      </a:cubicBezTo>
                      <a:cubicBezTo>
                        <a:pt x="262319" y="143351"/>
                        <a:pt x="273177" y="143351"/>
                        <a:pt x="279940" y="147256"/>
                      </a:cubicBezTo>
                      <a:lnTo>
                        <a:pt x="329565" y="175927"/>
                      </a:lnTo>
                      <a:cubicBezTo>
                        <a:pt x="336328" y="179832"/>
                        <a:pt x="336328" y="186119"/>
                        <a:pt x="329565" y="189929"/>
                      </a:cubicBezTo>
                      <a:close/>
                      <a:moveTo>
                        <a:pt x="364712" y="126873"/>
                      </a:moveTo>
                      <a:lnTo>
                        <a:pt x="294513" y="126873"/>
                      </a:lnTo>
                      <a:cubicBezTo>
                        <a:pt x="284988" y="126873"/>
                        <a:pt x="277368" y="122396"/>
                        <a:pt x="277368" y="116967"/>
                      </a:cubicBezTo>
                      <a:cubicBezTo>
                        <a:pt x="277368" y="111538"/>
                        <a:pt x="285083" y="107061"/>
                        <a:pt x="294513" y="107061"/>
                      </a:cubicBezTo>
                      <a:lnTo>
                        <a:pt x="364712" y="107061"/>
                      </a:lnTo>
                      <a:cubicBezTo>
                        <a:pt x="374237" y="107061"/>
                        <a:pt x="381953" y="111538"/>
                        <a:pt x="381953" y="116967"/>
                      </a:cubicBezTo>
                      <a:cubicBezTo>
                        <a:pt x="381953" y="122396"/>
                        <a:pt x="374237" y="126873"/>
                        <a:pt x="364712"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3" name="Google Shape;653;p28"/>
                <p:cNvSpPr/>
                <p:nvPr/>
              </p:nvSpPr>
              <p:spPr>
                <a:xfrm>
                  <a:off x="3646611" y="4791857"/>
                  <a:ext cx="405669" cy="234219"/>
                </a:xfrm>
                <a:custGeom>
                  <a:avLst/>
                  <a:gdLst/>
                  <a:ahLst/>
                  <a:cxnLst/>
                  <a:rect l="l" t="t" r="r" b="b"/>
                  <a:pathLst>
                    <a:path w="405669" h="234219" extrusionOk="0">
                      <a:moveTo>
                        <a:pt x="346234" y="34290"/>
                      </a:moveTo>
                      <a:cubicBezTo>
                        <a:pt x="267081" y="-11430"/>
                        <a:pt x="138684" y="-11430"/>
                        <a:pt x="59436" y="34290"/>
                      </a:cubicBezTo>
                      <a:cubicBezTo>
                        <a:pt x="-19812" y="80010"/>
                        <a:pt x="-19812" y="154115"/>
                        <a:pt x="59436" y="199930"/>
                      </a:cubicBezTo>
                      <a:cubicBezTo>
                        <a:pt x="138684" y="245650"/>
                        <a:pt x="267081" y="245650"/>
                        <a:pt x="346234" y="199930"/>
                      </a:cubicBezTo>
                      <a:cubicBezTo>
                        <a:pt x="425482" y="154210"/>
                        <a:pt x="425482" y="80010"/>
                        <a:pt x="346234" y="34290"/>
                      </a:cubicBezTo>
                      <a:close/>
                      <a:moveTo>
                        <a:pt x="76200" y="58007"/>
                      </a:moveTo>
                      <a:cubicBezTo>
                        <a:pt x="69437" y="54102"/>
                        <a:pt x="69437" y="47816"/>
                        <a:pt x="76200" y="44006"/>
                      </a:cubicBezTo>
                      <a:cubicBezTo>
                        <a:pt x="82963" y="40100"/>
                        <a:pt x="93821" y="40100"/>
                        <a:pt x="100489" y="44006"/>
                      </a:cubicBezTo>
                      <a:lnTo>
                        <a:pt x="150114" y="72676"/>
                      </a:lnTo>
                      <a:cubicBezTo>
                        <a:pt x="156877" y="76581"/>
                        <a:pt x="156877" y="82867"/>
                        <a:pt x="150114" y="86773"/>
                      </a:cubicBezTo>
                      <a:cubicBezTo>
                        <a:pt x="143351" y="90678"/>
                        <a:pt x="132493" y="90678"/>
                        <a:pt x="125825" y="86773"/>
                      </a:cubicBezTo>
                      <a:lnTo>
                        <a:pt x="76200" y="58102"/>
                      </a:lnTo>
                      <a:close/>
                      <a:moveTo>
                        <a:pt x="111061" y="126968"/>
                      </a:moveTo>
                      <a:lnTo>
                        <a:pt x="40957" y="126968"/>
                      </a:lnTo>
                      <a:cubicBezTo>
                        <a:pt x="31432" y="126968"/>
                        <a:pt x="23717" y="122492"/>
                        <a:pt x="23717" y="117062"/>
                      </a:cubicBezTo>
                      <a:cubicBezTo>
                        <a:pt x="23717" y="111633"/>
                        <a:pt x="31432" y="107156"/>
                        <a:pt x="40957" y="107156"/>
                      </a:cubicBezTo>
                      <a:lnTo>
                        <a:pt x="111157" y="107156"/>
                      </a:lnTo>
                      <a:cubicBezTo>
                        <a:pt x="120682" y="107156"/>
                        <a:pt x="128397" y="111633"/>
                        <a:pt x="128397" y="117062"/>
                      </a:cubicBezTo>
                      <a:cubicBezTo>
                        <a:pt x="128397" y="122492"/>
                        <a:pt x="120682" y="126968"/>
                        <a:pt x="111157" y="126968"/>
                      </a:cubicBezTo>
                      <a:close/>
                      <a:moveTo>
                        <a:pt x="202787" y="74009"/>
                      </a:moveTo>
                      <a:cubicBezTo>
                        <a:pt x="193262" y="74009"/>
                        <a:pt x="185547" y="69533"/>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628"/>
                        <a:pt x="212312" y="74009"/>
                        <a:pt x="202787" y="74009"/>
                      </a:cubicBezTo>
                      <a:close/>
                      <a:moveTo>
                        <a:pt x="100489" y="190119"/>
                      </a:moveTo>
                      <a:cubicBezTo>
                        <a:pt x="93821" y="194024"/>
                        <a:pt x="82868" y="194024"/>
                        <a:pt x="76200" y="190119"/>
                      </a:cubicBezTo>
                      <a:cubicBezTo>
                        <a:pt x="69437" y="186214"/>
                        <a:pt x="69437" y="179927"/>
                        <a:pt x="76200" y="176117"/>
                      </a:cubicBezTo>
                      <a:lnTo>
                        <a:pt x="125825" y="147447"/>
                      </a:lnTo>
                      <a:cubicBezTo>
                        <a:pt x="132493" y="143542"/>
                        <a:pt x="143446" y="143542"/>
                        <a:pt x="150114" y="147447"/>
                      </a:cubicBezTo>
                      <a:cubicBezTo>
                        <a:pt x="156877" y="151352"/>
                        <a:pt x="156877" y="157639"/>
                        <a:pt x="150114" y="161544"/>
                      </a:cubicBezTo>
                      <a:lnTo>
                        <a:pt x="100489" y="190214"/>
                      </a:lnTo>
                      <a:close/>
                      <a:moveTo>
                        <a:pt x="279749" y="86582"/>
                      </a:moveTo>
                      <a:cubicBezTo>
                        <a:pt x="272986" y="90488"/>
                        <a:pt x="262128" y="90488"/>
                        <a:pt x="255365" y="86582"/>
                      </a:cubicBezTo>
                      <a:cubicBezTo>
                        <a:pt x="248602" y="82677"/>
                        <a:pt x="248602" y="76391"/>
                        <a:pt x="255365" y="72485"/>
                      </a:cubicBezTo>
                      <a:lnTo>
                        <a:pt x="304990" y="43815"/>
                      </a:lnTo>
                      <a:cubicBezTo>
                        <a:pt x="311753" y="39910"/>
                        <a:pt x="322612" y="39910"/>
                        <a:pt x="329279" y="43815"/>
                      </a:cubicBezTo>
                      <a:cubicBezTo>
                        <a:pt x="336042" y="47720"/>
                        <a:pt x="336042" y="54007"/>
                        <a:pt x="329279" y="57817"/>
                      </a:cubicBezTo>
                      <a:lnTo>
                        <a:pt x="279654" y="86487"/>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9"/>
                      </a:moveTo>
                      <a:cubicBezTo>
                        <a:pt x="193167" y="220409"/>
                        <a:pt x="185452" y="215932"/>
                        <a:pt x="185452" y="210502"/>
                      </a:cubicBezTo>
                      <a:lnTo>
                        <a:pt x="185452" y="170021"/>
                      </a:lnTo>
                      <a:cubicBezTo>
                        <a:pt x="185452" y="164497"/>
                        <a:pt x="193167" y="160115"/>
                        <a:pt x="202692" y="160115"/>
                      </a:cubicBezTo>
                      <a:cubicBezTo>
                        <a:pt x="212217" y="160115"/>
                        <a:pt x="219932" y="164592"/>
                        <a:pt x="219932" y="170021"/>
                      </a:cubicBezTo>
                      <a:lnTo>
                        <a:pt x="219932" y="210502"/>
                      </a:lnTo>
                      <a:cubicBezTo>
                        <a:pt x="219932" y="216027"/>
                        <a:pt x="212217" y="220409"/>
                        <a:pt x="202692" y="220409"/>
                      </a:cubicBezTo>
                      <a:close/>
                      <a:moveTo>
                        <a:pt x="304990" y="190119"/>
                      </a:moveTo>
                      <a:lnTo>
                        <a:pt x="255365" y="161449"/>
                      </a:lnTo>
                      <a:cubicBezTo>
                        <a:pt x="248602" y="157543"/>
                        <a:pt x="248602" y="151257"/>
                        <a:pt x="255365" y="147352"/>
                      </a:cubicBezTo>
                      <a:cubicBezTo>
                        <a:pt x="262128" y="143447"/>
                        <a:pt x="272986" y="143447"/>
                        <a:pt x="279749" y="147352"/>
                      </a:cubicBezTo>
                      <a:lnTo>
                        <a:pt x="329374" y="176022"/>
                      </a:lnTo>
                      <a:cubicBezTo>
                        <a:pt x="336137" y="179927"/>
                        <a:pt x="336137" y="186214"/>
                        <a:pt x="329374" y="190024"/>
                      </a:cubicBezTo>
                      <a:cubicBezTo>
                        <a:pt x="322707" y="193929"/>
                        <a:pt x="311753" y="193929"/>
                        <a:pt x="305086"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4" name="Google Shape;654;p28"/>
                <p:cNvSpPr/>
                <p:nvPr/>
              </p:nvSpPr>
              <p:spPr>
                <a:xfrm>
                  <a:off x="3792266" y="4875939"/>
                  <a:ext cx="114454" cy="46315"/>
                </a:xfrm>
                <a:custGeom>
                  <a:avLst/>
                  <a:gdLst/>
                  <a:ahLst/>
                  <a:cxnLst/>
                  <a:rect l="l" t="t" r="r" b="b"/>
                  <a:pathLst>
                    <a:path w="114454" h="46315" extrusionOk="0">
                      <a:moveTo>
                        <a:pt x="109615" y="46315"/>
                      </a:moveTo>
                      <a:cubicBezTo>
                        <a:pt x="106853" y="42696"/>
                        <a:pt x="102852" y="39267"/>
                        <a:pt x="97708" y="36314"/>
                      </a:cubicBezTo>
                      <a:cubicBezTo>
                        <a:pt x="75325" y="23360"/>
                        <a:pt x="39130" y="23360"/>
                        <a:pt x="16746" y="36314"/>
                      </a:cubicBezTo>
                      <a:cubicBezTo>
                        <a:pt x="11603" y="39267"/>
                        <a:pt x="7602" y="42696"/>
                        <a:pt x="4840" y="46315"/>
                      </a:cubicBezTo>
                      <a:cubicBezTo>
                        <a:pt x="-4400" y="34218"/>
                        <a:pt x="-399" y="19550"/>
                        <a:pt x="16746" y="9644"/>
                      </a:cubicBezTo>
                      <a:cubicBezTo>
                        <a:pt x="39130" y="-3215"/>
                        <a:pt x="75325" y="-3215"/>
                        <a:pt x="97708" y="9644"/>
                      </a:cubicBezTo>
                      <a:cubicBezTo>
                        <a:pt x="114854"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5" name="Google Shape;655;p28"/>
                <p:cNvSpPr/>
                <p:nvPr/>
              </p:nvSpPr>
              <p:spPr>
                <a:xfrm>
                  <a:off x="3797106" y="4902538"/>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56" name="Google Shape;656;p28"/>
              <p:cNvGrpSpPr/>
              <p:nvPr/>
            </p:nvGrpSpPr>
            <p:grpSpPr>
              <a:xfrm>
                <a:off x="3670114" y="4704608"/>
                <a:ext cx="358735" cy="305800"/>
                <a:chOff x="3670114" y="4704608"/>
                <a:chExt cx="358735" cy="305800"/>
              </a:xfrm>
            </p:grpSpPr>
            <p:sp>
              <p:nvSpPr>
                <p:cNvPr id="657" name="Google Shape;657;p28"/>
                <p:cNvSpPr/>
                <p:nvPr/>
              </p:nvSpPr>
              <p:spPr>
                <a:xfrm>
                  <a:off x="3670138" y="4808145"/>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1" y="212407"/>
                        <a:pt x="52388" y="171831"/>
                      </a:cubicBezTo>
                      <a:cubicBezTo>
                        <a:pt x="17336" y="151733"/>
                        <a:pt x="0" y="125063"/>
                        <a:pt x="0" y="98393"/>
                      </a:cubicBezTo>
                      <a:lnTo>
                        <a:pt x="0" y="0"/>
                      </a:lnTo>
                      <a:lnTo>
                        <a:pt x="3587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8" name="Google Shape;658;p28"/>
                <p:cNvSpPr/>
                <p:nvPr/>
              </p:nvSpPr>
              <p:spPr>
                <a:xfrm>
                  <a:off x="3670138" y="4820908"/>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622"/>
                        <a:pt x="0" y="1714"/>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9" name="Google Shape;659;p28"/>
                <p:cNvSpPr/>
                <p:nvPr/>
              </p:nvSpPr>
              <p:spPr>
                <a:xfrm>
                  <a:off x="3670138" y="4838053"/>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0" name="Google Shape;660;p28"/>
                <p:cNvSpPr/>
                <p:nvPr/>
              </p:nvSpPr>
              <p:spPr>
                <a:xfrm>
                  <a:off x="3670138" y="4855294"/>
                  <a:ext cx="358711" cy="110632"/>
                </a:xfrm>
                <a:custGeom>
                  <a:avLst/>
                  <a:gdLst/>
                  <a:ahLst/>
                  <a:cxnLst/>
                  <a:rect l="l" t="t" r="r" b="b"/>
                  <a:pathLst>
                    <a:path w="358711" h="110632" extrusionOk="0">
                      <a:moveTo>
                        <a:pt x="358712" y="0"/>
                      </a:moveTo>
                      <a:cubicBezTo>
                        <a:pt x="358712" y="26479"/>
                        <a:pt x="341090" y="52864"/>
                        <a:pt x="306133" y="73057"/>
                      </a:cubicBezTo>
                      <a:cubicBezTo>
                        <a:pt x="236220" y="113728"/>
                        <a:pt x="122587" y="113728"/>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95"/>
                      </a:lnTo>
                      <a:lnTo>
                        <a:pt x="358712" y="95"/>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1" name="Google Shape;661;p28"/>
                <p:cNvSpPr/>
                <p:nvPr/>
              </p:nvSpPr>
              <p:spPr>
                <a:xfrm>
                  <a:off x="3670138" y="4872439"/>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0"/>
                      </a:lnTo>
                      <a:lnTo>
                        <a:pt x="358712"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2" name="Google Shape;662;p28"/>
                <p:cNvSpPr/>
                <p:nvPr/>
              </p:nvSpPr>
              <p:spPr>
                <a:xfrm>
                  <a:off x="3670138" y="4889584"/>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0"/>
                      </a:lnTo>
                      <a:lnTo>
                        <a:pt x="358712"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3" name="Google Shape;663;p28"/>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4" name="Google Shape;664;p28"/>
                <p:cNvSpPr/>
                <p:nvPr/>
              </p:nvSpPr>
              <p:spPr>
                <a:xfrm>
                  <a:off x="3684259" y="4712752"/>
                  <a:ext cx="330445" cy="190881"/>
                </a:xfrm>
                <a:custGeom>
                  <a:avLst/>
                  <a:gdLst/>
                  <a:ahLst/>
                  <a:cxnLst/>
                  <a:rect l="l" t="t" r="r" b="b"/>
                  <a:pathLst>
                    <a:path w="330445" h="190881" extrusionOk="0">
                      <a:moveTo>
                        <a:pt x="48363" y="162735"/>
                      </a:moveTo>
                      <a:cubicBezTo>
                        <a:pt x="112943" y="200263"/>
                        <a:pt x="217622" y="200263"/>
                        <a:pt x="282011" y="162735"/>
                      </a:cubicBezTo>
                      <a:cubicBezTo>
                        <a:pt x="346591" y="125492"/>
                        <a:pt x="346591" y="65103"/>
                        <a:pt x="282011" y="27861"/>
                      </a:cubicBezTo>
                      <a:cubicBezTo>
                        <a:pt x="217622" y="-9287"/>
                        <a:pt x="112943" y="-9287"/>
                        <a:pt x="48363" y="27861"/>
                      </a:cubicBezTo>
                      <a:cubicBezTo>
                        <a:pt x="-16121" y="65008"/>
                        <a:pt x="-16121" y="125492"/>
                        <a:pt x="48363" y="16273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5" name="Google Shape;665;p28"/>
                <p:cNvSpPr/>
                <p:nvPr/>
              </p:nvSpPr>
              <p:spPr>
                <a:xfrm>
                  <a:off x="3694927" y="4718920"/>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6" name="Google Shape;666;p28"/>
                <p:cNvSpPr/>
                <p:nvPr/>
              </p:nvSpPr>
              <p:spPr>
                <a:xfrm>
                  <a:off x="3703523" y="4724253"/>
                  <a:ext cx="291917" cy="168568"/>
                </a:xfrm>
                <a:custGeom>
                  <a:avLst/>
                  <a:gdLst/>
                  <a:ahLst/>
                  <a:cxnLst/>
                  <a:rect l="l" t="t" r="r" b="b"/>
                  <a:pathLst>
                    <a:path w="291917" h="168568" extrusionOk="0">
                      <a:moveTo>
                        <a:pt x="42719" y="143709"/>
                      </a:moveTo>
                      <a:cubicBezTo>
                        <a:pt x="99774" y="176856"/>
                        <a:pt x="192262" y="176856"/>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7" name="Google Shape;667;p28"/>
                <p:cNvSpPr/>
                <p:nvPr/>
              </p:nvSpPr>
              <p:spPr>
                <a:xfrm>
                  <a:off x="3712548" y="4729087"/>
                  <a:ext cx="273962" cy="158234"/>
                </a:xfrm>
                <a:custGeom>
                  <a:avLst/>
                  <a:gdLst/>
                  <a:ahLst/>
                  <a:cxnLst/>
                  <a:rect l="l" t="t" r="r" b="b"/>
                  <a:pathLst>
                    <a:path w="273962" h="158234" extrusionOk="0">
                      <a:moveTo>
                        <a:pt x="40077" y="134874"/>
                      </a:moveTo>
                      <a:cubicBezTo>
                        <a:pt x="93607" y="166021"/>
                        <a:pt x="180475" y="166021"/>
                        <a:pt x="233815" y="134874"/>
                      </a:cubicBezTo>
                      <a:cubicBezTo>
                        <a:pt x="287345" y="104013"/>
                        <a:pt x="287345" y="53911"/>
                        <a:pt x="233815" y="23146"/>
                      </a:cubicBezTo>
                      <a:cubicBezTo>
                        <a:pt x="180475" y="-7715"/>
                        <a:pt x="93607" y="-7715"/>
                        <a:pt x="40077" y="23146"/>
                      </a:cubicBezTo>
                      <a:cubicBezTo>
                        <a:pt x="-13359" y="54007"/>
                        <a:pt x="-13359" y="104108"/>
                        <a:pt x="40077" y="13487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8" name="Google Shape;668;p28"/>
                <p:cNvSpPr/>
                <p:nvPr/>
              </p:nvSpPr>
              <p:spPr>
                <a:xfrm>
                  <a:off x="3720097" y="4733802"/>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9" name="Google Shape;669;p28"/>
                <p:cNvSpPr/>
                <p:nvPr/>
              </p:nvSpPr>
              <p:spPr>
                <a:xfrm>
                  <a:off x="3727645" y="4737755"/>
                  <a:ext cx="243673" cy="140731"/>
                </a:xfrm>
                <a:custGeom>
                  <a:avLst/>
                  <a:gdLst/>
                  <a:ahLst/>
                  <a:cxnLst/>
                  <a:rect l="l" t="t" r="r" b="b"/>
                  <a:pathLst>
                    <a:path w="243673" h="140731" extrusionOk="0">
                      <a:moveTo>
                        <a:pt x="35647" y="120015"/>
                      </a:moveTo>
                      <a:cubicBezTo>
                        <a:pt x="83272" y="147638"/>
                        <a:pt x="160520" y="147638"/>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0" name="Google Shape;670;p28"/>
                <p:cNvSpPr/>
                <p:nvPr/>
              </p:nvSpPr>
              <p:spPr>
                <a:xfrm>
                  <a:off x="3734337" y="4741946"/>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1" name="Google Shape;671;p28"/>
                <p:cNvSpPr/>
                <p:nvPr/>
              </p:nvSpPr>
              <p:spPr>
                <a:xfrm>
                  <a:off x="3741456" y="4745828"/>
                  <a:ext cx="216074" cy="124753"/>
                </a:xfrm>
                <a:custGeom>
                  <a:avLst/>
                  <a:gdLst/>
                  <a:ahLst/>
                  <a:cxnLst/>
                  <a:rect l="l" t="t" r="r" b="b"/>
                  <a:pathLst>
                    <a:path w="216074" h="124753" extrusionOk="0">
                      <a:moveTo>
                        <a:pt x="31647" y="106323"/>
                      </a:moveTo>
                      <a:cubicBezTo>
                        <a:pt x="73938" y="130897"/>
                        <a:pt x="142327" y="130897"/>
                        <a:pt x="184428" y="106323"/>
                      </a:cubicBezTo>
                      <a:cubicBezTo>
                        <a:pt x="226624" y="82034"/>
                        <a:pt x="226624" y="42505"/>
                        <a:pt x="184428" y="18216"/>
                      </a:cubicBezTo>
                      <a:cubicBezTo>
                        <a:pt x="142327" y="-6072"/>
                        <a:pt x="73842" y="-6072"/>
                        <a:pt x="31647" y="18216"/>
                      </a:cubicBezTo>
                      <a:cubicBezTo>
                        <a:pt x="-10549" y="42505"/>
                        <a:pt x="-10549" y="82034"/>
                        <a:pt x="31647" y="10632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2" name="Google Shape;672;p28"/>
                <p:cNvSpPr/>
                <p:nvPr/>
              </p:nvSpPr>
              <p:spPr>
                <a:xfrm>
                  <a:off x="3747433" y="4749495"/>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3" name="Google Shape;673;p28"/>
                <p:cNvSpPr/>
                <p:nvPr/>
              </p:nvSpPr>
              <p:spPr>
                <a:xfrm>
                  <a:off x="3752910" y="4752424"/>
                  <a:ext cx="193166" cy="111490"/>
                </a:xfrm>
                <a:custGeom>
                  <a:avLst/>
                  <a:gdLst/>
                  <a:ahLst/>
                  <a:cxnLst/>
                  <a:rect l="l" t="t" r="r" b="b"/>
                  <a:pathLst>
                    <a:path w="193166" h="111490" extrusionOk="0">
                      <a:moveTo>
                        <a:pt x="28289" y="95060"/>
                      </a:moveTo>
                      <a:cubicBezTo>
                        <a:pt x="66008" y="116967"/>
                        <a:pt x="127254" y="116967"/>
                        <a:pt x="164878" y="95060"/>
                      </a:cubicBezTo>
                      <a:cubicBezTo>
                        <a:pt x="202597" y="73343"/>
                        <a:pt x="202597" y="38005"/>
                        <a:pt x="164878" y="16288"/>
                      </a:cubicBezTo>
                      <a:cubicBezTo>
                        <a:pt x="127254" y="-5429"/>
                        <a:pt x="66103" y="-5429"/>
                        <a:pt x="28289" y="16288"/>
                      </a:cubicBezTo>
                      <a:cubicBezTo>
                        <a:pt x="-9430" y="38005"/>
                        <a:pt x="-9430" y="73343"/>
                        <a:pt x="28289" y="95060"/>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4" name="Google Shape;674;p28"/>
                <p:cNvSpPr/>
                <p:nvPr/>
              </p:nvSpPr>
              <p:spPr>
                <a:xfrm>
                  <a:off x="3758292" y="4755662"/>
                  <a:ext cx="182403" cy="105322"/>
                </a:xfrm>
                <a:custGeom>
                  <a:avLst/>
                  <a:gdLst/>
                  <a:ahLst/>
                  <a:cxnLst/>
                  <a:rect l="l" t="t" r="r" b="b"/>
                  <a:pathLst>
                    <a:path w="182403" h="105322" extrusionOk="0">
                      <a:moveTo>
                        <a:pt x="26718" y="89821"/>
                      </a:moveTo>
                      <a:cubicBezTo>
                        <a:pt x="62341" y="110490"/>
                        <a:pt x="120158" y="110490"/>
                        <a:pt x="155686" y="89821"/>
                      </a:cubicBezTo>
                      <a:cubicBezTo>
                        <a:pt x="191310" y="69342"/>
                        <a:pt x="191310" y="35909"/>
                        <a:pt x="155686" y="15430"/>
                      </a:cubicBezTo>
                      <a:cubicBezTo>
                        <a:pt x="120158" y="-5143"/>
                        <a:pt x="62341" y="-5143"/>
                        <a:pt x="26718" y="15430"/>
                      </a:cubicBezTo>
                      <a:cubicBezTo>
                        <a:pt x="-8906" y="36004"/>
                        <a:pt x="-8906" y="69342"/>
                        <a:pt x="26718" y="89821"/>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5" name="Google Shape;675;p28"/>
                <p:cNvSpPr/>
                <p:nvPr/>
              </p:nvSpPr>
              <p:spPr>
                <a:xfrm>
                  <a:off x="3763578" y="4758496"/>
                  <a:ext cx="171807" cy="99250"/>
                </a:xfrm>
                <a:custGeom>
                  <a:avLst/>
                  <a:gdLst/>
                  <a:ahLst/>
                  <a:cxnLst/>
                  <a:rect l="l" t="t" r="r" b="b"/>
                  <a:pathLst>
                    <a:path w="171807" h="99250" extrusionOk="0">
                      <a:moveTo>
                        <a:pt x="25146" y="84606"/>
                      </a:moveTo>
                      <a:cubicBezTo>
                        <a:pt x="58674"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6" name="Google Shape;676;p28"/>
                <p:cNvSpPr/>
                <p:nvPr/>
              </p:nvSpPr>
              <p:spPr>
                <a:xfrm>
                  <a:off x="3768436" y="4761473"/>
                  <a:ext cx="162186" cy="93702"/>
                </a:xfrm>
                <a:custGeom>
                  <a:avLst/>
                  <a:gdLst/>
                  <a:ahLst/>
                  <a:cxnLst/>
                  <a:rect l="l" t="t" r="r" b="b"/>
                  <a:pathLst>
                    <a:path w="162186" h="93702" extrusionOk="0">
                      <a:moveTo>
                        <a:pt x="23717" y="79915"/>
                      </a:moveTo>
                      <a:cubicBezTo>
                        <a:pt x="55435" y="98298"/>
                        <a:pt x="106871" y="98298"/>
                        <a:pt x="138398" y="79915"/>
                      </a:cubicBezTo>
                      <a:cubicBezTo>
                        <a:pt x="170117" y="61627"/>
                        <a:pt x="170117" y="31909"/>
                        <a:pt x="138398" y="13716"/>
                      </a:cubicBezTo>
                      <a:cubicBezTo>
                        <a:pt x="106775" y="-4572"/>
                        <a:pt x="55435" y="-4572"/>
                        <a:pt x="23717" y="13716"/>
                      </a:cubicBezTo>
                      <a:cubicBezTo>
                        <a:pt x="-7906" y="32004"/>
                        <a:pt x="-7906" y="61627"/>
                        <a:pt x="23717" y="7991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7" name="Google Shape;677;p28"/>
                <p:cNvSpPr/>
                <p:nvPr/>
              </p:nvSpPr>
              <p:spPr>
                <a:xfrm>
                  <a:off x="3773294" y="4764139"/>
                  <a:ext cx="152376" cy="87987"/>
                </a:xfrm>
                <a:custGeom>
                  <a:avLst/>
                  <a:gdLst/>
                  <a:ahLst/>
                  <a:cxnLst/>
                  <a:rect l="l" t="t" r="r" b="b"/>
                  <a:pathLst>
                    <a:path w="152376" h="87987" extrusionOk="0">
                      <a:moveTo>
                        <a:pt x="22288" y="75057"/>
                      </a:moveTo>
                      <a:cubicBezTo>
                        <a:pt x="52007" y="92297"/>
                        <a:pt x="100298" y="92297"/>
                        <a:pt x="130016" y="75057"/>
                      </a:cubicBezTo>
                      <a:cubicBezTo>
                        <a:pt x="159829" y="57912"/>
                        <a:pt x="159829" y="30004"/>
                        <a:pt x="130016" y="12859"/>
                      </a:cubicBezTo>
                      <a:cubicBezTo>
                        <a:pt x="100298" y="-4286"/>
                        <a:pt x="52102" y="-4286"/>
                        <a:pt x="22288" y="12859"/>
                      </a:cubicBezTo>
                      <a:cubicBezTo>
                        <a:pt x="-7429" y="30004"/>
                        <a:pt x="-7429" y="57817"/>
                        <a:pt x="22288" y="75057"/>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8" name="Google Shape;678;p28"/>
                <p:cNvSpPr/>
                <p:nvPr/>
              </p:nvSpPr>
              <p:spPr>
                <a:xfrm>
                  <a:off x="3777556" y="4766854"/>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9" name="Google Shape;679;p28"/>
                <p:cNvSpPr/>
                <p:nvPr/>
              </p:nvSpPr>
              <p:spPr>
                <a:xfrm>
                  <a:off x="3784581" y="4771117"/>
                  <a:ext cx="129730" cy="74866"/>
                </a:xfrm>
                <a:custGeom>
                  <a:avLst/>
                  <a:gdLst/>
                  <a:ahLst/>
                  <a:cxnLst/>
                  <a:rect l="l" t="t" r="r" b="b"/>
                  <a:pathLst>
                    <a:path w="129730" h="74866" extrusionOk="0">
                      <a:moveTo>
                        <a:pt x="19002" y="63794"/>
                      </a:moveTo>
                      <a:cubicBezTo>
                        <a:pt x="44339" y="78557"/>
                        <a:pt x="85392" y="78557"/>
                        <a:pt x="110728" y="63794"/>
                      </a:cubicBezTo>
                      <a:cubicBezTo>
                        <a:pt x="136064" y="49220"/>
                        <a:pt x="136064" y="25503"/>
                        <a:pt x="110728" y="10930"/>
                      </a:cubicBezTo>
                      <a:cubicBezTo>
                        <a:pt x="85487" y="-3643"/>
                        <a:pt x="44434" y="-3643"/>
                        <a:pt x="19002" y="10930"/>
                      </a:cubicBezTo>
                      <a:cubicBezTo>
                        <a:pt x="-6334" y="25503"/>
                        <a:pt x="-6334" y="49220"/>
                        <a:pt x="19002" y="6379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0" name="Google Shape;680;p28"/>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81" name="Google Shape;681;p28"/>
              <p:cNvGrpSpPr/>
              <p:nvPr/>
            </p:nvGrpSpPr>
            <p:grpSpPr>
              <a:xfrm>
                <a:off x="3646611" y="4678414"/>
                <a:ext cx="405669" cy="247649"/>
                <a:chOff x="3646611" y="4678414"/>
                <a:chExt cx="405669" cy="247649"/>
              </a:xfrm>
            </p:grpSpPr>
            <p:sp>
              <p:nvSpPr>
                <p:cNvPr id="682" name="Google Shape;682;p28"/>
                <p:cNvSpPr/>
                <p:nvPr/>
              </p:nvSpPr>
              <p:spPr>
                <a:xfrm>
                  <a:off x="3646611" y="4691749"/>
                  <a:ext cx="405574" cy="234314"/>
                </a:xfrm>
                <a:custGeom>
                  <a:avLst/>
                  <a:gdLst/>
                  <a:ahLst/>
                  <a:cxnLst/>
                  <a:rect l="l" t="t" r="r" b="b"/>
                  <a:pathLst>
                    <a:path w="405574" h="234314" extrusionOk="0">
                      <a:moveTo>
                        <a:pt x="404336" y="103823"/>
                      </a:moveTo>
                      <a:cubicBezTo>
                        <a:pt x="399288" y="78391"/>
                        <a:pt x="379952" y="53816"/>
                        <a:pt x="346234" y="34290"/>
                      </a:cubicBezTo>
                      <a:cubicBezTo>
                        <a:pt x="267081" y="-11430"/>
                        <a:pt x="138684" y="-11430"/>
                        <a:pt x="59436" y="34290"/>
                      </a:cubicBezTo>
                      <a:cubicBezTo>
                        <a:pt x="25527" y="53912"/>
                        <a:pt x="6096" y="78677"/>
                        <a:pt x="1238" y="104299"/>
                      </a:cubicBezTo>
                      <a:lnTo>
                        <a:pt x="0" y="103823"/>
                      </a:lnTo>
                      <a:lnTo>
                        <a:pt x="0" y="117920"/>
                      </a:lnTo>
                      <a:lnTo>
                        <a:pt x="0" y="117920"/>
                      </a:lnTo>
                      <a:cubicBezTo>
                        <a:pt x="286"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95" y="44006"/>
                      </a:moveTo>
                      <a:cubicBezTo>
                        <a:pt x="83058" y="40100"/>
                        <a:pt x="93916" y="40100"/>
                        <a:pt x="100584" y="44006"/>
                      </a:cubicBezTo>
                      <a:lnTo>
                        <a:pt x="150209" y="72676"/>
                      </a:lnTo>
                      <a:cubicBezTo>
                        <a:pt x="156972" y="76581"/>
                        <a:pt x="156972" y="82868"/>
                        <a:pt x="150209" y="86773"/>
                      </a:cubicBezTo>
                      <a:cubicBezTo>
                        <a:pt x="143446" y="90678"/>
                        <a:pt x="132588" y="90678"/>
                        <a:pt x="125921" y="86773"/>
                      </a:cubicBezTo>
                      <a:lnTo>
                        <a:pt x="76295" y="58103"/>
                      </a:lnTo>
                      <a:cubicBezTo>
                        <a:pt x="69532" y="54197"/>
                        <a:pt x="69532" y="47911"/>
                        <a:pt x="76295" y="44101"/>
                      </a:cubicBezTo>
                      <a:close/>
                      <a:moveTo>
                        <a:pt x="41053" y="127064"/>
                      </a:moveTo>
                      <a:cubicBezTo>
                        <a:pt x="31528" y="127064"/>
                        <a:pt x="23813" y="122587"/>
                        <a:pt x="23813" y="117157"/>
                      </a:cubicBezTo>
                      <a:cubicBezTo>
                        <a:pt x="23813" y="111728"/>
                        <a:pt x="31528" y="107252"/>
                        <a:pt x="41053" y="107252"/>
                      </a:cubicBezTo>
                      <a:lnTo>
                        <a:pt x="111252" y="107252"/>
                      </a:lnTo>
                      <a:cubicBezTo>
                        <a:pt x="120777" y="107252"/>
                        <a:pt x="128492" y="111728"/>
                        <a:pt x="128492" y="117157"/>
                      </a:cubicBezTo>
                      <a:cubicBezTo>
                        <a:pt x="128492" y="122587"/>
                        <a:pt x="120777" y="127064"/>
                        <a:pt x="111252" y="127064"/>
                      </a:cubicBezTo>
                      <a:lnTo>
                        <a:pt x="41148" y="127064"/>
                      </a:lnTo>
                      <a:close/>
                      <a:moveTo>
                        <a:pt x="150209" y="161544"/>
                      </a:moveTo>
                      <a:lnTo>
                        <a:pt x="100584" y="190214"/>
                      </a:lnTo>
                      <a:cubicBezTo>
                        <a:pt x="93916" y="194120"/>
                        <a:pt x="82963" y="194120"/>
                        <a:pt x="76295" y="190214"/>
                      </a:cubicBezTo>
                      <a:cubicBezTo>
                        <a:pt x="69532" y="186309"/>
                        <a:pt x="69532" y="180023"/>
                        <a:pt x="76295" y="176213"/>
                      </a:cubicBezTo>
                      <a:lnTo>
                        <a:pt x="125921" y="147542"/>
                      </a:lnTo>
                      <a:cubicBezTo>
                        <a:pt x="132588" y="143637"/>
                        <a:pt x="143542" y="143637"/>
                        <a:pt x="150209" y="147542"/>
                      </a:cubicBezTo>
                      <a:cubicBezTo>
                        <a:pt x="156972" y="151448"/>
                        <a:pt x="156972" y="157734"/>
                        <a:pt x="150209" y="161639"/>
                      </a:cubicBezTo>
                      <a:close/>
                      <a:moveTo>
                        <a:pt x="185642" y="23622"/>
                      </a:moveTo>
                      <a:cubicBezTo>
                        <a:pt x="185642" y="18098"/>
                        <a:pt x="193357" y="13716"/>
                        <a:pt x="202882" y="13716"/>
                      </a:cubicBezTo>
                      <a:cubicBezTo>
                        <a:pt x="212407" y="13716"/>
                        <a:pt x="220123" y="18193"/>
                        <a:pt x="220123" y="23622"/>
                      </a:cubicBezTo>
                      <a:lnTo>
                        <a:pt x="220123" y="64103"/>
                      </a:lnTo>
                      <a:cubicBezTo>
                        <a:pt x="220123" y="69628"/>
                        <a:pt x="212407" y="74009"/>
                        <a:pt x="202882" y="74009"/>
                      </a:cubicBezTo>
                      <a:cubicBezTo>
                        <a:pt x="193357" y="74009"/>
                        <a:pt x="185642" y="69532"/>
                        <a:pt x="185642" y="64103"/>
                      </a:cubicBezTo>
                      <a:lnTo>
                        <a:pt x="185642" y="23622"/>
                      </a:lnTo>
                      <a:close/>
                      <a:moveTo>
                        <a:pt x="202882" y="220408"/>
                      </a:moveTo>
                      <a:cubicBezTo>
                        <a:pt x="193357" y="220408"/>
                        <a:pt x="185642" y="215932"/>
                        <a:pt x="185642" y="210503"/>
                      </a:cubicBezTo>
                      <a:lnTo>
                        <a:pt x="185642" y="170021"/>
                      </a:lnTo>
                      <a:cubicBezTo>
                        <a:pt x="185642" y="164497"/>
                        <a:pt x="193357" y="160115"/>
                        <a:pt x="202882" y="160115"/>
                      </a:cubicBezTo>
                      <a:cubicBezTo>
                        <a:pt x="212407" y="160115"/>
                        <a:pt x="220123" y="164592"/>
                        <a:pt x="220123" y="170021"/>
                      </a:cubicBezTo>
                      <a:lnTo>
                        <a:pt x="220123" y="210503"/>
                      </a:lnTo>
                      <a:cubicBezTo>
                        <a:pt x="220123" y="216027"/>
                        <a:pt x="212407" y="220408"/>
                        <a:pt x="202882" y="220408"/>
                      </a:cubicBezTo>
                      <a:close/>
                      <a:moveTo>
                        <a:pt x="255556" y="72581"/>
                      </a:moveTo>
                      <a:lnTo>
                        <a:pt x="305181" y="43910"/>
                      </a:lnTo>
                      <a:cubicBezTo>
                        <a:pt x="311944" y="40005"/>
                        <a:pt x="322802" y="40005"/>
                        <a:pt x="329470" y="43910"/>
                      </a:cubicBezTo>
                      <a:cubicBezTo>
                        <a:pt x="336232" y="47815"/>
                        <a:pt x="336232" y="54102"/>
                        <a:pt x="329470" y="57912"/>
                      </a:cubicBezTo>
                      <a:lnTo>
                        <a:pt x="279845" y="86582"/>
                      </a:lnTo>
                      <a:cubicBezTo>
                        <a:pt x="273082" y="90488"/>
                        <a:pt x="262223" y="90488"/>
                        <a:pt x="255461" y="86582"/>
                      </a:cubicBezTo>
                      <a:cubicBezTo>
                        <a:pt x="248698" y="82677"/>
                        <a:pt x="248698" y="76390"/>
                        <a:pt x="255461" y="72485"/>
                      </a:cubicBezTo>
                      <a:close/>
                      <a:moveTo>
                        <a:pt x="329470" y="190119"/>
                      </a:moveTo>
                      <a:cubicBezTo>
                        <a:pt x="322802" y="194024"/>
                        <a:pt x="311848" y="194024"/>
                        <a:pt x="305181" y="190119"/>
                      </a:cubicBezTo>
                      <a:lnTo>
                        <a:pt x="255556" y="161449"/>
                      </a:lnTo>
                      <a:cubicBezTo>
                        <a:pt x="248793" y="157544"/>
                        <a:pt x="248793" y="151257"/>
                        <a:pt x="255556" y="147352"/>
                      </a:cubicBezTo>
                      <a:cubicBezTo>
                        <a:pt x="262319" y="143447"/>
                        <a:pt x="273177" y="143447"/>
                        <a:pt x="279940" y="147352"/>
                      </a:cubicBezTo>
                      <a:lnTo>
                        <a:pt x="329565" y="176022"/>
                      </a:lnTo>
                      <a:cubicBezTo>
                        <a:pt x="336328" y="179927"/>
                        <a:pt x="336328" y="186214"/>
                        <a:pt x="329565" y="190024"/>
                      </a:cubicBezTo>
                      <a:close/>
                      <a:moveTo>
                        <a:pt x="364712" y="126968"/>
                      </a:moveTo>
                      <a:lnTo>
                        <a:pt x="294513" y="126968"/>
                      </a:lnTo>
                      <a:cubicBezTo>
                        <a:pt x="284988" y="126968"/>
                        <a:pt x="277368" y="122491"/>
                        <a:pt x="277368" y="117062"/>
                      </a:cubicBezTo>
                      <a:cubicBezTo>
                        <a:pt x="277368" y="111633"/>
                        <a:pt x="285083" y="107156"/>
                        <a:pt x="294513" y="107156"/>
                      </a:cubicBezTo>
                      <a:lnTo>
                        <a:pt x="364712" y="107156"/>
                      </a:lnTo>
                      <a:cubicBezTo>
                        <a:pt x="374237" y="107156"/>
                        <a:pt x="381953" y="111633"/>
                        <a:pt x="381953" y="117062"/>
                      </a:cubicBezTo>
                      <a:cubicBezTo>
                        <a:pt x="381953" y="122491"/>
                        <a:pt x="374237" y="126968"/>
                        <a:pt x="364712"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3" name="Google Shape;683;p28"/>
                <p:cNvSpPr/>
                <p:nvPr/>
              </p:nvSpPr>
              <p:spPr>
                <a:xfrm>
                  <a:off x="3646611" y="4678414"/>
                  <a:ext cx="405669" cy="234124"/>
                </a:xfrm>
                <a:custGeom>
                  <a:avLst/>
                  <a:gdLst/>
                  <a:ahLst/>
                  <a:cxnLst/>
                  <a:rect l="l" t="t" r="r" b="b"/>
                  <a:pathLst>
                    <a:path w="405669" h="234124" extrusionOk="0">
                      <a:moveTo>
                        <a:pt x="346234" y="34290"/>
                      </a:moveTo>
                      <a:cubicBezTo>
                        <a:pt x="267081" y="-11430"/>
                        <a:pt x="138684" y="-11430"/>
                        <a:pt x="59436" y="34290"/>
                      </a:cubicBezTo>
                      <a:cubicBezTo>
                        <a:pt x="-19812" y="80010"/>
                        <a:pt x="-19812" y="154210"/>
                        <a:pt x="59436" y="199834"/>
                      </a:cubicBezTo>
                      <a:cubicBezTo>
                        <a:pt x="138684" y="245555"/>
                        <a:pt x="267081" y="245555"/>
                        <a:pt x="346234" y="199834"/>
                      </a:cubicBezTo>
                      <a:cubicBezTo>
                        <a:pt x="425482" y="154115"/>
                        <a:pt x="425482" y="80010"/>
                        <a:pt x="346234" y="34290"/>
                      </a:cubicBezTo>
                      <a:close/>
                      <a:moveTo>
                        <a:pt x="76200" y="58007"/>
                      </a:moveTo>
                      <a:cubicBezTo>
                        <a:pt x="69437" y="54102"/>
                        <a:pt x="69437" y="47815"/>
                        <a:pt x="76200" y="44006"/>
                      </a:cubicBezTo>
                      <a:cubicBezTo>
                        <a:pt x="82963" y="40100"/>
                        <a:pt x="93821" y="40100"/>
                        <a:pt x="100489" y="44006"/>
                      </a:cubicBezTo>
                      <a:lnTo>
                        <a:pt x="150114" y="72676"/>
                      </a:lnTo>
                      <a:cubicBezTo>
                        <a:pt x="156877" y="76581"/>
                        <a:pt x="156877" y="82867"/>
                        <a:pt x="150114" y="86678"/>
                      </a:cubicBezTo>
                      <a:cubicBezTo>
                        <a:pt x="143351" y="90583"/>
                        <a:pt x="132493" y="90583"/>
                        <a:pt x="125825" y="86678"/>
                      </a:cubicBezTo>
                      <a:lnTo>
                        <a:pt x="76200" y="58007"/>
                      </a:lnTo>
                      <a:close/>
                      <a:moveTo>
                        <a:pt x="111061" y="126968"/>
                      </a:moveTo>
                      <a:lnTo>
                        <a:pt x="40957" y="126968"/>
                      </a:lnTo>
                      <a:cubicBezTo>
                        <a:pt x="31432" y="126968"/>
                        <a:pt x="23717" y="122491"/>
                        <a:pt x="23717" y="117062"/>
                      </a:cubicBezTo>
                      <a:cubicBezTo>
                        <a:pt x="23717" y="111633"/>
                        <a:pt x="31432" y="107156"/>
                        <a:pt x="40957" y="107156"/>
                      </a:cubicBezTo>
                      <a:lnTo>
                        <a:pt x="111157" y="107156"/>
                      </a:lnTo>
                      <a:cubicBezTo>
                        <a:pt x="120682" y="107156"/>
                        <a:pt x="128397" y="111633"/>
                        <a:pt x="128397" y="117062"/>
                      </a:cubicBezTo>
                      <a:cubicBezTo>
                        <a:pt x="128397" y="122491"/>
                        <a:pt x="120682" y="126968"/>
                        <a:pt x="111157" y="126968"/>
                      </a:cubicBezTo>
                      <a:close/>
                      <a:moveTo>
                        <a:pt x="202787" y="74009"/>
                      </a:moveTo>
                      <a:cubicBezTo>
                        <a:pt x="193262" y="74009"/>
                        <a:pt x="185547" y="69532"/>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532"/>
                        <a:pt x="212312" y="74009"/>
                        <a:pt x="202787" y="74009"/>
                      </a:cubicBezTo>
                      <a:close/>
                      <a:moveTo>
                        <a:pt x="100489" y="190119"/>
                      </a:moveTo>
                      <a:cubicBezTo>
                        <a:pt x="93821" y="194024"/>
                        <a:pt x="82868" y="194024"/>
                        <a:pt x="76200" y="190119"/>
                      </a:cubicBezTo>
                      <a:cubicBezTo>
                        <a:pt x="69437" y="186214"/>
                        <a:pt x="69437" y="179927"/>
                        <a:pt x="76200" y="176022"/>
                      </a:cubicBezTo>
                      <a:lnTo>
                        <a:pt x="125825" y="147352"/>
                      </a:lnTo>
                      <a:cubicBezTo>
                        <a:pt x="132493" y="143447"/>
                        <a:pt x="143446" y="143447"/>
                        <a:pt x="150114" y="147352"/>
                      </a:cubicBezTo>
                      <a:cubicBezTo>
                        <a:pt x="156877" y="151257"/>
                        <a:pt x="156877" y="157543"/>
                        <a:pt x="150114" y="161354"/>
                      </a:cubicBezTo>
                      <a:lnTo>
                        <a:pt x="100489" y="190024"/>
                      </a:lnTo>
                      <a:close/>
                      <a:moveTo>
                        <a:pt x="279749" y="86582"/>
                      </a:moveTo>
                      <a:cubicBezTo>
                        <a:pt x="272986" y="90488"/>
                        <a:pt x="262128" y="90488"/>
                        <a:pt x="255365" y="86582"/>
                      </a:cubicBezTo>
                      <a:cubicBezTo>
                        <a:pt x="248602" y="82677"/>
                        <a:pt x="248602" y="76390"/>
                        <a:pt x="255365" y="72581"/>
                      </a:cubicBezTo>
                      <a:lnTo>
                        <a:pt x="304990" y="43910"/>
                      </a:lnTo>
                      <a:cubicBezTo>
                        <a:pt x="311753" y="40005"/>
                        <a:pt x="322612" y="40005"/>
                        <a:pt x="329279" y="43910"/>
                      </a:cubicBezTo>
                      <a:cubicBezTo>
                        <a:pt x="336042" y="47815"/>
                        <a:pt x="336042" y="54102"/>
                        <a:pt x="329279" y="57912"/>
                      </a:cubicBezTo>
                      <a:lnTo>
                        <a:pt x="279654" y="86582"/>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8"/>
                      </a:moveTo>
                      <a:cubicBezTo>
                        <a:pt x="193167" y="220408"/>
                        <a:pt x="185452" y="215932"/>
                        <a:pt x="185452" y="210503"/>
                      </a:cubicBezTo>
                      <a:lnTo>
                        <a:pt x="185452" y="170021"/>
                      </a:lnTo>
                      <a:cubicBezTo>
                        <a:pt x="185452" y="164497"/>
                        <a:pt x="193167" y="160115"/>
                        <a:pt x="202692" y="160115"/>
                      </a:cubicBezTo>
                      <a:cubicBezTo>
                        <a:pt x="212217" y="160115"/>
                        <a:pt x="219932" y="164592"/>
                        <a:pt x="219932" y="170021"/>
                      </a:cubicBezTo>
                      <a:lnTo>
                        <a:pt x="219932" y="210503"/>
                      </a:lnTo>
                      <a:cubicBezTo>
                        <a:pt x="219932" y="216027"/>
                        <a:pt x="212217" y="220408"/>
                        <a:pt x="202692" y="220408"/>
                      </a:cubicBezTo>
                      <a:close/>
                      <a:moveTo>
                        <a:pt x="304990" y="190119"/>
                      </a:moveTo>
                      <a:lnTo>
                        <a:pt x="255365" y="161449"/>
                      </a:lnTo>
                      <a:cubicBezTo>
                        <a:pt x="248602" y="157543"/>
                        <a:pt x="248602" y="151257"/>
                        <a:pt x="255365" y="147447"/>
                      </a:cubicBezTo>
                      <a:cubicBezTo>
                        <a:pt x="262128" y="143542"/>
                        <a:pt x="272986" y="143542"/>
                        <a:pt x="279749" y="147447"/>
                      </a:cubicBezTo>
                      <a:lnTo>
                        <a:pt x="329374" y="176117"/>
                      </a:lnTo>
                      <a:cubicBezTo>
                        <a:pt x="336137" y="180023"/>
                        <a:pt x="336137" y="186309"/>
                        <a:pt x="329374" y="190214"/>
                      </a:cubicBezTo>
                      <a:cubicBezTo>
                        <a:pt x="322707" y="194120"/>
                        <a:pt x="311753" y="194120"/>
                        <a:pt x="305086"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4" name="Google Shape;684;p28"/>
                <p:cNvSpPr/>
                <p:nvPr/>
              </p:nvSpPr>
              <p:spPr>
                <a:xfrm>
                  <a:off x="3792266" y="4762425"/>
                  <a:ext cx="114454" cy="46386"/>
                </a:xfrm>
                <a:custGeom>
                  <a:avLst/>
                  <a:gdLst/>
                  <a:ahLst/>
                  <a:cxnLst/>
                  <a:rect l="l" t="t" r="r" b="b"/>
                  <a:pathLst>
                    <a:path w="114454" h="46386" extrusionOk="0">
                      <a:moveTo>
                        <a:pt x="109615" y="46387"/>
                      </a:moveTo>
                      <a:cubicBezTo>
                        <a:pt x="106853" y="42767"/>
                        <a:pt x="102852" y="39338"/>
                        <a:pt x="97708" y="36385"/>
                      </a:cubicBezTo>
                      <a:cubicBezTo>
                        <a:pt x="75325" y="23432"/>
                        <a:pt x="39130" y="23432"/>
                        <a:pt x="16746" y="36385"/>
                      </a:cubicBezTo>
                      <a:cubicBezTo>
                        <a:pt x="11603" y="39338"/>
                        <a:pt x="7602" y="42767"/>
                        <a:pt x="4840" y="46387"/>
                      </a:cubicBezTo>
                      <a:cubicBezTo>
                        <a:pt x="-4400" y="34290"/>
                        <a:pt x="-399" y="19622"/>
                        <a:pt x="16746" y="9716"/>
                      </a:cubicBezTo>
                      <a:cubicBezTo>
                        <a:pt x="39130" y="-3239"/>
                        <a:pt x="75325" y="-3239"/>
                        <a:pt x="97708" y="9716"/>
                      </a:cubicBezTo>
                      <a:cubicBezTo>
                        <a:pt x="114854"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5" name="Google Shape;685;p28"/>
                <p:cNvSpPr/>
                <p:nvPr/>
              </p:nvSpPr>
              <p:spPr>
                <a:xfrm>
                  <a:off x="3797106" y="4789095"/>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86" name="Google Shape;686;p28"/>
            <p:cNvGrpSpPr/>
            <p:nvPr/>
          </p:nvGrpSpPr>
          <p:grpSpPr>
            <a:xfrm>
              <a:off x="8225046" y="3469443"/>
              <a:ext cx="639842" cy="559831"/>
              <a:chOff x="4037470" y="4779094"/>
              <a:chExt cx="422171" cy="369379"/>
            </a:xfrm>
          </p:grpSpPr>
          <p:sp>
            <p:nvSpPr>
              <p:cNvPr id="687" name="Google Shape;687;p28"/>
              <p:cNvSpPr/>
              <p:nvPr/>
            </p:nvSpPr>
            <p:spPr>
              <a:xfrm>
                <a:off x="4037470" y="4904728"/>
                <a:ext cx="422171" cy="243745"/>
              </a:xfrm>
              <a:custGeom>
                <a:avLst/>
                <a:gdLst/>
                <a:ahLst/>
                <a:cxnLst/>
                <a:rect l="l" t="t" r="r" b="b"/>
                <a:pathLst>
                  <a:path w="422171" h="243745" extrusionOk="0">
                    <a:moveTo>
                      <a:pt x="360378" y="208026"/>
                    </a:moveTo>
                    <a:cubicBezTo>
                      <a:pt x="277892" y="255651"/>
                      <a:pt x="144256" y="255651"/>
                      <a:pt x="61865" y="208026"/>
                    </a:cubicBezTo>
                    <a:cubicBezTo>
                      <a:pt x="-20622" y="160401"/>
                      <a:pt x="-20622" y="83249"/>
                      <a:pt x="61865" y="35719"/>
                    </a:cubicBezTo>
                    <a:cubicBezTo>
                      <a:pt x="144256" y="-11906"/>
                      <a:pt x="277987" y="-11906"/>
                      <a:pt x="360378" y="35719"/>
                    </a:cubicBezTo>
                    <a:cubicBezTo>
                      <a:pt x="442770" y="83344"/>
                      <a:pt x="442770"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88" name="Google Shape;688;p28"/>
              <p:cNvGrpSpPr/>
              <p:nvPr/>
            </p:nvGrpSpPr>
            <p:grpSpPr>
              <a:xfrm>
                <a:off x="4045709" y="4892537"/>
                <a:ext cx="405669" cy="247649"/>
                <a:chOff x="4045709" y="4892537"/>
                <a:chExt cx="405669" cy="247649"/>
              </a:xfrm>
            </p:grpSpPr>
            <p:sp>
              <p:nvSpPr>
                <p:cNvPr id="689" name="Google Shape;689;p28"/>
                <p:cNvSpPr/>
                <p:nvPr/>
              </p:nvSpPr>
              <p:spPr>
                <a:xfrm>
                  <a:off x="4045709" y="4905871"/>
                  <a:ext cx="405669" cy="234315"/>
                </a:xfrm>
                <a:custGeom>
                  <a:avLst/>
                  <a:gdLst/>
                  <a:ahLst/>
                  <a:cxnLst/>
                  <a:rect l="l" t="t" r="r" b="b"/>
                  <a:pathLst>
                    <a:path w="405669" h="234315" extrusionOk="0">
                      <a:moveTo>
                        <a:pt x="404336" y="103727"/>
                      </a:moveTo>
                      <a:cubicBezTo>
                        <a:pt x="399288" y="78391"/>
                        <a:pt x="379952" y="53721"/>
                        <a:pt x="346234" y="34290"/>
                      </a:cubicBezTo>
                      <a:cubicBezTo>
                        <a:pt x="267081" y="-11430"/>
                        <a:pt x="138589" y="-11430"/>
                        <a:pt x="59436" y="34290"/>
                      </a:cubicBezTo>
                      <a:cubicBezTo>
                        <a:pt x="25527" y="53911"/>
                        <a:pt x="6096" y="78676"/>
                        <a:pt x="1238" y="104299"/>
                      </a:cubicBezTo>
                      <a:lnTo>
                        <a:pt x="0" y="103823"/>
                      </a:lnTo>
                      <a:lnTo>
                        <a:pt x="0" y="117919"/>
                      </a:lnTo>
                      <a:lnTo>
                        <a:pt x="0" y="117919"/>
                      </a:lnTo>
                      <a:cubicBezTo>
                        <a:pt x="381" y="147638"/>
                        <a:pt x="20098" y="177260"/>
                        <a:pt x="59436" y="200025"/>
                      </a:cubicBezTo>
                      <a:cubicBezTo>
                        <a:pt x="138589" y="245745"/>
                        <a:pt x="267081" y="245745"/>
                        <a:pt x="346234" y="200025"/>
                      </a:cubicBezTo>
                      <a:cubicBezTo>
                        <a:pt x="385858" y="177165"/>
                        <a:pt x="405670" y="147161"/>
                        <a:pt x="405670" y="117253"/>
                      </a:cubicBezTo>
                      <a:lnTo>
                        <a:pt x="405670" y="103918"/>
                      </a:lnTo>
                      <a:lnTo>
                        <a:pt x="404336" y="103918"/>
                      </a:lnTo>
                      <a:close/>
                      <a:moveTo>
                        <a:pt x="76200" y="43910"/>
                      </a:moveTo>
                      <a:cubicBezTo>
                        <a:pt x="82963" y="40005"/>
                        <a:pt x="93821" y="40005"/>
                        <a:pt x="100584" y="43910"/>
                      </a:cubicBezTo>
                      <a:lnTo>
                        <a:pt x="150209" y="72581"/>
                      </a:lnTo>
                      <a:cubicBezTo>
                        <a:pt x="156877" y="76486"/>
                        <a:pt x="156877" y="82772"/>
                        <a:pt x="150209" y="86677"/>
                      </a:cubicBezTo>
                      <a:cubicBezTo>
                        <a:pt x="143446" y="90583"/>
                        <a:pt x="132588" y="90583"/>
                        <a:pt x="125825" y="86677"/>
                      </a:cubicBezTo>
                      <a:lnTo>
                        <a:pt x="76200" y="58007"/>
                      </a:lnTo>
                      <a:cubicBezTo>
                        <a:pt x="69533" y="54102"/>
                        <a:pt x="69533" y="47816"/>
                        <a:pt x="76200" y="44006"/>
                      </a:cubicBezTo>
                      <a:close/>
                      <a:moveTo>
                        <a:pt x="40958" y="126968"/>
                      </a:moveTo>
                      <a:cubicBezTo>
                        <a:pt x="31433" y="126968"/>
                        <a:pt x="23717" y="122492"/>
                        <a:pt x="23717" y="117062"/>
                      </a:cubicBezTo>
                      <a:cubicBezTo>
                        <a:pt x="23717" y="111633"/>
                        <a:pt x="31433" y="107156"/>
                        <a:pt x="40958" y="107156"/>
                      </a:cubicBezTo>
                      <a:lnTo>
                        <a:pt x="111062" y="107156"/>
                      </a:lnTo>
                      <a:cubicBezTo>
                        <a:pt x="120587" y="107156"/>
                        <a:pt x="128302" y="111633"/>
                        <a:pt x="128302" y="117062"/>
                      </a:cubicBezTo>
                      <a:cubicBezTo>
                        <a:pt x="128302" y="122492"/>
                        <a:pt x="120587" y="126968"/>
                        <a:pt x="111062" y="126968"/>
                      </a:cubicBezTo>
                      <a:lnTo>
                        <a:pt x="40958" y="126968"/>
                      </a:lnTo>
                      <a:close/>
                      <a:moveTo>
                        <a:pt x="150114" y="161449"/>
                      </a:moveTo>
                      <a:lnTo>
                        <a:pt x="100489" y="190119"/>
                      </a:lnTo>
                      <a:cubicBezTo>
                        <a:pt x="93821" y="194024"/>
                        <a:pt x="82868" y="194024"/>
                        <a:pt x="76105" y="190119"/>
                      </a:cubicBezTo>
                      <a:cubicBezTo>
                        <a:pt x="69437" y="186214"/>
                        <a:pt x="69437" y="179927"/>
                        <a:pt x="76105" y="176117"/>
                      </a:cubicBezTo>
                      <a:lnTo>
                        <a:pt x="125730" y="147447"/>
                      </a:lnTo>
                      <a:cubicBezTo>
                        <a:pt x="132493" y="143542"/>
                        <a:pt x="143351" y="143542"/>
                        <a:pt x="150114" y="147447"/>
                      </a:cubicBezTo>
                      <a:cubicBezTo>
                        <a:pt x="156877" y="151352"/>
                        <a:pt x="156781" y="157639"/>
                        <a:pt x="150114" y="161544"/>
                      </a:cubicBezTo>
                      <a:close/>
                      <a:moveTo>
                        <a:pt x="185547" y="23527"/>
                      </a:moveTo>
                      <a:cubicBezTo>
                        <a:pt x="185547" y="18002"/>
                        <a:pt x="193262" y="13621"/>
                        <a:pt x="202787" y="13621"/>
                      </a:cubicBezTo>
                      <a:cubicBezTo>
                        <a:pt x="212312" y="13621"/>
                        <a:pt x="220028" y="18098"/>
                        <a:pt x="219932" y="23527"/>
                      </a:cubicBezTo>
                      <a:lnTo>
                        <a:pt x="219932" y="64008"/>
                      </a:lnTo>
                      <a:cubicBezTo>
                        <a:pt x="219932" y="69533"/>
                        <a:pt x="212217" y="73914"/>
                        <a:pt x="202787" y="73914"/>
                      </a:cubicBezTo>
                      <a:cubicBezTo>
                        <a:pt x="193358" y="73914"/>
                        <a:pt x="185547" y="69437"/>
                        <a:pt x="185547" y="64008"/>
                      </a:cubicBezTo>
                      <a:lnTo>
                        <a:pt x="185547" y="23527"/>
                      </a:lnTo>
                      <a:close/>
                      <a:moveTo>
                        <a:pt x="202787" y="220313"/>
                      </a:moveTo>
                      <a:cubicBezTo>
                        <a:pt x="193262" y="220313"/>
                        <a:pt x="185547" y="215836"/>
                        <a:pt x="185547" y="210407"/>
                      </a:cubicBezTo>
                      <a:lnTo>
                        <a:pt x="185547" y="169926"/>
                      </a:lnTo>
                      <a:cubicBezTo>
                        <a:pt x="185547" y="164401"/>
                        <a:pt x="193262" y="160020"/>
                        <a:pt x="202787" y="160020"/>
                      </a:cubicBezTo>
                      <a:cubicBezTo>
                        <a:pt x="212312" y="160020"/>
                        <a:pt x="220028" y="164497"/>
                        <a:pt x="220028" y="169926"/>
                      </a:cubicBezTo>
                      <a:lnTo>
                        <a:pt x="220028" y="210407"/>
                      </a:lnTo>
                      <a:cubicBezTo>
                        <a:pt x="220028" y="215836"/>
                        <a:pt x="212312" y="220313"/>
                        <a:pt x="202787" y="220313"/>
                      </a:cubicBezTo>
                      <a:close/>
                      <a:moveTo>
                        <a:pt x="255461" y="72485"/>
                      </a:moveTo>
                      <a:lnTo>
                        <a:pt x="305086" y="43815"/>
                      </a:lnTo>
                      <a:cubicBezTo>
                        <a:pt x="311848" y="39910"/>
                        <a:pt x="322707" y="39910"/>
                        <a:pt x="329375" y="43815"/>
                      </a:cubicBezTo>
                      <a:cubicBezTo>
                        <a:pt x="336137" y="47720"/>
                        <a:pt x="336137" y="54007"/>
                        <a:pt x="329375" y="57817"/>
                      </a:cubicBezTo>
                      <a:lnTo>
                        <a:pt x="279749" y="86487"/>
                      </a:lnTo>
                      <a:cubicBezTo>
                        <a:pt x="272987" y="90392"/>
                        <a:pt x="262128" y="90392"/>
                        <a:pt x="255365" y="86487"/>
                      </a:cubicBezTo>
                      <a:cubicBezTo>
                        <a:pt x="248698" y="82582"/>
                        <a:pt x="248698" y="76295"/>
                        <a:pt x="255365" y="72390"/>
                      </a:cubicBezTo>
                      <a:close/>
                      <a:moveTo>
                        <a:pt x="329375" y="190024"/>
                      </a:moveTo>
                      <a:cubicBezTo>
                        <a:pt x="322707" y="193929"/>
                        <a:pt x="311753" y="193929"/>
                        <a:pt x="305086" y="190024"/>
                      </a:cubicBezTo>
                      <a:lnTo>
                        <a:pt x="255461" y="161354"/>
                      </a:lnTo>
                      <a:cubicBezTo>
                        <a:pt x="248698" y="157448"/>
                        <a:pt x="248698" y="151162"/>
                        <a:pt x="255461" y="147257"/>
                      </a:cubicBezTo>
                      <a:cubicBezTo>
                        <a:pt x="262128" y="143351"/>
                        <a:pt x="273082" y="143351"/>
                        <a:pt x="279749" y="147257"/>
                      </a:cubicBezTo>
                      <a:lnTo>
                        <a:pt x="329375" y="175927"/>
                      </a:lnTo>
                      <a:cubicBezTo>
                        <a:pt x="336137" y="179832"/>
                        <a:pt x="336137" y="186118"/>
                        <a:pt x="329375" y="189929"/>
                      </a:cubicBezTo>
                      <a:close/>
                      <a:moveTo>
                        <a:pt x="364617" y="126873"/>
                      </a:moveTo>
                      <a:lnTo>
                        <a:pt x="294418" y="126873"/>
                      </a:lnTo>
                      <a:cubicBezTo>
                        <a:pt x="284893" y="126873"/>
                        <a:pt x="277178" y="122396"/>
                        <a:pt x="277178" y="116967"/>
                      </a:cubicBezTo>
                      <a:cubicBezTo>
                        <a:pt x="277178"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0" name="Google Shape;690;p28"/>
                <p:cNvSpPr/>
                <p:nvPr/>
              </p:nvSpPr>
              <p:spPr>
                <a:xfrm>
                  <a:off x="4045709" y="4892537"/>
                  <a:ext cx="405598" cy="234219"/>
                </a:xfrm>
                <a:custGeom>
                  <a:avLst/>
                  <a:gdLst/>
                  <a:ahLst/>
                  <a:cxnLst/>
                  <a:rect l="l" t="t" r="r" b="b"/>
                  <a:pathLst>
                    <a:path w="405598" h="234219" extrusionOk="0">
                      <a:moveTo>
                        <a:pt x="346234" y="34290"/>
                      </a:moveTo>
                      <a:cubicBezTo>
                        <a:pt x="267081" y="-11430"/>
                        <a:pt x="138589" y="-11430"/>
                        <a:pt x="59436" y="34290"/>
                      </a:cubicBezTo>
                      <a:cubicBezTo>
                        <a:pt x="-19812" y="80010"/>
                        <a:pt x="-19812" y="154115"/>
                        <a:pt x="59436" y="199930"/>
                      </a:cubicBezTo>
                      <a:cubicBezTo>
                        <a:pt x="138589" y="245650"/>
                        <a:pt x="267081" y="245650"/>
                        <a:pt x="346234" y="199930"/>
                      </a:cubicBezTo>
                      <a:cubicBezTo>
                        <a:pt x="425386" y="154210"/>
                        <a:pt x="425386" y="80105"/>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773"/>
                      </a:cubicBezTo>
                      <a:cubicBezTo>
                        <a:pt x="143446" y="90678"/>
                        <a:pt x="132588" y="90678"/>
                        <a:pt x="125825" y="86773"/>
                      </a:cubicBezTo>
                      <a:lnTo>
                        <a:pt x="76200" y="58102"/>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677"/>
                      </a:moveTo>
                      <a:cubicBezTo>
                        <a:pt x="273082" y="90583"/>
                        <a:pt x="262223" y="90583"/>
                        <a:pt x="255461" y="86677"/>
                      </a:cubicBezTo>
                      <a:cubicBezTo>
                        <a:pt x="248793" y="82772"/>
                        <a:pt x="248793" y="76486"/>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156"/>
                      </a:moveTo>
                      <a:lnTo>
                        <a:pt x="364712" y="107156"/>
                      </a:lnTo>
                      <a:cubicBezTo>
                        <a:pt x="374237" y="107156"/>
                        <a:pt x="381953" y="111633"/>
                        <a:pt x="381953" y="117062"/>
                      </a:cubicBezTo>
                      <a:cubicBezTo>
                        <a:pt x="381953" y="122492"/>
                        <a:pt x="374237" y="126968"/>
                        <a:pt x="364712" y="126968"/>
                      </a:cubicBezTo>
                      <a:lnTo>
                        <a:pt x="294513" y="126968"/>
                      </a:lnTo>
                      <a:cubicBezTo>
                        <a:pt x="284988" y="126968"/>
                        <a:pt x="277273" y="122492"/>
                        <a:pt x="277273" y="117062"/>
                      </a:cubicBezTo>
                      <a:cubicBezTo>
                        <a:pt x="277273" y="111633"/>
                        <a:pt x="284988" y="107156"/>
                        <a:pt x="294513" y="107156"/>
                      </a:cubicBezTo>
                      <a:close/>
                      <a:moveTo>
                        <a:pt x="202883" y="220504"/>
                      </a:moveTo>
                      <a:cubicBezTo>
                        <a:pt x="193358" y="220504"/>
                        <a:pt x="185642" y="216027"/>
                        <a:pt x="185642" y="210598"/>
                      </a:cubicBezTo>
                      <a:lnTo>
                        <a:pt x="185642" y="170117"/>
                      </a:lnTo>
                      <a:cubicBezTo>
                        <a:pt x="185642" y="164592"/>
                        <a:pt x="193358" y="160210"/>
                        <a:pt x="202883" y="160210"/>
                      </a:cubicBezTo>
                      <a:cubicBezTo>
                        <a:pt x="212408" y="160210"/>
                        <a:pt x="220123" y="164687"/>
                        <a:pt x="220123" y="170117"/>
                      </a:cubicBezTo>
                      <a:lnTo>
                        <a:pt x="220123" y="210598"/>
                      </a:lnTo>
                      <a:cubicBezTo>
                        <a:pt x="220123" y="216122"/>
                        <a:pt x="212408" y="220504"/>
                        <a:pt x="202883" y="220504"/>
                      </a:cubicBezTo>
                      <a:close/>
                      <a:moveTo>
                        <a:pt x="305181" y="190214"/>
                      </a:moveTo>
                      <a:lnTo>
                        <a:pt x="255556" y="161544"/>
                      </a:lnTo>
                      <a:cubicBezTo>
                        <a:pt x="248793" y="157639"/>
                        <a:pt x="248793" y="151352"/>
                        <a:pt x="255556" y="147542"/>
                      </a:cubicBezTo>
                      <a:cubicBezTo>
                        <a:pt x="262223" y="143637"/>
                        <a:pt x="273177" y="143637"/>
                        <a:pt x="279844" y="147542"/>
                      </a:cubicBezTo>
                      <a:lnTo>
                        <a:pt x="329470" y="176212"/>
                      </a:lnTo>
                      <a:cubicBezTo>
                        <a:pt x="336233" y="180118"/>
                        <a:pt x="336233" y="186404"/>
                        <a:pt x="329470" y="190214"/>
                      </a:cubicBezTo>
                      <a:cubicBezTo>
                        <a:pt x="322802" y="194119"/>
                        <a:pt x="311848" y="194119"/>
                        <a:pt x="305181"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1" name="Google Shape;691;p28"/>
                <p:cNvSpPr/>
                <p:nvPr/>
              </p:nvSpPr>
              <p:spPr>
                <a:xfrm>
                  <a:off x="4191364" y="4976547"/>
                  <a:ext cx="114454" cy="46386"/>
                </a:xfrm>
                <a:custGeom>
                  <a:avLst/>
                  <a:gdLst/>
                  <a:ahLst/>
                  <a:cxnLst/>
                  <a:rect l="l" t="t" r="r" b="b"/>
                  <a:pathLst>
                    <a:path w="114454" h="46386" extrusionOk="0">
                      <a:moveTo>
                        <a:pt x="109615" y="46387"/>
                      </a:moveTo>
                      <a:cubicBezTo>
                        <a:pt x="106852" y="42767"/>
                        <a:pt x="102852" y="39338"/>
                        <a:pt x="97709" y="36290"/>
                      </a:cubicBezTo>
                      <a:cubicBezTo>
                        <a:pt x="75325" y="23336"/>
                        <a:pt x="39130" y="23336"/>
                        <a:pt x="16746" y="36290"/>
                      </a:cubicBezTo>
                      <a:cubicBezTo>
                        <a:pt x="11602" y="39243"/>
                        <a:pt x="7602" y="42672"/>
                        <a:pt x="4840" y="46387"/>
                      </a:cubicBezTo>
                      <a:cubicBezTo>
                        <a:pt x="-4400" y="34290"/>
                        <a:pt x="-399" y="19621"/>
                        <a:pt x="16746" y="9716"/>
                      </a:cubicBezTo>
                      <a:cubicBezTo>
                        <a:pt x="39130" y="-3239"/>
                        <a:pt x="75325" y="-3239"/>
                        <a:pt x="97709" y="9716"/>
                      </a:cubicBezTo>
                      <a:cubicBezTo>
                        <a:pt x="114853" y="19621"/>
                        <a:pt x="118854" y="34290"/>
                        <a:pt x="109615" y="46387"/>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2" name="Google Shape;692;p28"/>
                <p:cNvSpPr/>
                <p:nvPr/>
              </p:nvSpPr>
              <p:spPr>
                <a:xfrm>
                  <a:off x="4196204" y="5003122"/>
                  <a:ext cx="104775" cy="39528"/>
                </a:xfrm>
                <a:custGeom>
                  <a:avLst/>
                  <a:gdLst/>
                  <a:ahLst/>
                  <a:cxnLst/>
                  <a:rect l="l" t="t" r="r" b="b"/>
                  <a:pathLst>
                    <a:path w="104775" h="39528" extrusionOk="0">
                      <a:moveTo>
                        <a:pt x="104775" y="19812"/>
                      </a:moveTo>
                      <a:cubicBezTo>
                        <a:pt x="102013" y="23431"/>
                        <a:pt x="98012" y="26861"/>
                        <a:pt x="92869" y="29813"/>
                      </a:cubicBezTo>
                      <a:cubicBezTo>
                        <a:pt x="70485" y="42767"/>
                        <a:pt x="34290" y="42767"/>
                        <a:pt x="11906" y="29813"/>
                      </a:cubicBezTo>
                      <a:cubicBezTo>
                        <a:pt x="6763" y="26861"/>
                        <a:pt x="2762" y="23431"/>
                        <a:pt x="0" y="19812"/>
                      </a:cubicBezTo>
                      <a:cubicBezTo>
                        <a:pt x="2762" y="16192"/>
                        <a:pt x="6763" y="12763"/>
                        <a:pt x="11906" y="9715"/>
                      </a:cubicBezTo>
                      <a:cubicBezTo>
                        <a:pt x="34290" y="-3238"/>
                        <a:pt x="70485" y="-3238"/>
                        <a:pt x="92869" y="9715"/>
                      </a:cubicBezTo>
                      <a:cubicBezTo>
                        <a:pt x="98012" y="12668"/>
                        <a:pt x="102013" y="16097"/>
                        <a:pt x="104775" y="19812"/>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93" name="Google Shape;693;p28"/>
              <p:cNvGrpSpPr/>
              <p:nvPr/>
            </p:nvGrpSpPr>
            <p:grpSpPr>
              <a:xfrm>
                <a:off x="4069212" y="4805192"/>
                <a:ext cx="358735" cy="305895"/>
                <a:chOff x="4069212" y="4805192"/>
                <a:chExt cx="358735" cy="305895"/>
              </a:xfrm>
            </p:grpSpPr>
            <p:sp>
              <p:nvSpPr>
                <p:cNvPr id="694" name="Google Shape;694;p28"/>
                <p:cNvSpPr/>
                <p:nvPr/>
              </p:nvSpPr>
              <p:spPr>
                <a:xfrm>
                  <a:off x="4069235" y="4908824"/>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2" y="212407"/>
                        <a:pt x="52388" y="171831"/>
                      </a:cubicBezTo>
                      <a:cubicBezTo>
                        <a:pt x="17336" y="151733"/>
                        <a:pt x="0" y="125063"/>
                        <a:pt x="0" y="98393"/>
                      </a:cubicBezTo>
                      <a:lnTo>
                        <a:pt x="0" y="0"/>
                      </a:lnTo>
                      <a:lnTo>
                        <a:pt x="3587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5" name="Google Shape;695;p28"/>
                <p:cNvSpPr/>
                <p:nvPr/>
              </p:nvSpPr>
              <p:spPr>
                <a:xfrm>
                  <a:off x="4069235" y="4921492"/>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6" name="Google Shape;696;p28"/>
                <p:cNvSpPr/>
                <p:nvPr/>
              </p:nvSpPr>
              <p:spPr>
                <a:xfrm>
                  <a:off x="4069235" y="493873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7" name="Google Shape;697;p28"/>
                <p:cNvSpPr/>
                <p:nvPr/>
              </p:nvSpPr>
              <p:spPr>
                <a:xfrm>
                  <a:off x="4069235" y="4955878"/>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8" name="Google Shape;698;p28"/>
                <p:cNvSpPr/>
                <p:nvPr/>
              </p:nvSpPr>
              <p:spPr>
                <a:xfrm>
                  <a:off x="4069235" y="4973118"/>
                  <a:ext cx="358711" cy="110632"/>
                </a:xfrm>
                <a:custGeom>
                  <a:avLst/>
                  <a:gdLst/>
                  <a:ahLst/>
                  <a:cxnLst/>
                  <a:rect l="l" t="t" r="r" b="b"/>
                  <a:pathLst>
                    <a:path w="358711" h="110632" extrusionOk="0">
                      <a:moveTo>
                        <a:pt x="358712" y="0"/>
                      </a:moveTo>
                      <a:cubicBezTo>
                        <a:pt x="358712" y="26479"/>
                        <a:pt x="341090" y="52864"/>
                        <a:pt x="306134" y="73057"/>
                      </a:cubicBezTo>
                      <a:cubicBezTo>
                        <a:pt x="236220" y="113824"/>
                        <a:pt x="122587" y="113824"/>
                        <a:pt x="52483" y="73057"/>
                      </a:cubicBezTo>
                      <a:cubicBezTo>
                        <a:pt x="18288" y="53340"/>
                        <a:pt x="762" y="27622"/>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9" name="Google Shape;699;p28"/>
                <p:cNvSpPr/>
                <p:nvPr/>
              </p:nvSpPr>
              <p:spPr>
                <a:xfrm>
                  <a:off x="4069235" y="499026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622"/>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0" name="Google Shape;700;p28"/>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1" name="Google Shape;701;p28"/>
                <p:cNvSpPr/>
                <p:nvPr/>
              </p:nvSpPr>
              <p:spPr>
                <a:xfrm>
                  <a:off x="4083356" y="4813360"/>
                  <a:ext cx="330445" cy="190857"/>
                </a:xfrm>
                <a:custGeom>
                  <a:avLst/>
                  <a:gdLst/>
                  <a:ahLst/>
                  <a:cxnLst/>
                  <a:rect l="l" t="t" r="r" b="b"/>
                  <a:pathLst>
                    <a:path w="330445" h="190857" extrusionOk="0">
                      <a:moveTo>
                        <a:pt x="48363" y="162711"/>
                      </a:moveTo>
                      <a:cubicBezTo>
                        <a:pt x="112943" y="200239"/>
                        <a:pt x="217623" y="200239"/>
                        <a:pt x="282011" y="162711"/>
                      </a:cubicBezTo>
                      <a:cubicBezTo>
                        <a:pt x="346591" y="125563"/>
                        <a:pt x="346591" y="65080"/>
                        <a:pt x="282011" y="27932"/>
                      </a:cubicBezTo>
                      <a:cubicBezTo>
                        <a:pt x="217623" y="-9311"/>
                        <a:pt x="112943" y="-9311"/>
                        <a:pt x="48363" y="27932"/>
                      </a:cubicBezTo>
                      <a:cubicBezTo>
                        <a:pt x="-16121" y="65080"/>
                        <a:pt x="-16121" y="125563"/>
                        <a:pt x="48363" y="16271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2" name="Google Shape;702;p28"/>
                <p:cNvSpPr/>
                <p:nvPr/>
              </p:nvSpPr>
              <p:spPr>
                <a:xfrm>
                  <a:off x="4094024" y="4819504"/>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3" name="Google Shape;703;p28"/>
                <p:cNvSpPr/>
                <p:nvPr/>
              </p:nvSpPr>
              <p:spPr>
                <a:xfrm>
                  <a:off x="4102621" y="4824933"/>
                  <a:ext cx="291917" cy="168568"/>
                </a:xfrm>
                <a:custGeom>
                  <a:avLst/>
                  <a:gdLst/>
                  <a:ahLst/>
                  <a:cxnLst/>
                  <a:rect l="l" t="t" r="r" b="b"/>
                  <a:pathLst>
                    <a:path w="291917" h="168568" extrusionOk="0">
                      <a:moveTo>
                        <a:pt x="42719" y="143709"/>
                      </a:moveTo>
                      <a:cubicBezTo>
                        <a:pt x="99774" y="176855"/>
                        <a:pt x="192262" y="176855"/>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4" name="Google Shape;704;p28"/>
                <p:cNvSpPr/>
                <p:nvPr/>
              </p:nvSpPr>
              <p:spPr>
                <a:xfrm>
                  <a:off x="4111550" y="4829672"/>
                  <a:ext cx="273962" cy="158329"/>
                </a:xfrm>
                <a:custGeom>
                  <a:avLst/>
                  <a:gdLst/>
                  <a:ahLst/>
                  <a:cxnLst/>
                  <a:rect l="l" t="t" r="r" b="b"/>
                  <a:pathLst>
                    <a:path w="273962" h="158329" extrusionOk="0">
                      <a:moveTo>
                        <a:pt x="40076" y="134969"/>
                      </a:moveTo>
                      <a:cubicBezTo>
                        <a:pt x="93607" y="166116"/>
                        <a:pt x="180475" y="166116"/>
                        <a:pt x="233815" y="134969"/>
                      </a:cubicBezTo>
                      <a:cubicBezTo>
                        <a:pt x="287346" y="104108"/>
                        <a:pt x="287346" y="54007"/>
                        <a:pt x="233815" y="23146"/>
                      </a:cubicBezTo>
                      <a:cubicBezTo>
                        <a:pt x="180475" y="-7715"/>
                        <a:pt x="93607" y="-7715"/>
                        <a:pt x="40076" y="23146"/>
                      </a:cubicBezTo>
                      <a:cubicBezTo>
                        <a:pt x="-13359" y="54007"/>
                        <a:pt x="-13359" y="104108"/>
                        <a:pt x="40076" y="13496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5" name="Google Shape;705;p28"/>
                <p:cNvSpPr/>
                <p:nvPr/>
              </p:nvSpPr>
              <p:spPr>
                <a:xfrm>
                  <a:off x="4119194" y="4834386"/>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6" name="Google Shape;706;p28"/>
                <p:cNvSpPr/>
                <p:nvPr/>
              </p:nvSpPr>
              <p:spPr>
                <a:xfrm>
                  <a:off x="4126743" y="4838434"/>
                  <a:ext cx="243673" cy="140803"/>
                </a:xfrm>
                <a:custGeom>
                  <a:avLst/>
                  <a:gdLst/>
                  <a:ahLst/>
                  <a:cxnLst/>
                  <a:rect l="l" t="t" r="r" b="b"/>
                  <a:pathLst>
                    <a:path w="243673" h="140803" extrusionOk="0">
                      <a:moveTo>
                        <a:pt x="35647" y="120015"/>
                      </a:moveTo>
                      <a:cubicBezTo>
                        <a:pt x="83272" y="147733"/>
                        <a:pt x="160520" y="147733"/>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7" name="Google Shape;707;p28"/>
                <p:cNvSpPr/>
                <p:nvPr/>
              </p:nvSpPr>
              <p:spPr>
                <a:xfrm>
                  <a:off x="4133505" y="4842626"/>
                  <a:ext cx="230147" cy="132921"/>
                </a:xfrm>
                <a:custGeom>
                  <a:avLst/>
                  <a:gdLst/>
                  <a:ahLst/>
                  <a:cxnLst/>
                  <a:rect l="l" t="t" r="r" b="b"/>
                  <a:pathLst>
                    <a:path w="230147" h="132921" extrusionOk="0">
                      <a:moveTo>
                        <a:pt x="33647" y="113347"/>
                      </a:moveTo>
                      <a:cubicBezTo>
                        <a:pt x="78605" y="139446"/>
                        <a:pt x="151567" y="139446"/>
                        <a:pt x="196429" y="113347"/>
                      </a:cubicBezTo>
                      <a:cubicBezTo>
                        <a:pt x="241387" y="87439"/>
                        <a:pt x="241387" y="45339"/>
                        <a:pt x="196429" y="19431"/>
                      </a:cubicBezTo>
                      <a:cubicBezTo>
                        <a:pt x="151567" y="-6477"/>
                        <a:pt x="78700" y="-6477"/>
                        <a:pt x="33647" y="19431"/>
                      </a:cubicBezTo>
                      <a:cubicBezTo>
                        <a:pt x="-11216" y="45339"/>
                        <a:pt x="-11216" y="87439"/>
                        <a:pt x="33647" y="11334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8" name="Google Shape;708;p28"/>
                <p:cNvSpPr/>
                <p:nvPr/>
              </p:nvSpPr>
              <p:spPr>
                <a:xfrm>
                  <a:off x="4140459" y="4846507"/>
                  <a:ext cx="216074" cy="124682"/>
                </a:xfrm>
                <a:custGeom>
                  <a:avLst/>
                  <a:gdLst/>
                  <a:ahLst/>
                  <a:cxnLst/>
                  <a:rect l="l" t="t" r="r" b="b"/>
                  <a:pathLst>
                    <a:path w="216074" h="124682" extrusionOk="0">
                      <a:moveTo>
                        <a:pt x="31647" y="106323"/>
                      </a:moveTo>
                      <a:cubicBezTo>
                        <a:pt x="73843" y="130802"/>
                        <a:pt x="142327" y="130802"/>
                        <a:pt x="184428" y="106323"/>
                      </a:cubicBezTo>
                      <a:cubicBezTo>
                        <a:pt x="226623" y="82034"/>
                        <a:pt x="226623" y="42505"/>
                        <a:pt x="184428" y="18217"/>
                      </a:cubicBezTo>
                      <a:cubicBezTo>
                        <a:pt x="142327" y="-6072"/>
                        <a:pt x="73843" y="-6072"/>
                        <a:pt x="31647" y="18217"/>
                      </a:cubicBezTo>
                      <a:cubicBezTo>
                        <a:pt x="-10549" y="42505"/>
                        <a:pt x="-10549" y="82034"/>
                        <a:pt x="31647" y="106323"/>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9" name="Google Shape;709;p28"/>
                <p:cNvSpPr/>
                <p:nvPr/>
              </p:nvSpPr>
              <p:spPr>
                <a:xfrm>
                  <a:off x="4146531" y="4850174"/>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0" name="Google Shape;710;p28"/>
                <p:cNvSpPr/>
                <p:nvPr/>
              </p:nvSpPr>
              <p:spPr>
                <a:xfrm>
                  <a:off x="4152008" y="4853103"/>
                  <a:ext cx="193166" cy="111490"/>
                </a:xfrm>
                <a:custGeom>
                  <a:avLst/>
                  <a:gdLst/>
                  <a:ahLst/>
                  <a:cxnLst/>
                  <a:rect l="l" t="t" r="r" b="b"/>
                  <a:pathLst>
                    <a:path w="193166" h="111490" extrusionOk="0">
                      <a:moveTo>
                        <a:pt x="28289" y="95060"/>
                      </a:moveTo>
                      <a:cubicBezTo>
                        <a:pt x="66008" y="116967"/>
                        <a:pt x="127254" y="116967"/>
                        <a:pt x="164878" y="95060"/>
                      </a:cubicBezTo>
                      <a:cubicBezTo>
                        <a:pt x="202597" y="73342"/>
                        <a:pt x="202597" y="38005"/>
                        <a:pt x="164878" y="16288"/>
                      </a:cubicBezTo>
                      <a:cubicBezTo>
                        <a:pt x="127254" y="-5429"/>
                        <a:pt x="66103" y="-5429"/>
                        <a:pt x="28289" y="16288"/>
                      </a:cubicBezTo>
                      <a:cubicBezTo>
                        <a:pt x="-9430" y="38005"/>
                        <a:pt x="-9430" y="73342"/>
                        <a:pt x="28289" y="9506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1" name="Google Shape;711;p28"/>
                <p:cNvSpPr/>
                <p:nvPr/>
              </p:nvSpPr>
              <p:spPr>
                <a:xfrm>
                  <a:off x="4157294" y="4856341"/>
                  <a:ext cx="182475" cy="105322"/>
                </a:xfrm>
                <a:custGeom>
                  <a:avLst/>
                  <a:gdLst/>
                  <a:ahLst/>
                  <a:cxnLst/>
                  <a:rect l="l" t="t" r="r" b="b"/>
                  <a:pathLst>
                    <a:path w="182475" h="105322" extrusionOk="0">
                      <a:moveTo>
                        <a:pt x="26718" y="89821"/>
                      </a:moveTo>
                      <a:cubicBezTo>
                        <a:pt x="62341" y="110490"/>
                        <a:pt x="120158" y="110490"/>
                        <a:pt x="155686" y="89821"/>
                      </a:cubicBezTo>
                      <a:cubicBezTo>
                        <a:pt x="191405" y="69342"/>
                        <a:pt x="191405" y="35909"/>
                        <a:pt x="155686" y="15431"/>
                      </a:cubicBezTo>
                      <a:cubicBezTo>
                        <a:pt x="120158" y="-5144"/>
                        <a:pt x="62341" y="-5144"/>
                        <a:pt x="26718" y="15431"/>
                      </a:cubicBezTo>
                      <a:cubicBezTo>
                        <a:pt x="-8906" y="35909"/>
                        <a:pt x="-8906" y="69342"/>
                        <a:pt x="26718" y="8982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2" name="Google Shape;712;p28"/>
                <p:cNvSpPr/>
                <p:nvPr/>
              </p:nvSpPr>
              <p:spPr>
                <a:xfrm>
                  <a:off x="4162676" y="4859175"/>
                  <a:ext cx="171831" cy="99250"/>
                </a:xfrm>
                <a:custGeom>
                  <a:avLst/>
                  <a:gdLst/>
                  <a:ahLst/>
                  <a:cxnLst/>
                  <a:rect l="l" t="t" r="r" b="b"/>
                  <a:pathLst>
                    <a:path w="171831" h="99250" extrusionOk="0">
                      <a:moveTo>
                        <a:pt x="25146" y="84606"/>
                      </a:moveTo>
                      <a:cubicBezTo>
                        <a:pt x="58769" y="104132"/>
                        <a:pt x="113157" y="104132"/>
                        <a:pt x="146685" y="84606"/>
                      </a:cubicBezTo>
                      <a:cubicBezTo>
                        <a:pt x="180213" y="65270"/>
                        <a:pt x="180213" y="33838"/>
                        <a:pt x="146685" y="14502"/>
                      </a:cubicBezTo>
                      <a:cubicBezTo>
                        <a:pt x="113252" y="-4834"/>
                        <a:pt x="58769" y="-4834"/>
                        <a:pt x="25146" y="14502"/>
                      </a:cubicBezTo>
                      <a:cubicBezTo>
                        <a:pt x="-8382" y="33838"/>
                        <a:pt x="-8382" y="65270"/>
                        <a:pt x="25146" y="8460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3" name="Google Shape;713;p28"/>
                <p:cNvSpPr/>
                <p:nvPr/>
              </p:nvSpPr>
              <p:spPr>
                <a:xfrm>
                  <a:off x="4167438" y="4862152"/>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1909"/>
                        <a:pt x="138493" y="13716"/>
                      </a:cubicBezTo>
                      <a:cubicBezTo>
                        <a:pt x="106870" y="-4572"/>
                        <a:pt x="55435" y="-4572"/>
                        <a:pt x="23717" y="13716"/>
                      </a:cubicBezTo>
                      <a:cubicBezTo>
                        <a:pt x="-7906" y="32004"/>
                        <a:pt x="-7906" y="61627"/>
                        <a:pt x="23717" y="7991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4" name="Google Shape;714;p28"/>
                <p:cNvSpPr/>
                <p:nvPr/>
              </p:nvSpPr>
              <p:spPr>
                <a:xfrm>
                  <a:off x="4172391" y="4864819"/>
                  <a:ext cx="152376" cy="87963"/>
                </a:xfrm>
                <a:custGeom>
                  <a:avLst/>
                  <a:gdLst/>
                  <a:ahLst/>
                  <a:cxnLst/>
                  <a:rect l="l" t="t" r="r" b="b"/>
                  <a:pathLst>
                    <a:path w="152376" h="87963" extrusionOk="0">
                      <a:moveTo>
                        <a:pt x="22288" y="74962"/>
                      </a:moveTo>
                      <a:cubicBezTo>
                        <a:pt x="52102" y="92297"/>
                        <a:pt x="100298" y="92297"/>
                        <a:pt x="130016" y="74962"/>
                      </a:cubicBezTo>
                      <a:cubicBezTo>
                        <a:pt x="159829" y="57817"/>
                        <a:pt x="159829" y="30004"/>
                        <a:pt x="130016" y="12859"/>
                      </a:cubicBezTo>
                      <a:cubicBezTo>
                        <a:pt x="100298" y="-4286"/>
                        <a:pt x="52102" y="-4286"/>
                        <a:pt x="22288" y="12859"/>
                      </a:cubicBezTo>
                      <a:cubicBezTo>
                        <a:pt x="-7429" y="30004"/>
                        <a:pt x="-7429" y="57817"/>
                        <a:pt x="22288" y="74962"/>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5" name="Google Shape;715;p28"/>
                <p:cNvSpPr/>
                <p:nvPr/>
              </p:nvSpPr>
              <p:spPr>
                <a:xfrm>
                  <a:off x="4176654" y="4867438"/>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6" name="Google Shape;716;p28"/>
                <p:cNvSpPr/>
                <p:nvPr/>
              </p:nvSpPr>
              <p:spPr>
                <a:xfrm>
                  <a:off x="4183678" y="4871796"/>
                  <a:ext cx="129635" cy="74866"/>
                </a:xfrm>
                <a:custGeom>
                  <a:avLst/>
                  <a:gdLst/>
                  <a:ahLst/>
                  <a:cxnLst/>
                  <a:rect l="l" t="t" r="r" b="b"/>
                  <a:pathLst>
                    <a:path w="129635" h="74866" extrusionOk="0">
                      <a:moveTo>
                        <a:pt x="19002" y="63794"/>
                      </a:moveTo>
                      <a:cubicBezTo>
                        <a:pt x="44339" y="78557"/>
                        <a:pt x="85392" y="78557"/>
                        <a:pt x="110633" y="63794"/>
                      </a:cubicBezTo>
                      <a:cubicBezTo>
                        <a:pt x="135969" y="49221"/>
                        <a:pt x="135969" y="25503"/>
                        <a:pt x="110633" y="10930"/>
                      </a:cubicBezTo>
                      <a:cubicBezTo>
                        <a:pt x="85392" y="-3643"/>
                        <a:pt x="44339" y="-3643"/>
                        <a:pt x="19002" y="10930"/>
                      </a:cubicBezTo>
                      <a:cubicBezTo>
                        <a:pt x="-6334" y="25503"/>
                        <a:pt x="-6334" y="49221"/>
                        <a:pt x="19002" y="63794"/>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7" name="Google Shape;717;p28"/>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18" name="Google Shape;718;p28"/>
              <p:cNvGrpSpPr/>
              <p:nvPr/>
            </p:nvGrpSpPr>
            <p:grpSpPr>
              <a:xfrm>
                <a:off x="4045709" y="4779094"/>
                <a:ext cx="405669" cy="247363"/>
                <a:chOff x="4045709" y="4779094"/>
                <a:chExt cx="405669" cy="247363"/>
              </a:xfrm>
            </p:grpSpPr>
            <p:sp>
              <p:nvSpPr>
                <p:cNvPr id="719" name="Google Shape;719;p28"/>
                <p:cNvSpPr/>
                <p:nvPr/>
              </p:nvSpPr>
              <p:spPr>
                <a:xfrm>
                  <a:off x="4045709" y="4792333"/>
                  <a:ext cx="405669" cy="234124"/>
                </a:xfrm>
                <a:custGeom>
                  <a:avLst/>
                  <a:gdLst/>
                  <a:ahLst/>
                  <a:cxnLst/>
                  <a:rect l="l" t="t" r="r" b="b"/>
                  <a:pathLst>
                    <a:path w="405669" h="234124" extrusionOk="0">
                      <a:moveTo>
                        <a:pt x="404336" y="103823"/>
                      </a:moveTo>
                      <a:cubicBezTo>
                        <a:pt x="399288" y="78391"/>
                        <a:pt x="379952" y="53816"/>
                        <a:pt x="346234" y="34290"/>
                      </a:cubicBezTo>
                      <a:cubicBezTo>
                        <a:pt x="267081" y="-11430"/>
                        <a:pt x="138589" y="-11430"/>
                        <a:pt x="59436" y="34290"/>
                      </a:cubicBezTo>
                      <a:cubicBezTo>
                        <a:pt x="25527" y="53912"/>
                        <a:pt x="6096" y="78677"/>
                        <a:pt x="1238" y="104299"/>
                      </a:cubicBezTo>
                      <a:lnTo>
                        <a:pt x="0" y="103823"/>
                      </a:lnTo>
                      <a:lnTo>
                        <a:pt x="0" y="117824"/>
                      </a:lnTo>
                      <a:lnTo>
                        <a:pt x="0" y="117824"/>
                      </a:lnTo>
                      <a:cubicBezTo>
                        <a:pt x="381" y="147542"/>
                        <a:pt x="20098" y="177165"/>
                        <a:pt x="59436" y="199835"/>
                      </a:cubicBezTo>
                      <a:cubicBezTo>
                        <a:pt x="138589" y="245555"/>
                        <a:pt x="267081" y="245555"/>
                        <a:pt x="346234" y="199835"/>
                      </a:cubicBezTo>
                      <a:cubicBezTo>
                        <a:pt x="385858" y="176974"/>
                        <a:pt x="405670" y="147066"/>
                        <a:pt x="405670" y="117062"/>
                      </a:cubicBezTo>
                      <a:lnTo>
                        <a:pt x="405670" y="103727"/>
                      </a:lnTo>
                      <a:lnTo>
                        <a:pt x="404336" y="103727"/>
                      </a:lnTo>
                      <a:close/>
                      <a:moveTo>
                        <a:pt x="76200" y="44006"/>
                      </a:moveTo>
                      <a:cubicBezTo>
                        <a:pt x="82963" y="40100"/>
                        <a:pt x="93821" y="40100"/>
                        <a:pt x="100584" y="44006"/>
                      </a:cubicBezTo>
                      <a:lnTo>
                        <a:pt x="150209" y="72676"/>
                      </a:lnTo>
                      <a:cubicBezTo>
                        <a:pt x="156877" y="76581"/>
                        <a:pt x="156877" y="82868"/>
                        <a:pt x="150209" y="86773"/>
                      </a:cubicBezTo>
                      <a:cubicBezTo>
                        <a:pt x="143446" y="90678"/>
                        <a:pt x="132588" y="90678"/>
                        <a:pt x="125825" y="86773"/>
                      </a:cubicBezTo>
                      <a:lnTo>
                        <a:pt x="76200" y="58103"/>
                      </a:lnTo>
                      <a:cubicBezTo>
                        <a:pt x="69533" y="54197"/>
                        <a:pt x="69533" y="47911"/>
                        <a:pt x="76200" y="44101"/>
                      </a:cubicBezTo>
                      <a:close/>
                      <a:moveTo>
                        <a:pt x="40958" y="127064"/>
                      </a:moveTo>
                      <a:cubicBezTo>
                        <a:pt x="31433" y="127064"/>
                        <a:pt x="23717" y="122587"/>
                        <a:pt x="23717" y="117157"/>
                      </a:cubicBezTo>
                      <a:cubicBezTo>
                        <a:pt x="23717" y="111728"/>
                        <a:pt x="31433" y="107252"/>
                        <a:pt x="40958" y="107252"/>
                      </a:cubicBezTo>
                      <a:lnTo>
                        <a:pt x="111062" y="107252"/>
                      </a:lnTo>
                      <a:cubicBezTo>
                        <a:pt x="120587" y="107252"/>
                        <a:pt x="128302" y="111728"/>
                        <a:pt x="128302" y="117157"/>
                      </a:cubicBezTo>
                      <a:cubicBezTo>
                        <a:pt x="128302" y="122587"/>
                        <a:pt x="120587" y="127064"/>
                        <a:pt x="111062" y="127064"/>
                      </a:cubicBezTo>
                      <a:lnTo>
                        <a:pt x="40958" y="127064"/>
                      </a:lnTo>
                      <a:close/>
                      <a:moveTo>
                        <a:pt x="150114" y="161544"/>
                      </a:moveTo>
                      <a:lnTo>
                        <a:pt x="100489" y="190214"/>
                      </a:lnTo>
                      <a:cubicBezTo>
                        <a:pt x="93821" y="194120"/>
                        <a:pt x="82868" y="194120"/>
                        <a:pt x="76105" y="190214"/>
                      </a:cubicBezTo>
                      <a:cubicBezTo>
                        <a:pt x="69437" y="186309"/>
                        <a:pt x="69437" y="180023"/>
                        <a:pt x="76105" y="176213"/>
                      </a:cubicBezTo>
                      <a:lnTo>
                        <a:pt x="125730" y="147542"/>
                      </a:lnTo>
                      <a:cubicBezTo>
                        <a:pt x="132493" y="143637"/>
                        <a:pt x="143351" y="143637"/>
                        <a:pt x="150114" y="147542"/>
                      </a:cubicBezTo>
                      <a:cubicBezTo>
                        <a:pt x="156877" y="151448"/>
                        <a:pt x="156781" y="157734"/>
                        <a:pt x="150114" y="161544"/>
                      </a:cubicBezTo>
                      <a:close/>
                      <a:moveTo>
                        <a:pt x="185547" y="23622"/>
                      </a:moveTo>
                      <a:cubicBezTo>
                        <a:pt x="185547" y="18098"/>
                        <a:pt x="193262" y="13716"/>
                        <a:pt x="202787" y="13716"/>
                      </a:cubicBezTo>
                      <a:cubicBezTo>
                        <a:pt x="212312" y="13716"/>
                        <a:pt x="220028" y="18193"/>
                        <a:pt x="219932" y="23622"/>
                      </a:cubicBezTo>
                      <a:lnTo>
                        <a:pt x="219932" y="64103"/>
                      </a:lnTo>
                      <a:cubicBezTo>
                        <a:pt x="219932" y="69532"/>
                        <a:pt x="212217" y="74009"/>
                        <a:pt x="202787" y="74009"/>
                      </a:cubicBezTo>
                      <a:cubicBezTo>
                        <a:pt x="193358" y="74009"/>
                        <a:pt x="185547" y="69532"/>
                        <a:pt x="185547" y="64103"/>
                      </a:cubicBezTo>
                      <a:lnTo>
                        <a:pt x="185547" y="23622"/>
                      </a:lnTo>
                      <a:close/>
                      <a:moveTo>
                        <a:pt x="202787" y="220409"/>
                      </a:moveTo>
                      <a:cubicBezTo>
                        <a:pt x="193262" y="220409"/>
                        <a:pt x="185547" y="215932"/>
                        <a:pt x="185547" y="210503"/>
                      </a:cubicBezTo>
                      <a:lnTo>
                        <a:pt x="185547" y="170021"/>
                      </a:lnTo>
                      <a:cubicBezTo>
                        <a:pt x="185547" y="164497"/>
                        <a:pt x="193262" y="160115"/>
                        <a:pt x="202787" y="160115"/>
                      </a:cubicBezTo>
                      <a:cubicBezTo>
                        <a:pt x="212312" y="160115"/>
                        <a:pt x="220028" y="164592"/>
                        <a:pt x="220028" y="170021"/>
                      </a:cubicBezTo>
                      <a:lnTo>
                        <a:pt x="220028" y="210503"/>
                      </a:lnTo>
                      <a:cubicBezTo>
                        <a:pt x="220028" y="216027"/>
                        <a:pt x="212312" y="220409"/>
                        <a:pt x="202787" y="220409"/>
                      </a:cubicBezTo>
                      <a:close/>
                      <a:moveTo>
                        <a:pt x="255461" y="72581"/>
                      </a:moveTo>
                      <a:lnTo>
                        <a:pt x="305086" y="43910"/>
                      </a:lnTo>
                      <a:cubicBezTo>
                        <a:pt x="311848" y="40005"/>
                        <a:pt x="322707" y="40005"/>
                        <a:pt x="329375" y="43910"/>
                      </a:cubicBezTo>
                      <a:cubicBezTo>
                        <a:pt x="336137" y="47815"/>
                        <a:pt x="336137" y="54102"/>
                        <a:pt x="329375" y="57912"/>
                      </a:cubicBezTo>
                      <a:lnTo>
                        <a:pt x="279749" y="86582"/>
                      </a:lnTo>
                      <a:cubicBezTo>
                        <a:pt x="272987" y="90488"/>
                        <a:pt x="262128" y="90488"/>
                        <a:pt x="255365" y="86582"/>
                      </a:cubicBezTo>
                      <a:cubicBezTo>
                        <a:pt x="248698" y="82677"/>
                        <a:pt x="248698" y="76390"/>
                        <a:pt x="255365" y="72485"/>
                      </a:cubicBezTo>
                      <a:close/>
                      <a:moveTo>
                        <a:pt x="329375" y="190119"/>
                      </a:moveTo>
                      <a:cubicBezTo>
                        <a:pt x="322707" y="194024"/>
                        <a:pt x="311753" y="194024"/>
                        <a:pt x="305086" y="190119"/>
                      </a:cubicBezTo>
                      <a:lnTo>
                        <a:pt x="255461" y="161449"/>
                      </a:lnTo>
                      <a:cubicBezTo>
                        <a:pt x="248698" y="157544"/>
                        <a:pt x="248698" y="151257"/>
                        <a:pt x="255461" y="147447"/>
                      </a:cubicBezTo>
                      <a:cubicBezTo>
                        <a:pt x="262128" y="143542"/>
                        <a:pt x="273082" y="143542"/>
                        <a:pt x="279749" y="147447"/>
                      </a:cubicBezTo>
                      <a:lnTo>
                        <a:pt x="329375" y="176117"/>
                      </a:lnTo>
                      <a:cubicBezTo>
                        <a:pt x="336137" y="180023"/>
                        <a:pt x="336137" y="186309"/>
                        <a:pt x="329375" y="190119"/>
                      </a:cubicBezTo>
                      <a:close/>
                      <a:moveTo>
                        <a:pt x="364617" y="126968"/>
                      </a:moveTo>
                      <a:lnTo>
                        <a:pt x="294418" y="126968"/>
                      </a:lnTo>
                      <a:cubicBezTo>
                        <a:pt x="284893" y="126968"/>
                        <a:pt x="277178" y="122492"/>
                        <a:pt x="277178" y="117062"/>
                      </a:cubicBezTo>
                      <a:cubicBezTo>
                        <a:pt x="277178" y="111633"/>
                        <a:pt x="284893" y="107156"/>
                        <a:pt x="294418" y="107156"/>
                      </a:cubicBezTo>
                      <a:lnTo>
                        <a:pt x="364617" y="107156"/>
                      </a:lnTo>
                      <a:cubicBezTo>
                        <a:pt x="374142" y="107156"/>
                        <a:pt x="381857" y="111633"/>
                        <a:pt x="381857" y="117062"/>
                      </a:cubicBezTo>
                      <a:cubicBezTo>
                        <a:pt x="381857" y="122492"/>
                        <a:pt x="374142" y="126968"/>
                        <a:pt x="364617"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0" name="Google Shape;720;p28"/>
                <p:cNvSpPr/>
                <p:nvPr/>
              </p:nvSpPr>
              <p:spPr>
                <a:xfrm>
                  <a:off x="4045709" y="4779094"/>
                  <a:ext cx="405598" cy="234124"/>
                </a:xfrm>
                <a:custGeom>
                  <a:avLst/>
                  <a:gdLst/>
                  <a:ahLst/>
                  <a:cxnLst/>
                  <a:rect l="l" t="t" r="r" b="b"/>
                  <a:pathLst>
                    <a:path w="405598" h="234124" extrusionOk="0">
                      <a:moveTo>
                        <a:pt x="346234" y="34290"/>
                      </a:moveTo>
                      <a:cubicBezTo>
                        <a:pt x="267081" y="-11430"/>
                        <a:pt x="138589" y="-11430"/>
                        <a:pt x="59436" y="34290"/>
                      </a:cubicBezTo>
                      <a:cubicBezTo>
                        <a:pt x="-19812" y="80010"/>
                        <a:pt x="-19812" y="154115"/>
                        <a:pt x="59436" y="199834"/>
                      </a:cubicBezTo>
                      <a:cubicBezTo>
                        <a:pt x="138589" y="245555"/>
                        <a:pt x="267081" y="245555"/>
                        <a:pt x="346234" y="199834"/>
                      </a:cubicBezTo>
                      <a:cubicBezTo>
                        <a:pt x="425386" y="154115"/>
                        <a:pt x="425386" y="80010"/>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677"/>
                      </a:cubicBezTo>
                      <a:cubicBezTo>
                        <a:pt x="143446" y="90583"/>
                        <a:pt x="132588" y="90583"/>
                        <a:pt x="125825" y="86677"/>
                      </a:cubicBezTo>
                      <a:lnTo>
                        <a:pt x="76200" y="58007"/>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582"/>
                      </a:moveTo>
                      <a:cubicBezTo>
                        <a:pt x="273082" y="90488"/>
                        <a:pt x="262223" y="90488"/>
                        <a:pt x="255461" y="86582"/>
                      </a:cubicBezTo>
                      <a:cubicBezTo>
                        <a:pt x="248793" y="82677"/>
                        <a:pt x="248793" y="76391"/>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061"/>
                      </a:moveTo>
                      <a:lnTo>
                        <a:pt x="364712" y="107061"/>
                      </a:lnTo>
                      <a:cubicBezTo>
                        <a:pt x="374237" y="107061"/>
                        <a:pt x="381953" y="111538"/>
                        <a:pt x="381953" y="116967"/>
                      </a:cubicBezTo>
                      <a:cubicBezTo>
                        <a:pt x="381953" y="122396"/>
                        <a:pt x="374237" y="126873"/>
                        <a:pt x="364712" y="126873"/>
                      </a:cubicBezTo>
                      <a:lnTo>
                        <a:pt x="294513" y="126873"/>
                      </a:lnTo>
                      <a:cubicBezTo>
                        <a:pt x="284988" y="126873"/>
                        <a:pt x="277273" y="122396"/>
                        <a:pt x="277273" y="116967"/>
                      </a:cubicBezTo>
                      <a:cubicBezTo>
                        <a:pt x="277273" y="111538"/>
                        <a:pt x="284988" y="107061"/>
                        <a:pt x="294513" y="107061"/>
                      </a:cubicBezTo>
                      <a:close/>
                      <a:moveTo>
                        <a:pt x="202883" y="220409"/>
                      </a:moveTo>
                      <a:cubicBezTo>
                        <a:pt x="193358" y="220409"/>
                        <a:pt x="185642" y="215932"/>
                        <a:pt x="185642" y="210502"/>
                      </a:cubicBezTo>
                      <a:lnTo>
                        <a:pt x="185642" y="170021"/>
                      </a:lnTo>
                      <a:cubicBezTo>
                        <a:pt x="185642" y="164497"/>
                        <a:pt x="193358" y="160115"/>
                        <a:pt x="202883" y="160115"/>
                      </a:cubicBezTo>
                      <a:cubicBezTo>
                        <a:pt x="212408" y="160115"/>
                        <a:pt x="220123" y="164592"/>
                        <a:pt x="220123" y="170021"/>
                      </a:cubicBezTo>
                      <a:lnTo>
                        <a:pt x="220123" y="210502"/>
                      </a:lnTo>
                      <a:cubicBezTo>
                        <a:pt x="220123" y="216027"/>
                        <a:pt x="212408" y="220409"/>
                        <a:pt x="202883" y="220409"/>
                      </a:cubicBezTo>
                      <a:close/>
                      <a:moveTo>
                        <a:pt x="305181" y="190119"/>
                      </a:moveTo>
                      <a:lnTo>
                        <a:pt x="255556" y="161449"/>
                      </a:lnTo>
                      <a:cubicBezTo>
                        <a:pt x="248793" y="157543"/>
                        <a:pt x="248793" y="151257"/>
                        <a:pt x="255556" y="147447"/>
                      </a:cubicBezTo>
                      <a:cubicBezTo>
                        <a:pt x="262223" y="143542"/>
                        <a:pt x="273177" y="143542"/>
                        <a:pt x="279844" y="147447"/>
                      </a:cubicBezTo>
                      <a:lnTo>
                        <a:pt x="329470" y="176117"/>
                      </a:lnTo>
                      <a:cubicBezTo>
                        <a:pt x="336233" y="180023"/>
                        <a:pt x="336233" y="186309"/>
                        <a:pt x="329470" y="190119"/>
                      </a:cubicBezTo>
                      <a:cubicBezTo>
                        <a:pt x="322802" y="194024"/>
                        <a:pt x="311848" y="194024"/>
                        <a:pt x="305181"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1" name="Google Shape;721;p28"/>
                <p:cNvSpPr/>
                <p:nvPr/>
              </p:nvSpPr>
              <p:spPr>
                <a:xfrm>
                  <a:off x="4191364" y="4863176"/>
                  <a:ext cx="114454" cy="46315"/>
                </a:xfrm>
                <a:custGeom>
                  <a:avLst/>
                  <a:gdLst/>
                  <a:ahLst/>
                  <a:cxnLst/>
                  <a:rect l="l" t="t" r="r" b="b"/>
                  <a:pathLst>
                    <a:path w="114454" h="46315" extrusionOk="0">
                      <a:moveTo>
                        <a:pt x="109615" y="46315"/>
                      </a:moveTo>
                      <a:cubicBezTo>
                        <a:pt x="106852" y="42696"/>
                        <a:pt x="102852" y="39267"/>
                        <a:pt x="97709" y="36219"/>
                      </a:cubicBezTo>
                      <a:cubicBezTo>
                        <a:pt x="75325" y="23360"/>
                        <a:pt x="39130" y="23360"/>
                        <a:pt x="16746" y="36219"/>
                      </a:cubicBezTo>
                      <a:cubicBezTo>
                        <a:pt x="11602" y="39171"/>
                        <a:pt x="7602" y="42601"/>
                        <a:pt x="4840" y="46315"/>
                      </a:cubicBezTo>
                      <a:cubicBezTo>
                        <a:pt x="-4400" y="34218"/>
                        <a:pt x="-399" y="19550"/>
                        <a:pt x="16746" y="9644"/>
                      </a:cubicBezTo>
                      <a:cubicBezTo>
                        <a:pt x="39130" y="-3215"/>
                        <a:pt x="75325" y="-3215"/>
                        <a:pt x="97709" y="9644"/>
                      </a:cubicBezTo>
                      <a:cubicBezTo>
                        <a:pt x="114853" y="19550"/>
                        <a:pt x="118854" y="34218"/>
                        <a:pt x="109615" y="4631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2" name="Google Shape;722;p28"/>
                <p:cNvSpPr/>
                <p:nvPr/>
              </p:nvSpPr>
              <p:spPr>
                <a:xfrm>
                  <a:off x="4196204" y="4889751"/>
                  <a:ext cx="104775" cy="39481"/>
                </a:xfrm>
                <a:custGeom>
                  <a:avLst/>
                  <a:gdLst/>
                  <a:ahLst/>
                  <a:cxnLst/>
                  <a:rect l="l" t="t" r="r" b="b"/>
                  <a:pathLst>
                    <a:path w="104775" h="39481" extrusionOk="0">
                      <a:moveTo>
                        <a:pt x="104775" y="19740"/>
                      </a:moveTo>
                      <a:cubicBezTo>
                        <a:pt x="102013" y="23360"/>
                        <a:pt x="98012" y="26789"/>
                        <a:pt x="92869" y="29837"/>
                      </a:cubicBezTo>
                      <a:cubicBezTo>
                        <a:pt x="70485" y="42696"/>
                        <a:pt x="34290" y="42696"/>
                        <a:pt x="11906" y="29837"/>
                      </a:cubicBezTo>
                      <a:cubicBezTo>
                        <a:pt x="6763" y="26884"/>
                        <a:pt x="2762" y="23455"/>
                        <a:pt x="0" y="19740"/>
                      </a:cubicBezTo>
                      <a:cubicBezTo>
                        <a:pt x="2762" y="16121"/>
                        <a:pt x="6763" y="12692"/>
                        <a:pt x="11906" y="9644"/>
                      </a:cubicBezTo>
                      <a:cubicBezTo>
                        <a:pt x="34290" y="-3215"/>
                        <a:pt x="70485" y="-3215"/>
                        <a:pt x="92869" y="9644"/>
                      </a:cubicBezTo>
                      <a:cubicBezTo>
                        <a:pt x="98012" y="12597"/>
                        <a:pt x="102013" y="16026"/>
                        <a:pt x="104775" y="197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723" name="Google Shape;723;p28"/>
            <p:cNvGrpSpPr/>
            <p:nvPr/>
          </p:nvGrpSpPr>
          <p:grpSpPr>
            <a:xfrm>
              <a:off x="8297356" y="4185360"/>
              <a:ext cx="639735" cy="559976"/>
              <a:chOff x="3695689" y="4939685"/>
              <a:chExt cx="422100" cy="369475"/>
            </a:xfrm>
          </p:grpSpPr>
          <p:sp>
            <p:nvSpPr>
              <p:cNvPr id="724" name="Google Shape;724;p28"/>
              <p:cNvSpPr/>
              <p:nvPr/>
            </p:nvSpPr>
            <p:spPr>
              <a:xfrm>
                <a:off x="3695689" y="5065320"/>
                <a:ext cx="422100" cy="243840"/>
              </a:xfrm>
              <a:custGeom>
                <a:avLst/>
                <a:gdLst/>
                <a:ahLst/>
                <a:cxnLst/>
                <a:rect l="l" t="t" r="r" b="b"/>
                <a:pathLst>
                  <a:path w="422100" h="243840" extrusionOk="0">
                    <a:moveTo>
                      <a:pt x="360307" y="208121"/>
                    </a:moveTo>
                    <a:cubicBezTo>
                      <a:pt x="277821" y="255746"/>
                      <a:pt x="144185" y="255746"/>
                      <a:pt x="61793" y="208121"/>
                    </a:cubicBezTo>
                    <a:cubicBezTo>
                      <a:pt x="-20598" y="160496"/>
                      <a:pt x="-20598" y="83344"/>
                      <a:pt x="61793" y="35719"/>
                    </a:cubicBezTo>
                    <a:cubicBezTo>
                      <a:pt x="144185" y="-11906"/>
                      <a:pt x="277821" y="-11906"/>
                      <a:pt x="360307" y="35719"/>
                    </a:cubicBezTo>
                    <a:cubicBezTo>
                      <a:pt x="442698" y="83344"/>
                      <a:pt x="442698" y="160496"/>
                      <a:pt x="360307" y="208121"/>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25" name="Google Shape;725;p28"/>
              <p:cNvGrpSpPr/>
              <p:nvPr/>
            </p:nvGrpSpPr>
            <p:grpSpPr>
              <a:xfrm>
                <a:off x="3703857" y="5053128"/>
                <a:ext cx="405669" cy="247649"/>
                <a:chOff x="3703857" y="5053128"/>
                <a:chExt cx="405669" cy="247649"/>
              </a:xfrm>
            </p:grpSpPr>
            <p:sp>
              <p:nvSpPr>
                <p:cNvPr id="726" name="Google Shape;726;p28"/>
                <p:cNvSpPr/>
                <p:nvPr/>
              </p:nvSpPr>
              <p:spPr>
                <a:xfrm>
                  <a:off x="3703857" y="5066463"/>
                  <a:ext cx="405574" cy="234314"/>
                </a:xfrm>
                <a:custGeom>
                  <a:avLst/>
                  <a:gdLst/>
                  <a:ahLst/>
                  <a:cxnLst/>
                  <a:rect l="l" t="t" r="r" b="b"/>
                  <a:pathLst>
                    <a:path w="405574" h="234314"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920"/>
                      </a:lnTo>
                      <a:lnTo>
                        <a:pt x="0" y="117920"/>
                      </a:lnTo>
                      <a:cubicBezTo>
                        <a:pt x="381"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0957" y="126968"/>
                      </a:moveTo>
                      <a:cubicBezTo>
                        <a:pt x="31432" y="126968"/>
                        <a:pt x="23717" y="122492"/>
                        <a:pt x="23717" y="117062"/>
                      </a:cubicBezTo>
                      <a:cubicBezTo>
                        <a:pt x="23717" y="111633"/>
                        <a:pt x="31432" y="107156"/>
                        <a:pt x="40957" y="107156"/>
                      </a:cubicBezTo>
                      <a:lnTo>
                        <a:pt x="111062" y="107156"/>
                      </a:lnTo>
                      <a:cubicBezTo>
                        <a:pt x="120587" y="107156"/>
                        <a:pt x="128302" y="111633"/>
                        <a:pt x="128302" y="117062"/>
                      </a:cubicBezTo>
                      <a:cubicBezTo>
                        <a:pt x="128302" y="122492"/>
                        <a:pt x="120587" y="126968"/>
                        <a:pt x="111062" y="126968"/>
                      </a:cubicBezTo>
                      <a:lnTo>
                        <a:pt x="40957" y="126968"/>
                      </a:lnTo>
                      <a:close/>
                      <a:moveTo>
                        <a:pt x="150114" y="161449"/>
                      </a:moveTo>
                      <a:lnTo>
                        <a:pt x="100489" y="190119"/>
                      </a:lnTo>
                      <a:cubicBezTo>
                        <a:pt x="93726" y="194024"/>
                        <a:pt x="82867" y="194024"/>
                        <a:pt x="76105" y="190119"/>
                      </a:cubicBezTo>
                      <a:cubicBezTo>
                        <a:pt x="69342" y="186214"/>
                        <a:pt x="69342" y="179927"/>
                        <a:pt x="76105" y="176117"/>
                      </a:cubicBezTo>
                      <a:lnTo>
                        <a:pt x="125730" y="147447"/>
                      </a:lnTo>
                      <a:cubicBezTo>
                        <a:pt x="132493" y="143542"/>
                        <a:pt x="143351" y="143542"/>
                        <a:pt x="150019" y="147447"/>
                      </a:cubicBezTo>
                      <a:cubicBezTo>
                        <a:pt x="156781" y="151352"/>
                        <a:pt x="156781" y="157639"/>
                        <a:pt x="150019" y="161544"/>
                      </a:cubicBezTo>
                      <a:close/>
                      <a:moveTo>
                        <a:pt x="185547" y="23527"/>
                      </a:moveTo>
                      <a:cubicBezTo>
                        <a:pt x="185547" y="18002"/>
                        <a:pt x="193262" y="13621"/>
                        <a:pt x="202787" y="13621"/>
                      </a:cubicBezTo>
                      <a:cubicBezTo>
                        <a:pt x="212312" y="13621"/>
                        <a:pt x="220027" y="18098"/>
                        <a:pt x="220027" y="23527"/>
                      </a:cubicBezTo>
                      <a:lnTo>
                        <a:pt x="220027" y="64008"/>
                      </a:lnTo>
                      <a:cubicBezTo>
                        <a:pt x="220027" y="69532"/>
                        <a:pt x="212312" y="73914"/>
                        <a:pt x="202787" y="73914"/>
                      </a:cubicBezTo>
                      <a:cubicBezTo>
                        <a:pt x="193262" y="73914"/>
                        <a:pt x="185547" y="69437"/>
                        <a:pt x="185547" y="64008"/>
                      </a:cubicBezTo>
                      <a:lnTo>
                        <a:pt x="185547" y="23527"/>
                      </a:lnTo>
                      <a:close/>
                      <a:moveTo>
                        <a:pt x="202787" y="220313"/>
                      </a:moveTo>
                      <a:cubicBezTo>
                        <a:pt x="193262" y="220313"/>
                        <a:pt x="185547" y="215837"/>
                        <a:pt x="185547" y="210407"/>
                      </a:cubicBezTo>
                      <a:lnTo>
                        <a:pt x="185547" y="169926"/>
                      </a:lnTo>
                      <a:cubicBezTo>
                        <a:pt x="185547" y="164402"/>
                        <a:pt x="193262" y="160020"/>
                        <a:pt x="202787" y="160020"/>
                      </a:cubicBezTo>
                      <a:cubicBezTo>
                        <a:pt x="212312" y="160020"/>
                        <a:pt x="220027" y="164497"/>
                        <a:pt x="220027" y="169926"/>
                      </a:cubicBezTo>
                      <a:lnTo>
                        <a:pt x="220027" y="210407"/>
                      </a:lnTo>
                      <a:cubicBezTo>
                        <a:pt x="220027" y="215932"/>
                        <a:pt x="212312" y="220313"/>
                        <a:pt x="202787" y="220313"/>
                      </a:cubicBezTo>
                      <a:close/>
                      <a:moveTo>
                        <a:pt x="255460" y="72485"/>
                      </a:moveTo>
                      <a:lnTo>
                        <a:pt x="305086" y="43815"/>
                      </a:lnTo>
                      <a:cubicBezTo>
                        <a:pt x="311848" y="39910"/>
                        <a:pt x="322707" y="39910"/>
                        <a:pt x="329374" y="43815"/>
                      </a:cubicBezTo>
                      <a:cubicBezTo>
                        <a:pt x="336137" y="47720"/>
                        <a:pt x="336137" y="54007"/>
                        <a:pt x="329374" y="57912"/>
                      </a:cubicBezTo>
                      <a:lnTo>
                        <a:pt x="279749" y="86582"/>
                      </a:lnTo>
                      <a:cubicBezTo>
                        <a:pt x="272987" y="90488"/>
                        <a:pt x="262128" y="90488"/>
                        <a:pt x="255460" y="86582"/>
                      </a:cubicBezTo>
                      <a:cubicBezTo>
                        <a:pt x="248698" y="82677"/>
                        <a:pt x="248698" y="76390"/>
                        <a:pt x="255460" y="72581"/>
                      </a:cubicBezTo>
                      <a:close/>
                      <a:moveTo>
                        <a:pt x="329374" y="190024"/>
                      </a:moveTo>
                      <a:cubicBezTo>
                        <a:pt x="322612" y="193929"/>
                        <a:pt x="311753" y="193929"/>
                        <a:pt x="305086" y="190024"/>
                      </a:cubicBezTo>
                      <a:lnTo>
                        <a:pt x="255460" y="161354"/>
                      </a:lnTo>
                      <a:cubicBezTo>
                        <a:pt x="248698" y="157448"/>
                        <a:pt x="248698" y="151162"/>
                        <a:pt x="255460" y="147352"/>
                      </a:cubicBezTo>
                      <a:cubicBezTo>
                        <a:pt x="262223" y="143447"/>
                        <a:pt x="273082" y="143447"/>
                        <a:pt x="279749" y="147352"/>
                      </a:cubicBezTo>
                      <a:lnTo>
                        <a:pt x="329374" y="176022"/>
                      </a:lnTo>
                      <a:cubicBezTo>
                        <a:pt x="336137" y="179927"/>
                        <a:pt x="336137" y="186214"/>
                        <a:pt x="329374" y="190024"/>
                      </a:cubicBezTo>
                      <a:close/>
                      <a:moveTo>
                        <a:pt x="364617" y="126873"/>
                      </a:moveTo>
                      <a:lnTo>
                        <a:pt x="294418" y="126873"/>
                      </a:lnTo>
                      <a:cubicBezTo>
                        <a:pt x="284893" y="126873"/>
                        <a:pt x="277177" y="122396"/>
                        <a:pt x="277177" y="116967"/>
                      </a:cubicBezTo>
                      <a:cubicBezTo>
                        <a:pt x="277177"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7" name="Google Shape;727;p28"/>
                <p:cNvSpPr/>
                <p:nvPr/>
              </p:nvSpPr>
              <p:spPr>
                <a:xfrm>
                  <a:off x="3703928" y="5053128"/>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010"/>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7"/>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022"/>
                      </a:cubicBezTo>
                      <a:lnTo>
                        <a:pt x="125658" y="147447"/>
                      </a:lnTo>
                      <a:cubicBezTo>
                        <a:pt x="132421" y="143542"/>
                        <a:pt x="143280" y="143542"/>
                        <a:pt x="149947" y="147447"/>
                      </a:cubicBezTo>
                      <a:cubicBezTo>
                        <a:pt x="156710" y="151352"/>
                        <a:pt x="156710" y="157639"/>
                        <a:pt x="149947" y="161449"/>
                      </a:cubicBezTo>
                      <a:lnTo>
                        <a:pt x="100322" y="190119"/>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8"/>
                      </a:moveTo>
                      <a:cubicBezTo>
                        <a:pt x="193096" y="220408"/>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8"/>
                        <a:pt x="202621" y="220408"/>
                      </a:cubicBezTo>
                      <a:close/>
                      <a:moveTo>
                        <a:pt x="304919" y="190119"/>
                      </a:moveTo>
                      <a:lnTo>
                        <a:pt x="255294" y="161449"/>
                      </a:lnTo>
                      <a:cubicBezTo>
                        <a:pt x="248531" y="157544"/>
                        <a:pt x="248531" y="151257"/>
                        <a:pt x="255294" y="147447"/>
                      </a:cubicBezTo>
                      <a:cubicBezTo>
                        <a:pt x="262057" y="143542"/>
                        <a:pt x="272915" y="143542"/>
                        <a:pt x="279583" y="147447"/>
                      </a:cubicBezTo>
                      <a:lnTo>
                        <a:pt x="329208" y="176022"/>
                      </a:lnTo>
                      <a:cubicBezTo>
                        <a:pt x="335971" y="179927"/>
                        <a:pt x="335971" y="186214"/>
                        <a:pt x="329208" y="190119"/>
                      </a:cubicBezTo>
                      <a:cubicBezTo>
                        <a:pt x="322445" y="194024"/>
                        <a:pt x="311587" y="194024"/>
                        <a:pt x="304919"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8" name="Google Shape;728;p28"/>
                <p:cNvSpPr/>
                <p:nvPr/>
              </p:nvSpPr>
              <p:spPr>
                <a:xfrm>
                  <a:off x="3849512" y="5137210"/>
                  <a:ext cx="114454" cy="46315"/>
                </a:xfrm>
                <a:custGeom>
                  <a:avLst/>
                  <a:gdLst/>
                  <a:ahLst/>
                  <a:cxnLst/>
                  <a:rect l="l" t="t" r="r" b="b"/>
                  <a:pathLst>
                    <a:path w="114454" h="46315" extrusionOk="0">
                      <a:moveTo>
                        <a:pt x="109615" y="46315"/>
                      </a:moveTo>
                      <a:cubicBezTo>
                        <a:pt x="106852" y="42696"/>
                        <a:pt x="102852" y="39267"/>
                        <a:pt x="97708" y="36314"/>
                      </a:cubicBezTo>
                      <a:cubicBezTo>
                        <a:pt x="75325" y="23455"/>
                        <a:pt x="39130" y="23455"/>
                        <a:pt x="16746" y="36314"/>
                      </a:cubicBezTo>
                      <a:cubicBezTo>
                        <a:pt x="11602" y="39267"/>
                        <a:pt x="7602" y="42696"/>
                        <a:pt x="4840" y="46315"/>
                      </a:cubicBezTo>
                      <a:cubicBezTo>
                        <a:pt x="-4400" y="34218"/>
                        <a:pt x="-399" y="19550"/>
                        <a:pt x="16746" y="9644"/>
                      </a:cubicBezTo>
                      <a:cubicBezTo>
                        <a:pt x="39130" y="-3215"/>
                        <a:pt x="75325" y="-3215"/>
                        <a:pt x="97708" y="9644"/>
                      </a:cubicBezTo>
                      <a:cubicBezTo>
                        <a:pt x="114853"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9" name="Google Shape;729;p28"/>
                <p:cNvSpPr/>
                <p:nvPr/>
              </p:nvSpPr>
              <p:spPr>
                <a:xfrm>
                  <a:off x="3854351" y="5163880"/>
                  <a:ext cx="104775" cy="39457"/>
                </a:xfrm>
                <a:custGeom>
                  <a:avLst/>
                  <a:gdLst/>
                  <a:ahLst/>
                  <a:cxnLst/>
                  <a:rect l="l" t="t" r="r" b="b"/>
                  <a:pathLst>
                    <a:path w="104775" h="39457" extrusionOk="0">
                      <a:moveTo>
                        <a:pt x="104775" y="19645"/>
                      </a:moveTo>
                      <a:cubicBezTo>
                        <a:pt x="102013" y="23265"/>
                        <a:pt x="98012" y="26694"/>
                        <a:pt x="92869" y="29742"/>
                      </a:cubicBezTo>
                      <a:cubicBezTo>
                        <a:pt x="70485" y="42696"/>
                        <a:pt x="34290" y="42696"/>
                        <a:pt x="11906" y="29742"/>
                      </a:cubicBezTo>
                      <a:cubicBezTo>
                        <a:pt x="6763" y="26789"/>
                        <a:pt x="2762" y="23360"/>
                        <a:pt x="0" y="19645"/>
                      </a:cubicBezTo>
                      <a:cubicBezTo>
                        <a:pt x="2762" y="16026"/>
                        <a:pt x="6763" y="12597"/>
                        <a:pt x="11906" y="9644"/>
                      </a:cubicBezTo>
                      <a:cubicBezTo>
                        <a:pt x="34290" y="-3215"/>
                        <a:pt x="70485" y="-3215"/>
                        <a:pt x="92869" y="9644"/>
                      </a:cubicBezTo>
                      <a:cubicBezTo>
                        <a:pt x="98012" y="12597"/>
                        <a:pt x="102013" y="16026"/>
                        <a:pt x="104775" y="19645"/>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30" name="Google Shape;730;p28"/>
              <p:cNvGrpSpPr/>
              <p:nvPr/>
            </p:nvGrpSpPr>
            <p:grpSpPr>
              <a:xfrm>
                <a:off x="3727359" y="4965879"/>
                <a:ext cx="358830" cy="305800"/>
                <a:chOff x="3727359" y="4965879"/>
                <a:chExt cx="358830" cy="305800"/>
              </a:xfrm>
            </p:grpSpPr>
            <p:sp>
              <p:nvSpPr>
                <p:cNvPr id="731" name="Google Shape;731;p28"/>
                <p:cNvSpPr/>
                <p:nvPr/>
              </p:nvSpPr>
              <p:spPr>
                <a:xfrm>
                  <a:off x="3727478" y="5069416"/>
                  <a:ext cx="358711" cy="202263"/>
                </a:xfrm>
                <a:custGeom>
                  <a:avLst/>
                  <a:gdLst/>
                  <a:ahLst/>
                  <a:cxnLst/>
                  <a:rect l="l" t="t" r="r" b="b"/>
                  <a:pathLst>
                    <a:path w="358711" h="202263" extrusionOk="0">
                      <a:moveTo>
                        <a:pt x="358616" y="0"/>
                      </a:moveTo>
                      <a:lnTo>
                        <a:pt x="358616" y="98393"/>
                      </a:lnTo>
                      <a:cubicBezTo>
                        <a:pt x="358616" y="125063"/>
                        <a:pt x="340995" y="151733"/>
                        <a:pt x="306038" y="171831"/>
                      </a:cubicBezTo>
                      <a:cubicBezTo>
                        <a:pt x="236125" y="212408"/>
                        <a:pt x="122492" y="212408"/>
                        <a:pt x="52388" y="171831"/>
                      </a:cubicBezTo>
                      <a:cubicBezTo>
                        <a:pt x="17336" y="151733"/>
                        <a:pt x="0" y="125063"/>
                        <a:pt x="0" y="98393"/>
                      </a:cubicBezTo>
                      <a:lnTo>
                        <a:pt x="0" y="0"/>
                      </a:lnTo>
                      <a:lnTo>
                        <a:pt x="35871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2" name="Google Shape;732;p28"/>
                <p:cNvSpPr/>
                <p:nvPr/>
              </p:nvSpPr>
              <p:spPr>
                <a:xfrm>
                  <a:off x="3727383" y="5082179"/>
                  <a:ext cx="358711" cy="110633"/>
                </a:xfrm>
                <a:custGeom>
                  <a:avLst/>
                  <a:gdLst/>
                  <a:ahLst/>
                  <a:cxnLst/>
                  <a:rect l="l" t="t" r="r" b="b"/>
                  <a:pathLst>
                    <a:path w="358711" h="110633" extrusionOk="0">
                      <a:moveTo>
                        <a:pt x="358711" y="0"/>
                      </a:moveTo>
                      <a:cubicBezTo>
                        <a:pt x="358711" y="26479"/>
                        <a:pt x="341090" y="52864"/>
                        <a:pt x="306133" y="73057"/>
                      </a:cubicBezTo>
                      <a:cubicBezTo>
                        <a:pt x="236220" y="113824"/>
                        <a:pt x="122587" y="113824"/>
                        <a:pt x="52483" y="73057"/>
                      </a:cubicBezTo>
                      <a:cubicBezTo>
                        <a:pt x="18288" y="53340"/>
                        <a:pt x="762" y="27622"/>
                        <a:pt x="0" y="1715"/>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0"/>
                      </a:lnTo>
                      <a:lnTo>
                        <a:pt x="358616" y="0"/>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3" name="Google Shape;733;p28"/>
                <p:cNvSpPr/>
                <p:nvPr/>
              </p:nvSpPr>
              <p:spPr>
                <a:xfrm>
                  <a:off x="3727383" y="5099324"/>
                  <a:ext cx="358711" cy="110632"/>
                </a:xfrm>
                <a:custGeom>
                  <a:avLst/>
                  <a:gdLst/>
                  <a:ahLst/>
                  <a:cxnLst/>
                  <a:rect l="l" t="t" r="r" b="b"/>
                  <a:pathLst>
                    <a:path w="358711" h="110632" extrusionOk="0">
                      <a:moveTo>
                        <a:pt x="358711" y="0"/>
                      </a:moveTo>
                      <a:cubicBezTo>
                        <a:pt x="358711" y="26479"/>
                        <a:pt x="341090" y="52959"/>
                        <a:pt x="306133" y="73057"/>
                      </a:cubicBezTo>
                      <a:cubicBezTo>
                        <a:pt x="236220" y="113729"/>
                        <a:pt x="122587" y="113729"/>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95"/>
                      </a:lnTo>
                      <a:lnTo>
                        <a:pt x="358616" y="95"/>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4" name="Google Shape;734;p28"/>
                <p:cNvSpPr/>
                <p:nvPr/>
              </p:nvSpPr>
              <p:spPr>
                <a:xfrm>
                  <a:off x="3727383" y="5116565"/>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5" name="Google Shape;735;p28"/>
                <p:cNvSpPr/>
                <p:nvPr/>
              </p:nvSpPr>
              <p:spPr>
                <a:xfrm>
                  <a:off x="3727383" y="5133709"/>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95"/>
                      </a:lnTo>
                      <a:lnTo>
                        <a:pt x="358616" y="95"/>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6" name="Google Shape;736;p28"/>
                <p:cNvSpPr/>
                <p:nvPr/>
              </p:nvSpPr>
              <p:spPr>
                <a:xfrm>
                  <a:off x="3727383" y="5150855"/>
                  <a:ext cx="358711" cy="110632"/>
                </a:xfrm>
                <a:custGeom>
                  <a:avLst/>
                  <a:gdLst/>
                  <a:ahLst/>
                  <a:cxnLst/>
                  <a:rect l="l" t="t" r="r" b="b"/>
                  <a:pathLst>
                    <a:path w="358711" h="110632" extrusionOk="0">
                      <a:moveTo>
                        <a:pt x="358711" y="0"/>
                      </a:moveTo>
                      <a:cubicBezTo>
                        <a:pt x="358711" y="26479"/>
                        <a:pt x="341090" y="52864"/>
                        <a:pt x="306133" y="73057"/>
                      </a:cubicBezTo>
                      <a:cubicBezTo>
                        <a:pt x="236220" y="113728"/>
                        <a:pt x="122587" y="113728"/>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7" name="Google Shape;737;p28"/>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8" name="Google Shape;738;p28"/>
                <p:cNvSpPr/>
                <p:nvPr/>
              </p:nvSpPr>
              <p:spPr>
                <a:xfrm>
                  <a:off x="3741504" y="4974118"/>
                  <a:ext cx="330446" cy="190785"/>
                </a:xfrm>
                <a:custGeom>
                  <a:avLst/>
                  <a:gdLst/>
                  <a:ahLst/>
                  <a:cxnLst/>
                  <a:rect l="l" t="t" r="r" b="b"/>
                  <a:pathLst>
                    <a:path w="330446" h="190785" extrusionOk="0">
                      <a:moveTo>
                        <a:pt x="48363" y="162639"/>
                      </a:moveTo>
                      <a:cubicBezTo>
                        <a:pt x="112943" y="200168"/>
                        <a:pt x="217622" y="200168"/>
                        <a:pt x="282012" y="162639"/>
                      </a:cubicBezTo>
                      <a:cubicBezTo>
                        <a:pt x="346591" y="125492"/>
                        <a:pt x="346591" y="65008"/>
                        <a:pt x="282012" y="27861"/>
                      </a:cubicBezTo>
                      <a:cubicBezTo>
                        <a:pt x="217622" y="-9287"/>
                        <a:pt x="112943" y="-9287"/>
                        <a:pt x="48363" y="27861"/>
                      </a:cubicBezTo>
                      <a:cubicBezTo>
                        <a:pt x="-16121" y="65008"/>
                        <a:pt x="-16121" y="125492"/>
                        <a:pt x="48363" y="16263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9" name="Google Shape;739;p28"/>
                <p:cNvSpPr/>
                <p:nvPr/>
              </p:nvSpPr>
              <p:spPr>
                <a:xfrm>
                  <a:off x="3752172" y="4980190"/>
                  <a:ext cx="309014" cy="178474"/>
                </a:xfrm>
                <a:custGeom>
                  <a:avLst/>
                  <a:gdLst/>
                  <a:ahLst/>
                  <a:cxnLst/>
                  <a:rect l="l" t="t" r="r" b="b"/>
                  <a:pathLst>
                    <a:path w="309014" h="178474" extrusionOk="0">
                      <a:moveTo>
                        <a:pt x="45220" y="152186"/>
                      </a:moveTo>
                      <a:cubicBezTo>
                        <a:pt x="105609" y="187238"/>
                        <a:pt x="203526" y="187238"/>
                        <a:pt x="263723" y="152186"/>
                      </a:cubicBezTo>
                      <a:cubicBezTo>
                        <a:pt x="324112" y="117419"/>
                        <a:pt x="324112" y="60841"/>
                        <a:pt x="263723" y="26075"/>
                      </a:cubicBezTo>
                      <a:cubicBezTo>
                        <a:pt x="203526" y="-8692"/>
                        <a:pt x="105609" y="-8692"/>
                        <a:pt x="45220" y="26075"/>
                      </a:cubicBezTo>
                      <a:cubicBezTo>
                        <a:pt x="-15073" y="60841"/>
                        <a:pt x="-15073" y="117324"/>
                        <a:pt x="45220" y="15218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0" name="Google Shape;740;p28"/>
                <p:cNvSpPr/>
                <p:nvPr/>
              </p:nvSpPr>
              <p:spPr>
                <a:xfrm>
                  <a:off x="3760768" y="4985524"/>
                  <a:ext cx="291917" cy="168568"/>
                </a:xfrm>
                <a:custGeom>
                  <a:avLst/>
                  <a:gdLst/>
                  <a:ahLst/>
                  <a:cxnLst/>
                  <a:rect l="l" t="t" r="r" b="b"/>
                  <a:pathLst>
                    <a:path w="291917" h="168568" extrusionOk="0">
                      <a:moveTo>
                        <a:pt x="42720" y="143708"/>
                      </a:moveTo>
                      <a:cubicBezTo>
                        <a:pt x="99774" y="176855"/>
                        <a:pt x="192262" y="176855"/>
                        <a:pt x="249126" y="143708"/>
                      </a:cubicBezTo>
                      <a:cubicBezTo>
                        <a:pt x="306181" y="110847"/>
                        <a:pt x="306181" y="57507"/>
                        <a:pt x="249126" y="24646"/>
                      </a:cubicBezTo>
                      <a:cubicBezTo>
                        <a:pt x="192262" y="-8215"/>
                        <a:pt x="99774" y="-8215"/>
                        <a:pt x="42720" y="24646"/>
                      </a:cubicBezTo>
                      <a:cubicBezTo>
                        <a:pt x="-14240" y="57507"/>
                        <a:pt x="-14240" y="110847"/>
                        <a:pt x="42720" y="14370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1" name="Google Shape;741;p28"/>
                <p:cNvSpPr/>
                <p:nvPr/>
              </p:nvSpPr>
              <p:spPr>
                <a:xfrm>
                  <a:off x="3769793" y="4990263"/>
                  <a:ext cx="273962" cy="158257"/>
                </a:xfrm>
                <a:custGeom>
                  <a:avLst/>
                  <a:gdLst/>
                  <a:ahLst/>
                  <a:cxnLst/>
                  <a:rect l="l" t="t" r="r" b="b"/>
                  <a:pathLst>
                    <a:path w="273962" h="158257" extrusionOk="0">
                      <a:moveTo>
                        <a:pt x="40076" y="134969"/>
                      </a:moveTo>
                      <a:cubicBezTo>
                        <a:pt x="93607" y="166021"/>
                        <a:pt x="180475" y="166021"/>
                        <a:pt x="233815" y="134969"/>
                      </a:cubicBezTo>
                      <a:cubicBezTo>
                        <a:pt x="287346" y="104108"/>
                        <a:pt x="287346" y="54007"/>
                        <a:pt x="233815" y="23146"/>
                      </a:cubicBezTo>
                      <a:cubicBezTo>
                        <a:pt x="180475" y="-7715"/>
                        <a:pt x="93607" y="-7715"/>
                        <a:pt x="40076" y="23146"/>
                      </a:cubicBezTo>
                      <a:cubicBezTo>
                        <a:pt x="-13359" y="53912"/>
                        <a:pt x="-13359" y="104108"/>
                        <a:pt x="40076" y="13496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2" name="Google Shape;742;p28"/>
                <p:cNvSpPr/>
                <p:nvPr/>
              </p:nvSpPr>
              <p:spPr>
                <a:xfrm>
                  <a:off x="3777342" y="4995073"/>
                  <a:ext cx="258770" cy="149471"/>
                </a:xfrm>
                <a:custGeom>
                  <a:avLst/>
                  <a:gdLst/>
                  <a:ahLst/>
                  <a:cxnLst/>
                  <a:rect l="l" t="t" r="r" b="b"/>
                  <a:pathLst>
                    <a:path w="258770" h="149471" extrusionOk="0">
                      <a:moveTo>
                        <a:pt x="37862" y="127397"/>
                      </a:moveTo>
                      <a:cubicBezTo>
                        <a:pt x="88440" y="156829"/>
                        <a:pt x="170450" y="156829"/>
                        <a:pt x="220837" y="127397"/>
                      </a:cubicBezTo>
                      <a:cubicBezTo>
                        <a:pt x="271415" y="98251"/>
                        <a:pt x="271415" y="50911"/>
                        <a:pt x="220837" y="21860"/>
                      </a:cubicBezTo>
                      <a:cubicBezTo>
                        <a:pt x="170450" y="-7287"/>
                        <a:pt x="88440" y="-7287"/>
                        <a:pt x="37862" y="21860"/>
                      </a:cubicBezTo>
                      <a:cubicBezTo>
                        <a:pt x="-12621" y="51007"/>
                        <a:pt x="-12621" y="98346"/>
                        <a:pt x="37862" y="127397"/>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3" name="Google Shape;743;p28"/>
                <p:cNvSpPr/>
                <p:nvPr/>
              </p:nvSpPr>
              <p:spPr>
                <a:xfrm>
                  <a:off x="3784890" y="4999026"/>
                  <a:ext cx="243673" cy="140731"/>
                </a:xfrm>
                <a:custGeom>
                  <a:avLst/>
                  <a:gdLst/>
                  <a:ahLst/>
                  <a:cxnLst/>
                  <a:rect l="l" t="t" r="r" b="b"/>
                  <a:pathLst>
                    <a:path w="243673" h="140731" extrusionOk="0">
                      <a:moveTo>
                        <a:pt x="35647" y="120015"/>
                      </a:moveTo>
                      <a:cubicBezTo>
                        <a:pt x="83272" y="147638"/>
                        <a:pt x="160520" y="147638"/>
                        <a:pt x="207955" y="120015"/>
                      </a:cubicBezTo>
                      <a:cubicBezTo>
                        <a:pt x="255580" y="92583"/>
                        <a:pt x="255580" y="48006"/>
                        <a:pt x="207955" y="20574"/>
                      </a:cubicBezTo>
                      <a:cubicBezTo>
                        <a:pt x="160520" y="-6858"/>
                        <a:pt x="83272" y="-6858"/>
                        <a:pt x="35647" y="20574"/>
                      </a:cubicBezTo>
                      <a:cubicBezTo>
                        <a:pt x="-11882" y="48006"/>
                        <a:pt x="-11882" y="92583"/>
                        <a:pt x="35647" y="120015"/>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4" name="Google Shape;744;p28"/>
                <p:cNvSpPr/>
                <p:nvPr/>
              </p:nvSpPr>
              <p:spPr>
                <a:xfrm>
                  <a:off x="3791677" y="5003217"/>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5" name="Google Shape;745;p28"/>
                <p:cNvSpPr/>
                <p:nvPr/>
              </p:nvSpPr>
              <p:spPr>
                <a:xfrm>
                  <a:off x="3798702" y="5007098"/>
                  <a:ext cx="216074" cy="124753"/>
                </a:xfrm>
                <a:custGeom>
                  <a:avLst/>
                  <a:gdLst/>
                  <a:ahLst/>
                  <a:cxnLst/>
                  <a:rect l="l" t="t" r="r" b="b"/>
                  <a:pathLst>
                    <a:path w="216074" h="124753" extrusionOk="0">
                      <a:moveTo>
                        <a:pt x="31647" y="106323"/>
                      </a:moveTo>
                      <a:cubicBezTo>
                        <a:pt x="73843" y="130897"/>
                        <a:pt x="142327" y="130897"/>
                        <a:pt x="184428" y="106323"/>
                      </a:cubicBezTo>
                      <a:cubicBezTo>
                        <a:pt x="226624" y="82034"/>
                        <a:pt x="226624" y="42505"/>
                        <a:pt x="184428" y="18216"/>
                      </a:cubicBezTo>
                      <a:cubicBezTo>
                        <a:pt x="142327" y="-6072"/>
                        <a:pt x="73843" y="-6072"/>
                        <a:pt x="31647" y="18216"/>
                      </a:cubicBezTo>
                      <a:cubicBezTo>
                        <a:pt x="-10549" y="42505"/>
                        <a:pt x="-10549" y="82034"/>
                        <a:pt x="31647" y="106323"/>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6" name="Google Shape;746;p28"/>
                <p:cNvSpPr/>
                <p:nvPr/>
              </p:nvSpPr>
              <p:spPr>
                <a:xfrm>
                  <a:off x="3804679" y="5010765"/>
                  <a:ext cx="204097" cy="117824"/>
                </a:xfrm>
                <a:custGeom>
                  <a:avLst/>
                  <a:gdLst/>
                  <a:ahLst/>
                  <a:cxnLst/>
                  <a:rect l="l" t="t" r="r" b="b"/>
                  <a:pathLst>
                    <a:path w="204097" h="117824" extrusionOk="0">
                      <a:moveTo>
                        <a:pt x="29861" y="100465"/>
                      </a:moveTo>
                      <a:cubicBezTo>
                        <a:pt x="69771" y="123611"/>
                        <a:pt x="134445" y="123611"/>
                        <a:pt x="174165" y="100465"/>
                      </a:cubicBezTo>
                      <a:cubicBezTo>
                        <a:pt x="214075" y="77510"/>
                        <a:pt x="214075" y="40172"/>
                        <a:pt x="174165" y="17216"/>
                      </a:cubicBezTo>
                      <a:cubicBezTo>
                        <a:pt x="134445" y="-5739"/>
                        <a:pt x="69771" y="-5739"/>
                        <a:pt x="29861" y="17216"/>
                      </a:cubicBezTo>
                      <a:cubicBezTo>
                        <a:pt x="-9954" y="40172"/>
                        <a:pt x="-9954" y="77510"/>
                        <a:pt x="29861" y="10046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7" name="Google Shape;747;p28"/>
                <p:cNvSpPr/>
                <p:nvPr/>
              </p:nvSpPr>
              <p:spPr>
                <a:xfrm>
                  <a:off x="3810155" y="5013695"/>
                  <a:ext cx="193167" cy="111489"/>
                </a:xfrm>
                <a:custGeom>
                  <a:avLst/>
                  <a:gdLst/>
                  <a:ahLst/>
                  <a:cxnLst/>
                  <a:rect l="l" t="t" r="r" b="b"/>
                  <a:pathLst>
                    <a:path w="193167" h="111489" extrusionOk="0">
                      <a:moveTo>
                        <a:pt x="28289" y="95059"/>
                      </a:moveTo>
                      <a:cubicBezTo>
                        <a:pt x="66008" y="116967"/>
                        <a:pt x="127254" y="116967"/>
                        <a:pt x="164878" y="95059"/>
                      </a:cubicBezTo>
                      <a:cubicBezTo>
                        <a:pt x="202597" y="73342"/>
                        <a:pt x="202597" y="38005"/>
                        <a:pt x="164878" y="16288"/>
                      </a:cubicBezTo>
                      <a:cubicBezTo>
                        <a:pt x="127254" y="-5429"/>
                        <a:pt x="66103" y="-5429"/>
                        <a:pt x="28289" y="16288"/>
                      </a:cubicBezTo>
                      <a:cubicBezTo>
                        <a:pt x="-9430" y="38005"/>
                        <a:pt x="-9430" y="73342"/>
                        <a:pt x="28289" y="9505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8" name="Google Shape;748;p28"/>
                <p:cNvSpPr/>
                <p:nvPr/>
              </p:nvSpPr>
              <p:spPr>
                <a:xfrm>
                  <a:off x="3815537" y="5017004"/>
                  <a:ext cx="182403" cy="105251"/>
                </a:xfrm>
                <a:custGeom>
                  <a:avLst/>
                  <a:gdLst/>
                  <a:ahLst/>
                  <a:cxnLst/>
                  <a:rect l="l" t="t" r="r" b="b"/>
                  <a:pathLst>
                    <a:path w="182403" h="105251" extrusionOk="0">
                      <a:moveTo>
                        <a:pt x="26718" y="89749"/>
                      </a:moveTo>
                      <a:cubicBezTo>
                        <a:pt x="62341" y="110419"/>
                        <a:pt x="120158" y="110419"/>
                        <a:pt x="155686" y="89749"/>
                      </a:cubicBezTo>
                      <a:cubicBezTo>
                        <a:pt x="191310" y="69271"/>
                        <a:pt x="191310" y="35838"/>
                        <a:pt x="155686" y="15359"/>
                      </a:cubicBezTo>
                      <a:cubicBezTo>
                        <a:pt x="120158" y="-5120"/>
                        <a:pt x="62341" y="-5120"/>
                        <a:pt x="26718" y="15359"/>
                      </a:cubicBezTo>
                      <a:cubicBezTo>
                        <a:pt x="-8906" y="35933"/>
                        <a:pt x="-8906" y="69271"/>
                        <a:pt x="26718" y="8974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9" name="Google Shape;749;p28"/>
                <p:cNvSpPr/>
                <p:nvPr/>
              </p:nvSpPr>
              <p:spPr>
                <a:xfrm>
                  <a:off x="3820824" y="5019862"/>
                  <a:ext cx="171807" cy="99250"/>
                </a:xfrm>
                <a:custGeom>
                  <a:avLst/>
                  <a:gdLst/>
                  <a:ahLst/>
                  <a:cxnLst/>
                  <a:rect l="l" t="t" r="r" b="b"/>
                  <a:pathLst>
                    <a:path w="171807" h="99250" extrusionOk="0">
                      <a:moveTo>
                        <a:pt x="25146" y="84606"/>
                      </a:moveTo>
                      <a:cubicBezTo>
                        <a:pt x="58769"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0" name="Google Shape;750;p28"/>
                <p:cNvSpPr/>
                <p:nvPr/>
              </p:nvSpPr>
              <p:spPr>
                <a:xfrm>
                  <a:off x="3825681" y="5022743"/>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2004"/>
                        <a:pt x="138493" y="13716"/>
                      </a:cubicBezTo>
                      <a:cubicBezTo>
                        <a:pt x="106870" y="-4572"/>
                        <a:pt x="55435" y="-4572"/>
                        <a:pt x="23717" y="13716"/>
                      </a:cubicBezTo>
                      <a:cubicBezTo>
                        <a:pt x="-7906" y="32004"/>
                        <a:pt x="-7906" y="61627"/>
                        <a:pt x="23717" y="7991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1" name="Google Shape;751;p28"/>
                <p:cNvSpPr/>
                <p:nvPr/>
              </p:nvSpPr>
              <p:spPr>
                <a:xfrm>
                  <a:off x="3830539" y="5025505"/>
                  <a:ext cx="152304" cy="87892"/>
                </a:xfrm>
                <a:custGeom>
                  <a:avLst/>
                  <a:gdLst/>
                  <a:ahLst/>
                  <a:cxnLst/>
                  <a:rect l="l" t="t" r="r" b="b"/>
                  <a:pathLst>
                    <a:path w="152304" h="87892" extrusionOk="0">
                      <a:moveTo>
                        <a:pt x="22288" y="74962"/>
                      </a:moveTo>
                      <a:cubicBezTo>
                        <a:pt x="52102" y="92202"/>
                        <a:pt x="100298" y="92202"/>
                        <a:pt x="130016" y="74962"/>
                      </a:cubicBezTo>
                      <a:cubicBezTo>
                        <a:pt x="159734" y="57817"/>
                        <a:pt x="159734" y="30004"/>
                        <a:pt x="130016" y="12859"/>
                      </a:cubicBezTo>
                      <a:cubicBezTo>
                        <a:pt x="100298" y="-4286"/>
                        <a:pt x="52102" y="-4286"/>
                        <a:pt x="22288" y="12859"/>
                      </a:cubicBezTo>
                      <a:cubicBezTo>
                        <a:pt x="-7429" y="30004"/>
                        <a:pt x="-7429" y="57817"/>
                        <a:pt x="22288" y="74962"/>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2" name="Google Shape;752;p28"/>
                <p:cNvSpPr/>
                <p:nvPr/>
              </p:nvSpPr>
              <p:spPr>
                <a:xfrm>
                  <a:off x="3834801" y="5028125"/>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3" name="Google Shape;753;p28"/>
                <p:cNvSpPr/>
                <p:nvPr/>
              </p:nvSpPr>
              <p:spPr>
                <a:xfrm>
                  <a:off x="3841921" y="5032387"/>
                  <a:ext cx="129635" cy="74794"/>
                </a:xfrm>
                <a:custGeom>
                  <a:avLst/>
                  <a:gdLst/>
                  <a:ahLst/>
                  <a:cxnLst/>
                  <a:rect l="l" t="t" r="r" b="b"/>
                  <a:pathLst>
                    <a:path w="129635" h="74794" extrusionOk="0">
                      <a:moveTo>
                        <a:pt x="19002" y="63794"/>
                      </a:moveTo>
                      <a:cubicBezTo>
                        <a:pt x="44339" y="78462"/>
                        <a:pt x="85392" y="78462"/>
                        <a:pt x="110633" y="63794"/>
                      </a:cubicBezTo>
                      <a:cubicBezTo>
                        <a:pt x="135969" y="49220"/>
                        <a:pt x="135969" y="25503"/>
                        <a:pt x="110633" y="10930"/>
                      </a:cubicBezTo>
                      <a:cubicBezTo>
                        <a:pt x="85392" y="-3643"/>
                        <a:pt x="44339" y="-3643"/>
                        <a:pt x="19002" y="10930"/>
                      </a:cubicBezTo>
                      <a:cubicBezTo>
                        <a:pt x="-6334" y="25503"/>
                        <a:pt x="-6334" y="49220"/>
                        <a:pt x="19002" y="637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4" name="Google Shape;754;p28"/>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55" name="Google Shape;755;p28"/>
              <p:cNvGrpSpPr/>
              <p:nvPr/>
            </p:nvGrpSpPr>
            <p:grpSpPr>
              <a:xfrm>
                <a:off x="3703857" y="4939685"/>
                <a:ext cx="405669" cy="247649"/>
                <a:chOff x="3703857" y="4939685"/>
                <a:chExt cx="405669" cy="247649"/>
              </a:xfrm>
            </p:grpSpPr>
            <p:sp>
              <p:nvSpPr>
                <p:cNvPr id="756" name="Google Shape;756;p28"/>
                <p:cNvSpPr/>
                <p:nvPr/>
              </p:nvSpPr>
              <p:spPr>
                <a:xfrm>
                  <a:off x="3703857" y="4953115"/>
                  <a:ext cx="405574" cy="234219"/>
                </a:xfrm>
                <a:custGeom>
                  <a:avLst/>
                  <a:gdLst/>
                  <a:ahLst/>
                  <a:cxnLst/>
                  <a:rect l="l" t="t" r="r" b="b"/>
                  <a:pathLst>
                    <a:path w="405574" h="234219"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824"/>
                      </a:lnTo>
                      <a:lnTo>
                        <a:pt x="0" y="117824"/>
                      </a:lnTo>
                      <a:cubicBezTo>
                        <a:pt x="381" y="147542"/>
                        <a:pt x="20098" y="177165"/>
                        <a:pt x="59341" y="199930"/>
                      </a:cubicBezTo>
                      <a:cubicBezTo>
                        <a:pt x="138589" y="245650"/>
                        <a:pt x="266986" y="245650"/>
                        <a:pt x="346138" y="199930"/>
                      </a:cubicBezTo>
                      <a:cubicBezTo>
                        <a:pt x="385763" y="177070"/>
                        <a:pt x="405574" y="147066"/>
                        <a:pt x="405574" y="117157"/>
                      </a:cubicBezTo>
                      <a:lnTo>
                        <a:pt x="405574" y="103823"/>
                      </a:lnTo>
                      <a:lnTo>
                        <a:pt x="404241" y="103823"/>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910"/>
                      </a:cubicBezTo>
                      <a:close/>
                      <a:moveTo>
                        <a:pt x="40957" y="126873"/>
                      </a:moveTo>
                      <a:cubicBezTo>
                        <a:pt x="31432" y="126873"/>
                        <a:pt x="23717" y="122396"/>
                        <a:pt x="23717" y="116967"/>
                      </a:cubicBezTo>
                      <a:cubicBezTo>
                        <a:pt x="23717" y="111538"/>
                        <a:pt x="31432" y="107061"/>
                        <a:pt x="40957" y="107061"/>
                      </a:cubicBezTo>
                      <a:lnTo>
                        <a:pt x="111062" y="107061"/>
                      </a:lnTo>
                      <a:cubicBezTo>
                        <a:pt x="120587" y="107061"/>
                        <a:pt x="128302" y="111538"/>
                        <a:pt x="128302" y="116967"/>
                      </a:cubicBezTo>
                      <a:cubicBezTo>
                        <a:pt x="128302" y="122396"/>
                        <a:pt x="120587" y="126873"/>
                        <a:pt x="111062" y="126873"/>
                      </a:cubicBezTo>
                      <a:lnTo>
                        <a:pt x="40957" y="126873"/>
                      </a:lnTo>
                      <a:close/>
                      <a:moveTo>
                        <a:pt x="150114" y="161354"/>
                      </a:moveTo>
                      <a:lnTo>
                        <a:pt x="100489" y="190024"/>
                      </a:lnTo>
                      <a:cubicBezTo>
                        <a:pt x="93726" y="193929"/>
                        <a:pt x="82867" y="193929"/>
                        <a:pt x="76105" y="190024"/>
                      </a:cubicBezTo>
                      <a:cubicBezTo>
                        <a:pt x="69342" y="186119"/>
                        <a:pt x="69342" y="179832"/>
                        <a:pt x="76105" y="176022"/>
                      </a:cubicBezTo>
                      <a:lnTo>
                        <a:pt x="125730" y="147352"/>
                      </a:lnTo>
                      <a:cubicBezTo>
                        <a:pt x="132493" y="143447"/>
                        <a:pt x="143351" y="143447"/>
                        <a:pt x="150019" y="147352"/>
                      </a:cubicBezTo>
                      <a:cubicBezTo>
                        <a:pt x="156781" y="151257"/>
                        <a:pt x="156781" y="157544"/>
                        <a:pt x="150019" y="161354"/>
                      </a:cubicBezTo>
                      <a:close/>
                      <a:moveTo>
                        <a:pt x="185547" y="23431"/>
                      </a:moveTo>
                      <a:cubicBezTo>
                        <a:pt x="185547" y="17907"/>
                        <a:pt x="193262" y="13525"/>
                        <a:pt x="202787" y="13525"/>
                      </a:cubicBezTo>
                      <a:cubicBezTo>
                        <a:pt x="212312" y="13525"/>
                        <a:pt x="220027" y="18002"/>
                        <a:pt x="220027" y="23431"/>
                      </a:cubicBezTo>
                      <a:lnTo>
                        <a:pt x="220027" y="63913"/>
                      </a:lnTo>
                      <a:cubicBezTo>
                        <a:pt x="220027" y="69437"/>
                        <a:pt x="212312" y="73819"/>
                        <a:pt x="202787" y="73819"/>
                      </a:cubicBezTo>
                      <a:cubicBezTo>
                        <a:pt x="193262" y="73819"/>
                        <a:pt x="185547" y="69342"/>
                        <a:pt x="185547" y="63913"/>
                      </a:cubicBezTo>
                      <a:lnTo>
                        <a:pt x="185547" y="23431"/>
                      </a:lnTo>
                      <a:close/>
                      <a:moveTo>
                        <a:pt x="202787" y="220218"/>
                      </a:moveTo>
                      <a:cubicBezTo>
                        <a:pt x="193262" y="220218"/>
                        <a:pt x="185547" y="215741"/>
                        <a:pt x="185547" y="210312"/>
                      </a:cubicBezTo>
                      <a:lnTo>
                        <a:pt x="185547" y="169831"/>
                      </a:lnTo>
                      <a:cubicBezTo>
                        <a:pt x="185547" y="164306"/>
                        <a:pt x="193262" y="159925"/>
                        <a:pt x="202787" y="159925"/>
                      </a:cubicBezTo>
                      <a:cubicBezTo>
                        <a:pt x="212312" y="159925"/>
                        <a:pt x="220027" y="164402"/>
                        <a:pt x="220027" y="169831"/>
                      </a:cubicBezTo>
                      <a:lnTo>
                        <a:pt x="220027" y="210312"/>
                      </a:lnTo>
                      <a:cubicBezTo>
                        <a:pt x="220027" y="215837"/>
                        <a:pt x="212312" y="220218"/>
                        <a:pt x="202787" y="220218"/>
                      </a:cubicBezTo>
                      <a:close/>
                      <a:moveTo>
                        <a:pt x="255460" y="72390"/>
                      </a:moveTo>
                      <a:lnTo>
                        <a:pt x="305086" y="43720"/>
                      </a:lnTo>
                      <a:cubicBezTo>
                        <a:pt x="311848" y="39815"/>
                        <a:pt x="322707" y="39815"/>
                        <a:pt x="329374" y="43720"/>
                      </a:cubicBezTo>
                      <a:cubicBezTo>
                        <a:pt x="336137" y="47625"/>
                        <a:pt x="336137" y="53912"/>
                        <a:pt x="329374" y="57722"/>
                      </a:cubicBezTo>
                      <a:lnTo>
                        <a:pt x="279749" y="86392"/>
                      </a:lnTo>
                      <a:cubicBezTo>
                        <a:pt x="272987" y="90297"/>
                        <a:pt x="262128" y="90297"/>
                        <a:pt x="255460" y="86392"/>
                      </a:cubicBezTo>
                      <a:cubicBezTo>
                        <a:pt x="248698" y="82487"/>
                        <a:pt x="248698" y="76200"/>
                        <a:pt x="255460" y="72390"/>
                      </a:cubicBezTo>
                      <a:close/>
                      <a:moveTo>
                        <a:pt x="329374" y="189929"/>
                      </a:moveTo>
                      <a:cubicBezTo>
                        <a:pt x="322612" y="193834"/>
                        <a:pt x="311753" y="193834"/>
                        <a:pt x="305086" y="189929"/>
                      </a:cubicBezTo>
                      <a:lnTo>
                        <a:pt x="255460" y="161258"/>
                      </a:lnTo>
                      <a:cubicBezTo>
                        <a:pt x="248698" y="157353"/>
                        <a:pt x="248698" y="151066"/>
                        <a:pt x="255460" y="147256"/>
                      </a:cubicBezTo>
                      <a:cubicBezTo>
                        <a:pt x="262223" y="143351"/>
                        <a:pt x="273082" y="143351"/>
                        <a:pt x="279749" y="147256"/>
                      </a:cubicBezTo>
                      <a:lnTo>
                        <a:pt x="329374" y="175927"/>
                      </a:lnTo>
                      <a:cubicBezTo>
                        <a:pt x="336137" y="179832"/>
                        <a:pt x="336137" y="186119"/>
                        <a:pt x="329374" y="189929"/>
                      </a:cubicBezTo>
                      <a:close/>
                      <a:moveTo>
                        <a:pt x="364617" y="126778"/>
                      </a:moveTo>
                      <a:lnTo>
                        <a:pt x="294418" y="126778"/>
                      </a:lnTo>
                      <a:cubicBezTo>
                        <a:pt x="284893" y="126778"/>
                        <a:pt x="277177" y="122301"/>
                        <a:pt x="277177" y="116872"/>
                      </a:cubicBezTo>
                      <a:cubicBezTo>
                        <a:pt x="277177" y="111442"/>
                        <a:pt x="284893" y="106966"/>
                        <a:pt x="294418" y="106966"/>
                      </a:cubicBezTo>
                      <a:lnTo>
                        <a:pt x="364617" y="106966"/>
                      </a:lnTo>
                      <a:cubicBezTo>
                        <a:pt x="374142" y="106966"/>
                        <a:pt x="381857" y="111442"/>
                        <a:pt x="381857" y="116872"/>
                      </a:cubicBezTo>
                      <a:cubicBezTo>
                        <a:pt x="381857" y="122301"/>
                        <a:pt x="374142" y="126778"/>
                        <a:pt x="364617" y="126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7" name="Google Shape;757;p28"/>
                <p:cNvSpPr/>
                <p:nvPr/>
              </p:nvSpPr>
              <p:spPr>
                <a:xfrm>
                  <a:off x="3703928" y="4939685"/>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105"/>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8"/>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117"/>
                      </a:cubicBezTo>
                      <a:lnTo>
                        <a:pt x="125658" y="147447"/>
                      </a:lnTo>
                      <a:cubicBezTo>
                        <a:pt x="132421" y="143542"/>
                        <a:pt x="143280" y="143542"/>
                        <a:pt x="149947" y="147447"/>
                      </a:cubicBezTo>
                      <a:cubicBezTo>
                        <a:pt x="156710" y="151352"/>
                        <a:pt x="156710" y="157639"/>
                        <a:pt x="149947" y="161544"/>
                      </a:cubicBezTo>
                      <a:lnTo>
                        <a:pt x="100322" y="190214"/>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9"/>
                      </a:moveTo>
                      <a:cubicBezTo>
                        <a:pt x="193096" y="220409"/>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9"/>
                        <a:pt x="202621" y="220409"/>
                      </a:cubicBezTo>
                      <a:close/>
                      <a:moveTo>
                        <a:pt x="304919" y="190119"/>
                      </a:moveTo>
                      <a:lnTo>
                        <a:pt x="255294" y="161449"/>
                      </a:lnTo>
                      <a:cubicBezTo>
                        <a:pt x="248531" y="157544"/>
                        <a:pt x="248531" y="151257"/>
                        <a:pt x="255294" y="147352"/>
                      </a:cubicBezTo>
                      <a:cubicBezTo>
                        <a:pt x="262057" y="143447"/>
                        <a:pt x="272915" y="143447"/>
                        <a:pt x="279583" y="147352"/>
                      </a:cubicBezTo>
                      <a:lnTo>
                        <a:pt x="329208" y="176022"/>
                      </a:lnTo>
                      <a:cubicBezTo>
                        <a:pt x="335971" y="179927"/>
                        <a:pt x="335971" y="186214"/>
                        <a:pt x="329208" y="190024"/>
                      </a:cubicBezTo>
                      <a:cubicBezTo>
                        <a:pt x="322445" y="193929"/>
                        <a:pt x="311587" y="193929"/>
                        <a:pt x="304919"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8" name="Google Shape;758;p28"/>
                <p:cNvSpPr/>
                <p:nvPr/>
              </p:nvSpPr>
              <p:spPr>
                <a:xfrm>
                  <a:off x="3849512" y="5023791"/>
                  <a:ext cx="114454" cy="46386"/>
                </a:xfrm>
                <a:custGeom>
                  <a:avLst/>
                  <a:gdLst/>
                  <a:ahLst/>
                  <a:cxnLst/>
                  <a:rect l="l" t="t" r="r" b="b"/>
                  <a:pathLst>
                    <a:path w="114454" h="46386" extrusionOk="0">
                      <a:moveTo>
                        <a:pt x="109615" y="46387"/>
                      </a:moveTo>
                      <a:cubicBezTo>
                        <a:pt x="106852" y="42767"/>
                        <a:pt x="102852" y="39338"/>
                        <a:pt x="97708" y="36385"/>
                      </a:cubicBezTo>
                      <a:cubicBezTo>
                        <a:pt x="75325" y="23432"/>
                        <a:pt x="39130" y="23432"/>
                        <a:pt x="16746" y="36385"/>
                      </a:cubicBezTo>
                      <a:cubicBezTo>
                        <a:pt x="11602" y="39338"/>
                        <a:pt x="7602" y="42767"/>
                        <a:pt x="4840" y="46387"/>
                      </a:cubicBezTo>
                      <a:cubicBezTo>
                        <a:pt x="-4400" y="34290"/>
                        <a:pt x="-399" y="19622"/>
                        <a:pt x="16746" y="9716"/>
                      </a:cubicBezTo>
                      <a:cubicBezTo>
                        <a:pt x="39130" y="-3239"/>
                        <a:pt x="75325" y="-3239"/>
                        <a:pt x="97708" y="9716"/>
                      </a:cubicBezTo>
                      <a:cubicBezTo>
                        <a:pt x="114853"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9" name="Google Shape;759;p28"/>
                <p:cNvSpPr/>
                <p:nvPr/>
              </p:nvSpPr>
              <p:spPr>
                <a:xfrm>
                  <a:off x="3854351" y="5050461"/>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60"/>
        <p:cNvGrpSpPr/>
        <p:nvPr/>
      </p:nvGrpSpPr>
      <p:grpSpPr>
        <a:xfrm>
          <a:off x="0" y="0"/>
          <a:ext cx="0" cy="0"/>
          <a:chOff x="0" y="0"/>
          <a:chExt cx="0" cy="0"/>
        </a:xfrm>
      </p:grpSpPr>
      <p:pic>
        <p:nvPicPr>
          <p:cNvPr id="761" name="Google Shape;761;p29"/>
          <p:cNvPicPr preferRelativeResize="0"/>
          <p:nvPr/>
        </p:nvPicPr>
        <p:blipFill rotWithShape="1">
          <a:blip r:embed="rId2">
            <a:alphaModFix/>
          </a:blip>
          <a:srcRect t="129" b="129"/>
          <a:stretch/>
        </p:blipFill>
        <p:spPr>
          <a:xfrm>
            <a:off x="-15924" y="0"/>
            <a:ext cx="9175849" cy="5143500"/>
          </a:xfrm>
          <a:prstGeom prst="rect">
            <a:avLst/>
          </a:prstGeom>
          <a:noFill/>
          <a:ln>
            <a:noFill/>
          </a:ln>
        </p:spPr>
      </p:pic>
      <p:pic>
        <p:nvPicPr>
          <p:cNvPr id="762" name="Google Shape;762;p29"/>
          <p:cNvPicPr preferRelativeResize="0"/>
          <p:nvPr/>
        </p:nvPicPr>
        <p:blipFill rotWithShape="1">
          <a:blip r:embed="rId2">
            <a:alphaModFix/>
          </a:blip>
          <a:srcRect t="129" b="129"/>
          <a:stretch/>
        </p:blipFill>
        <p:spPr>
          <a:xfrm>
            <a:off x="-15924" y="0"/>
            <a:ext cx="9175849" cy="5143500"/>
          </a:xfrm>
          <a:prstGeom prst="rect">
            <a:avLst/>
          </a:prstGeom>
          <a:noFill/>
          <a:ln>
            <a:noFill/>
          </a:ln>
        </p:spPr>
      </p:pic>
      <p:grpSp>
        <p:nvGrpSpPr>
          <p:cNvPr id="763" name="Google Shape;763;p29"/>
          <p:cNvGrpSpPr/>
          <p:nvPr/>
        </p:nvGrpSpPr>
        <p:grpSpPr>
          <a:xfrm>
            <a:off x="116071" y="4249843"/>
            <a:ext cx="8904291" cy="815643"/>
            <a:chOff x="116071" y="4249843"/>
            <a:chExt cx="8904291" cy="815643"/>
          </a:xfrm>
        </p:grpSpPr>
        <p:grpSp>
          <p:nvGrpSpPr>
            <p:cNvPr id="764" name="Google Shape;764;p29"/>
            <p:cNvGrpSpPr/>
            <p:nvPr/>
          </p:nvGrpSpPr>
          <p:grpSpPr>
            <a:xfrm>
              <a:off x="116071" y="4249843"/>
              <a:ext cx="639842" cy="559831"/>
              <a:chOff x="4037470" y="4779094"/>
              <a:chExt cx="422171" cy="369379"/>
            </a:xfrm>
          </p:grpSpPr>
          <p:sp>
            <p:nvSpPr>
              <p:cNvPr id="765" name="Google Shape;765;p29"/>
              <p:cNvSpPr/>
              <p:nvPr/>
            </p:nvSpPr>
            <p:spPr>
              <a:xfrm>
                <a:off x="4037470" y="4904728"/>
                <a:ext cx="422171" cy="243745"/>
              </a:xfrm>
              <a:custGeom>
                <a:avLst/>
                <a:gdLst/>
                <a:ahLst/>
                <a:cxnLst/>
                <a:rect l="l" t="t" r="r" b="b"/>
                <a:pathLst>
                  <a:path w="422171" h="243745" extrusionOk="0">
                    <a:moveTo>
                      <a:pt x="360378" y="208026"/>
                    </a:moveTo>
                    <a:cubicBezTo>
                      <a:pt x="277892" y="255651"/>
                      <a:pt x="144256" y="255651"/>
                      <a:pt x="61865" y="208026"/>
                    </a:cubicBezTo>
                    <a:cubicBezTo>
                      <a:pt x="-20622" y="160401"/>
                      <a:pt x="-20622" y="83249"/>
                      <a:pt x="61865" y="35719"/>
                    </a:cubicBezTo>
                    <a:cubicBezTo>
                      <a:pt x="144256" y="-11906"/>
                      <a:pt x="277987" y="-11906"/>
                      <a:pt x="360378" y="35719"/>
                    </a:cubicBezTo>
                    <a:cubicBezTo>
                      <a:pt x="442770" y="83344"/>
                      <a:pt x="442770"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66" name="Google Shape;766;p29"/>
              <p:cNvGrpSpPr/>
              <p:nvPr/>
            </p:nvGrpSpPr>
            <p:grpSpPr>
              <a:xfrm>
                <a:off x="4045709" y="4892537"/>
                <a:ext cx="405669" cy="247649"/>
                <a:chOff x="4045709" y="4892537"/>
                <a:chExt cx="405669" cy="247649"/>
              </a:xfrm>
            </p:grpSpPr>
            <p:sp>
              <p:nvSpPr>
                <p:cNvPr id="767" name="Google Shape;767;p29"/>
                <p:cNvSpPr/>
                <p:nvPr/>
              </p:nvSpPr>
              <p:spPr>
                <a:xfrm>
                  <a:off x="4045709" y="4905871"/>
                  <a:ext cx="405669" cy="234315"/>
                </a:xfrm>
                <a:custGeom>
                  <a:avLst/>
                  <a:gdLst/>
                  <a:ahLst/>
                  <a:cxnLst/>
                  <a:rect l="l" t="t" r="r" b="b"/>
                  <a:pathLst>
                    <a:path w="405669" h="234315" extrusionOk="0">
                      <a:moveTo>
                        <a:pt x="404336" y="103727"/>
                      </a:moveTo>
                      <a:cubicBezTo>
                        <a:pt x="399288" y="78391"/>
                        <a:pt x="379952" y="53721"/>
                        <a:pt x="346234" y="34290"/>
                      </a:cubicBezTo>
                      <a:cubicBezTo>
                        <a:pt x="267081" y="-11430"/>
                        <a:pt x="138589" y="-11430"/>
                        <a:pt x="59436" y="34290"/>
                      </a:cubicBezTo>
                      <a:cubicBezTo>
                        <a:pt x="25527" y="53911"/>
                        <a:pt x="6096" y="78676"/>
                        <a:pt x="1238" y="104299"/>
                      </a:cubicBezTo>
                      <a:lnTo>
                        <a:pt x="0" y="103823"/>
                      </a:lnTo>
                      <a:lnTo>
                        <a:pt x="0" y="117919"/>
                      </a:lnTo>
                      <a:lnTo>
                        <a:pt x="0" y="117919"/>
                      </a:lnTo>
                      <a:cubicBezTo>
                        <a:pt x="381" y="147638"/>
                        <a:pt x="20098" y="177260"/>
                        <a:pt x="59436" y="200025"/>
                      </a:cubicBezTo>
                      <a:cubicBezTo>
                        <a:pt x="138589" y="245745"/>
                        <a:pt x="267081" y="245745"/>
                        <a:pt x="346234" y="200025"/>
                      </a:cubicBezTo>
                      <a:cubicBezTo>
                        <a:pt x="385858" y="177165"/>
                        <a:pt x="405670" y="147161"/>
                        <a:pt x="405670" y="117253"/>
                      </a:cubicBezTo>
                      <a:lnTo>
                        <a:pt x="405670" y="103918"/>
                      </a:lnTo>
                      <a:lnTo>
                        <a:pt x="404336" y="103918"/>
                      </a:lnTo>
                      <a:close/>
                      <a:moveTo>
                        <a:pt x="76200" y="43910"/>
                      </a:moveTo>
                      <a:cubicBezTo>
                        <a:pt x="82963" y="40005"/>
                        <a:pt x="93821" y="40005"/>
                        <a:pt x="100584" y="43910"/>
                      </a:cubicBezTo>
                      <a:lnTo>
                        <a:pt x="150209" y="72581"/>
                      </a:lnTo>
                      <a:cubicBezTo>
                        <a:pt x="156877" y="76486"/>
                        <a:pt x="156877" y="82772"/>
                        <a:pt x="150209" y="86677"/>
                      </a:cubicBezTo>
                      <a:cubicBezTo>
                        <a:pt x="143446" y="90583"/>
                        <a:pt x="132588" y="90583"/>
                        <a:pt x="125825" y="86677"/>
                      </a:cubicBezTo>
                      <a:lnTo>
                        <a:pt x="76200" y="58007"/>
                      </a:lnTo>
                      <a:cubicBezTo>
                        <a:pt x="69533" y="54102"/>
                        <a:pt x="69533" y="47816"/>
                        <a:pt x="76200" y="44006"/>
                      </a:cubicBezTo>
                      <a:close/>
                      <a:moveTo>
                        <a:pt x="40958" y="126968"/>
                      </a:moveTo>
                      <a:cubicBezTo>
                        <a:pt x="31433" y="126968"/>
                        <a:pt x="23717" y="122492"/>
                        <a:pt x="23717" y="117062"/>
                      </a:cubicBezTo>
                      <a:cubicBezTo>
                        <a:pt x="23717" y="111633"/>
                        <a:pt x="31433" y="107156"/>
                        <a:pt x="40958" y="107156"/>
                      </a:cubicBezTo>
                      <a:lnTo>
                        <a:pt x="111062" y="107156"/>
                      </a:lnTo>
                      <a:cubicBezTo>
                        <a:pt x="120587" y="107156"/>
                        <a:pt x="128302" y="111633"/>
                        <a:pt x="128302" y="117062"/>
                      </a:cubicBezTo>
                      <a:cubicBezTo>
                        <a:pt x="128302" y="122492"/>
                        <a:pt x="120587" y="126968"/>
                        <a:pt x="111062" y="126968"/>
                      </a:cubicBezTo>
                      <a:lnTo>
                        <a:pt x="40958" y="126968"/>
                      </a:lnTo>
                      <a:close/>
                      <a:moveTo>
                        <a:pt x="150114" y="161449"/>
                      </a:moveTo>
                      <a:lnTo>
                        <a:pt x="100489" y="190119"/>
                      </a:lnTo>
                      <a:cubicBezTo>
                        <a:pt x="93821" y="194024"/>
                        <a:pt x="82868" y="194024"/>
                        <a:pt x="76105" y="190119"/>
                      </a:cubicBezTo>
                      <a:cubicBezTo>
                        <a:pt x="69437" y="186214"/>
                        <a:pt x="69437" y="179927"/>
                        <a:pt x="76105" y="176117"/>
                      </a:cubicBezTo>
                      <a:lnTo>
                        <a:pt x="125730" y="147447"/>
                      </a:lnTo>
                      <a:cubicBezTo>
                        <a:pt x="132493" y="143542"/>
                        <a:pt x="143351" y="143542"/>
                        <a:pt x="150114" y="147447"/>
                      </a:cubicBezTo>
                      <a:cubicBezTo>
                        <a:pt x="156877" y="151352"/>
                        <a:pt x="156781" y="157639"/>
                        <a:pt x="150114" y="161544"/>
                      </a:cubicBezTo>
                      <a:close/>
                      <a:moveTo>
                        <a:pt x="185547" y="23527"/>
                      </a:moveTo>
                      <a:cubicBezTo>
                        <a:pt x="185547" y="18002"/>
                        <a:pt x="193262" y="13621"/>
                        <a:pt x="202787" y="13621"/>
                      </a:cubicBezTo>
                      <a:cubicBezTo>
                        <a:pt x="212312" y="13621"/>
                        <a:pt x="220028" y="18098"/>
                        <a:pt x="219932" y="23527"/>
                      </a:cubicBezTo>
                      <a:lnTo>
                        <a:pt x="219932" y="64008"/>
                      </a:lnTo>
                      <a:cubicBezTo>
                        <a:pt x="219932" y="69533"/>
                        <a:pt x="212217" y="73914"/>
                        <a:pt x="202787" y="73914"/>
                      </a:cubicBezTo>
                      <a:cubicBezTo>
                        <a:pt x="193358" y="73914"/>
                        <a:pt x="185547" y="69437"/>
                        <a:pt x="185547" y="64008"/>
                      </a:cubicBezTo>
                      <a:lnTo>
                        <a:pt x="185547" y="23527"/>
                      </a:lnTo>
                      <a:close/>
                      <a:moveTo>
                        <a:pt x="202787" y="220313"/>
                      </a:moveTo>
                      <a:cubicBezTo>
                        <a:pt x="193262" y="220313"/>
                        <a:pt x="185547" y="215836"/>
                        <a:pt x="185547" y="210407"/>
                      </a:cubicBezTo>
                      <a:lnTo>
                        <a:pt x="185547" y="169926"/>
                      </a:lnTo>
                      <a:cubicBezTo>
                        <a:pt x="185547" y="164401"/>
                        <a:pt x="193262" y="160020"/>
                        <a:pt x="202787" y="160020"/>
                      </a:cubicBezTo>
                      <a:cubicBezTo>
                        <a:pt x="212312" y="160020"/>
                        <a:pt x="220028" y="164497"/>
                        <a:pt x="220028" y="169926"/>
                      </a:cubicBezTo>
                      <a:lnTo>
                        <a:pt x="220028" y="210407"/>
                      </a:lnTo>
                      <a:cubicBezTo>
                        <a:pt x="220028" y="215836"/>
                        <a:pt x="212312" y="220313"/>
                        <a:pt x="202787" y="220313"/>
                      </a:cubicBezTo>
                      <a:close/>
                      <a:moveTo>
                        <a:pt x="255461" y="72485"/>
                      </a:moveTo>
                      <a:lnTo>
                        <a:pt x="305086" y="43815"/>
                      </a:lnTo>
                      <a:cubicBezTo>
                        <a:pt x="311848" y="39910"/>
                        <a:pt x="322707" y="39910"/>
                        <a:pt x="329375" y="43815"/>
                      </a:cubicBezTo>
                      <a:cubicBezTo>
                        <a:pt x="336137" y="47720"/>
                        <a:pt x="336137" y="54007"/>
                        <a:pt x="329375" y="57817"/>
                      </a:cubicBezTo>
                      <a:lnTo>
                        <a:pt x="279749" y="86487"/>
                      </a:lnTo>
                      <a:cubicBezTo>
                        <a:pt x="272987" y="90392"/>
                        <a:pt x="262128" y="90392"/>
                        <a:pt x="255365" y="86487"/>
                      </a:cubicBezTo>
                      <a:cubicBezTo>
                        <a:pt x="248698" y="82582"/>
                        <a:pt x="248698" y="76295"/>
                        <a:pt x="255365" y="72390"/>
                      </a:cubicBezTo>
                      <a:close/>
                      <a:moveTo>
                        <a:pt x="329375" y="190024"/>
                      </a:moveTo>
                      <a:cubicBezTo>
                        <a:pt x="322707" y="193929"/>
                        <a:pt x="311753" y="193929"/>
                        <a:pt x="305086" y="190024"/>
                      </a:cubicBezTo>
                      <a:lnTo>
                        <a:pt x="255461" y="161354"/>
                      </a:lnTo>
                      <a:cubicBezTo>
                        <a:pt x="248698" y="157448"/>
                        <a:pt x="248698" y="151162"/>
                        <a:pt x="255461" y="147257"/>
                      </a:cubicBezTo>
                      <a:cubicBezTo>
                        <a:pt x="262128" y="143351"/>
                        <a:pt x="273082" y="143351"/>
                        <a:pt x="279749" y="147257"/>
                      </a:cubicBezTo>
                      <a:lnTo>
                        <a:pt x="329375" y="175927"/>
                      </a:lnTo>
                      <a:cubicBezTo>
                        <a:pt x="336137" y="179832"/>
                        <a:pt x="336137" y="186118"/>
                        <a:pt x="329375" y="189929"/>
                      </a:cubicBezTo>
                      <a:close/>
                      <a:moveTo>
                        <a:pt x="364617" y="126873"/>
                      </a:moveTo>
                      <a:lnTo>
                        <a:pt x="294418" y="126873"/>
                      </a:lnTo>
                      <a:cubicBezTo>
                        <a:pt x="284893" y="126873"/>
                        <a:pt x="277178" y="122396"/>
                        <a:pt x="277178" y="116967"/>
                      </a:cubicBezTo>
                      <a:cubicBezTo>
                        <a:pt x="277178"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8" name="Google Shape;768;p29"/>
                <p:cNvSpPr/>
                <p:nvPr/>
              </p:nvSpPr>
              <p:spPr>
                <a:xfrm>
                  <a:off x="4045709" y="4892537"/>
                  <a:ext cx="405598" cy="234219"/>
                </a:xfrm>
                <a:custGeom>
                  <a:avLst/>
                  <a:gdLst/>
                  <a:ahLst/>
                  <a:cxnLst/>
                  <a:rect l="l" t="t" r="r" b="b"/>
                  <a:pathLst>
                    <a:path w="405598" h="234219" extrusionOk="0">
                      <a:moveTo>
                        <a:pt x="346234" y="34290"/>
                      </a:moveTo>
                      <a:cubicBezTo>
                        <a:pt x="267081" y="-11430"/>
                        <a:pt x="138589" y="-11430"/>
                        <a:pt x="59436" y="34290"/>
                      </a:cubicBezTo>
                      <a:cubicBezTo>
                        <a:pt x="-19812" y="80010"/>
                        <a:pt x="-19812" y="154115"/>
                        <a:pt x="59436" y="199930"/>
                      </a:cubicBezTo>
                      <a:cubicBezTo>
                        <a:pt x="138589" y="245650"/>
                        <a:pt x="267081" y="245650"/>
                        <a:pt x="346234" y="199930"/>
                      </a:cubicBezTo>
                      <a:cubicBezTo>
                        <a:pt x="425386" y="154210"/>
                        <a:pt x="425386" y="80105"/>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773"/>
                      </a:cubicBezTo>
                      <a:cubicBezTo>
                        <a:pt x="143446" y="90678"/>
                        <a:pt x="132588" y="90678"/>
                        <a:pt x="125825" y="86773"/>
                      </a:cubicBezTo>
                      <a:lnTo>
                        <a:pt x="76200" y="58102"/>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677"/>
                      </a:moveTo>
                      <a:cubicBezTo>
                        <a:pt x="273082" y="90583"/>
                        <a:pt x="262223" y="90583"/>
                        <a:pt x="255461" y="86677"/>
                      </a:cubicBezTo>
                      <a:cubicBezTo>
                        <a:pt x="248793" y="82772"/>
                        <a:pt x="248793" y="76486"/>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156"/>
                      </a:moveTo>
                      <a:lnTo>
                        <a:pt x="364712" y="107156"/>
                      </a:lnTo>
                      <a:cubicBezTo>
                        <a:pt x="374237" y="107156"/>
                        <a:pt x="381953" y="111633"/>
                        <a:pt x="381953" y="117062"/>
                      </a:cubicBezTo>
                      <a:cubicBezTo>
                        <a:pt x="381953" y="122492"/>
                        <a:pt x="374237" y="126968"/>
                        <a:pt x="364712" y="126968"/>
                      </a:cubicBezTo>
                      <a:lnTo>
                        <a:pt x="294513" y="126968"/>
                      </a:lnTo>
                      <a:cubicBezTo>
                        <a:pt x="284988" y="126968"/>
                        <a:pt x="277273" y="122492"/>
                        <a:pt x="277273" y="117062"/>
                      </a:cubicBezTo>
                      <a:cubicBezTo>
                        <a:pt x="277273" y="111633"/>
                        <a:pt x="284988" y="107156"/>
                        <a:pt x="294513" y="107156"/>
                      </a:cubicBezTo>
                      <a:close/>
                      <a:moveTo>
                        <a:pt x="202883" y="220504"/>
                      </a:moveTo>
                      <a:cubicBezTo>
                        <a:pt x="193358" y="220504"/>
                        <a:pt x="185642" y="216027"/>
                        <a:pt x="185642" y="210598"/>
                      </a:cubicBezTo>
                      <a:lnTo>
                        <a:pt x="185642" y="170117"/>
                      </a:lnTo>
                      <a:cubicBezTo>
                        <a:pt x="185642" y="164592"/>
                        <a:pt x="193358" y="160210"/>
                        <a:pt x="202883" y="160210"/>
                      </a:cubicBezTo>
                      <a:cubicBezTo>
                        <a:pt x="212408" y="160210"/>
                        <a:pt x="220123" y="164687"/>
                        <a:pt x="220123" y="170117"/>
                      </a:cubicBezTo>
                      <a:lnTo>
                        <a:pt x="220123" y="210598"/>
                      </a:lnTo>
                      <a:cubicBezTo>
                        <a:pt x="220123" y="216122"/>
                        <a:pt x="212408" y="220504"/>
                        <a:pt x="202883" y="220504"/>
                      </a:cubicBezTo>
                      <a:close/>
                      <a:moveTo>
                        <a:pt x="305181" y="190214"/>
                      </a:moveTo>
                      <a:lnTo>
                        <a:pt x="255556" y="161544"/>
                      </a:lnTo>
                      <a:cubicBezTo>
                        <a:pt x="248793" y="157639"/>
                        <a:pt x="248793" y="151352"/>
                        <a:pt x="255556" y="147542"/>
                      </a:cubicBezTo>
                      <a:cubicBezTo>
                        <a:pt x="262223" y="143637"/>
                        <a:pt x="273177" y="143637"/>
                        <a:pt x="279844" y="147542"/>
                      </a:cubicBezTo>
                      <a:lnTo>
                        <a:pt x="329470" y="176212"/>
                      </a:lnTo>
                      <a:cubicBezTo>
                        <a:pt x="336233" y="180118"/>
                        <a:pt x="336233" y="186404"/>
                        <a:pt x="329470" y="190214"/>
                      </a:cubicBezTo>
                      <a:cubicBezTo>
                        <a:pt x="322802" y="194119"/>
                        <a:pt x="311848" y="194119"/>
                        <a:pt x="305181"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9" name="Google Shape;769;p29"/>
                <p:cNvSpPr/>
                <p:nvPr/>
              </p:nvSpPr>
              <p:spPr>
                <a:xfrm>
                  <a:off x="4191364" y="4976547"/>
                  <a:ext cx="114454" cy="46386"/>
                </a:xfrm>
                <a:custGeom>
                  <a:avLst/>
                  <a:gdLst/>
                  <a:ahLst/>
                  <a:cxnLst/>
                  <a:rect l="l" t="t" r="r" b="b"/>
                  <a:pathLst>
                    <a:path w="114454" h="46386" extrusionOk="0">
                      <a:moveTo>
                        <a:pt x="109615" y="46387"/>
                      </a:moveTo>
                      <a:cubicBezTo>
                        <a:pt x="106852" y="42767"/>
                        <a:pt x="102852" y="39338"/>
                        <a:pt x="97709" y="36290"/>
                      </a:cubicBezTo>
                      <a:cubicBezTo>
                        <a:pt x="75325" y="23336"/>
                        <a:pt x="39130" y="23336"/>
                        <a:pt x="16746" y="36290"/>
                      </a:cubicBezTo>
                      <a:cubicBezTo>
                        <a:pt x="11602" y="39243"/>
                        <a:pt x="7602" y="42672"/>
                        <a:pt x="4840" y="46387"/>
                      </a:cubicBezTo>
                      <a:cubicBezTo>
                        <a:pt x="-4400" y="34290"/>
                        <a:pt x="-399" y="19621"/>
                        <a:pt x="16746" y="9716"/>
                      </a:cubicBezTo>
                      <a:cubicBezTo>
                        <a:pt x="39130" y="-3239"/>
                        <a:pt x="75325" y="-3239"/>
                        <a:pt x="97709" y="9716"/>
                      </a:cubicBezTo>
                      <a:cubicBezTo>
                        <a:pt x="114853" y="19621"/>
                        <a:pt x="118854" y="34290"/>
                        <a:pt x="109615" y="46387"/>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0" name="Google Shape;770;p29"/>
                <p:cNvSpPr/>
                <p:nvPr/>
              </p:nvSpPr>
              <p:spPr>
                <a:xfrm>
                  <a:off x="4196204" y="5003122"/>
                  <a:ext cx="104775" cy="39528"/>
                </a:xfrm>
                <a:custGeom>
                  <a:avLst/>
                  <a:gdLst/>
                  <a:ahLst/>
                  <a:cxnLst/>
                  <a:rect l="l" t="t" r="r" b="b"/>
                  <a:pathLst>
                    <a:path w="104775" h="39528" extrusionOk="0">
                      <a:moveTo>
                        <a:pt x="104775" y="19812"/>
                      </a:moveTo>
                      <a:cubicBezTo>
                        <a:pt x="102013" y="23431"/>
                        <a:pt x="98012" y="26861"/>
                        <a:pt x="92869" y="29813"/>
                      </a:cubicBezTo>
                      <a:cubicBezTo>
                        <a:pt x="70485" y="42767"/>
                        <a:pt x="34290" y="42767"/>
                        <a:pt x="11906" y="29813"/>
                      </a:cubicBezTo>
                      <a:cubicBezTo>
                        <a:pt x="6763" y="26861"/>
                        <a:pt x="2762" y="23431"/>
                        <a:pt x="0" y="19812"/>
                      </a:cubicBezTo>
                      <a:cubicBezTo>
                        <a:pt x="2762" y="16192"/>
                        <a:pt x="6763" y="12763"/>
                        <a:pt x="11906" y="9715"/>
                      </a:cubicBezTo>
                      <a:cubicBezTo>
                        <a:pt x="34290" y="-3238"/>
                        <a:pt x="70485" y="-3238"/>
                        <a:pt x="92869" y="9715"/>
                      </a:cubicBezTo>
                      <a:cubicBezTo>
                        <a:pt x="98012" y="12668"/>
                        <a:pt x="102013" y="16097"/>
                        <a:pt x="104775" y="19812"/>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71" name="Google Shape;771;p29"/>
              <p:cNvGrpSpPr/>
              <p:nvPr/>
            </p:nvGrpSpPr>
            <p:grpSpPr>
              <a:xfrm>
                <a:off x="4069212" y="4805192"/>
                <a:ext cx="358735" cy="305895"/>
                <a:chOff x="4069212" y="4805192"/>
                <a:chExt cx="358735" cy="305895"/>
              </a:xfrm>
            </p:grpSpPr>
            <p:sp>
              <p:nvSpPr>
                <p:cNvPr id="772" name="Google Shape;772;p29"/>
                <p:cNvSpPr/>
                <p:nvPr/>
              </p:nvSpPr>
              <p:spPr>
                <a:xfrm>
                  <a:off x="4069235" y="4908824"/>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2" y="212407"/>
                        <a:pt x="52388" y="171831"/>
                      </a:cubicBezTo>
                      <a:cubicBezTo>
                        <a:pt x="17336" y="151733"/>
                        <a:pt x="0" y="125063"/>
                        <a:pt x="0" y="98393"/>
                      </a:cubicBezTo>
                      <a:lnTo>
                        <a:pt x="0" y="0"/>
                      </a:lnTo>
                      <a:lnTo>
                        <a:pt x="3587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3" name="Google Shape;773;p29"/>
                <p:cNvSpPr/>
                <p:nvPr/>
              </p:nvSpPr>
              <p:spPr>
                <a:xfrm>
                  <a:off x="4069235" y="4921492"/>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4" name="Google Shape;774;p29"/>
                <p:cNvSpPr/>
                <p:nvPr/>
              </p:nvSpPr>
              <p:spPr>
                <a:xfrm>
                  <a:off x="4069235" y="493873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5" name="Google Shape;775;p29"/>
                <p:cNvSpPr/>
                <p:nvPr/>
              </p:nvSpPr>
              <p:spPr>
                <a:xfrm>
                  <a:off x="4069235" y="4955878"/>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6" name="Google Shape;776;p29"/>
                <p:cNvSpPr/>
                <p:nvPr/>
              </p:nvSpPr>
              <p:spPr>
                <a:xfrm>
                  <a:off x="4069235" y="4973118"/>
                  <a:ext cx="358711" cy="110632"/>
                </a:xfrm>
                <a:custGeom>
                  <a:avLst/>
                  <a:gdLst/>
                  <a:ahLst/>
                  <a:cxnLst/>
                  <a:rect l="l" t="t" r="r" b="b"/>
                  <a:pathLst>
                    <a:path w="358711" h="110632" extrusionOk="0">
                      <a:moveTo>
                        <a:pt x="358712" y="0"/>
                      </a:moveTo>
                      <a:cubicBezTo>
                        <a:pt x="358712" y="26479"/>
                        <a:pt x="341090" y="52864"/>
                        <a:pt x="306134" y="73057"/>
                      </a:cubicBezTo>
                      <a:cubicBezTo>
                        <a:pt x="236220" y="113824"/>
                        <a:pt x="122587" y="113824"/>
                        <a:pt x="52483" y="73057"/>
                      </a:cubicBezTo>
                      <a:cubicBezTo>
                        <a:pt x="18288" y="53340"/>
                        <a:pt x="762" y="27622"/>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7" name="Google Shape;777;p29"/>
                <p:cNvSpPr/>
                <p:nvPr/>
              </p:nvSpPr>
              <p:spPr>
                <a:xfrm>
                  <a:off x="4069235" y="499026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622"/>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8" name="Google Shape;778;p29"/>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9" name="Google Shape;779;p29"/>
                <p:cNvSpPr/>
                <p:nvPr/>
              </p:nvSpPr>
              <p:spPr>
                <a:xfrm>
                  <a:off x="4083356" y="4813360"/>
                  <a:ext cx="330445" cy="190857"/>
                </a:xfrm>
                <a:custGeom>
                  <a:avLst/>
                  <a:gdLst/>
                  <a:ahLst/>
                  <a:cxnLst/>
                  <a:rect l="l" t="t" r="r" b="b"/>
                  <a:pathLst>
                    <a:path w="330445" h="190857" extrusionOk="0">
                      <a:moveTo>
                        <a:pt x="48363" y="162711"/>
                      </a:moveTo>
                      <a:cubicBezTo>
                        <a:pt x="112943" y="200239"/>
                        <a:pt x="217623" y="200239"/>
                        <a:pt x="282011" y="162711"/>
                      </a:cubicBezTo>
                      <a:cubicBezTo>
                        <a:pt x="346591" y="125563"/>
                        <a:pt x="346591" y="65080"/>
                        <a:pt x="282011" y="27932"/>
                      </a:cubicBezTo>
                      <a:cubicBezTo>
                        <a:pt x="217623" y="-9311"/>
                        <a:pt x="112943" y="-9311"/>
                        <a:pt x="48363" y="27932"/>
                      </a:cubicBezTo>
                      <a:cubicBezTo>
                        <a:pt x="-16121" y="65080"/>
                        <a:pt x="-16121" y="125563"/>
                        <a:pt x="48363" y="16271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0" name="Google Shape;780;p29"/>
                <p:cNvSpPr/>
                <p:nvPr/>
              </p:nvSpPr>
              <p:spPr>
                <a:xfrm>
                  <a:off x="4094024" y="4819504"/>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1" name="Google Shape;781;p29"/>
                <p:cNvSpPr/>
                <p:nvPr/>
              </p:nvSpPr>
              <p:spPr>
                <a:xfrm>
                  <a:off x="4102621" y="4824933"/>
                  <a:ext cx="291917" cy="168568"/>
                </a:xfrm>
                <a:custGeom>
                  <a:avLst/>
                  <a:gdLst/>
                  <a:ahLst/>
                  <a:cxnLst/>
                  <a:rect l="l" t="t" r="r" b="b"/>
                  <a:pathLst>
                    <a:path w="291917" h="168568" extrusionOk="0">
                      <a:moveTo>
                        <a:pt x="42719" y="143709"/>
                      </a:moveTo>
                      <a:cubicBezTo>
                        <a:pt x="99774" y="176855"/>
                        <a:pt x="192262" y="176855"/>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2" name="Google Shape;782;p29"/>
                <p:cNvSpPr/>
                <p:nvPr/>
              </p:nvSpPr>
              <p:spPr>
                <a:xfrm>
                  <a:off x="4111550" y="4829672"/>
                  <a:ext cx="273962" cy="158329"/>
                </a:xfrm>
                <a:custGeom>
                  <a:avLst/>
                  <a:gdLst/>
                  <a:ahLst/>
                  <a:cxnLst/>
                  <a:rect l="l" t="t" r="r" b="b"/>
                  <a:pathLst>
                    <a:path w="273962" h="158329" extrusionOk="0">
                      <a:moveTo>
                        <a:pt x="40076" y="134969"/>
                      </a:moveTo>
                      <a:cubicBezTo>
                        <a:pt x="93607" y="166116"/>
                        <a:pt x="180475" y="166116"/>
                        <a:pt x="233815" y="134969"/>
                      </a:cubicBezTo>
                      <a:cubicBezTo>
                        <a:pt x="287346" y="104108"/>
                        <a:pt x="287346" y="54007"/>
                        <a:pt x="233815" y="23146"/>
                      </a:cubicBezTo>
                      <a:cubicBezTo>
                        <a:pt x="180475" y="-7715"/>
                        <a:pt x="93607" y="-7715"/>
                        <a:pt x="40076" y="23146"/>
                      </a:cubicBezTo>
                      <a:cubicBezTo>
                        <a:pt x="-13359" y="54007"/>
                        <a:pt x="-13359" y="104108"/>
                        <a:pt x="40076" y="13496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3" name="Google Shape;783;p29"/>
                <p:cNvSpPr/>
                <p:nvPr/>
              </p:nvSpPr>
              <p:spPr>
                <a:xfrm>
                  <a:off x="4119194" y="4834386"/>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4" name="Google Shape;784;p29"/>
                <p:cNvSpPr/>
                <p:nvPr/>
              </p:nvSpPr>
              <p:spPr>
                <a:xfrm>
                  <a:off x="4126743" y="4838434"/>
                  <a:ext cx="243673" cy="140803"/>
                </a:xfrm>
                <a:custGeom>
                  <a:avLst/>
                  <a:gdLst/>
                  <a:ahLst/>
                  <a:cxnLst/>
                  <a:rect l="l" t="t" r="r" b="b"/>
                  <a:pathLst>
                    <a:path w="243673" h="140803" extrusionOk="0">
                      <a:moveTo>
                        <a:pt x="35647" y="120015"/>
                      </a:moveTo>
                      <a:cubicBezTo>
                        <a:pt x="83272" y="147733"/>
                        <a:pt x="160520" y="147733"/>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5" name="Google Shape;785;p29"/>
                <p:cNvSpPr/>
                <p:nvPr/>
              </p:nvSpPr>
              <p:spPr>
                <a:xfrm>
                  <a:off x="4133505" y="4842626"/>
                  <a:ext cx="230147" cy="132921"/>
                </a:xfrm>
                <a:custGeom>
                  <a:avLst/>
                  <a:gdLst/>
                  <a:ahLst/>
                  <a:cxnLst/>
                  <a:rect l="l" t="t" r="r" b="b"/>
                  <a:pathLst>
                    <a:path w="230147" h="132921" extrusionOk="0">
                      <a:moveTo>
                        <a:pt x="33647" y="113347"/>
                      </a:moveTo>
                      <a:cubicBezTo>
                        <a:pt x="78605" y="139446"/>
                        <a:pt x="151567" y="139446"/>
                        <a:pt x="196429" y="113347"/>
                      </a:cubicBezTo>
                      <a:cubicBezTo>
                        <a:pt x="241387" y="87439"/>
                        <a:pt x="241387" y="45339"/>
                        <a:pt x="196429" y="19431"/>
                      </a:cubicBezTo>
                      <a:cubicBezTo>
                        <a:pt x="151567" y="-6477"/>
                        <a:pt x="78700" y="-6477"/>
                        <a:pt x="33647" y="19431"/>
                      </a:cubicBezTo>
                      <a:cubicBezTo>
                        <a:pt x="-11216" y="45339"/>
                        <a:pt x="-11216" y="87439"/>
                        <a:pt x="33647" y="11334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6" name="Google Shape;786;p29"/>
                <p:cNvSpPr/>
                <p:nvPr/>
              </p:nvSpPr>
              <p:spPr>
                <a:xfrm>
                  <a:off x="4140459" y="4846507"/>
                  <a:ext cx="216074" cy="124682"/>
                </a:xfrm>
                <a:custGeom>
                  <a:avLst/>
                  <a:gdLst/>
                  <a:ahLst/>
                  <a:cxnLst/>
                  <a:rect l="l" t="t" r="r" b="b"/>
                  <a:pathLst>
                    <a:path w="216074" h="124682" extrusionOk="0">
                      <a:moveTo>
                        <a:pt x="31647" y="106323"/>
                      </a:moveTo>
                      <a:cubicBezTo>
                        <a:pt x="73843" y="130802"/>
                        <a:pt x="142327" y="130802"/>
                        <a:pt x="184428" y="106323"/>
                      </a:cubicBezTo>
                      <a:cubicBezTo>
                        <a:pt x="226623" y="82034"/>
                        <a:pt x="226623" y="42505"/>
                        <a:pt x="184428" y="18217"/>
                      </a:cubicBezTo>
                      <a:cubicBezTo>
                        <a:pt x="142327" y="-6072"/>
                        <a:pt x="73843" y="-6072"/>
                        <a:pt x="31647" y="18217"/>
                      </a:cubicBezTo>
                      <a:cubicBezTo>
                        <a:pt x="-10549" y="42505"/>
                        <a:pt x="-10549" y="82034"/>
                        <a:pt x="31647" y="106323"/>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7" name="Google Shape;787;p29"/>
                <p:cNvSpPr/>
                <p:nvPr/>
              </p:nvSpPr>
              <p:spPr>
                <a:xfrm>
                  <a:off x="4146531" y="4850174"/>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8" name="Google Shape;788;p29"/>
                <p:cNvSpPr/>
                <p:nvPr/>
              </p:nvSpPr>
              <p:spPr>
                <a:xfrm>
                  <a:off x="4152008" y="4853103"/>
                  <a:ext cx="193166" cy="111490"/>
                </a:xfrm>
                <a:custGeom>
                  <a:avLst/>
                  <a:gdLst/>
                  <a:ahLst/>
                  <a:cxnLst/>
                  <a:rect l="l" t="t" r="r" b="b"/>
                  <a:pathLst>
                    <a:path w="193166" h="111490" extrusionOk="0">
                      <a:moveTo>
                        <a:pt x="28289" y="95060"/>
                      </a:moveTo>
                      <a:cubicBezTo>
                        <a:pt x="66008" y="116967"/>
                        <a:pt x="127254" y="116967"/>
                        <a:pt x="164878" y="95060"/>
                      </a:cubicBezTo>
                      <a:cubicBezTo>
                        <a:pt x="202597" y="73342"/>
                        <a:pt x="202597" y="38005"/>
                        <a:pt x="164878" y="16288"/>
                      </a:cubicBezTo>
                      <a:cubicBezTo>
                        <a:pt x="127254" y="-5429"/>
                        <a:pt x="66103" y="-5429"/>
                        <a:pt x="28289" y="16288"/>
                      </a:cubicBezTo>
                      <a:cubicBezTo>
                        <a:pt x="-9430" y="38005"/>
                        <a:pt x="-9430" y="73342"/>
                        <a:pt x="28289" y="9506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9" name="Google Shape;789;p29"/>
                <p:cNvSpPr/>
                <p:nvPr/>
              </p:nvSpPr>
              <p:spPr>
                <a:xfrm>
                  <a:off x="4157294" y="4856341"/>
                  <a:ext cx="182475" cy="105322"/>
                </a:xfrm>
                <a:custGeom>
                  <a:avLst/>
                  <a:gdLst/>
                  <a:ahLst/>
                  <a:cxnLst/>
                  <a:rect l="l" t="t" r="r" b="b"/>
                  <a:pathLst>
                    <a:path w="182475" h="105322" extrusionOk="0">
                      <a:moveTo>
                        <a:pt x="26718" y="89821"/>
                      </a:moveTo>
                      <a:cubicBezTo>
                        <a:pt x="62341" y="110490"/>
                        <a:pt x="120158" y="110490"/>
                        <a:pt x="155686" y="89821"/>
                      </a:cubicBezTo>
                      <a:cubicBezTo>
                        <a:pt x="191405" y="69342"/>
                        <a:pt x="191405" y="35909"/>
                        <a:pt x="155686" y="15431"/>
                      </a:cubicBezTo>
                      <a:cubicBezTo>
                        <a:pt x="120158" y="-5144"/>
                        <a:pt x="62341" y="-5144"/>
                        <a:pt x="26718" y="15431"/>
                      </a:cubicBezTo>
                      <a:cubicBezTo>
                        <a:pt x="-8906" y="35909"/>
                        <a:pt x="-8906" y="69342"/>
                        <a:pt x="26718" y="8982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0" name="Google Shape;790;p29"/>
                <p:cNvSpPr/>
                <p:nvPr/>
              </p:nvSpPr>
              <p:spPr>
                <a:xfrm>
                  <a:off x="4162676" y="4859175"/>
                  <a:ext cx="171831" cy="99250"/>
                </a:xfrm>
                <a:custGeom>
                  <a:avLst/>
                  <a:gdLst/>
                  <a:ahLst/>
                  <a:cxnLst/>
                  <a:rect l="l" t="t" r="r" b="b"/>
                  <a:pathLst>
                    <a:path w="171831" h="99250" extrusionOk="0">
                      <a:moveTo>
                        <a:pt x="25146" y="84606"/>
                      </a:moveTo>
                      <a:cubicBezTo>
                        <a:pt x="58769" y="104132"/>
                        <a:pt x="113157" y="104132"/>
                        <a:pt x="146685" y="84606"/>
                      </a:cubicBezTo>
                      <a:cubicBezTo>
                        <a:pt x="180213" y="65270"/>
                        <a:pt x="180213" y="33838"/>
                        <a:pt x="146685" y="14502"/>
                      </a:cubicBezTo>
                      <a:cubicBezTo>
                        <a:pt x="113252" y="-4834"/>
                        <a:pt x="58769" y="-4834"/>
                        <a:pt x="25146" y="14502"/>
                      </a:cubicBezTo>
                      <a:cubicBezTo>
                        <a:pt x="-8382" y="33838"/>
                        <a:pt x="-8382" y="65270"/>
                        <a:pt x="25146" y="8460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1" name="Google Shape;791;p29"/>
                <p:cNvSpPr/>
                <p:nvPr/>
              </p:nvSpPr>
              <p:spPr>
                <a:xfrm>
                  <a:off x="4167438" y="4862152"/>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1909"/>
                        <a:pt x="138493" y="13716"/>
                      </a:cubicBezTo>
                      <a:cubicBezTo>
                        <a:pt x="106870" y="-4572"/>
                        <a:pt x="55435" y="-4572"/>
                        <a:pt x="23717" y="13716"/>
                      </a:cubicBezTo>
                      <a:cubicBezTo>
                        <a:pt x="-7906" y="32004"/>
                        <a:pt x="-7906" y="61627"/>
                        <a:pt x="23717" y="7991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2" name="Google Shape;792;p29"/>
                <p:cNvSpPr/>
                <p:nvPr/>
              </p:nvSpPr>
              <p:spPr>
                <a:xfrm>
                  <a:off x="4172391" y="4864819"/>
                  <a:ext cx="152376" cy="87963"/>
                </a:xfrm>
                <a:custGeom>
                  <a:avLst/>
                  <a:gdLst/>
                  <a:ahLst/>
                  <a:cxnLst/>
                  <a:rect l="l" t="t" r="r" b="b"/>
                  <a:pathLst>
                    <a:path w="152376" h="87963" extrusionOk="0">
                      <a:moveTo>
                        <a:pt x="22288" y="74962"/>
                      </a:moveTo>
                      <a:cubicBezTo>
                        <a:pt x="52102" y="92297"/>
                        <a:pt x="100298" y="92297"/>
                        <a:pt x="130016" y="74962"/>
                      </a:cubicBezTo>
                      <a:cubicBezTo>
                        <a:pt x="159829" y="57817"/>
                        <a:pt x="159829" y="30004"/>
                        <a:pt x="130016" y="12859"/>
                      </a:cubicBezTo>
                      <a:cubicBezTo>
                        <a:pt x="100298" y="-4286"/>
                        <a:pt x="52102" y="-4286"/>
                        <a:pt x="22288" y="12859"/>
                      </a:cubicBezTo>
                      <a:cubicBezTo>
                        <a:pt x="-7429" y="30004"/>
                        <a:pt x="-7429" y="57817"/>
                        <a:pt x="22288" y="74962"/>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3" name="Google Shape;793;p29"/>
                <p:cNvSpPr/>
                <p:nvPr/>
              </p:nvSpPr>
              <p:spPr>
                <a:xfrm>
                  <a:off x="4176654" y="4867438"/>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4" name="Google Shape;794;p29"/>
                <p:cNvSpPr/>
                <p:nvPr/>
              </p:nvSpPr>
              <p:spPr>
                <a:xfrm>
                  <a:off x="4183678" y="4871796"/>
                  <a:ext cx="129635" cy="74866"/>
                </a:xfrm>
                <a:custGeom>
                  <a:avLst/>
                  <a:gdLst/>
                  <a:ahLst/>
                  <a:cxnLst/>
                  <a:rect l="l" t="t" r="r" b="b"/>
                  <a:pathLst>
                    <a:path w="129635" h="74866" extrusionOk="0">
                      <a:moveTo>
                        <a:pt x="19002" y="63794"/>
                      </a:moveTo>
                      <a:cubicBezTo>
                        <a:pt x="44339" y="78557"/>
                        <a:pt x="85392" y="78557"/>
                        <a:pt x="110633" y="63794"/>
                      </a:cubicBezTo>
                      <a:cubicBezTo>
                        <a:pt x="135969" y="49221"/>
                        <a:pt x="135969" y="25503"/>
                        <a:pt x="110633" y="10930"/>
                      </a:cubicBezTo>
                      <a:cubicBezTo>
                        <a:pt x="85392" y="-3643"/>
                        <a:pt x="44339" y="-3643"/>
                        <a:pt x="19002" y="10930"/>
                      </a:cubicBezTo>
                      <a:cubicBezTo>
                        <a:pt x="-6334" y="25503"/>
                        <a:pt x="-6334" y="49221"/>
                        <a:pt x="19002" y="63794"/>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5" name="Google Shape;795;p29"/>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96" name="Google Shape;796;p29"/>
              <p:cNvGrpSpPr/>
              <p:nvPr/>
            </p:nvGrpSpPr>
            <p:grpSpPr>
              <a:xfrm>
                <a:off x="4045709" y="4779094"/>
                <a:ext cx="405669" cy="247363"/>
                <a:chOff x="4045709" y="4779094"/>
                <a:chExt cx="405669" cy="247363"/>
              </a:xfrm>
            </p:grpSpPr>
            <p:sp>
              <p:nvSpPr>
                <p:cNvPr id="797" name="Google Shape;797;p29"/>
                <p:cNvSpPr/>
                <p:nvPr/>
              </p:nvSpPr>
              <p:spPr>
                <a:xfrm>
                  <a:off x="4045709" y="4792333"/>
                  <a:ext cx="405669" cy="234124"/>
                </a:xfrm>
                <a:custGeom>
                  <a:avLst/>
                  <a:gdLst/>
                  <a:ahLst/>
                  <a:cxnLst/>
                  <a:rect l="l" t="t" r="r" b="b"/>
                  <a:pathLst>
                    <a:path w="405669" h="234124" extrusionOk="0">
                      <a:moveTo>
                        <a:pt x="404336" y="103823"/>
                      </a:moveTo>
                      <a:cubicBezTo>
                        <a:pt x="399288" y="78391"/>
                        <a:pt x="379952" y="53816"/>
                        <a:pt x="346234" y="34290"/>
                      </a:cubicBezTo>
                      <a:cubicBezTo>
                        <a:pt x="267081" y="-11430"/>
                        <a:pt x="138589" y="-11430"/>
                        <a:pt x="59436" y="34290"/>
                      </a:cubicBezTo>
                      <a:cubicBezTo>
                        <a:pt x="25527" y="53912"/>
                        <a:pt x="6096" y="78677"/>
                        <a:pt x="1238" y="104299"/>
                      </a:cubicBezTo>
                      <a:lnTo>
                        <a:pt x="0" y="103823"/>
                      </a:lnTo>
                      <a:lnTo>
                        <a:pt x="0" y="117824"/>
                      </a:lnTo>
                      <a:lnTo>
                        <a:pt x="0" y="117824"/>
                      </a:lnTo>
                      <a:cubicBezTo>
                        <a:pt x="381" y="147542"/>
                        <a:pt x="20098" y="177165"/>
                        <a:pt x="59436" y="199835"/>
                      </a:cubicBezTo>
                      <a:cubicBezTo>
                        <a:pt x="138589" y="245555"/>
                        <a:pt x="267081" y="245555"/>
                        <a:pt x="346234" y="199835"/>
                      </a:cubicBezTo>
                      <a:cubicBezTo>
                        <a:pt x="385858" y="176974"/>
                        <a:pt x="405670" y="147066"/>
                        <a:pt x="405670" y="117062"/>
                      </a:cubicBezTo>
                      <a:lnTo>
                        <a:pt x="405670" y="103727"/>
                      </a:lnTo>
                      <a:lnTo>
                        <a:pt x="404336" y="103727"/>
                      </a:lnTo>
                      <a:close/>
                      <a:moveTo>
                        <a:pt x="76200" y="44006"/>
                      </a:moveTo>
                      <a:cubicBezTo>
                        <a:pt x="82963" y="40100"/>
                        <a:pt x="93821" y="40100"/>
                        <a:pt x="100584" y="44006"/>
                      </a:cubicBezTo>
                      <a:lnTo>
                        <a:pt x="150209" y="72676"/>
                      </a:lnTo>
                      <a:cubicBezTo>
                        <a:pt x="156877" y="76581"/>
                        <a:pt x="156877" y="82868"/>
                        <a:pt x="150209" y="86773"/>
                      </a:cubicBezTo>
                      <a:cubicBezTo>
                        <a:pt x="143446" y="90678"/>
                        <a:pt x="132588" y="90678"/>
                        <a:pt x="125825" y="86773"/>
                      </a:cubicBezTo>
                      <a:lnTo>
                        <a:pt x="76200" y="58103"/>
                      </a:lnTo>
                      <a:cubicBezTo>
                        <a:pt x="69533" y="54197"/>
                        <a:pt x="69533" y="47911"/>
                        <a:pt x="76200" y="44101"/>
                      </a:cubicBezTo>
                      <a:close/>
                      <a:moveTo>
                        <a:pt x="40958" y="127064"/>
                      </a:moveTo>
                      <a:cubicBezTo>
                        <a:pt x="31433" y="127064"/>
                        <a:pt x="23717" y="122587"/>
                        <a:pt x="23717" y="117157"/>
                      </a:cubicBezTo>
                      <a:cubicBezTo>
                        <a:pt x="23717" y="111728"/>
                        <a:pt x="31433" y="107252"/>
                        <a:pt x="40958" y="107252"/>
                      </a:cubicBezTo>
                      <a:lnTo>
                        <a:pt x="111062" y="107252"/>
                      </a:lnTo>
                      <a:cubicBezTo>
                        <a:pt x="120587" y="107252"/>
                        <a:pt x="128302" y="111728"/>
                        <a:pt x="128302" y="117157"/>
                      </a:cubicBezTo>
                      <a:cubicBezTo>
                        <a:pt x="128302" y="122587"/>
                        <a:pt x="120587" y="127064"/>
                        <a:pt x="111062" y="127064"/>
                      </a:cubicBezTo>
                      <a:lnTo>
                        <a:pt x="40958" y="127064"/>
                      </a:lnTo>
                      <a:close/>
                      <a:moveTo>
                        <a:pt x="150114" y="161544"/>
                      </a:moveTo>
                      <a:lnTo>
                        <a:pt x="100489" y="190214"/>
                      </a:lnTo>
                      <a:cubicBezTo>
                        <a:pt x="93821" y="194120"/>
                        <a:pt x="82868" y="194120"/>
                        <a:pt x="76105" y="190214"/>
                      </a:cubicBezTo>
                      <a:cubicBezTo>
                        <a:pt x="69437" y="186309"/>
                        <a:pt x="69437" y="180023"/>
                        <a:pt x="76105" y="176213"/>
                      </a:cubicBezTo>
                      <a:lnTo>
                        <a:pt x="125730" y="147542"/>
                      </a:lnTo>
                      <a:cubicBezTo>
                        <a:pt x="132493" y="143637"/>
                        <a:pt x="143351" y="143637"/>
                        <a:pt x="150114" y="147542"/>
                      </a:cubicBezTo>
                      <a:cubicBezTo>
                        <a:pt x="156877" y="151448"/>
                        <a:pt x="156781" y="157734"/>
                        <a:pt x="150114" y="161544"/>
                      </a:cubicBezTo>
                      <a:close/>
                      <a:moveTo>
                        <a:pt x="185547" y="23622"/>
                      </a:moveTo>
                      <a:cubicBezTo>
                        <a:pt x="185547" y="18098"/>
                        <a:pt x="193262" y="13716"/>
                        <a:pt x="202787" y="13716"/>
                      </a:cubicBezTo>
                      <a:cubicBezTo>
                        <a:pt x="212312" y="13716"/>
                        <a:pt x="220028" y="18193"/>
                        <a:pt x="219932" y="23622"/>
                      </a:cubicBezTo>
                      <a:lnTo>
                        <a:pt x="219932" y="64103"/>
                      </a:lnTo>
                      <a:cubicBezTo>
                        <a:pt x="219932" y="69532"/>
                        <a:pt x="212217" y="74009"/>
                        <a:pt x="202787" y="74009"/>
                      </a:cubicBezTo>
                      <a:cubicBezTo>
                        <a:pt x="193358" y="74009"/>
                        <a:pt x="185547" y="69532"/>
                        <a:pt x="185547" y="64103"/>
                      </a:cubicBezTo>
                      <a:lnTo>
                        <a:pt x="185547" y="23622"/>
                      </a:lnTo>
                      <a:close/>
                      <a:moveTo>
                        <a:pt x="202787" y="220409"/>
                      </a:moveTo>
                      <a:cubicBezTo>
                        <a:pt x="193262" y="220409"/>
                        <a:pt x="185547" y="215932"/>
                        <a:pt x="185547" y="210503"/>
                      </a:cubicBezTo>
                      <a:lnTo>
                        <a:pt x="185547" y="170021"/>
                      </a:lnTo>
                      <a:cubicBezTo>
                        <a:pt x="185547" y="164497"/>
                        <a:pt x="193262" y="160115"/>
                        <a:pt x="202787" y="160115"/>
                      </a:cubicBezTo>
                      <a:cubicBezTo>
                        <a:pt x="212312" y="160115"/>
                        <a:pt x="220028" y="164592"/>
                        <a:pt x="220028" y="170021"/>
                      </a:cubicBezTo>
                      <a:lnTo>
                        <a:pt x="220028" y="210503"/>
                      </a:lnTo>
                      <a:cubicBezTo>
                        <a:pt x="220028" y="216027"/>
                        <a:pt x="212312" y="220409"/>
                        <a:pt x="202787" y="220409"/>
                      </a:cubicBezTo>
                      <a:close/>
                      <a:moveTo>
                        <a:pt x="255461" y="72581"/>
                      </a:moveTo>
                      <a:lnTo>
                        <a:pt x="305086" y="43910"/>
                      </a:lnTo>
                      <a:cubicBezTo>
                        <a:pt x="311848" y="40005"/>
                        <a:pt x="322707" y="40005"/>
                        <a:pt x="329375" y="43910"/>
                      </a:cubicBezTo>
                      <a:cubicBezTo>
                        <a:pt x="336137" y="47815"/>
                        <a:pt x="336137" y="54102"/>
                        <a:pt x="329375" y="57912"/>
                      </a:cubicBezTo>
                      <a:lnTo>
                        <a:pt x="279749" y="86582"/>
                      </a:lnTo>
                      <a:cubicBezTo>
                        <a:pt x="272987" y="90488"/>
                        <a:pt x="262128" y="90488"/>
                        <a:pt x="255365" y="86582"/>
                      </a:cubicBezTo>
                      <a:cubicBezTo>
                        <a:pt x="248698" y="82677"/>
                        <a:pt x="248698" y="76390"/>
                        <a:pt x="255365" y="72485"/>
                      </a:cubicBezTo>
                      <a:close/>
                      <a:moveTo>
                        <a:pt x="329375" y="190119"/>
                      </a:moveTo>
                      <a:cubicBezTo>
                        <a:pt x="322707" y="194024"/>
                        <a:pt x="311753" y="194024"/>
                        <a:pt x="305086" y="190119"/>
                      </a:cubicBezTo>
                      <a:lnTo>
                        <a:pt x="255461" y="161449"/>
                      </a:lnTo>
                      <a:cubicBezTo>
                        <a:pt x="248698" y="157544"/>
                        <a:pt x="248698" y="151257"/>
                        <a:pt x="255461" y="147447"/>
                      </a:cubicBezTo>
                      <a:cubicBezTo>
                        <a:pt x="262128" y="143542"/>
                        <a:pt x="273082" y="143542"/>
                        <a:pt x="279749" y="147447"/>
                      </a:cubicBezTo>
                      <a:lnTo>
                        <a:pt x="329375" y="176117"/>
                      </a:lnTo>
                      <a:cubicBezTo>
                        <a:pt x="336137" y="180023"/>
                        <a:pt x="336137" y="186309"/>
                        <a:pt x="329375" y="190119"/>
                      </a:cubicBezTo>
                      <a:close/>
                      <a:moveTo>
                        <a:pt x="364617" y="126968"/>
                      </a:moveTo>
                      <a:lnTo>
                        <a:pt x="294418" y="126968"/>
                      </a:lnTo>
                      <a:cubicBezTo>
                        <a:pt x="284893" y="126968"/>
                        <a:pt x="277178" y="122492"/>
                        <a:pt x="277178" y="117062"/>
                      </a:cubicBezTo>
                      <a:cubicBezTo>
                        <a:pt x="277178" y="111633"/>
                        <a:pt x="284893" y="107156"/>
                        <a:pt x="294418" y="107156"/>
                      </a:cubicBezTo>
                      <a:lnTo>
                        <a:pt x="364617" y="107156"/>
                      </a:lnTo>
                      <a:cubicBezTo>
                        <a:pt x="374142" y="107156"/>
                        <a:pt x="381857" y="111633"/>
                        <a:pt x="381857" y="117062"/>
                      </a:cubicBezTo>
                      <a:cubicBezTo>
                        <a:pt x="381857" y="122492"/>
                        <a:pt x="374142" y="126968"/>
                        <a:pt x="364617"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8" name="Google Shape;798;p29"/>
                <p:cNvSpPr/>
                <p:nvPr/>
              </p:nvSpPr>
              <p:spPr>
                <a:xfrm>
                  <a:off x="4045709" y="4779094"/>
                  <a:ext cx="405598" cy="234124"/>
                </a:xfrm>
                <a:custGeom>
                  <a:avLst/>
                  <a:gdLst/>
                  <a:ahLst/>
                  <a:cxnLst/>
                  <a:rect l="l" t="t" r="r" b="b"/>
                  <a:pathLst>
                    <a:path w="405598" h="234124" extrusionOk="0">
                      <a:moveTo>
                        <a:pt x="346234" y="34290"/>
                      </a:moveTo>
                      <a:cubicBezTo>
                        <a:pt x="267081" y="-11430"/>
                        <a:pt x="138589" y="-11430"/>
                        <a:pt x="59436" y="34290"/>
                      </a:cubicBezTo>
                      <a:cubicBezTo>
                        <a:pt x="-19812" y="80010"/>
                        <a:pt x="-19812" y="154115"/>
                        <a:pt x="59436" y="199834"/>
                      </a:cubicBezTo>
                      <a:cubicBezTo>
                        <a:pt x="138589" y="245555"/>
                        <a:pt x="267081" y="245555"/>
                        <a:pt x="346234" y="199834"/>
                      </a:cubicBezTo>
                      <a:cubicBezTo>
                        <a:pt x="425386" y="154115"/>
                        <a:pt x="425386" y="80010"/>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677"/>
                      </a:cubicBezTo>
                      <a:cubicBezTo>
                        <a:pt x="143446" y="90583"/>
                        <a:pt x="132588" y="90583"/>
                        <a:pt x="125825" y="86677"/>
                      </a:cubicBezTo>
                      <a:lnTo>
                        <a:pt x="76200" y="58007"/>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582"/>
                      </a:moveTo>
                      <a:cubicBezTo>
                        <a:pt x="273082" y="90488"/>
                        <a:pt x="262223" y="90488"/>
                        <a:pt x="255461" y="86582"/>
                      </a:cubicBezTo>
                      <a:cubicBezTo>
                        <a:pt x="248793" y="82677"/>
                        <a:pt x="248793" y="76391"/>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061"/>
                      </a:moveTo>
                      <a:lnTo>
                        <a:pt x="364712" y="107061"/>
                      </a:lnTo>
                      <a:cubicBezTo>
                        <a:pt x="374237" y="107061"/>
                        <a:pt x="381953" y="111538"/>
                        <a:pt x="381953" y="116967"/>
                      </a:cubicBezTo>
                      <a:cubicBezTo>
                        <a:pt x="381953" y="122396"/>
                        <a:pt x="374237" y="126873"/>
                        <a:pt x="364712" y="126873"/>
                      </a:cubicBezTo>
                      <a:lnTo>
                        <a:pt x="294513" y="126873"/>
                      </a:lnTo>
                      <a:cubicBezTo>
                        <a:pt x="284988" y="126873"/>
                        <a:pt x="277273" y="122396"/>
                        <a:pt x="277273" y="116967"/>
                      </a:cubicBezTo>
                      <a:cubicBezTo>
                        <a:pt x="277273" y="111538"/>
                        <a:pt x="284988" y="107061"/>
                        <a:pt x="294513" y="107061"/>
                      </a:cubicBezTo>
                      <a:close/>
                      <a:moveTo>
                        <a:pt x="202883" y="220409"/>
                      </a:moveTo>
                      <a:cubicBezTo>
                        <a:pt x="193358" y="220409"/>
                        <a:pt x="185642" y="215932"/>
                        <a:pt x="185642" y="210502"/>
                      </a:cubicBezTo>
                      <a:lnTo>
                        <a:pt x="185642" y="170021"/>
                      </a:lnTo>
                      <a:cubicBezTo>
                        <a:pt x="185642" y="164497"/>
                        <a:pt x="193358" y="160115"/>
                        <a:pt x="202883" y="160115"/>
                      </a:cubicBezTo>
                      <a:cubicBezTo>
                        <a:pt x="212408" y="160115"/>
                        <a:pt x="220123" y="164592"/>
                        <a:pt x="220123" y="170021"/>
                      </a:cubicBezTo>
                      <a:lnTo>
                        <a:pt x="220123" y="210502"/>
                      </a:lnTo>
                      <a:cubicBezTo>
                        <a:pt x="220123" y="216027"/>
                        <a:pt x="212408" y="220409"/>
                        <a:pt x="202883" y="220409"/>
                      </a:cubicBezTo>
                      <a:close/>
                      <a:moveTo>
                        <a:pt x="305181" y="190119"/>
                      </a:moveTo>
                      <a:lnTo>
                        <a:pt x="255556" y="161449"/>
                      </a:lnTo>
                      <a:cubicBezTo>
                        <a:pt x="248793" y="157543"/>
                        <a:pt x="248793" y="151257"/>
                        <a:pt x="255556" y="147447"/>
                      </a:cubicBezTo>
                      <a:cubicBezTo>
                        <a:pt x="262223" y="143542"/>
                        <a:pt x="273177" y="143542"/>
                        <a:pt x="279844" y="147447"/>
                      </a:cubicBezTo>
                      <a:lnTo>
                        <a:pt x="329470" y="176117"/>
                      </a:lnTo>
                      <a:cubicBezTo>
                        <a:pt x="336233" y="180023"/>
                        <a:pt x="336233" y="186309"/>
                        <a:pt x="329470" y="190119"/>
                      </a:cubicBezTo>
                      <a:cubicBezTo>
                        <a:pt x="322802" y="194024"/>
                        <a:pt x="311848" y="194024"/>
                        <a:pt x="305181"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9" name="Google Shape;799;p29"/>
                <p:cNvSpPr/>
                <p:nvPr/>
              </p:nvSpPr>
              <p:spPr>
                <a:xfrm>
                  <a:off x="4191364" y="4863176"/>
                  <a:ext cx="114454" cy="46315"/>
                </a:xfrm>
                <a:custGeom>
                  <a:avLst/>
                  <a:gdLst/>
                  <a:ahLst/>
                  <a:cxnLst/>
                  <a:rect l="l" t="t" r="r" b="b"/>
                  <a:pathLst>
                    <a:path w="114454" h="46315" extrusionOk="0">
                      <a:moveTo>
                        <a:pt x="109615" y="46315"/>
                      </a:moveTo>
                      <a:cubicBezTo>
                        <a:pt x="106852" y="42696"/>
                        <a:pt x="102852" y="39267"/>
                        <a:pt x="97709" y="36219"/>
                      </a:cubicBezTo>
                      <a:cubicBezTo>
                        <a:pt x="75325" y="23360"/>
                        <a:pt x="39130" y="23360"/>
                        <a:pt x="16746" y="36219"/>
                      </a:cubicBezTo>
                      <a:cubicBezTo>
                        <a:pt x="11602" y="39171"/>
                        <a:pt x="7602" y="42601"/>
                        <a:pt x="4840" y="46315"/>
                      </a:cubicBezTo>
                      <a:cubicBezTo>
                        <a:pt x="-4400" y="34218"/>
                        <a:pt x="-399" y="19550"/>
                        <a:pt x="16746" y="9644"/>
                      </a:cubicBezTo>
                      <a:cubicBezTo>
                        <a:pt x="39130" y="-3215"/>
                        <a:pt x="75325" y="-3215"/>
                        <a:pt x="97709" y="9644"/>
                      </a:cubicBezTo>
                      <a:cubicBezTo>
                        <a:pt x="114853" y="19550"/>
                        <a:pt x="118854" y="34218"/>
                        <a:pt x="109615" y="4631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0" name="Google Shape;800;p29"/>
                <p:cNvSpPr/>
                <p:nvPr/>
              </p:nvSpPr>
              <p:spPr>
                <a:xfrm>
                  <a:off x="4196204" y="4889751"/>
                  <a:ext cx="104775" cy="39481"/>
                </a:xfrm>
                <a:custGeom>
                  <a:avLst/>
                  <a:gdLst/>
                  <a:ahLst/>
                  <a:cxnLst/>
                  <a:rect l="l" t="t" r="r" b="b"/>
                  <a:pathLst>
                    <a:path w="104775" h="39481" extrusionOk="0">
                      <a:moveTo>
                        <a:pt x="104775" y="19740"/>
                      </a:moveTo>
                      <a:cubicBezTo>
                        <a:pt x="102013" y="23360"/>
                        <a:pt x="98012" y="26789"/>
                        <a:pt x="92869" y="29837"/>
                      </a:cubicBezTo>
                      <a:cubicBezTo>
                        <a:pt x="70485" y="42696"/>
                        <a:pt x="34290" y="42696"/>
                        <a:pt x="11906" y="29837"/>
                      </a:cubicBezTo>
                      <a:cubicBezTo>
                        <a:pt x="6763" y="26884"/>
                        <a:pt x="2762" y="23455"/>
                        <a:pt x="0" y="19740"/>
                      </a:cubicBezTo>
                      <a:cubicBezTo>
                        <a:pt x="2762" y="16121"/>
                        <a:pt x="6763" y="12692"/>
                        <a:pt x="11906" y="9644"/>
                      </a:cubicBezTo>
                      <a:cubicBezTo>
                        <a:pt x="34290" y="-3215"/>
                        <a:pt x="70485" y="-3215"/>
                        <a:pt x="92869" y="9644"/>
                      </a:cubicBezTo>
                      <a:cubicBezTo>
                        <a:pt x="98012" y="12597"/>
                        <a:pt x="102013" y="16026"/>
                        <a:pt x="104775" y="197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01" name="Google Shape;801;p29"/>
            <p:cNvGrpSpPr/>
            <p:nvPr/>
          </p:nvGrpSpPr>
          <p:grpSpPr>
            <a:xfrm>
              <a:off x="854581" y="4505510"/>
              <a:ext cx="639735" cy="559976"/>
              <a:chOff x="3695689" y="4939685"/>
              <a:chExt cx="422100" cy="369475"/>
            </a:xfrm>
          </p:grpSpPr>
          <p:sp>
            <p:nvSpPr>
              <p:cNvPr id="802" name="Google Shape;802;p29"/>
              <p:cNvSpPr/>
              <p:nvPr/>
            </p:nvSpPr>
            <p:spPr>
              <a:xfrm>
                <a:off x="3695689" y="5065320"/>
                <a:ext cx="422100" cy="243840"/>
              </a:xfrm>
              <a:custGeom>
                <a:avLst/>
                <a:gdLst/>
                <a:ahLst/>
                <a:cxnLst/>
                <a:rect l="l" t="t" r="r" b="b"/>
                <a:pathLst>
                  <a:path w="422100" h="243840" extrusionOk="0">
                    <a:moveTo>
                      <a:pt x="360307" y="208121"/>
                    </a:moveTo>
                    <a:cubicBezTo>
                      <a:pt x="277821" y="255746"/>
                      <a:pt x="144185" y="255746"/>
                      <a:pt x="61793" y="208121"/>
                    </a:cubicBezTo>
                    <a:cubicBezTo>
                      <a:pt x="-20598" y="160496"/>
                      <a:pt x="-20598" y="83344"/>
                      <a:pt x="61793" y="35719"/>
                    </a:cubicBezTo>
                    <a:cubicBezTo>
                      <a:pt x="144185" y="-11906"/>
                      <a:pt x="277821" y="-11906"/>
                      <a:pt x="360307" y="35719"/>
                    </a:cubicBezTo>
                    <a:cubicBezTo>
                      <a:pt x="442698" y="83344"/>
                      <a:pt x="442698" y="160496"/>
                      <a:pt x="360307" y="208121"/>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03" name="Google Shape;803;p29"/>
              <p:cNvGrpSpPr/>
              <p:nvPr/>
            </p:nvGrpSpPr>
            <p:grpSpPr>
              <a:xfrm>
                <a:off x="3703857" y="5053128"/>
                <a:ext cx="405669" cy="247649"/>
                <a:chOff x="3703857" y="5053128"/>
                <a:chExt cx="405669" cy="247649"/>
              </a:xfrm>
            </p:grpSpPr>
            <p:sp>
              <p:nvSpPr>
                <p:cNvPr id="804" name="Google Shape;804;p29"/>
                <p:cNvSpPr/>
                <p:nvPr/>
              </p:nvSpPr>
              <p:spPr>
                <a:xfrm>
                  <a:off x="3703857" y="5066463"/>
                  <a:ext cx="405574" cy="234314"/>
                </a:xfrm>
                <a:custGeom>
                  <a:avLst/>
                  <a:gdLst/>
                  <a:ahLst/>
                  <a:cxnLst/>
                  <a:rect l="l" t="t" r="r" b="b"/>
                  <a:pathLst>
                    <a:path w="405574" h="234314"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920"/>
                      </a:lnTo>
                      <a:lnTo>
                        <a:pt x="0" y="117920"/>
                      </a:lnTo>
                      <a:cubicBezTo>
                        <a:pt x="381"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0957" y="126968"/>
                      </a:moveTo>
                      <a:cubicBezTo>
                        <a:pt x="31432" y="126968"/>
                        <a:pt x="23717" y="122492"/>
                        <a:pt x="23717" y="117062"/>
                      </a:cubicBezTo>
                      <a:cubicBezTo>
                        <a:pt x="23717" y="111633"/>
                        <a:pt x="31432" y="107156"/>
                        <a:pt x="40957" y="107156"/>
                      </a:cubicBezTo>
                      <a:lnTo>
                        <a:pt x="111062" y="107156"/>
                      </a:lnTo>
                      <a:cubicBezTo>
                        <a:pt x="120587" y="107156"/>
                        <a:pt x="128302" y="111633"/>
                        <a:pt x="128302" y="117062"/>
                      </a:cubicBezTo>
                      <a:cubicBezTo>
                        <a:pt x="128302" y="122492"/>
                        <a:pt x="120587" y="126968"/>
                        <a:pt x="111062" y="126968"/>
                      </a:cubicBezTo>
                      <a:lnTo>
                        <a:pt x="40957" y="126968"/>
                      </a:lnTo>
                      <a:close/>
                      <a:moveTo>
                        <a:pt x="150114" y="161449"/>
                      </a:moveTo>
                      <a:lnTo>
                        <a:pt x="100489" y="190119"/>
                      </a:lnTo>
                      <a:cubicBezTo>
                        <a:pt x="93726" y="194024"/>
                        <a:pt x="82867" y="194024"/>
                        <a:pt x="76105" y="190119"/>
                      </a:cubicBezTo>
                      <a:cubicBezTo>
                        <a:pt x="69342" y="186214"/>
                        <a:pt x="69342" y="179927"/>
                        <a:pt x="76105" y="176117"/>
                      </a:cubicBezTo>
                      <a:lnTo>
                        <a:pt x="125730" y="147447"/>
                      </a:lnTo>
                      <a:cubicBezTo>
                        <a:pt x="132493" y="143542"/>
                        <a:pt x="143351" y="143542"/>
                        <a:pt x="150019" y="147447"/>
                      </a:cubicBezTo>
                      <a:cubicBezTo>
                        <a:pt x="156781" y="151352"/>
                        <a:pt x="156781" y="157639"/>
                        <a:pt x="150019" y="161544"/>
                      </a:cubicBezTo>
                      <a:close/>
                      <a:moveTo>
                        <a:pt x="185547" y="23527"/>
                      </a:moveTo>
                      <a:cubicBezTo>
                        <a:pt x="185547" y="18002"/>
                        <a:pt x="193262" y="13621"/>
                        <a:pt x="202787" y="13621"/>
                      </a:cubicBezTo>
                      <a:cubicBezTo>
                        <a:pt x="212312" y="13621"/>
                        <a:pt x="220027" y="18098"/>
                        <a:pt x="220027" y="23527"/>
                      </a:cubicBezTo>
                      <a:lnTo>
                        <a:pt x="220027" y="64008"/>
                      </a:lnTo>
                      <a:cubicBezTo>
                        <a:pt x="220027" y="69532"/>
                        <a:pt x="212312" y="73914"/>
                        <a:pt x="202787" y="73914"/>
                      </a:cubicBezTo>
                      <a:cubicBezTo>
                        <a:pt x="193262" y="73914"/>
                        <a:pt x="185547" y="69437"/>
                        <a:pt x="185547" y="64008"/>
                      </a:cubicBezTo>
                      <a:lnTo>
                        <a:pt x="185547" y="23527"/>
                      </a:lnTo>
                      <a:close/>
                      <a:moveTo>
                        <a:pt x="202787" y="220313"/>
                      </a:moveTo>
                      <a:cubicBezTo>
                        <a:pt x="193262" y="220313"/>
                        <a:pt x="185547" y="215837"/>
                        <a:pt x="185547" y="210407"/>
                      </a:cubicBezTo>
                      <a:lnTo>
                        <a:pt x="185547" y="169926"/>
                      </a:lnTo>
                      <a:cubicBezTo>
                        <a:pt x="185547" y="164402"/>
                        <a:pt x="193262" y="160020"/>
                        <a:pt x="202787" y="160020"/>
                      </a:cubicBezTo>
                      <a:cubicBezTo>
                        <a:pt x="212312" y="160020"/>
                        <a:pt x="220027" y="164497"/>
                        <a:pt x="220027" y="169926"/>
                      </a:cubicBezTo>
                      <a:lnTo>
                        <a:pt x="220027" y="210407"/>
                      </a:lnTo>
                      <a:cubicBezTo>
                        <a:pt x="220027" y="215932"/>
                        <a:pt x="212312" y="220313"/>
                        <a:pt x="202787" y="220313"/>
                      </a:cubicBezTo>
                      <a:close/>
                      <a:moveTo>
                        <a:pt x="255460" y="72485"/>
                      </a:moveTo>
                      <a:lnTo>
                        <a:pt x="305086" y="43815"/>
                      </a:lnTo>
                      <a:cubicBezTo>
                        <a:pt x="311848" y="39910"/>
                        <a:pt x="322707" y="39910"/>
                        <a:pt x="329374" y="43815"/>
                      </a:cubicBezTo>
                      <a:cubicBezTo>
                        <a:pt x="336137" y="47720"/>
                        <a:pt x="336137" y="54007"/>
                        <a:pt x="329374" y="57912"/>
                      </a:cubicBezTo>
                      <a:lnTo>
                        <a:pt x="279749" y="86582"/>
                      </a:lnTo>
                      <a:cubicBezTo>
                        <a:pt x="272987" y="90488"/>
                        <a:pt x="262128" y="90488"/>
                        <a:pt x="255460" y="86582"/>
                      </a:cubicBezTo>
                      <a:cubicBezTo>
                        <a:pt x="248698" y="82677"/>
                        <a:pt x="248698" y="76390"/>
                        <a:pt x="255460" y="72581"/>
                      </a:cubicBezTo>
                      <a:close/>
                      <a:moveTo>
                        <a:pt x="329374" y="190024"/>
                      </a:moveTo>
                      <a:cubicBezTo>
                        <a:pt x="322612" y="193929"/>
                        <a:pt x="311753" y="193929"/>
                        <a:pt x="305086" y="190024"/>
                      </a:cubicBezTo>
                      <a:lnTo>
                        <a:pt x="255460" y="161354"/>
                      </a:lnTo>
                      <a:cubicBezTo>
                        <a:pt x="248698" y="157448"/>
                        <a:pt x="248698" y="151162"/>
                        <a:pt x="255460" y="147352"/>
                      </a:cubicBezTo>
                      <a:cubicBezTo>
                        <a:pt x="262223" y="143447"/>
                        <a:pt x="273082" y="143447"/>
                        <a:pt x="279749" y="147352"/>
                      </a:cubicBezTo>
                      <a:lnTo>
                        <a:pt x="329374" y="176022"/>
                      </a:lnTo>
                      <a:cubicBezTo>
                        <a:pt x="336137" y="179927"/>
                        <a:pt x="336137" y="186214"/>
                        <a:pt x="329374" y="190024"/>
                      </a:cubicBezTo>
                      <a:close/>
                      <a:moveTo>
                        <a:pt x="364617" y="126873"/>
                      </a:moveTo>
                      <a:lnTo>
                        <a:pt x="294418" y="126873"/>
                      </a:lnTo>
                      <a:cubicBezTo>
                        <a:pt x="284893" y="126873"/>
                        <a:pt x="277177" y="122396"/>
                        <a:pt x="277177" y="116967"/>
                      </a:cubicBezTo>
                      <a:cubicBezTo>
                        <a:pt x="277177"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5" name="Google Shape;805;p29"/>
                <p:cNvSpPr/>
                <p:nvPr/>
              </p:nvSpPr>
              <p:spPr>
                <a:xfrm>
                  <a:off x="3703928" y="5053128"/>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010"/>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7"/>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022"/>
                      </a:cubicBezTo>
                      <a:lnTo>
                        <a:pt x="125658" y="147447"/>
                      </a:lnTo>
                      <a:cubicBezTo>
                        <a:pt x="132421" y="143542"/>
                        <a:pt x="143280" y="143542"/>
                        <a:pt x="149947" y="147447"/>
                      </a:cubicBezTo>
                      <a:cubicBezTo>
                        <a:pt x="156710" y="151352"/>
                        <a:pt x="156710" y="157639"/>
                        <a:pt x="149947" y="161449"/>
                      </a:cubicBezTo>
                      <a:lnTo>
                        <a:pt x="100322" y="190119"/>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8"/>
                      </a:moveTo>
                      <a:cubicBezTo>
                        <a:pt x="193096" y="220408"/>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8"/>
                        <a:pt x="202621" y="220408"/>
                      </a:cubicBezTo>
                      <a:close/>
                      <a:moveTo>
                        <a:pt x="304919" y="190119"/>
                      </a:moveTo>
                      <a:lnTo>
                        <a:pt x="255294" y="161449"/>
                      </a:lnTo>
                      <a:cubicBezTo>
                        <a:pt x="248531" y="157544"/>
                        <a:pt x="248531" y="151257"/>
                        <a:pt x="255294" y="147447"/>
                      </a:cubicBezTo>
                      <a:cubicBezTo>
                        <a:pt x="262057" y="143542"/>
                        <a:pt x="272915" y="143542"/>
                        <a:pt x="279583" y="147447"/>
                      </a:cubicBezTo>
                      <a:lnTo>
                        <a:pt x="329208" y="176022"/>
                      </a:lnTo>
                      <a:cubicBezTo>
                        <a:pt x="335971" y="179927"/>
                        <a:pt x="335971" y="186214"/>
                        <a:pt x="329208" y="190119"/>
                      </a:cubicBezTo>
                      <a:cubicBezTo>
                        <a:pt x="322445" y="194024"/>
                        <a:pt x="311587" y="194024"/>
                        <a:pt x="304919"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6" name="Google Shape;806;p29"/>
                <p:cNvSpPr/>
                <p:nvPr/>
              </p:nvSpPr>
              <p:spPr>
                <a:xfrm>
                  <a:off x="3849512" y="5137210"/>
                  <a:ext cx="114454" cy="46315"/>
                </a:xfrm>
                <a:custGeom>
                  <a:avLst/>
                  <a:gdLst/>
                  <a:ahLst/>
                  <a:cxnLst/>
                  <a:rect l="l" t="t" r="r" b="b"/>
                  <a:pathLst>
                    <a:path w="114454" h="46315" extrusionOk="0">
                      <a:moveTo>
                        <a:pt x="109615" y="46315"/>
                      </a:moveTo>
                      <a:cubicBezTo>
                        <a:pt x="106852" y="42696"/>
                        <a:pt x="102852" y="39267"/>
                        <a:pt x="97708" y="36314"/>
                      </a:cubicBezTo>
                      <a:cubicBezTo>
                        <a:pt x="75325" y="23455"/>
                        <a:pt x="39130" y="23455"/>
                        <a:pt x="16746" y="36314"/>
                      </a:cubicBezTo>
                      <a:cubicBezTo>
                        <a:pt x="11602" y="39267"/>
                        <a:pt x="7602" y="42696"/>
                        <a:pt x="4840" y="46315"/>
                      </a:cubicBezTo>
                      <a:cubicBezTo>
                        <a:pt x="-4400" y="34218"/>
                        <a:pt x="-399" y="19550"/>
                        <a:pt x="16746" y="9644"/>
                      </a:cubicBezTo>
                      <a:cubicBezTo>
                        <a:pt x="39130" y="-3215"/>
                        <a:pt x="75325" y="-3215"/>
                        <a:pt x="97708" y="9644"/>
                      </a:cubicBezTo>
                      <a:cubicBezTo>
                        <a:pt x="114853"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7" name="Google Shape;807;p29"/>
                <p:cNvSpPr/>
                <p:nvPr/>
              </p:nvSpPr>
              <p:spPr>
                <a:xfrm>
                  <a:off x="3854351" y="5163880"/>
                  <a:ext cx="104775" cy="39457"/>
                </a:xfrm>
                <a:custGeom>
                  <a:avLst/>
                  <a:gdLst/>
                  <a:ahLst/>
                  <a:cxnLst/>
                  <a:rect l="l" t="t" r="r" b="b"/>
                  <a:pathLst>
                    <a:path w="104775" h="39457" extrusionOk="0">
                      <a:moveTo>
                        <a:pt x="104775" y="19645"/>
                      </a:moveTo>
                      <a:cubicBezTo>
                        <a:pt x="102013" y="23265"/>
                        <a:pt x="98012" y="26694"/>
                        <a:pt x="92869" y="29742"/>
                      </a:cubicBezTo>
                      <a:cubicBezTo>
                        <a:pt x="70485" y="42696"/>
                        <a:pt x="34290" y="42696"/>
                        <a:pt x="11906" y="29742"/>
                      </a:cubicBezTo>
                      <a:cubicBezTo>
                        <a:pt x="6763" y="26789"/>
                        <a:pt x="2762" y="23360"/>
                        <a:pt x="0" y="19645"/>
                      </a:cubicBezTo>
                      <a:cubicBezTo>
                        <a:pt x="2762" y="16026"/>
                        <a:pt x="6763" y="12597"/>
                        <a:pt x="11906" y="9644"/>
                      </a:cubicBezTo>
                      <a:cubicBezTo>
                        <a:pt x="34290" y="-3215"/>
                        <a:pt x="70485" y="-3215"/>
                        <a:pt x="92869" y="9644"/>
                      </a:cubicBezTo>
                      <a:cubicBezTo>
                        <a:pt x="98012" y="12597"/>
                        <a:pt x="102013" y="16026"/>
                        <a:pt x="104775" y="19645"/>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08" name="Google Shape;808;p29"/>
              <p:cNvGrpSpPr/>
              <p:nvPr/>
            </p:nvGrpSpPr>
            <p:grpSpPr>
              <a:xfrm>
                <a:off x="3727359" y="4965879"/>
                <a:ext cx="358830" cy="305800"/>
                <a:chOff x="3727359" y="4965879"/>
                <a:chExt cx="358830" cy="305800"/>
              </a:xfrm>
            </p:grpSpPr>
            <p:sp>
              <p:nvSpPr>
                <p:cNvPr id="809" name="Google Shape;809;p29"/>
                <p:cNvSpPr/>
                <p:nvPr/>
              </p:nvSpPr>
              <p:spPr>
                <a:xfrm>
                  <a:off x="3727478" y="5069416"/>
                  <a:ext cx="358711" cy="202263"/>
                </a:xfrm>
                <a:custGeom>
                  <a:avLst/>
                  <a:gdLst/>
                  <a:ahLst/>
                  <a:cxnLst/>
                  <a:rect l="l" t="t" r="r" b="b"/>
                  <a:pathLst>
                    <a:path w="358711" h="202263" extrusionOk="0">
                      <a:moveTo>
                        <a:pt x="358616" y="0"/>
                      </a:moveTo>
                      <a:lnTo>
                        <a:pt x="358616" y="98393"/>
                      </a:lnTo>
                      <a:cubicBezTo>
                        <a:pt x="358616" y="125063"/>
                        <a:pt x="340995" y="151733"/>
                        <a:pt x="306038" y="171831"/>
                      </a:cubicBezTo>
                      <a:cubicBezTo>
                        <a:pt x="236125" y="212408"/>
                        <a:pt x="122492" y="212408"/>
                        <a:pt x="52388" y="171831"/>
                      </a:cubicBezTo>
                      <a:cubicBezTo>
                        <a:pt x="17336" y="151733"/>
                        <a:pt x="0" y="125063"/>
                        <a:pt x="0" y="98393"/>
                      </a:cubicBezTo>
                      <a:lnTo>
                        <a:pt x="0" y="0"/>
                      </a:lnTo>
                      <a:lnTo>
                        <a:pt x="35871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0" name="Google Shape;810;p29"/>
                <p:cNvSpPr/>
                <p:nvPr/>
              </p:nvSpPr>
              <p:spPr>
                <a:xfrm>
                  <a:off x="3727383" y="5082179"/>
                  <a:ext cx="358711" cy="110633"/>
                </a:xfrm>
                <a:custGeom>
                  <a:avLst/>
                  <a:gdLst/>
                  <a:ahLst/>
                  <a:cxnLst/>
                  <a:rect l="l" t="t" r="r" b="b"/>
                  <a:pathLst>
                    <a:path w="358711" h="110633" extrusionOk="0">
                      <a:moveTo>
                        <a:pt x="358711" y="0"/>
                      </a:moveTo>
                      <a:cubicBezTo>
                        <a:pt x="358711" y="26479"/>
                        <a:pt x="341090" y="52864"/>
                        <a:pt x="306133" y="73057"/>
                      </a:cubicBezTo>
                      <a:cubicBezTo>
                        <a:pt x="236220" y="113824"/>
                        <a:pt x="122587" y="113824"/>
                        <a:pt x="52483" y="73057"/>
                      </a:cubicBezTo>
                      <a:cubicBezTo>
                        <a:pt x="18288" y="53340"/>
                        <a:pt x="762" y="27622"/>
                        <a:pt x="0" y="1715"/>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0"/>
                      </a:lnTo>
                      <a:lnTo>
                        <a:pt x="358616" y="0"/>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1" name="Google Shape;811;p29"/>
                <p:cNvSpPr/>
                <p:nvPr/>
              </p:nvSpPr>
              <p:spPr>
                <a:xfrm>
                  <a:off x="3727383" y="5099324"/>
                  <a:ext cx="358711" cy="110632"/>
                </a:xfrm>
                <a:custGeom>
                  <a:avLst/>
                  <a:gdLst/>
                  <a:ahLst/>
                  <a:cxnLst/>
                  <a:rect l="l" t="t" r="r" b="b"/>
                  <a:pathLst>
                    <a:path w="358711" h="110632" extrusionOk="0">
                      <a:moveTo>
                        <a:pt x="358711" y="0"/>
                      </a:moveTo>
                      <a:cubicBezTo>
                        <a:pt x="358711" y="26479"/>
                        <a:pt x="341090" y="52959"/>
                        <a:pt x="306133" y="73057"/>
                      </a:cubicBezTo>
                      <a:cubicBezTo>
                        <a:pt x="236220" y="113729"/>
                        <a:pt x="122587" y="113729"/>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95"/>
                      </a:lnTo>
                      <a:lnTo>
                        <a:pt x="358616" y="95"/>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2" name="Google Shape;812;p29"/>
                <p:cNvSpPr/>
                <p:nvPr/>
              </p:nvSpPr>
              <p:spPr>
                <a:xfrm>
                  <a:off x="3727383" y="5116565"/>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3" name="Google Shape;813;p29"/>
                <p:cNvSpPr/>
                <p:nvPr/>
              </p:nvSpPr>
              <p:spPr>
                <a:xfrm>
                  <a:off x="3727383" y="5133709"/>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95"/>
                      </a:lnTo>
                      <a:lnTo>
                        <a:pt x="358616" y="95"/>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4" name="Google Shape;814;p29"/>
                <p:cNvSpPr/>
                <p:nvPr/>
              </p:nvSpPr>
              <p:spPr>
                <a:xfrm>
                  <a:off x="3727383" y="5150855"/>
                  <a:ext cx="358711" cy="110632"/>
                </a:xfrm>
                <a:custGeom>
                  <a:avLst/>
                  <a:gdLst/>
                  <a:ahLst/>
                  <a:cxnLst/>
                  <a:rect l="l" t="t" r="r" b="b"/>
                  <a:pathLst>
                    <a:path w="358711" h="110632" extrusionOk="0">
                      <a:moveTo>
                        <a:pt x="358711" y="0"/>
                      </a:moveTo>
                      <a:cubicBezTo>
                        <a:pt x="358711" y="26479"/>
                        <a:pt x="341090" y="52864"/>
                        <a:pt x="306133" y="73057"/>
                      </a:cubicBezTo>
                      <a:cubicBezTo>
                        <a:pt x="236220" y="113728"/>
                        <a:pt x="122587" y="113728"/>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5" name="Google Shape;815;p29"/>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6" name="Google Shape;816;p29"/>
                <p:cNvSpPr/>
                <p:nvPr/>
              </p:nvSpPr>
              <p:spPr>
                <a:xfrm>
                  <a:off x="3741504" y="4974118"/>
                  <a:ext cx="330446" cy="190785"/>
                </a:xfrm>
                <a:custGeom>
                  <a:avLst/>
                  <a:gdLst/>
                  <a:ahLst/>
                  <a:cxnLst/>
                  <a:rect l="l" t="t" r="r" b="b"/>
                  <a:pathLst>
                    <a:path w="330446" h="190785" extrusionOk="0">
                      <a:moveTo>
                        <a:pt x="48363" y="162639"/>
                      </a:moveTo>
                      <a:cubicBezTo>
                        <a:pt x="112943" y="200168"/>
                        <a:pt x="217622" y="200168"/>
                        <a:pt x="282012" y="162639"/>
                      </a:cubicBezTo>
                      <a:cubicBezTo>
                        <a:pt x="346591" y="125492"/>
                        <a:pt x="346591" y="65008"/>
                        <a:pt x="282012" y="27861"/>
                      </a:cubicBezTo>
                      <a:cubicBezTo>
                        <a:pt x="217622" y="-9287"/>
                        <a:pt x="112943" y="-9287"/>
                        <a:pt x="48363" y="27861"/>
                      </a:cubicBezTo>
                      <a:cubicBezTo>
                        <a:pt x="-16121" y="65008"/>
                        <a:pt x="-16121" y="125492"/>
                        <a:pt x="48363" y="16263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7" name="Google Shape;817;p29"/>
                <p:cNvSpPr/>
                <p:nvPr/>
              </p:nvSpPr>
              <p:spPr>
                <a:xfrm>
                  <a:off x="3752172" y="4980190"/>
                  <a:ext cx="309014" cy="178474"/>
                </a:xfrm>
                <a:custGeom>
                  <a:avLst/>
                  <a:gdLst/>
                  <a:ahLst/>
                  <a:cxnLst/>
                  <a:rect l="l" t="t" r="r" b="b"/>
                  <a:pathLst>
                    <a:path w="309014" h="178474" extrusionOk="0">
                      <a:moveTo>
                        <a:pt x="45220" y="152186"/>
                      </a:moveTo>
                      <a:cubicBezTo>
                        <a:pt x="105609" y="187238"/>
                        <a:pt x="203526" y="187238"/>
                        <a:pt x="263723" y="152186"/>
                      </a:cubicBezTo>
                      <a:cubicBezTo>
                        <a:pt x="324112" y="117419"/>
                        <a:pt x="324112" y="60841"/>
                        <a:pt x="263723" y="26075"/>
                      </a:cubicBezTo>
                      <a:cubicBezTo>
                        <a:pt x="203526" y="-8692"/>
                        <a:pt x="105609" y="-8692"/>
                        <a:pt x="45220" y="26075"/>
                      </a:cubicBezTo>
                      <a:cubicBezTo>
                        <a:pt x="-15073" y="60841"/>
                        <a:pt x="-15073" y="117324"/>
                        <a:pt x="45220" y="15218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8" name="Google Shape;818;p29"/>
                <p:cNvSpPr/>
                <p:nvPr/>
              </p:nvSpPr>
              <p:spPr>
                <a:xfrm>
                  <a:off x="3760768" y="4985524"/>
                  <a:ext cx="291917" cy="168568"/>
                </a:xfrm>
                <a:custGeom>
                  <a:avLst/>
                  <a:gdLst/>
                  <a:ahLst/>
                  <a:cxnLst/>
                  <a:rect l="l" t="t" r="r" b="b"/>
                  <a:pathLst>
                    <a:path w="291917" h="168568" extrusionOk="0">
                      <a:moveTo>
                        <a:pt x="42720" y="143708"/>
                      </a:moveTo>
                      <a:cubicBezTo>
                        <a:pt x="99774" y="176855"/>
                        <a:pt x="192262" y="176855"/>
                        <a:pt x="249126" y="143708"/>
                      </a:cubicBezTo>
                      <a:cubicBezTo>
                        <a:pt x="306181" y="110847"/>
                        <a:pt x="306181" y="57507"/>
                        <a:pt x="249126" y="24646"/>
                      </a:cubicBezTo>
                      <a:cubicBezTo>
                        <a:pt x="192262" y="-8215"/>
                        <a:pt x="99774" y="-8215"/>
                        <a:pt x="42720" y="24646"/>
                      </a:cubicBezTo>
                      <a:cubicBezTo>
                        <a:pt x="-14240" y="57507"/>
                        <a:pt x="-14240" y="110847"/>
                        <a:pt x="42720" y="14370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9" name="Google Shape;819;p29"/>
                <p:cNvSpPr/>
                <p:nvPr/>
              </p:nvSpPr>
              <p:spPr>
                <a:xfrm>
                  <a:off x="3769793" y="4990263"/>
                  <a:ext cx="273962" cy="158257"/>
                </a:xfrm>
                <a:custGeom>
                  <a:avLst/>
                  <a:gdLst/>
                  <a:ahLst/>
                  <a:cxnLst/>
                  <a:rect l="l" t="t" r="r" b="b"/>
                  <a:pathLst>
                    <a:path w="273962" h="158257" extrusionOk="0">
                      <a:moveTo>
                        <a:pt x="40076" y="134969"/>
                      </a:moveTo>
                      <a:cubicBezTo>
                        <a:pt x="93607" y="166021"/>
                        <a:pt x="180475" y="166021"/>
                        <a:pt x="233815" y="134969"/>
                      </a:cubicBezTo>
                      <a:cubicBezTo>
                        <a:pt x="287346" y="104108"/>
                        <a:pt x="287346" y="54007"/>
                        <a:pt x="233815" y="23146"/>
                      </a:cubicBezTo>
                      <a:cubicBezTo>
                        <a:pt x="180475" y="-7715"/>
                        <a:pt x="93607" y="-7715"/>
                        <a:pt x="40076" y="23146"/>
                      </a:cubicBezTo>
                      <a:cubicBezTo>
                        <a:pt x="-13359" y="53912"/>
                        <a:pt x="-13359" y="104108"/>
                        <a:pt x="40076" y="13496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0" name="Google Shape;820;p29"/>
                <p:cNvSpPr/>
                <p:nvPr/>
              </p:nvSpPr>
              <p:spPr>
                <a:xfrm>
                  <a:off x="3777342" y="4995073"/>
                  <a:ext cx="258770" cy="149471"/>
                </a:xfrm>
                <a:custGeom>
                  <a:avLst/>
                  <a:gdLst/>
                  <a:ahLst/>
                  <a:cxnLst/>
                  <a:rect l="l" t="t" r="r" b="b"/>
                  <a:pathLst>
                    <a:path w="258770" h="149471" extrusionOk="0">
                      <a:moveTo>
                        <a:pt x="37862" y="127397"/>
                      </a:moveTo>
                      <a:cubicBezTo>
                        <a:pt x="88440" y="156829"/>
                        <a:pt x="170450" y="156829"/>
                        <a:pt x="220837" y="127397"/>
                      </a:cubicBezTo>
                      <a:cubicBezTo>
                        <a:pt x="271415" y="98251"/>
                        <a:pt x="271415" y="50911"/>
                        <a:pt x="220837" y="21860"/>
                      </a:cubicBezTo>
                      <a:cubicBezTo>
                        <a:pt x="170450" y="-7287"/>
                        <a:pt x="88440" y="-7287"/>
                        <a:pt x="37862" y="21860"/>
                      </a:cubicBezTo>
                      <a:cubicBezTo>
                        <a:pt x="-12621" y="51007"/>
                        <a:pt x="-12621" y="98346"/>
                        <a:pt x="37862" y="127397"/>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1" name="Google Shape;821;p29"/>
                <p:cNvSpPr/>
                <p:nvPr/>
              </p:nvSpPr>
              <p:spPr>
                <a:xfrm>
                  <a:off x="3784890" y="4999026"/>
                  <a:ext cx="243673" cy="140731"/>
                </a:xfrm>
                <a:custGeom>
                  <a:avLst/>
                  <a:gdLst/>
                  <a:ahLst/>
                  <a:cxnLst/>
                  <a:rect l="l" t="t" r="r" b="b"/>
                  <a:pathLst>
                    <a:path w="243673" h="140731" extrusionOk="0">
                      <a:moveTo>
                        <a:pt x="35647" y="120015"/>
                      </a:moveTo>
                      <a:cubicBezTo>
                        <a:pt x="83272" y="147638"/>
                        <a:pt x="160520" y="147638"/>
                        <a:pt x="207955" y="120015"/>
                      </a:cubicBezTo>
                      <a:cubicBezTo>
                        <a:pt x="255580" y="92583"/>
                        <a:pt x="255580" y="48006"/>
                        <a:pt x="207955" y="20574"/>
                      </a:cubicBezTo>
                      <a:cubicBezTo>
                        <a:pt x="160520" y="-6858"/>
                        <a:pt x="83272" y="-6858"/>
                        <a:pt x="35647" y="20574"/>
                      </a:cubicBezTo>
                      <a:cubicBezTo>
                        <a:pt x="-11882" y="48006"/>
                        <a:pt x="-11882" y="92583"/>
                        <a:pt x="35647" y="120015"/>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2" name="Google Shape;822;p29"/>
                <p:cNvSpPr/>
                <p:nvPr/>
              </p:nvSpPr>
              <p:spPr>
                <a:xfrm>
                  <a:off x="3791677" y="5003217"/>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3" name="Google Shape;823;p29"/>
                <p:cNvSpPr/>
                <p:nvPr/>
              </p:nvSpPr>
              <p:spPr>
                <a:xfrm>
                  <a:off x="3798702" y="5007098"/>
                  <a:ext cx="216074" cy="124753"/>
                </a:xfrm>
                <a:custGeom>
                  <a:avLst/>
                  <a:gdLst/>
                  <a:ahLst/>
                  <a:cxnLst/>
                  <a:rect l="l" t="t" r="r" b="b"/>
                  <a:pathLst>
                    <a:path w="216074" h="124753" extrusionOk="0">
                      <a:moveTo>
                        <a:pt x="31647" y="106323"/>
                      </a:moveTo>
                      <a:cubicBezTo>
                        <a:pt x="73843" y="130897"/>
                        <a:pt x="142327" y="130897"/>
                        <a:pt x="184428" y="106323"/>
                      </a:cubicBezTo>
                      <a:cubicBezTo>
                        <a:pt x="226624" y="82034"/>
                        <a:pt x="226624" y="42505"/>
                        <a:pt x="184428" y="18216"/>
                      </a:cubicBezTo>
                      <a:cubicBezTo>
                        <a:pt x="142327" y="-6072"/>
                        <a:pt x="73843" y="-6072"/>
                        <a:pt x="31647" y="18216"/>
                      </a:cubicBezTo>
                      <a:cubicBezTo>
                        <a:pt x="-10549" y="42505"/>
                        <a:pt x="-10549" y="82034"/>
                        <a:pt x="31647" y="106323"/>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4" name="Google Shape;824;p29"/>
                <p:cNvSpPr/>
                <p:nvPr/>
              </p:nvSpPr>
              <p:spPr>
                <a:xfrm>
                  <a:off x="3804679" y="5010765"/>
                  <a:ext cx="204097" cy="117824"/>
                </a:xfrm>
                <a:custGeom>
                  <a:avLst/>
                  <a:gdLst/>
                  <a:ahLst/>
                  <a:cxnLst/>
                  <a:rect l="l" t="t" r="r" b="b"/>
                  <a:pathLst>
                    <a:path w="204097" h="117824" extrusionOk="0">
                      <a:moveTo>
                        <a:pt x="29861" y="100465"/>
                      </a:moveTo>
                      <a:cubicBezTo>
                        <a:pt x="69771" y="123611"/>
                        <a:pt x="134445" y="123611"/>
                        <a:pt x="174165" y="100465"/>
                      </a:cubicBezTo>
                      <a:cubicBezTo>
                        <a:pt x="214075" y="77510"/>
                        <a:pt x="214075" y="40172"/>
                        <a:pt x="174165" y="17216"/>
                      </a:cubicBezTo>
                      <a:cubicBezTo>
                        <a:pt x="134445" y="-5739"/>
                        <a:pt x="69771" y="-5739"/>
                        <a:pt x="29861" y="17216"/>
                      </a:cubicBezTo>
                      <a:cubicBezTo>
                        <a:pt x="-9954" y="40172"/>
                        <a:pt x="-9954" y="77510"/>
                        <a:pt x="29861" y="10046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5" name="Google Shape;825;p29"/>
                <p:cNvSpPr/>
                <p:nvPr/>
              </p:nvSpPr>
              <p:spPr>
                <a:xfrm>
                  <a:off x="3810155" y="5013695"/>
                  <a:ext cx="193167" cy="111489"/>
                </a:xfrm>
                <a:custGeom>
                  <a:avLst/>
                  <a:gdLst/>
                  <a:ahLst/>
                  <a:cxnLst/>
                  <a:rect l="l" t="t" r="r" b="b"/>
                  <a:pathLst>
                    <a:path w="193167" h="111489" extrusionOk="0">
                      <a:moveTo>
                        <a:pt x="28289" y="95059"/>
                      </a:moveTo>
                      <a:cubicBezTo>
                        <a:pt x="66008" y="116967"/>
                        <a:pt x="127254" y="116967"/>
                        <a:pt x="164878" y="95059"/>
                      </a:cubicBezTo>
                      <a:cubicBezTo>
                        <a:pt x="202597" y="73342"/>
                        <a:pt x="202597" y="38005"/>
                        <a:pt x="164878" y="16288"/>
                      </a:cubicBezTo>
                      <a:cubicBezTo>
                        <a:pt x="127254" y="-5429"/>
                        <a:pt x="66103" y="-5429"/>
                        <a:pt x="28289" y="16288"/>
                      </a:cubicBezTo>
                      <a:cubicBezTo>
                        <a:pt x="-9430" y="38005"/>
                        <a:pt x="-9430" y="73342"/>
                        <a:pt x="28289" y="9505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6" name="Google Shape;826;p29"/>
                <p:cNvSpPr/>
                <p:nvPr/>
              </p:nvSpPr>
              <p:spPr>
                <a:xfrm>
                  <a:off x="3815537" y="5017004"/>
                  <a:ext cx="182403" cy="105251"/>
                </a:xfrm>
                <a:custGeom>
                  <a:avLst/>
                  <a:gdLst/>
                  <a:ahLst/>
                  <a:cxnLst/>
                  <a:rect l="l" t="t" r="r" b="b"/>
                  <a:pathLst>
                    <a:path w="182403" h="105251" extrusionOk="0">
                      <a:moveTo>
                        <a:pt x="26718" y="89749"/>
                      </a:moveTo>
                      <a:cubicBezTo>
                        <a:pt x="62341" y="110419"/>
                        <a:pt x="120158" y="110419"/>
                        <a:pt x="155686" y="89749"/>
                      </a:cubicBezTo>
                      <a:cubicBezTo>
                        <a:pt x="191310" y="69271"/>
                        <a:pt x="191310" y="35838"/>
                        <a:pt x="155686" y="15359"/>
                      </a:cubicBezTo>
                      <a:cubicBezTo>
                        <a:pt x="120158" y="-5120"/>
                        <a:pt x="62341" y="-5120"/>
                        <a:pt x="26718" y="15359"/>
                      </a:cubicBezTo>
                      <a:cubicBezTo>
                        <a:pt x="-8906" y="35933"/>
                        <a:pt x="-8906" y="69271"/>
                        <a:pt x="26718" y="8974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7" name="Google Shape;827;p29"/>
                <p:cNvSpPr/>
                <p:nvPr/>
              </p:nvSpPr>
              <p:spPr>
                <a:xfrm>
                  <a:off x="3820824" y="5019862"/>
                  <a:ext cx="171807" cy="99250"/>
                </a:xfrm>
                <a:custGeom>
                  <a:avLst/>
                  <a:gdLst/>
                  <a:ahLst/>
                  <a:cxnLst/>
                  <a:rect l="l" t="t" r="r" b="b"/>
                  <a:pathLst>
                    <a:path w="171807" h="99250" extrusionOk="0">
                      <a:moveTo>
                        <a:pt x="25146" y="84606"/>
                      </a:moveTo>
                      <a:cubicBezTo>
                        <a:pt x="58769"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8" name="Google Shape;828;p29"/>
                <p:cNvSpPr/>
                <p:nvPr/>
              </p:nvSpPr>
              <p:spPr>
                <a:xfrm>
                  <a:off x="3825681" y="5022743"/>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2004"/>
                        <a:pt x="138493" y="13716"/>
                      </a:cubicBezTo>
                      <a:cubicBezTo>
                        <a:pt x="106870" y="-4572"/>
                        <a:pt x="55435" y="-4572"/>
                        <a:pt x="23717" y="13716"/>
                      </a:cubicBezTo>
                      <a:cubicBezTo>
                        <a:pt x="-7906" y="32004"/>
                        <a:pt x="-7906" y="61627"/>
                        <a:pt x="23717" y="7991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9" name="Google Shape;829;p29"/>
                <p:cNvSpPr/>
                <p:nvPr/>
              </p:nvSpPr>
              <p:spPr>
                <a:xfrm>
                  <a:off x="3830539" y="5025505"/>
                  <a:ext cx="152304" cy="87892"/>
                </a:xfrm>
                <a:custGeom>
                  <a:avLst/>
                  <a:gdLst/>
                  <a:ahLst/>
                  <a:cxnLst/>
                  <a:rect l="l" t="t" r="r" b="b"/>
                  <a:pathLst>
                    <a:path w="152304" h="87892" extrusionOk="0">
                      <a:moveTo>
                        <a:pt x="22288" y="74962"/>
                      </a:moveTo>
                      <a:cubicBezTo>
                        <a:pt x="52102" y="92202"/>
                        <a:pt x="100298" y="92202"/>
                        <a:pt x="130016" y="74962"/>
                      </a:cubicBezTo>
                      <a:cubicBezTo>
                        <a:pt x="159734" y="57817"/>
                        <a:pt x="159734" y="30004"/>
                        <a:pt x="130016" y="12859"/>
                      </a:cubicBezTo>
                      <a:cubicBezTo>
                        <a:pt x="100298" y="-4286"/>
                        <a:pt x="52102" y="-4286"/>
                        <a:pt x="22288" y="12859"/>
                      </a:cubicBezTo>
                      <a:cubicBezTo>
                        <a:pt x="-7429" y="30004"/>
                        <a:pt x="-7429" y="57817"/>
                        <a:pt x="22288" y="74962"/>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0" name="Google Shape;830;p29"/>
                <p:cNvSpPr/>
                <p:nvPr/>
              </p:nvSpPr>
              <p:spPr>
                <a:xfrm>
                  <a:off x="3834801" y="5028125"/>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1" name="Google Shape;831;p29"/>
                <p:cNvSpPr/>
                <p:nvPr/>
              </p:nvSpPr>
              <p:spPr>
                <a:xfrm>
                  <a:off x="3841921" y="5032387"/>
                  <a:ext cx="129635" cy="74794"/>
                </a:xfrm>
                <a:custGeom>
                  <a:avLst/>
                  <a:gdLst/>
                  <a:ahLst/>
                  <a:cxnLst/>
                  <a:rect l="l" t="t" r="r" b="b"/>
                  <a:pathLst>
                    <a:path w="129635" h="74794" extrusionOk="0">
                      <a:moveTo>
                        <a:pt x="19002" y="63794"/>
                      </a:moveTo>
                      <a:cubicBezTo>
                        <a:pt x="44339" y="78462"/>
                        <a:pt x="85392" y="78462"/>
                        <a:pt x="110633" y="63794"/>
                      </a:cubicBezTo>
                      <a:cubicBezTo>
                        <a:pt x="135969" y="49220"/>
                        <a:pt x="135969" y="25503"/>
                        <a:pt x="110633" y="10930"/>
                      </a:cubicBezTo>
                      <a:cubicBezTo>
                        <a:pt x="85392" y="-3643"/>
                        <a:pt x="44339" y="-3643"/>
                        <a:pt x="19002" y="10930"/>
                      </a:cubicBezTo>
                      <a:cubicBezTo>
                        <a:pt x="-6334" y="25503"/>
                        <a:pt x="-6334" y="49220"/>
                        <a:pt x="19002" y="637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2" name="Google Shape;832;p29"/>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33" name="Google Shape;833;p29"/>
              <p:cNvGrpSpPr/>
              <p:nvPr/>
            </p:nvGrpSpPr>
            <p:grpSpPr>
              <a:xfrm>
                <a:off x="3703857" y="4939685"/>
                <a:ext cx="405669" cy="247649"/>
                <a:chOff x="3703857" y="4939685"/>
                <a:chExt cx="405669" cy="247649"/>
              </a:xfrm>
            </p:grpSpPr>
            <p:sp>
              <p:nvSpPr>
                <p:cNvPr id="834" name="Google Shape;834;p29"/>
                <p:cNvSpPr/>
                <p:nvPr/>
              </p:nvSpPr>
              <p:spPr>
                <a:xfrm>
                  <a:off x="3703857" y="4953115"/>
                  <a:ext cx="405574" cy="234219"/>
                </a:xfrm>
                <a:custGeom>
                  <a:avLst/>
                  <a:gdLst/>
                  <a:ahLst/>
                  <a:cxnLst/>
                  <a:rect l="l" t="t" r="r" b="b"/>
                  <a:pathLst>
                    <a:path w="405574" h="234219"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824"/>
                      </a:lnTo>
                      <a:lnTo>
                        <a:pt x="0" y="117824"/>
                      </a:lnTo>
                      <a:cubicBezTo>
                        <a:pt x="381" y="147542"/>
                        <a:pt x="20098" y="177165"/>
                        <a:pt x="59341" y="199930"/>
                      </a:cubicBezTo>
                      <a:cubicBezTo>
                        <a:pt x="138589" y="245650"/>
                        <a:pt x="266986" y="245650"/>
                        <a:pt x="346138" y="199930"/>
                      </a:cubicBezTo>
                      <a:cubicBezTo>
                        <a:pt x="385763" y="177070"/>
                        <a:pt x="405574" y="147066"/>
                        <a:pt x="405574" y="117157"/>
                      </a:cubicBezTo>
                      <a:lnTo>
                        <a:pt x="405574" y="103823"/>
                      </a:lnTo>
                      <a:lnTo>
                        <a:pt x="404241" y="103823"/>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910"/>
                      </a:cubicBezTo>
                      <a:close/>
                      <a:moveTo>
                        <a:pt x="40957" y="126873"/>
                      </a:moveTo>
                      <a:cubicBezTo>
                        <a:pt x="31432" y="126873"/>
                        <a:pt x="23717" y="122396"/>
                        <a:pt x="23717" y="116967"/>
                      </a:cubicBezTo>
                      <a:cubicBezTo>
                        <a:pt x="23717" y="111538"/>
                        <a:pt x="31432" y="107061"/>
                        <a:pt x="40957" y="107061"/>
                      </a:cubicBezTo>
                      <a:lnTo>
                        <a:pt x="111062" y="107061"/>
                      </a:lnTo>
                      <a:cubicBezTo>
                        <a:pt x="120587" y="107061"/>
                        <a:pt x="128302" y="111538"/>
                        <a:pt x="128302" y="116967"/>
                      </a:cubicBezTo>
                      <a:cubicBezTo>
                        <a:pt x="128302" y="122396"/>
                        <a:pt x="120587" y="126873"/>
                        <a:pt x="111062" y="126873"/>
                      </a:cubicBezTo>
                      <a:lnTo>
                        <a:pt x="40957" y="126873"/>
                      </a:lnTo>
                      <a:close/>
                      <a:moveTo>
                        <a:pt x="150114" y="161354"/>
                      </a:moveTo>
                      <a:lnTo>
                        <a:pt x="100489" y="190024"/>
                      </a:lnTo>
                      <a:cubicBezTo>
                        <a:pt x="93726" y="193929"/>
                        <a:pt x="82867" y="193929"/>
                        <a:pt x="76105" y="190024"/>
                      </a:cubicBezTo>
                      <a:cubicBezTo>
                        <a:pt x="69342" y="186119"/>
                        <a:pt x="69342" y="179832"/>
                        <a:pt x="76105" y="176022"/>
                      </a:cubicBezTo>
                      <a:lnTo>
                        <a:pt x="125730" y="147352"/>
                      </a:lnTo>
                      <a:cubicBezTo>
                        <a:pt x="132493" y="143447"/>
                        <a:pt x="143351" y="143447"/>
                        <a:pt x="150019" y="147352"/>
                      </a:cubicBezTo>
                      <a:cubicBezTo>
                        <a:pt x="156781" y="151257"/>
                        <a:pt x="156781" y="157544"/>
                        <a:pt x="150019" y="161354"/>
                      </a:cubicBezTo>
                      <a:close/>
                      <a:moveTo>
                        <a:pt x="185547" y="23431"/>
                      </a:moveTo>
                      <a:cubicBezTo>
                        <a:pt x="185547" y="17907"/>
                        <a:pt x="193262" y="13525"/>
                        <a:pt x="202787" y="13525"/>
                      </a:cubicBezTo>
                      <a:cubicBezTo>
                        <a:pt x="212312" y="13525"/>
                        <a:pt x="220027" y="18002"/>
                        <a:pt x="220027" y="23431"/>
                      </a:cubicBezTo>
                      <a:lnTo>
                        <a:pt x="220027" y="63913"/>
                      </a:lnTo>
                      <a:cubicBezTo>
                        <a:pt x="220027" y="69437"/>
                        <a:pt x="212312" y="73819"/>
                        <a:pt x="202787" y="73819"/>
                      </a:cubicBezTo>
                      <a:cubicBezTo>
                        <a:pt x="193262" y="73819"/>
                        <a:pt x="185547" y="69342"/>
                        <a:pt x="185547" y="63913"/>
                      </a:cubicBezTo>
                      <a:lnTo>
                        <a:pt x="185547" y="23431"/>
                      </a:lnTo>
                      <a:close/>
                      <a:moveTo>
                        <a:pt x="202787" y="220218"/>
                      </a:moveTo>
                      <a:cubicBezTo>
                        <a:pt x="193262" y="220218"/>
                        <a:pt x="185547" y="215741"/>
                        <a:pt x="185547" y="210312"/>
                      </a:cubicBezTo>
                      <a:lnTo>
                        <a:pt x="185547" y="169831"/>
                      </a:lnTo>
                      <a:cubicBezTo>
                        <a:pt x="185547" y="164306"/>
                        <a:pt x="193262" y="159925"/>
                        <a:pt x="202787" y="159925"/>
                      </a:cubicBezTo>
                      <a:cubicBezTo>
                        <a:pt x="212312" y="159925"/>
                        <a:pt x="220027" y="164402"/>
                        <a:pt x="220027" y="169831"/>
                      </a:cubicBezTo>
                      <a:lnTo>
                        <a:pt x="220027" y="210312"/>
                      </a:lnTo>
                      <a:cubicBezTo>
                        <a:pt x="220027" y="215837"/>
                        <a:pt x="212312" y="220218"/>
                        <a:pt x="202787" y="220218"/>
                      </a:cubicBezTo>
                      <a:close/>
                      <a:moveTo>
                        <a:pt x="255460" y="72390"/>
                      </a:moveTo>
                      <a:lnTo>
                        <a:pt x="305086" y="43720"/>
                      </a:lnTo>
                      <a:cubicBezTo>
                        <a:pt x="311848" y="39815"/>
                        <a:pt x="322707" y="39815"/>
                        <a:pt x="329374" y="43720"/>
                      </a:cubicBezTo>
                      <a:cubicBezTo>
                        <a:pt x="336137" y="47625"/>
                        <a:pt x="336137" y="53912"/>
                        <a:pt x="329374" y="57722"/>
                      </a:cubicBezTo>
                      <a:lnTo>
                        <a:pt x="279749" y="86392"/>
                      </a:lnTo>
                      <a:cubicBezTo>
                        <a:pt x="272987" y="90297"/>
                        <a:pt x="262128" y="90297"/>
                        <a:pt x="255460" y="86392"/>
                      </a:cubicBezTo>
                      <a:cubicBezTo>
                        <a:pt x="248698" y="82487"/>
                        <a:pt x="248698" y="76200"/>
                        <a:pt x="255460" y="72390"/>
                      </a:cubicBezTo>
                      <a:close/>
                      <a:moveTo>
                        <a:pt x="329374" y="189929"/>
                      </a:moveTo>
                      <a:cubicBezTo>
                        <a:pt x="322612" y="193834"/>
                        <a:pt x="311753" y="193834"/>
                        <a:pt x="305086" y="189929"/>
                      </a:cubicBezTo>
                      <a:lnTo>
                        <a:pt x="255460" y="161258"/>
                      </a:lnTo>
                      <a:cubicBezTo>
                        <a:pt x="248698" y="157353"/>
                        <a:pt x="248698" y="151066"/>
                        <a:pt x="255460" y="147256"/>
                      </a:cubicBezTo>
                      <a:cubicBezTo>
                        <a:pt x="262223" y="143351"/>
                        <a:pt x="273082" y="143351"/>
                        <a:pt x="279749" y="147256"/>
                      </a:cubicBezTo>
                      <a:lnTo>
                        <a:pt x="329374" y="175927"/>
                      </a:lnTo>
                      <a:cubicBezTo>
                        <a:pt x="336137" y="179832"/>
                        <a:pt x="336137" y="186119"/>
                        <a:pt x="329374" y="189929"/>
                      </a:cubicBezTo>
                      <a:close/>
                      <a:moveTo>
                        <a:pt x="364617" y="126778"/>
                      </a:moveTo>
                      <a:lnTo>
                        <a:pt x="294418" y="126778"/>
                      </a:lnTo>
                      <a:cubicBezTo>
                        <a:pt x="284893" y="126778"/>
                        <a:pt x="277177" y="122301"/>
                        <a:pt x="277177" y="116872"/>
                      </a:cubicBezTo>
                      <a:cubicBezTo>
                        <a:pt x="277177" y="111442"/>
                        <a:pt x="284893" y="106966"/>
                        <a:pt x="294418" y="106966"/>
                      </a:cubicBezTo>
                      <a:lnTo>
                        <a:pt x="364617" y="106966"/>
                      </a:lnTo>
                      <a:cubicBezTo>
                        <a:pt x="374142" y="106966"/>
                        <a:pt x="381857" y="111442"/>
                        <a:pt x="381857" y="116872"/>
                      </a:cubicBezTo>
                      <a:cubicBezTo>
                        <a:pt x="381857" y="122301"/>
                        <a:pt x="374142" y="126778"/>
                        <a:pt x="364617" y="126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5" name="Google Shape;835;p29"/>
                <p:cNvSpPr/>
                <p:nvPr/>
              </p:nvSpPr>
              <p:spPr>
                <a:xfrm>
                  <a:off x="3703928" y="4939685"/>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105"/>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8"/>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117"/>
                      </a:cubicBezTo>
                      <a:lnTo>
                        <a:pt x="125658" y="147447"/>
                      </a:lnTo>
                      <a:cubicBezTo>
                        <a:pt x="132421" y="143542"/>
                        <a:pt x="143280" y="143542"/>
                        <a:pt x="149947" y="147447"/>
                      </a:cubicBezTo>
                      <a:cubicBezTo>
                        <a:pt x="156710" y="151352"/>
                        <a:pt x="156710" y="157639"/>
                        <a:pt x="149947" y="161544"/>
                      </a:cubicBezTo>
                      <a:lnTo>
                        <a:pt x="100322" y="190214"/>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9"/>
                      </a:moveTo>
                      <a:cubicBezTo>
                        <a:pt x="193096" y="220409"/>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9"/>
                        <a:pt x="202621" y="220409"/>
                      </a:cubicBezTo>
                      <a:close/>
                      <a:moveTo>
                        <a:pt x="304919" y="190119"/>
                      </a:moveTo>
                      <a:lnTo>
                        <a:pt x="255294" y="161449"/>
                      </a:lnTo>
                      <a:cubicBezTo>
                        <a:pt x="248531" y="157544"/>
                        <a:pt x="248531" y="151257"/>
                        <a:pt x="255294" y="147352"/>
                      </a:cubicBezTo>
                      <a:cubicBezTo>
                        <a:pt x="262057" y="143447"/>
                        <a:pt x="272915" y="143447"/>
                        <a:pt x="279583" y="147352"/>
                      </a:cubicBezTo>
                      <a:lnTo>
                        <a:pt x="329208" y="176022"/>
                      </a:lnTo>
                      <a:cubicBezTo>
                        <a:pt x="335971" y="179927"/>
                        <a:pt x="335971" y="186214"/>
                        <a:pt x="329208" y="190024"/>
                      </a:cubicBezTo>
                      <a:cubicBezTo>
                        <a:pt x="322445" y="193929"/>
                        <a:pt x="311587" y="193929"/>
                        <a:pt x="304919"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6" name="Google Shape;836;p29"/>
                <p:cNvSpPr/>
                <p:nvPr/>
              </p:nvSpPr>
              <p:spPr>
                <a:xfrm>
                  <a:off x="3849512" y="5023791"/>
                  <a:ext cx="114454" cy="46386"/>
                </a:xfrm>
                <a:custGeom>
                  <a:avLst/>
                  <a:gdLst/>
                  <a:ahLst/>
                  <a:cxnLst/>
                  <a:rect l="l" t="t" r="r" b="b"/>
                  <a:pathLst>
                    <a:path w="114454" h="46386" extrusionOk="0">
                      <a:moveTo>
                        <a:pt x="109615" y="46387"/>
                      </a:moveTo>
                      <a:cubicBezTo>
                        <a:pt x="106852" y="42767"/>
                        <a:pt x="102852" y="39338"/>
                        <a:pt x="97708" y="36385"/>
                      </a:cubicBezTo>
                      <a:cubicBezTo>
                        <a:pt x="75325" y="23432"/>
                        <a:pt x="39130" y="23432"/>
                        <a:pt x="16746" y="36385"/>
                      </a:cubicBezTo>
                      <a:cubicBezTo>
                        <a:pt x="11602" y="39338"/>
                        <a:pt x="7602" y="42767"/>
                        <a:pt x="4840" y="46387"/>
                      </a:cubicBezTo>
                      <a:cubicBezTo>
                        <a:pt x="-4400" y="34290"/>
                        <a:pt x="-399" y="19622"/>
                        <a:pt x="16746" y="9716"/>
                      </a:cubicBezTo>
                      <a:cubicBezTo>
                        <a:pt x="39130" y="-3239"/>
                        <a:pt x="75325" y="-3239"/>
                        <a:pt x="97708" y="9716"/>
                      </a:cubicBezTo>
                      <a:cubicBezTo>
                        <a:pt x="114853"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7" name="Google Shape;837;p29"/>
                <p:cNvSpPr/>
                <p:nvPr/>
              </p:nvSpPr>
              <p:spPr>
                <a:xfrm>
                  <a:off x="3854351" y="5050461"/>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38" name="Google Shape;838;p29"/>
            <p:cNvGrpSpPr/>
            <p:nvPr/>
          </p:nvGrpSpPr>
          <p:grpSpPr>
            <a:xfrm>
              <a:off x="8380411" y="4505578"/>
              <a:ext cx="639951" cy="559831"/>
              <a:chOff x="3638372" y="4678414"/>
              <a:chExt cx="422243" cy="369379"/>
            </a:xfrm>
          </p:grpSpPr>
          <p:sp>
            <p:nvSpPr>
              <p:cNvPr id="839" name="Google Shape;839;p29"/>
              <p:cNvSpPr/>
              <p:nvPr/>
            </p:nvSpPr>
            <p:spPr>
              <a:xfrm>
                <a:off x="3638372" y="4804049"/>
                <a:ext cx="422243" cy="243744"/>
              </a:xfrm>
              <a:custGeom>
                <a:avLst/>
                <a:gdLst/>
                <a:ahLst/>
                <a:cxnLst/>
                <a:rect l="l" t="t" r="r" b="b"/>
                <a:pathLst>
                  <a:path w="422243" h="243744" extrusionOk="0">
                    <a:moveTo>
                      <a:pt x="360378" y="208026"/>
                    </a:moveTo>
                    <a:cubicBezTo>
                      <a:pt x="277987" y="255651"/>
                      <a:pt x="144351" y="255651"/>
                      <a:pt x="61865" y="208026"/>
                    </a:cubicBezTo>
                    <a:cubicBezTo>
                      <a:pt x="-20622" y="160401"/>
                      <a:pt x="-20622" y="83248"/>
                      <a:pt x="61865" y="35719"/>
                    </a:cubicBezTo>
                    <a:cubicBezTo>
                      <a:pt x="144256" y="-11906"/>
                      <a:pt x="277987" y="-11906"/>
                      <a:pt x="360378" y="35719"/>
                    </a:cubicBezTo>
                    <a:cubicBezTo>
                      <a:pt x="442865" y="83344"/>
                      <a:pt x="442865"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40" name="Google Shape;840;p29"/>
              <p:cNvGrpSpPr/>
              <p:nvPr/>
            </p:nvGrpSpPr>
            <p:grpSpPr>
              <a:xfrm>
                <a:off x="3646611" y="4791857"/>
                <a:ext cx="405669" cy="247459"/>
                <a:chOff x="3646611" y="4791857"/>
                <a:chExt cx="405669" cy="247459"/>
              </a:xfrm>
            </p:grpSpPr>
            <p:sp>
              <p:nvSpPr>
                <p:cNvPr id="841" name="Google Shape;841;p29"/>
                <p:cNvSpPr/>
                <p:nvPr/>
              </p:nvSpPr>
              <p:spPr>
                <a:xfrm>
                  <a:off x="3646611" y="4805192"/>
                  <a:ext cx="405574" cy="234124"/>
                </a:xfrm>
                <a:custGeom>
                  <a:avLst/>
                  <a:gdLst/>
                  <a:ahLst/>
                  <a:cxnLst/>
                  <a:rect l="l" t="t" r="r" b="b"/>
                  <a:pathLst>
                    <a:path w="405574" h="234124" extrusionOk="0">
                      <a:moveTo>
                        <a:pt x="404336" y="103727"/>
                      </a:moveTo>
                      <a:cubicBezTo>
                        <a:pt x="399288" y="78296"/>
                        <a:pt x="379952" y="53721"/>
                        <a:pt x="346234" y="34290"/>
                      </a:cubicBezTo>
                      <a:cubicBezTo>
                        <a:pt x="267081" y="-11430"/>
                        <a:pt x="138684" y="-11430"/>
                        <a:pt x="59436" y="34290"/>
                      </a:cubicBezTo>
                      <a:cubicBezTo>
                        <a:pt x="25527" y="53912"/>
                        <a:pt x="6096" y="78677"/>
                        <a:pt x="1238" y="104299"/>
                      </a:cubicBezTo>
                      <a:lnTo>
                        <a:pt x="0" y="103823"/>
                      </a:lnTo>
                      <a:lnTo>
                        <a:pt x="0" y="117824"/>
                      </a:lnTo>
                      <a:lnTo>
                        <a:pt x="0" y="117824"/>
                      </a:lnTo>
                      <a:cubicBezTo>
                        <a:pt x="286" y="147542"/>
                        <a:pt x="20098" y="177165"/>
                        <a:pt x="59341" y="199834"/>
                      </a:cubicBezTo>
                      <a:cubicBezTo>
                        <a:pt x="138589" y="245555"/>
                        <a:pt x="266986" y="245555"/>
                        <a:pt x="346138" y="199834"/>
                      </a:cubicBezTo>
                      <a:cubicBezTo>
                        <a:pt x="385763" y="176974"/>
                        <a:pt x="405574" y="146971"/>
                        <a:pt x="405574" y="117062"/>
                      </a:cubicBezTo>
                      <a:lnTo>
                        <a:pt x="405574" y="103727"/>
                      </a:lnTo>
                      <a:lnTo>
                        <a:pt x="404241" y="103727"/>
                      </a:lnTo>
                      <a:close/>
                      <a:moveTo>
                        <a:pt x="76295" y="43910"/>
                      </a:moveTo>
                      <a:cubicBezTo>
                        <a:pt x="83058" y="40005"/>
                        <a:pt x="93916"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1053" y="126968"/>
                      </a:moveTo>
                      <a:cubicBezTo>
                        <a:pt x="31528" y="126968"/>
                        <a:pt x="23813" y="122491"/>
                        <a:pt x="23813" y="117062"/>
                      </a:cubicBezTo>
                      <a:cubicBezTo>
                        <a:pt x="23813" y="111633"/>
                        <a:pt x="31528" y="107156"/>
                        <a:pt x="41053" y="107156"/>
                      </a:cubicBezTo>
                      <a:lnTo>
                        <a:pt x="111252" y="107156"/>
                      </a:lnTo>
                      <a:cubicBezTo>
                        <a:pt x="120777" y="107156"/>
                        <a:pt x="128492" y="111633"/>
                        <a:pt x="128492" y="117062"/>
                      </a:cubicBezTo>
                      <a:cubicBezTo>
                        <a:pt x="128492" y="122491"/>
                        <a:pt x="120777" y="126968"/>
                        <a:pt x="111252" y="126968"/>
                      </a:cubicBezTo>
                      <a:lnTo>
                        <a:pt x="41148" y="126968"/>
                      </a:lnTo>
                      <a:close/>
                      <a:moveTo>
                        <a:pt x="150209" y="161449"/>
                      </a:moveTo>
                      <a:lnTo>
                        <a:pt x="100584" y="190119"/>
                      </a:lnTo>
                      <a:cubicBezTo>
                        <a:pt x="93916" y="194024"/>
                        <a:pt x="82963" y="194024"/>
                        <a:pt x="76295" y="190119"/>
                      </a:cubicBezTo>
                      <a:cubicBezTo>
                        <a:pt x="69532" y="186214"/>
                        <a:pt x="69532" y="179927"/>
                        <a:pt x="76295" y="176117"/>
                      </a:cubicBezTo>
                      <a:lnTo>
                        <a:pt x="125921" y="147447"/>
                      </a:lnTo>
                      <a:cubicBezTo>
                        <a:pt x="132588" y="143542"/>
                        <a:pt x="143542" y="143542"/>
                        <a:pt x="150209" y="147447"/>
                      </a:cubicBezTo>
                      <a:cubicBezTo>
                        <a:pt x="156972" y="151352"/>
                        <a:pt x="156972" y="157639"/>
                        <a:pt x="150209" y="161544"/>
                      </a:cubicBezTo>
                      <a:close/>
                      <a:moveTo>
                        <a:pt x="185642" y="23527"/>
                      </a:moveTo>
                      <a:cubicBezTo>
                        <a:pt x="185642" y="18002"/>
                        <a:pt x="193357" y="13621"/>
                        <a:pt x="202882" y="13621"/>
                      </a:cubicBezTo>
                      <a:cubicBezTo>
                        <a:pt x="212407" y="13621"/>
                        <a:pt x="220123" y="18098"/>
                        <a:pt x="220123" y="23527"/>
                      </a:cubicBezTo>
                      <a:lnTo>
                        <a:pt x="220123" y="64008"/>
                      </a:lnTo>
                      <a:cubicBezTo>
                        <a:pt x="220123" y="69532"/>
                        <a:pt x="212407" y="73914"/>
                        <a:pt x="202882" y="73914"/>
                      </a:cubicBezTo>
                      <a:cubicBezTo>
                        <a:pt x="193357" y="73914"/>
                        <a:pt x="185642" y="69437"/>
                        <a:pt x="185642" y="64008"/>
                      </a:cubicBezTo>
                      <a:lnTo>
                        <a:pt x="185642" y="23527"/>
                      </a:lnTo>
                      <a:close/>
                      <a:moveTo>
                        <a:pt x="202882" y="220313"/>
                      </a:moveTo>
                      <a:cubicBezTo>
                        <a:pt x="193357" y="220313"/>
                        <a:pt x="185642" y="215837"/>
                        <a:pt x="185642" y="210407"/>
                      </a:cubicBezTo>
                      <a:lnTo>
                        <a:pt x="185642" y="169926"/>
                      </a:lnTo>
                      <a:cubicBezTo>
                        <a:pt x="185642" y="164497"/>
                        <a:pt x="193357" y="160020"/>
                        <a:pt x="202882" y="160020"/>
                      </a:cubicBezTo>
                      <a:cubicBezTo>
                        <a:pt x="212407" y="160020"/>
                        <a:pt x="220123" y="164497"/>
                        <a:pt x="220123" y="169926"/>
                      </a:cubicBezTo>
                      <a:lnTo>
                        <a:pt x="220123" y="210407"/>
                      </a:lnTo>
                      <a:cubicBezTo>
                        <a:pt x="220123" y="215932"/>
                        <a:pt x="212407" y="220313"/>
                        <a:pt x="202882" y="220313"/>
                      </a:cubicBezTo>
                      <a:close/>
                      <a:moveTo>
                        <a:pt x="255556" y="72485"/>
                      </a:moveTo>
                      <a:lnTo>
                        <a:pt x="305181" y="43815"/>
                      </a:lnTo>
                      <a:cubicBezTo>
                        <a:pt x="311944" y="39910"/>
                        <a:pt x="322802" y="39910"/>
                        <a:pt x="329470" y="43815"/>
                      </a:cubicBezTo>
                      <a:cubicBezTo>
                        <a:pt x="336232" y="47720"/>
                        <a:pt x="336232" y="54007"/>
                        <a:pt x="329470" y="57912"/>
                      </a:cubicBezTo>
                      <a:lnTo>
                        <a:pt x="279845" y="86582"/>
                      </a:lnTo>
                      <a:cubicBezTo>
                        <a:pt x="273082" y="90488"/>
                        <a:pt x="262223" y="90488"/>
                        <a:pt x="255461" y="86582"/>
                      </a:cubicBezTo>
                      <a:cubicBezTo>
                        <a:pt x="248698" y="82677"/>
                        <a:pt x="248698" y="76390"/>
                        <a:pt x="255461" y="72581"/>
                      </a:cubicBezTo>
                      <a:close/>
                      <a:moveTo>
                        <a:pt x="329470" y="190024"/>
                      </a:moveTo>
                      <a:cubicBezTo>
                        <a:pt x="322802" y="193929"/>
                        <a:pt x="311848" y="193929"/>
                        <a:pt x="305181" y="190024"/>
                      </a:cubicBezTo>
                      <a:lnTo>
                        <a:pt x="255556" y="161354"/>
                      </a:lnTo>
                      <a:cubicBezTo>
                        <a:pt x="248793" y="157448"/>
                        <a:pt x="248793" y="151162"/>
                        <a:pt x="255556" y="147256"/>
                      </a:cubicBezTo>
                      <a:cubicBezTo>
                        <a:pt x="262319" y="143351"/>
                        <a:pt x="273177" y="143351"/>
                        <a:pt x="279940" y="147256"/>
                      </a:cubicBezTo>
                      <a:lnTo>
                        <a:pt x="329565" y="175927"/>
                      </a:lnTo>
                      <a:cubicBezTo>
                        <a:pt x="336328" y="179832"/>
                        <a:pt x="336328" y="186119"/>
                        <a:pt x="329565" y="189929"/>
                      </a:cubicBezTo>
                      <a:close/>
                      <a:moveTo>
                        <a:pt x="364712" y="126873"/>
                      </a:moveTo>
                      <a:lnTo>
                        <a:pt x="294513" y="126873"/>
                      </a:lnTo>
                      <a:cubicBezTo>
                        <a:pt x="284988" y="126873"/>
                        <a:pt x="277368" y="122396"/>
                        <a:pt x="277368" y="116967"/>
                      </a:cubicBezTo>
                      <a:cubicBezTo>
                        <a:pt x="277368" y="111538"/>
                        <a:pt x="285083" y="107061"/>
                        <a:pt x="294513" y="107061"/>
                      </a:cubicBezTo>
                      <a:lnTo>
                        <a:pt x="364712" y="107061"/>
                      </a:lnTo>
                      <a:cubicBezTo>
                        <a:pt x="374237" y="107061"/>
                        <a:pt x="381953" y="111538"/>
                        <a:pt x="381953" y="116967"/>
                      </a:cubicBezTo>
                      <a:cubicBezTo>
                        <a:pt x="381953" y="122396"/>
                        <a:pt x="374237" y="126873"/>
                        <a:pt x="364712"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2" name="Google Shape;842;p29"/>
                <p:cNvSpPr/>
                <p:nvPr/>
              </p:nvSpPr>
              <p:spPr>
                <a:xfrm>
                  <a:off x="3646611" y="4791857"/>
                  <a:ext cx="405669" cy="234219"/>
                </a:xfrm>
                <a:custGeom>
                  <a:avLst/>
                  <a:gdLst/>
                  <a:ahLst/>
                  <a:cxnLst/>
                  <a:rect l="l" t="t" r="r" b="b"/>
                  <a:pathLst>
                    <a:path w="405669" h="234219" extrusionOk="0">
                      <a:moveTo>
                        <a:pt x="346234" y="34290"/>
                      </a:moveTo>
                      <a:cubicBezTo>
                        <a:pt x="267081" y="-11430"/>
                        <a:pt x="138684" y="-11430"/>
                        <a:pt x="59436" y="34290"/>
                      </a:cubicBezTo>
                      <a:cubicBezTo>
                        <a:pt x="-19812" y="80010"/>
                        <a:pt x="-19812" y="154115"/>
                        <a:pt x="59436" y="199930"/>
                      </a:cubicBezTo>
                      <a:cubicBezTo>
                        <a:pt x="138684" y="245650"/>
                        <a:pt x="267081" y="245650"/>
                        <a:pt x="346234" y="199930"/>
                      </a:cubicBezTo>
                      <a:cubicBezTo>
                        <a:pt x="425482" y="154210"/>
                        <a:pt x="425482" y="80010"/>
                        <a:pt x="346234" y="34290"/>
                      </a:cubicBezTo>
                      <a:close/>
                      <a:moveTo>
                        <a:pt x="76200" y="58007"/>
                      </a:moveTo>
                      <a:cubicBezTo>
                        <a:pt x="69437" y="54102"/>
                        <a:pt x="69437" y="47816"/>
                        <a:pt x="76200" y="44006"/>
                      </a:cubicBezTo>
                      <a:cubicBezTo>
                        <a:pt x="82963" y="40100"/>
                        <a:pt x="93821" y="40100"/>
                        <a:pt x="100489" y="44006"/>
                      </a:cubicBezTo>
                      <a:lnTo>
                        <a:pt x="150114" y="72676"/>
                      </a:lnTo>
                      <a:cubicBezTo>
                        <a:pt x="156877" y="76581"/>
                        <a:pt x="156877" y="82867"/>
                        <a:pt x="150114" y="86773"/>
                      </a:cubicBezTo>
                      <a:cubicBezTo>
                        <a:pt x="143351" y="90678"/>
                        <a:pt x="132493" y="90678"/>
                        <a:pt x="125825" y="86773"/>
                      </a:cubicBezTo>
                      <a:lnTo>
                        <a:pt x="76200" y="58102"/>
                      </a:lnTo>
                      <a:close/>
                      <a:moveTo>
                        <a:pt x="111061" y="126968"/>
                      </a:moveTo>
                      <a:lnTo>
                        <a:pt x="40957" y="126968"/>
                      </a:lnTo>
                      <a:cubicBezTo>
                        <a:pt x="31432" y="126968"/>
                        <a:pt x="23717" y="122492"/>
                        <a:pt x="23717" y="117062"/>
                      </a:cubicBezTo>
                      <a:cubicBezTo>
                        <a:pt x="23717" y="111633"/>
                        <a:pt x="31432" y="107156"/>
                        <a:pt x="40957" y="107156"/>
                      </a:cubicBezTo>
                      <a:lnTo>
                        <a:pt x="111157" y="107156"/>
                      </a:lnTo>
                      <a:cubicBezTo>
                        <a:pt x="120682" y="107156"/>
                        <a:pt x="128397" y="111633"/>
                        <a:pt x="128397" y="117062"/>
                      </a:cubicBezTo>
                      <a:cubicBezTo>
                        <a:pt x="128397" y="122492"/>
                        <a:pt x="120682" y="126968"/>
                        <a:pt x="111157" y="126968"/>
                      </a:cubicBezTo>
                      <a:close/>
                      <a:moveTo>
                        <a:pt x="202787" y="74009"/>
                      </a:moveTo>
                      <a:cubicBezTo>
                        <a:pt x="193262" y="74009"/>
                        <a:pt x="185547" y="69533"/>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628"/>
                        <a:pt x="212312" y="74009"/>
                        <a:pt x="202787" y="74009"/>
                      </a:cubicBezTo>
                      <a:close/>
                      <a:moveTo>
                        <a:pt x="100489" y="190119"/>
                      </a:moveTo>
                      <a:cubicBezTo>
                        <a:pt x="93821" y="194024"/>
                        <a:pt x="82868" y="194024"/>
                        <a:pt x="76200" y="190119"/>
                      </a:cubicBezTo>
                      <a:cubicBezTo>
                        <a:pt x="69437" y="186214"/>
                        <a:pt x="69437" y="179927"/>
                        <a:pt x="76200" y="176117"/>
                      </a:cubicBezTo>
                      <a:lnTo>
                        <a:pt x="125825" y="147447"/>
                      </a:lnTo>
                      <a:cubicBezTo>
                        <a:pt x="132493" y="143542"/>
                        <a:pt x="143446" y="143542"/>
                        <a:pt x="150114" y="147447"/>
                      </a:cubicBezTo>
                      <a:cubicBezTo>
                        <a:pt x="156877" y="151352"/>
                        <a:pt x="156877" y="157639"/>
                        <a:pt x="150114" y="161544"/>
                      </a:cubicBezTo>
                      <a:lnTo>
                        <a:pt x="100489" y="190214"/>
                      </a:lnTo>
                      <a:close/>
                      <a:moveTo>
                        <a:pt x="279749" y="86582"/>
                      </a:moveTo>
                      <a:cubicBezTo>
                        <a:pt x="272986" y="90488"/>
                        <a:pt x="262128" y="90488"/>
                        <a:pt x="255365" y="86582"/>
                      </a:cubicBezTo>
                      <a:cubicBezTo>
                        <a:pt x="248602" y="82677"/>
                        <a:pt x="248602" y="76391"/>
                        <a:pt x="255365" y="72485"/>
                      </a:cubicBezTo>
                      <a:lnTo>
                        <a:pt x="304990" y="43815"/>
                      </a:lnTo>
                      <a:cubicBezTo>
                        <a:pt x="311753" y="39910"/>
                        <a:pt x="322612" y="39910"/>
                        <a:pt x="329279" y="43815"/>
                      </a:cubicBezTo>
                      <a:cubicBezTo>
                        <a:pt x="336042" y="47720"/>
                        <a:pt x="336042" y="54007"/>
                        <a:pt x="329279" y="57817"/>
                      </a:cubicBezTo>
                      <a:lnTo>
                        <a:pt x="279654" y="86487"/>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9"/>
                      </a:moveTo>
                      <a:cubicBezTo>
                        <a:pt x="193167" y="220409"/>
                        <a:pt x="185452" y="215932"/>
                        <a:pt x="185452" y="210502"/>
                      </a:cubicBezTo>
                      <a:lnTo>
                        <a:pt x="185452" y="170021"/>
                      </a:lnTo>
                      <a:cubicBezTo>
                        <a:pt x="185452" y="164497"/>
                        <a:pt x="193167" y="160115"/>
                        <a:pt x="202692" y="160115"/>
                      </a:cubicBezTo>
                      <a:cubicBezTo>
                        <a:pt x="212217" y="160115"/>
                        <a:pt x="219932" y="164592"/>
                        <a:pt x="219932" y="170021"/>
                      </a:cubicBezTo>
                      <a:lnTo>
                        <a:pt x="219932" y="210502"/>
                      </a:lnTo>
                      <a:cubicBezTo>
                        <a:pt x="219932" y="216027"/>
                        <a:pt x="212217" y="220409"/>
                        <a:pt x="202692" y="220409"/>
                      </a:cubicBezTo>
                      <a:close/>
                      <a:moveTo>
                        <a:pt x="304990" y="190119"/>
                      </a:moveTo>
                      <a:lnTo>
                        <a:pt x="255365" y="161449"/>
                      </a:lnTo>
                      <a:cubicBezTo>
                        <a:pt x="248602" y="157543"/>
                        <a:pt x="248602" y="151257"/>
                        <a:pt x="255365" y="147352"/>
                      </a:cubicBezTo>
                      <a:cubicBezTo>
                        <a:pt x="262128" y="143447"/>
                        <a:pt x="272986" y="143447"/>
                        <a:pt x="279749" y="147352"/>
                      </a:cubicBezTo>
                      <a:lnTo>
                        <a:pt x="329374" y="176022"/>
                      </a:lnTo>
                      <a:cubicBezTo>
                        <a:pt x="336137" y="179927"/>
                        <a:pt x="336137" y="186214"/>
                        <a:pt x="329374" y="190024"/>
                      </a:cubicBezTo>
                      <a:cubicBezTo>
                        <a:pt x="322707" y="193929"/>
                        <a:pt x="311753" y="193929"/>
                        <a:pt x="305086"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3" name="Google Shape;843;p29"/>
                <p:cNvSpPr/>
                <p:nvPr/>
              </p:nvSpPr>
              <p:spPr>
                <a:xfrm>
                  <a:off x="3792266" y="4875939"/>
                  <a:ext cx="114454" cy="46315"/>
                </a:xfrm>
                <a:custGeom>
                  <a:avLst/>
                  <a:gdLst/>
                  <a:ahLst/>
                  <a:cxnLst/>
                  <a:rect l="l" t="t" r="r" b="b"/>
                  <a:pathLst>
                    <a:path w="114454" h="46315" extrusionOk="0">
                      <a:moveTo>
                        <a:pt x="109615" y="46315"/>
                      </a:moveTo>
                      <a:cubicBezTo>
                        <a:pt x="106853" y="42696"/>
                        <a:pt x="102852" y="39267"/>
                        <a:pt x="97708" y="36314"/>
                      </a:cubicBezTo>
                      <a:cubicBezTo>
                        <a:pt x="75325" y="23360"/>
                        <a:pt x="39130" y="23360"/>
                        <a:pt x="16746" y="36314"/>
                      </a:cubicBezTo>
                      <a:cubicBezTo>
                        <a:pt x="11603" y="39267"/>
                        <a:pt x="7602" y="42696"/>
                        <a:pt x="4840" y="46315"/>
                      </a:cubicBezTo>
                      <a:cubicBezTo>
                        <a:pt x="-4400" y="34218"/>
                        <a:pt x="-399" y="19550"/>
                        <a:pt x="16746" y="9644"/>
                      </a:cubicBezTo>
                      <a:cubicBezTo>
                        <a:pt x="39130" y="-3215"/>
                        <a:pt x="75325" y="-3215"/>
                        <a:pt x="97708" y="9644"/>
                      </a:cubicBezTo>
                      <a:cubicBezTo>
                        <a:pt x="114854"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4" name="Google Shape;844;p29"/>
                <p:cNvSpPr/>
                <p:nvPr/>
              </p:nvSpPr>
              <p:spPr>
                <a:xfrm>
                  <a:off x="3797106" y="4902538"/>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45" name="Google Shape;845;p29"/>
              <p:cNvGrpSpPr/>
              <p:nvPr/>
            </p:nvGrpSpPr>
            <p:grpSpPr>
              <a:xfrm>
                <a:off x="3670114" y="4704608"/>
                <a:ext cx="358735" cy="305800"/>
                <a:chOff x="3670114" y="4704608"/>
                <a:chExt cx="358735" cy="305800"/>
              </a:xfrm>
            </p:grpSpPr>
            <p:sp>
              <p:nvSpPr>
                <p:cNvPr id="846" name="Google Shape;846;p29"/>
                <p:cNvSpPr/>
                <p:nvPr/>
              </p:nvSpPr>
              <p:spPr>
                <a:xfrm>
                  <a:off x="3670138" y="4808145"/>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1" y="212407"/>
                        <a:pt x="52388" y="171831"/>
                      </a:cubicBezTo>
                      <a:cubicBezTo>
                        <a:pt x="17336" y="151733"/>
                        <a:pt x="0" y="125063"/>
                        <a:pt x="0" y="98393"/>
                      </a:cubicBezTo>
                      <a:lnTo>
                        <a:pt x="0" y="0"/>
                      </a:lnTo>
                      <a:lnTo>
                        <a:pt x="3587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7" name="Google Shape;847;p29"/>
                <p:cNvSpPr/>
                <p:nvPr/>
              </p:nvSpPr>
              <p:spPr>
                <a:xfrm>
                  <a:off x="3670138" y="4820908"/>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622"/>
                        <a:pt x="0" y="1714"/>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8" name="Google Shape;848;p29"/>
                <p:cNvSpPr/>
                <p:nvPr/>
              </p:nvSpPr>
              <p:spPr>
                <a:xfrm>
                  <a:off x="3670138" y="4838053"/>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9" name="Google Shape;849;p29"/>
                <p:cNvSpPr/>
                <p:nvPr/>
              </p:nvSpPr>
              <p:spPr>
                <a:xfrm>
                  <a:off x="3670138" y="4855294"/>
                  <a:ext cx="358711" cy="110632"/>
                </a:xfrm>
                <a:custGeom>
                  <a:avLst/>
                  <a:gdLst/>
                  <a:ahLst/>
                  <a:cxnLst/>
                  <a:rect l="l" t="t" r="r" b="b"/>
                  <a:pathLst>
                    <a:path w="358711" h="110632" extrusionOk="0">
                      <a:moveTo>
                        <a:pt x="358712" y="0"/>
                      </a:moveTo>
                      <a:cubicBezTo>
                        <a:pt x="358712" y="26479"/>
                        <a:pt x="341090" y="52864"/>
                        <a:pt x="306133" y="73057"/>
                      </a:cubicBezTo>
                      <a:cubicBezTo>
                        <a:pt x="236220" y="113728"/>
                        <a:pt x="122587" y="113728"/>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95"/>
                      </a:lnTo>
                      <a:lnTo>
                        <a:pt x="358712" y="95"/>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0" name="Google Shape;850;p29"/>
                <p:cNvSpPr/>
                <p:nvPr/>
              </p:nvSpPr>
              <p:spPr>
                <a:xfrm>
                  <a:off x="3670138" y="4872439"/>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0"/>
                      </a:lnTo>
                      <a:lnTo>
                        <a:pt x="358712"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1" name="Google Shape;851;p29"/>
                <p:cNvSpPr/>
                <p:nvPr/>
              </p:nvSpPr>
              <p:spPr>
                <a:xfrm>
                  <a:off x="3670138" y="4889584"/>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0"/>
                      </a:lnTo>
                      <a:lnTo>
                        <a:pt x="358712"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2" name="Google Shape;852;p29"/>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3" name="Google Shape;853;p29"/>
                <p:cNvSpPr/>
                <p:nvPr/>
              </p:nvSpPr>
              <p:spPr>
                <a:xfrm>
                  <a:off x="3684259" y="4712752"/>
                  <a:ext cx="330445" cy="190881"/>
                </a:xfrm>
                <a:custGeom>
                  <a:avLst/>
                  <a:gdLst/>
                  <a:ahLst/>
                  <a:cxnLst/>
                  <a:rect l="l" t="t" r="r" b="b"/>
                  <a:pathLst>
                    <a:path w="330445" h="190881" extrusionOk="0">
                      <a:moveTo>
                        <a:pt x="48363" y="162735"/>
                      </a:moveTo>
                      <a:cubicBezTo>
                        <a:pt x="112943" y="200263"/>
                        <a:pt x="217622" y="200263"/>
                        <a:pt x="282011" y="162735"/>
                      </a:cubicBezTo>
                      <a:cubicBezTo>
                        <a:pt x="346591" y="125492"/>
                        <a:pt x="346591" y="65103"/>
                        <a:pt x="282011" y="27861"/>
                      </a:cubicBezTo>
                      <a:cubicBezTo>
                        <a:pt x="217622" y="-9287"/>
                        <a:pt x="112943" y="-9287"/>
                        <a:pt x="48363" y="27861"/>
                      </a:cubicBezTo>
                      <a:cubicBezTo>
                        <a:pt x="-16121" y="65008"/>
                        <a:pt x="-16121" y="125492"/>
                        <a:pt x="48363" y="16273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4" name="Google Shape;854;p29"/>
                <p:cNvSpPr/>
                <p:nvPr/>
              </p:nvSpPr>
              <p:spPr>
                <a:xfrm>
                  <a:off x="3694927" y="4718920"/>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5" name="Google Shape;855;p29"/>
                <p:cNvSpPr/>
                <p:nvPr/>
              </p:nvSpPr>
              <p:spPr>
                <a:xfrm>
                  <a:off x="3703523" y="4724253"/>
                  <a:ext cx="291917" cy="168568"/>
                </a:xfrm>
                <a:custGeom>
                  <a:avLst/>
                  <a:gdLst/>
                  <a:ahLst/>
                  <a:cxnLst/>
                  <a:rect l="l" t="t" r="r" b="b"/>
                  <a:pathLst>
                    <a:path w="291917" h="168568" extrusionOk="0">
                      <a:moveTo>
                        <a:pt x="42719" y="143709"/>
                      </a:moveTo>
                      <a:cubicBezTo>
                        <a:pt x="99774" y="176856"/>
                        <a:pt x="192262" y="176856"/>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6" name="Google Shape;856;p29"/>
                <p:cNvSpPr/>
                <p:nvPr/>
              </p:nvSpPr>
              <p:spPr>
                <a:xfrm>
                  <a:off x="3712548" y="4729087"/>
                  <a:ext cx="273962" cy="158234"/>
                </a:xfrm>
                <a:custGeom>
                  <a:avLst/>
                  <a:gdLst/>
                  <a:ahLst/>
                  <a:cxnLst/>
                  <a:rect l="l" t="t" r="r" b="b"/>
                  <a:pathLst>
                    <a:path w="273962" h="158234" extrusionOk="0">
                      <a:moveTo>
                        <a:pt x="40077" y="134874"/>
                      </a:moveTo>
                      <a:cubicBezTo>
                        <a:pt x="93607" y="166021"/>
                        <a:pt x="180475" y="166021"/>
                        <a:pt x="233815" y="134874"/>
                      </a:cubicBezTo>
                      <a:cubicBezTo>
                        <a:pt x="287345" y="104013"/>
                        <a:pt x="287345" y="53911"/>
                        <a:pt x="233815" y="23146"/>
                      </a:cubicBezTo>
                      <a:cubicBezTo>
                        <a:pt x="180475" y="-7715"/>
                        <a:pt x="93607" y="-7715"/>
                        <a:pt x="40077" y="23146"/>
                      </a:cubicBezTo>
                      <a:cubicBezTo>
                        <a:pt x="-13359" y="54007"/>
                        <a:pt x="-13359" y="104108"/>
                        <a:pt x="40077" y="13487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7" name="Google Shape;857;p29"/>
                <p:cNvSpPr/>
                <p:nvPr/>
              </p:nvSpPr>
              <p:spPr>
                <a:xfrm>
                  <a:off x="3720097" y="4733802"/>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8" name="Google Shape;858;p29"/>
                <p:cNvSpPr/>
                <p:nvPr/>
              </p:nvSpPr>
              <p:spPr>
                <a:xfrm>
                  <a:off x="3727645" y="4737755"/>
                  <a:ext cx="243673" cy="140731"/>
                </a:xfrm>
                <a:custGeom>
                  <a:avLst/>
                  <a:gdLst/>
                  <a:ahLst/>
                  <a:cxnLst/>
                  <a:rect l="l" t="t" r="r" b="b"/>
                  <a:pathLst>
                    <a:path w="243673" h="140731" extrusionOk="0">
                      <a:moveTo>
                        <a:pt x="35647" y="120015"/>
                      </a:moveTo>
                      <a:cubicBezTo>
                        <a:pt x="83272" y="147638"/>
                        <a:pt x="160520" y="147638"/>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9" name="Google Shape;859;p29"/>
                <p:cNvSpPr/>
                <p:nvPr/>
              </p:nvSpPr>
              <p:spPr>
                <a:xfrm>
                  <a:off x="3734337" y="4741946"/>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0" name="Google Shape;860;p29"/>
                <p:cNvSpPr/>
                <p:nvPr/>
              </p:nvSpPr>
              <p:spPr>
                <a:xfrm>
                  <a:off x="3741456" y="4745828"/>
                  <a:ext cx="216074" cy="124753"/>
                </a:xfrm>
                <a:custGeom>
                  <a:avLst/>
                  <a:gdLst/>
                  <a:ahLst/>
                  <a:cxnLst/>
                  <a:rect l="l" t="t" r="r" b="b"/>
                  <a:pathLst>
                    <a:path w="216074" h="124753" extrusionOk="0">
                      <a:moveTo>
                        <a:pt x="31647" y="106323"/>
                      </a:moveTo>
                      <a:cubicBezTo>
                        <a:pt x="73938" y="130897"/>
                        <a:pt x="142327" y="130897"/>
                        <a:pt x="184428" y="106323"/>
                      </a:cubicBezTo>
                      <a:cubicBezTo>
                        <a:pt x="226624" y="82034"/>
                        <a:pt x="226624" y="42505"/>
                        <a:pt x="184428" y="18216"/>
                      </a:cubicBezTo>
                      <a:cubicBezTo>
                        <a:pt x="142327" y="-6072"/>
                        <a:pt x="73842" y="-6072"/>
                        <a:pt x="31647" y="18216"/>
                      </a:cubicBezTo>
                      <a:cubicBezTo>
                        <a:pt x="-10549" y="42505"/>
                        <a:pt x="-10549" y="82034"/>
                        <a:pt x="31647" y="10632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1" name="Google Shape;861;p29"/>
                <p:cNvSpPr/>
                <p:nvPr/>
              </p:nvSpPr>
              <p:spPr>
                <a:xfrm>
                  <a:off x="3747433" y="4749495"/>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2" name="Google Shape;862;p29"/>
                <p:cNvSpPr/>
                <p:nvPr/>
              </p:nvSpPr>
              <p:spPr>
                <a:xfrm>
                  <a:off x="3752910" y="4752424"/>
                  <a:ext cx="193166" cy="111490"/>
                </a:xfrm>
                <a:custGeom>
                  <a:avLst/>
                  <a:gdLst/>
                  <a:ahLst/>
                  <a:cxnLst/>
                  <a:rect l="l" t="t" r="r" b="b"/>
                  <a:pathLst>
                    <a:path w="193166" h="111490" extrusionOk="0">
                      <a:moveTo>
                        <a:pt x="28289" y="95060"/>
                      </a:moveTo>
                      <a:cubicBezTo>
                        <a:pt x="66008" y="116967"/>
                        <a:pt x="127254" y="116967"/>
                        <a:pt x="164878" y="95060"/>
                      </a:cubicBezTo>
                      <a:cubicBezTo>
                        <a:pt x="202597" y="73343"/>
                        <a:pt x="202597" y="38005"/>
                        <a:pt x="164878" y="16288"/>
                      </a:cubicBezTo>
                      <a:cubicBezTo>
                        <a:pt x="127254" y="-5429"/>
                        <a:pt x="66103" y="-5429"/>
                        <a:pt x="28289" y="16288"/>
                      </a:cubicBezTo>
                      <a:cubicBezTo>
                        <a:pt x="-9430" y="38005"/>
                        <a:pt x="-9430" y="73343"/>
                        <a:pt x="28289" y="95060"/>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3" name="Google Shape;863;p29"/>
                <p:cNvSpPr/>
                <p:nvPr/>
              </p:nvSpPr>
              <p:spPr>
                <a:xfrm>
                  <a:off x="3758292" y="4755662"/>
                  <a:ext cx="182403" cy="105322"/>
                </a:xfrm>
                <a:custGeom>
                  <a:avLst/>
                  <a:gdLst/>
                  <a:ahLst/>
                  <a:cxnLst/>
                  <a:rect l="l" t="t" r="r" b="b"/>
                  <a:pathLst>
                    <a:path w="182403" h="105322" extrusionOk="0">
                      <a:moveTo>
                        <a:pt x="26718" y="89821"/>
                      </a:moveTo>
                      <a:cubicBezTo>
                        <a:pt x="62341" y="110490"/>
                        <a:pt x="120158" y="110490"/>
                        <a:pt x="155686" y="89821"/>
                      </a:cubicBezTo>
                      <a:cubicBezTo>
                        <a:pt x="191310" y="69342"/>
                        <a:pt x="191310" y="35909"/>
                        <a:pt x="155686" y="15430"/>
                      </a:cubicBezTo>
                      <a:cubicBezTo>
                        <a:pt x="120158" y="-5143"/>
                        <a:pt x="62341" y="-5143"/>
                        <a:pt x="26718" y="15430"/>
                      </a:cubicBezTo>
                      <a:cubicBezTo>
                        <a:pt x="-8906" y="36004"/>
                        <a:pt x="-8906" y="69342"/>
                        <a:pt x="26718" y="89821"/>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4" name="Google Shape;864;p29"/>
                <p:cNvSpPr/>
                <p:nvPr/>
              </p:nvSpPr>
              <p:spPr>
                <a:xfrm>
                  <a:off x="3763578" y="4758496"/>
                  <a:ext cx="171807" cy="99250"/>
                </a:xfrm>
                <a:custGeom>
                  <a:avLst/>
                  <a:gdLst/>
                  <a:ahLst/>
                  <a:cxnLst/>
                  <a:rect l="l" t="t" r="r" b="b"/>
                  <a:pathLst>
                    <a:path w="171807" h="99250" extrusionOk="0">
                      <a:moveTo>
                        <a:pt x="25146" y="84606"/>
                      </a:moveTo>
                      <a:cubicBezTo>
                        <a:pt x="58674"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5" name="Google Shape;865;p29"/>
                <p:cNvSpPr/>
                <p:nvPr/>
              </p:nvSpPr>
              <p:spPr>
                <a:xfrm>
                  <a:off x="3768436" y="4761473"/>
                  <a:ext cx="162186" cy="93702"/>
                </a:xfrm>
                <a:custGeom>
                  <a:avLst/>
                  <a:gdLst/>
                  <a:ahLst/>
                  <a:cxnLst/>
                  <a:rect l="l" t="t" r="r" b="b"/>
                  <a:pathLst>
                    <a:path w="162186" h="93702" extrusionOk="0">
                      <a:moveTo>
                        <a:pt x="23717" y="79915"/>
                      </a:moveTo>
                      <a:cubicBezTo>
                        <a:pt x="55435" y="98298"/>
                        <a:pt x="106871" y="98298"/>
                        <a:pt x="138398" y="79915"/>
                      </a:cubicBezTo>
                      <a:cubicBezTo>
                        <a:pt x="170117" y="61627"/>
                        <a:pt x="170117" y="31909"/>
                        <a:pt x="138398" y="13716"/>
                      </a:cubicBezTo>
                      <a:cubicBezTo>
                        <a:pt x="106775" y="-4572"/>
                        <a:pt x="55435" y="-4572"/>
                        <a:pt x="23717" y="13716"/>
                      </a:cubicBezTo>
                      <a:cubicBezTo>
                        <a:pt x="-7906" y="32004"/>
                        <a:pt x="-7906" y="61627"/>
                        <a:pt x="23717" y="7991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6" name="Google Shape;866;p29"/>
                <p:cNvSpPr/>
                <p:nvPr/>
              </p:nvSpPr>
              <p:spPr>
                <a:xfrm>
                  <a:off x="3773294" y="4764139"/>
                  <a:ext cx="152376" cy="87987"/>
                </a:xfrm>
                <a:custGeom>
                  <a:avLst/>
                  <a:gdLst/>
                  <a:ahLst/>
                  <a:cxnLst/>
                  <a:rect l="l" t="t" r="r" b="b"/>
                  <a:pathLst>
                    <a:path w="152376" h="87987" extrusionOk="0">
                      <a:moveTo>
                        <a:pt x="22288" y="75057"/>
                      </a:moveTo>
                      <a:cubicBezTo>
                        <a:pt x="52007" y="92297"/>
                        <a:pt x="100298" y="92297"/>
                        <a:pt x="130016" y="75057"/>
                      </a:cubicBezTo>
                      <a:cubicBezTo>
                        <a:pt x="159829" y="57912"/>
                        <a:pt x="159829" y="30004"/>
                        <a:pt x="130016" y="12859"/>
                      </a:cubicBezTo>
                      <a:cubicBezTo>
                        <a:pt x="100298" y="-4286"/>
                        <a:pt x="52102" y="-4286"/>
                        <a:pt x="22288" y="12859"/>
                      </a:cubicBezTo>
                      <a:cubicBezTo>
                        <a:pt x="-7429" y="30004"/>
                        <a:pt x="-7429" y="57817"/>
                        <a:pt x="22288" y="75057"/>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7" name="Google Shape;867;p29"/>
                <p:cNvSpPr/>
                <p:nvPr/>
              </p:nvSpPr>
              <p:spPr>
                <a:xfrm>
                  <a:off x="3777556" y="4766854"/>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8" name="Google Shape;868;p29"/>
                <p:cNvSpPr/>
                <p:nvPr/>
              </p:nvSpPr>
              <p:spPr>
                <a:xfrm>
                  <a:off x="3784581" y="4771117"/>
                  <a:ext cx="129730" cy="74866"/>
                </a:xfrm>
                <a:custGeom>
                  <a:avLst/>
                  <a:gdLst/>
                  <a:ahLst/>
                  <a:cxnLst/>
                  <a:rect l="l" t="t" r="r" b="b"/>
                  <a:pathLst>
                    <a:path w="129730" h="74866" extrusionOk="0">
                      <a:moveTo>
                        <a:pt x="19002" y="63794"/>
                      </a:moveTo>
                      <a:cubicBezTo>
                        <a:pt x="44339" y="78557"/>
                        <a:pt x="85392" y="78557"/>
                        <a:pt x="110728" y="63794"/>
                      </a:cubicBezTo>
                      <a:cubicBezTo>
                        <a:pt x="136064" y="49220"/>
                        <a:pt x="136064" y="25503"/>
                        <a:pt x="110728" y="10930"/>
                      </a:cubicBezTo>
                      <a:cubicBezTo>
                        <a:pt x="85487" y="-3643"/>
                        <a:pt x="44434" y="-3643"/>
                        <a:pt x="19002" y="10930"/>
                      </a:cubicBezTo>
                      <a:cubicBezTo>
                        <a:pt x="-6334" y="25503"/>
                        <a:pt x="-6334" y="49220"/>
                        <a:pt x="19002" y="6379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9" name="Google Shape;869;p29"/>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70" name="Google Shape;870;p29"/>
              <p:cNvGrpSpPr/>
              <p:nvPr/>
            </p:nvGrpSpPr>
            <p:grpSpPr>
              <a:xfrm>
                <a:off x="3646611" y="4678414"/>
                <a:ext cx="405669" cy="247649"/>
                <a:chOff x="3646611" y="4678414"/>
                <a:chExt cx="405669" cy="247649"/>
              </a:xfrm>
            </p:grpSpPr>
            <p:sp>
              <p:nvSpPr>
                <p:cNvPr id="871" name="Google Shape;871;p29"/>
                <p:cNvSpPr/>
                <p:nvPr/>
              </p:nvSpPr>
              <p:spPr>
                <a:xfrm>
                  <a:off x="3646611" y="4691749"/>
                  <a:ext cx="405574" cy="234314"/>
                </a:xfrm>
                <a:custGeom>
                  <a:avLst/>
                  <a:gdLst/>
                  <a:ahLst/>
                  <a:cxnLst/>
                  <a:rect l="l" t="t" r="r" b="b"/>
                  <a:pathLst>
                    <a:path w="405574" h="234314" extrusionOk="0">
                      <a:moveTo>
                        <a:pt x="404336" y="103823"/>
                      </a:moveTo>
                      <a:cubicBezTo>
                        <a:pt x="399288" y="78391"/>
                        <a:pt x="379952" y="53816"/>
                        <a:pt x="346234" y="34290"/>
                      </a:cubicBezTo>
                      <a:cubicBezTo>
                        <a:pt x="267081" y="-11430"/>
                        <a:pt x="138684" y="-11430"/>
                        <a:pt x="59436" y="34290"/>
                      </a:cubicBezTo>
                      <a:cubicBezTo>
                        <a:pt x="25527" y="53912"/>
                        <a:pt x="6096" y="78677"/>
                        <a:pt x="1238" y="104299"/>
                      </a:cubicBezTo>
                      <a:lnTo>
                        <a:pt x="0" y="103823"/>
                      </a:lnTo>
                      <a:lnTo>
                        <a:pt x="0" y="117920"/>
                      </a:lnTo>
                      <a:lnTo>
                        <a:pt x="0" y="117920"/>
                      </a:lnTo>
                      <a:cubicBezTo>
                        <a:pt x="286"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95" y="44006"/>
                      </a:moveTo>
                      <a:cubicBezTo>
                        <a:pt x="83058" y="40100"/>
                        <a:pt x="93916" y="40100"/>
                        <a:pt x="100584" y="44006"/>
                      </a:cubicBezTo>
                      <a:lnTo>
                        <a:pt x="150209" y="72676"/>
                      </a:lnTo>
                      <a:cubicBezTo>
                        <a:pt x="156972" y="76581"/>
                        <a:pt x="156972" y="82868"/>
                        <a:pt x="150209" y="86773"/>
                      </a:cubicBezTo>
                      <a:cubicBezTo>
                        <a:pt x="143446" y="90678"/>
                        <a:pt x="132588" y="90678"/>
                        <a:pt x="125921" y="86773"/>
                      </a:cubicBezTo>
                      <a:lnTo>
                        <a:pt x="76295" y="58103"/>
                      </a:lnTo>
                      <a:cubicBezTo>
                        <a:pt x="69532" y="54197"/>
                        <a:pt x="69532" y="47911"/>
                        <a:pt x="76295" y="44101"/>
                      </a:cubicBezTo>
                      <a:close/>
                      <a:moveTo>
                        <a:pt x="41053" y="127064"/>
                      </a:moveTo>
                      <a:cubicBezTo>
                        <a:pt x="31528" y="127064"/>
                        <a:pt x="23813" y="122587"/>
                        <a:pt x="23813" y="117157"/>
                      </a:cubicBezTo>
                      <a:cubicBezTo>
                        <a:pt x="23813" y="111728"/>
                        <a:pt x="31528" y="107252"/>
                        <a:pt x="41053" y="107252"/>
                      </a:cubicBezTo>
                      <a:lnTo>
                        <a:pt x="111252" y="107252"/>
                      </a:lnTo>
                      <a:cubicBezTo>
                        <a:pt x="120777" y="107252"/>
                        <a:pt x="128492" y="111728"/>
                        <a:pt x="128492" y="117157"/>
                      </a:cubicBezTo>
                      <a:cubicBezTo>
                        <a:pt x="128492" y="122587"/>
                        <a:pt x="120777" y="127064"/>
                        <a:pt x="111252" y="127064"/>
                      </a:cubicBezTo>
                      <a:lnTo>
                        <a:pt x="41148" y="127064"/>
                      </a:lnTo>
                      <a:close/>
                      <a:moveTo>
                        <a:pt x="150209" y="161544"/>
                      </a:moveTo>
                      <a:lnTo>
                        <a:pt x="100584" y="190214"/>
                      </a:lnTo>
                      <a:cubicBezTo>
                        <a:pt x="93916" y="194120"/>
                        <a:pt x="82963" y="194120"/>
                        <a:pt x="76295" y="190214"/>
                      </a:cubicBezTo>
                      <a:cubicBezTo>
                        <a:pt x="69532" y="186309"/>
                        <a:pt x="69532" y="180023"/>
                        <a:pt x="76295" y="176213"/>
                      </a:cubicBezTo>
                      <a:lnTo>
                        <a:pt x="125921" y="147542"/>
                      </a:lnTo>
                      <a:cubicBezTo>
                        <a:pt x="132588" y="143637"/>
                        <a:pt x="143542" y="143637"/>
                        <a:pt x="150209" y="147542"/>
                      </a:cubicBezTo>
                      <a:cubicBezTo>
                        <a:pt x="156972" y="151448"/>
                        <a:pt x="156972" y="157734"/>
                        <a:pt x="150209" y="161639"/>
                      </a:cubicBezTo>
                      <a:close/>
                      <a:moveTo>
                        <a:pt x="185642" y="23622"/>
                      </a:moveTo>
                      <a:cubicBezTo>
                        <a:pt x="185642" y="18098"/>
                        <a:pt x="193357" y="13716"/>
                        <a:pt x="202882" y="13716"/>
                      </a:cubicBezTo>
                      <a:cubicBezTo>
                        <a:pt x="212407" y="13716"/>
                        <a:pt x="220123" y="18193"/>
                        <a:pt x="220123" y="23622"/>
                      </a:cubicBezTo>
                      <a:lnTo>
                        <a:pt x="220123" y="64103"/>
                      </a:lnTo>
                      <a:cubicBezTo>
                        <a:pt x="220123" y="69628"/>
                        <a:pt x="212407" y="74009"/>
                        <a:pt x="202882" y="74009"/>
                      </a:cubicBezTo>
                      <a:cubicBezTo>
                        <a:pt x="193357" y="74009"/>
                        <a:pt x="185642" y="69532"/>
                        <a:pt x="185642" y="64103"/>
                      </a:cubicBezTo>
                      <a:lnTo>
                        <a:pt x="185642" y="23622"/>
                      </a:lnTo>
                      <a:close/>
                      <a:moveTo>
                        <a:pt x="202882" y="220408"/>
                      </a:moveTo>
                      <a:cubicBezTo>
                        <a:pt x="193357" y="220408"/>
                        <a:pt x="185642" y="215932"/>
                        <a:pt x="185642" y="210503"/>
                      </a:cubicBezTo>
                      <a:lnTo>
                        <a:pt x="185642" y="170021"/>
                      </a:lnTo>
                      <a:cubicBezTo>
                        <a:pt x="185642" y="164497"/>
                        <a:pt x="193357" y="160115"/>
                        <a:pt x="202882" y="160115"/>
                      </a:cubicBezTo>
                      <a:cubicBezTo>
                        <a:pt x="212407" y="160115"/>
                        <a:pt x="220123" y="164592"/>
                        <a:pt x="220123" y="170021"/>
                      </a:cubicBezTo>
                      <a:lnTo>
                        <a:pt x="220123" y="210503"/>
                      </a:lnTo>
                      <a:cubicBezTo>
                        <a:pt x="220123" y="216027"/>
                        <a:pt x="212407" y="220408"/>
                        <a:pt x="202882" y="220408"/>
                      </a:cubicBezTo>
                      <a:close/>
                      <a:moveTo>
                        <a:pt x="255556" y="72581"/>
                      </a:moveTo>
                      <a:lnTo>
                        <a:pt x="305181" y="43910"/>
                      </a:lnTo>
                      <a:cubicBezTo>
                        <a:pt x="311944" y="40005"/>
                        <a:pt x="322802" y="40005"/>
                        <a:pt x="329470" y="43910"/>
                      </a:cubicBezTo>
                      <a:cubicBezTo>
                        <a:pt x="336232" y="47815"/>
                        <a:pt x="336232" y="54102"/>
                        <a:pt x="329470" y="57912"/>
                      </a:cubicBezTo>
                      <a:lnTo>
                        <a:pt x="279845" y="86582"/>
                      </a:lnTo>
                      <a:cubicBezTo>
                        <a:pt x="273082" y="90488"/>
                        <a:pt x="262223" y="90488"/>
                        <a:pt x="255461" y="86582"/>
                      </a:cubicBezTo>
                      <a:cubicBezTo>
                        <a:pt x="248698" y="82677"/>
                        <a:pt x="248698" y="76390"/>
                        <a:pt x="255461" y="72485"/>
                      </a:cubicBezTo>
                      <a:close/>
                      <a:moveTo>
                        <a:pt x="329470" y="190119"/>
                      </a:moveTo>
                      <a:cubicBezTo>
                        <a:pt x="322802" y="194024"/>
                        <a:pt x="311848" y="194024"/>
                        <a:pt x="305181" y="190119"/>
                      </a:cubicBezTo>
                      <a:lnTo>
                        <a:pt x="255556" y="161449"/>
                      </a:lnTo>
                      <a:cubicBezTo>
                        <a:pt x="248793" y="157544"/>
                        <a:pt x="248793" y="151257"/>
                        <a:pt x="255556" y="147352"/>
                      </a:cubicBezTo>
                      <a:cubicBezTo>
                        <a:pt x="262319" y="143447"/>
                        <a:pt x="273177" y="143447"/>
                        <a:pt x="279940" y="147352"/>
                      </a:cubicBezTo>
                      <a:lnTo>
                        <a:pt x="329565" y="176022"/>
                      </a:lnTo>
                      <a:cubicBezTo>
                        <a:pt x="336328" y="179927"/>
                        <a:pt x="336328" y="186214"/>
                        <a:pt x="329565" y="190024"/>
                      </a:cubicBezTo>
                      <a:close/>
                      <a:moveTo>
                        <a:pt x="364712" y="126968"/>
                      </a:moveTo>
                      <a:lnTo>
                        <a:pt x="294513" y="126968"/>
                      </a:lnTo>
                      <a:cubicBezTo>
                        <a:pt x="284988" y="126968"/>
                        <a:pt x="277368" y="122491"/>
                        <a:pt x="277368" y="117062"/>
                      </a:cubicBezTo>
                      <a:cubicBezTo>
                        <a:pt x="277368" y="111633"/>
                        <a:pt x="285083" y="107156"/>
                        <a:pt x="294513" y="107156"/>
                      </a:cubicBezTo>
                      <a:lnTo>
                        <a:pt x="364712" y="107156"/>
                      </a:lnTo>
                      <a:cubicBezTo>
                        <a:pt x="374237" y="107156"/>
                        <a:pt x="381953" y="111633"/>
                        <a:pt x="381953" y="117062"/>
                      </a:cubicBezTo>
                      <a:cubicBezTo>
                        <a:pt x="381953" y="122491"/>
                        <a:pt x="374237" y="126968"/>
                        <a:pt x="364712"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2" name="Google Shape;872;p29"/>
                <p:cNvSpPr/>
                <p:nvPr/>
              </p:nvSpPr>
              <p:spPr>
                <a:xfrm>
                  <a:off x="3646611" y="4678414"/>
                  <a:ext cx="405669" cy="234124"/>
                </a:xfrm>
                <a:custGeom>
                  <a:avLst/>
                  <a:gdLst/>
                  <a:ahLst/>
                  <a:cxnLst/>
                  <a:rect l="l" t="t" r="r" b="b"/>
                  <a:pathLst>
                    <a:path w="405669" h="234124" extrusionOk="0">
                      <a:moveTo>
                        <a:pt x="346234" y="34290"/>
                      </a:moveTo>
                      <a:cubicBezTo>
                        <a:pt x="267081" y="-11430"/>
                        <a:pt x="138684" y="-11430"/>
                        <a:pt x="59436" y="34290"/>
                      </a:cubicBezTo>
                      <a:cubicBezTo>
                        <a:pt x="-19812" y="80010"/>
                        <a:pt x="-19812" y="154210"/>
                        <a:pt x="59436" y="199834"/>
                      </a:cubicBezTo>
                      <a:cubicBezTo>
                        <a:pt x="138684" y="245555"/>
                        <a:pt x="267081" y="245555"/>
                        <a:pt x="346234" y="199834"/>
                      </a:cubicBezTo>
                      <a:cubicBezTo>
                        <a:pt x="425482" y="154115"/>
                        <a:pt x="425482" y="80010"/>
                        <a:pt x="346234" y="34290"/>
                      </a:cubicBezTo>
                      <a:close/>
                      <a:moveTo>
                        <a:pt x="76200" y="58007"/>
                      </a:moveTo>
                      <a:cubicBezTo>
                        <a:pt x="69437" y="54102"/>
                        <a:pt x="69437" y="47815"/>
                        <a:pt x="76200" y="44006"/>
                      </a:cubicBezTo>
                      <a:cubicBezTo>
                        <a:pt x="82963" y="40100"/>
                        <a:pt x="93821" y="40100"/>
                        <a:pt x="100489" y="44006"/>
                      </a:cubicBezTo>
                      <a:lnTo>
                        <a:pt x="150114" y="72676"/>
                      </a:lnTo>
                      <a:cubicBezTo>
                        <a:pt x="156877" y="76581"/>
                        <a:pt x="156877" y="82867"/>
                        <a:pt x="150114" y="86678"/>
                      </a:cubicBezTo>
                      <a:cubicBezTo>
                        <a:pt x="143351" y="90583"/>
                        <a:pt x="132493" y="90583"/>
                        <a:pt x="125825" y="86678"/>
                      </a:cubicBezTo>
                      <a:lnTo>
                        <a:pt x="76200" y="58007"/>
                      </a:lnTo>
                      <a:close/>
                      <a:moveTo>
                        <a:pt x="111061" y="126968"/>
                      </a:moveTo>
                      <a:lnTo>
                        <a:pt x="40957" y="126968"/>
                      </a:lnTo>
                      <a:cubicBezTo>
                        <a:pt x="31432" y="126968"/>
                        <a:pt x="23717" y="122491"/>
                        <a:pt x="23717" y="117062"/>
                      </a:cubicBezTo>
                      <a:cubicBezTo>
                        <a:pt x="23717" y="111633"/>
                        <a:pt x="31432" y="107156"/>
                        <a:pt x="40957" y="107156"/>
                      </a:cubicBezTo>
                      <a:lnTo>
                        <a:pt x="111157" y="107156"/>
                      </a:lnTo>
                      <a:cubicBezTo>
                        <a:pt x="120682" y="107156"/>
                        <a:pt x="128397" y="111633"/>
                        <a:pt x="128397" y="117062"/>
                      </a:cubicBezTo>
                      <a:cubicBezTo>
                        <a:pt x="128397" y="122491"/>
                        <a:pt x="120682" y="126968"/>
                        <a:pt x="111157" y="126968"/>
                      </a:cubicBezTo>
                      <a:close/>
                      <a:moveTo>
                        <a:pt x="202787" y="74009"/>
                      </a:moveTo>
                      <a:cubicBezTo>
                        <a:pt x="193262" y="74009"/>
                        <a:pt x="185547" y="69532"/>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532"/>
                        <a:pt x="212312" y="74009"/>
                        <a:pt x="202787" y="74009"/>
                      </a:cubicBezTo>
                      <a:close/>
                      <a:moveTo>
                        <a:pt x="100489" y="190119"/>
                      </a:moveTo>
                      <a:cubicBezTo>
                        <a:pt x="93821" y="194024"/>
                        <a:pt x="82868" y="194024"/>
                        <a:pt x="76200" y="190119"/>
                      </a:cubicBezTo>
                      <a:cubicBezTo>
                        <a:pt x="69437" y="186214"/>
                        <a:pt x="69437" y="179927"/>
                        <a:pt x="76200" y="176022"/>
                      </a:cubicBezTo>
                      <a:lnTo>
                        <a:pt x="125825" y="147352"/>
                      </a:lnTo>
                      <a:cubicBezTo>
                        <a:pt x="132493" y="143447"/>
                        <a:pt x="143446" y="143447"/>
                        <a:pt x="150114" y="147352"/>
                      </a:cubicBezTo>
                      <a:cubicBezTo>
                        <a:pt x="156877" y="151257"/>
                        <a:pt x="156877" y="157543"/>
                        <a:pt x="150114" y="161354"/>
                      </a:cubicBezTo>
                      <a:lnTo>
                        <a:pt x="100489" y="190024"/>
                      </a:lnTo>
                      <a:close/>
                      <a:moveTo>
                        <a:pt x="279749" y="86582"/>
                      </a:moveTo>
                      <a:cubicBezTo>
                        <a:pt x="272986" y="90488"/>
                        <a:pt x="262128" y="90488"/>
                        <a:pt x="255365" y="86582"/>
                      </a:cubicBezTo>
                      <a:cubicBezTo>
                        <a:pt x="248602" y="82677"/>
                        <a:pt x="248602" y="76390"/>
                        <a:pt x="255365" y="72581"/>
                      </a:cubicBezTo>
                      <a:lnTo>
                        <a:pt x="304990" y="43910"/>
                      </a:lnTo>
                      <a:cubicBezTo>
                        <a:pt x="311753" y="40005"/>
                        <a:pt x="322612" y="40005"/>
                        <a:pt x="329279" y="43910"/>
                      </a:cubicBezTo>
                      <a:cubicBezTo>
                        <a:pt x="336042" y="47815"/>
                        <a:pt x="336042" y="54102"/>
                        <a:pt x="329279" y="57912"/>
                      </a:cubicBezTo>
                      <a:lnTo>
                        <a:pt x="279654" y="86582"/>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8"/>
                      </a:moveTo>
                      <a:cubicBezTo>
                        <a:pt x="193167" y="220408"/>
                        <a:pt x="185452" y="215932"/>
                        <a:pt x="185452" y="210503"/>
                      </a:cubicBezTo>
                      <a:lnTo>
                        <a:pt x="185452" y="170021"/>
                      </a:lnTo>
                      <a:cubicBezTo>
                        <a:pt x="185452" y="164497"/>
                        <a:pt x="193167" y="160115"/>
                        <a:pt x="202692" y="160115"/>
                      </a:cubicBezTo>
                      <a:cubicBezTo>
                        <a:pt x="212217" y="160115"/>
                        <a:pt x="219932" y="164592"/>
                        <a:pt x="219932" y="170021"/>
                      </a:cubicBezTo>
                      <a:lnTo>
                        <a:pt x="219932" y="210503"/>
                      </a:lnTo>
                      <a:cubicBezTo>
                        <a:pt x="219932" y="216027"/>
                        <a:pt x="212217" y="220408"/>
                        <a:pt x="202692" y="220408"/>
                      </a:cubicBezTo>
                      <a:close/>
                      <a:moveTo>
                        <a:pt x="304990" y="190119"/>
                      </a:moveTo>
                      <a:lnTo>
                        <a:pt x="255365" y="161449"/>
                      </a:lnTo>
                      <a:cubicBezTo>
                        <a:pt x="248602" y="157543"/>
                        <a:pt x="248602" y="151257"/>
                        <a:pt x="255365" y="147447"/>
                      </a:cubicBezTo>
                      <a:cubicBezTo>
                        <a:pt x="262128" y="143542"/>
                        <a:pt x="272986" y="143542"/>
                        <a:pt x="279749" y="147447"/>
                      </a:cubicBezTo>
                      <a:lnTo>
                        <a:pt x="329374" y="176117"/>
                      </a:lnTo>
                      <a:cubicBezTo>
                        <a:pt x="336137" y="180023"/>
                        <a:pt x="336137" y="186309"/>
                        <a:pt x="329374" y="190214"/>
                      </a:cubicBezTo>
                      <a:cubicBezTo>
                        <a:pt x="322707" y="194120"/>
                        <a:pt x="311753" y="194120"/>
                        <a:pt x="305086"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3" name="Google Shape;873;p29"/>
                <p:cNvSpPr/>
                <p:nvPr/>
              </p:nvSpPr>
              <p:spPr>
                <a:xfrm>
                  <a:off x="3792266" y="4762425"/>
                  <a:ext cx="114454" cy="46386"/>
                </a:xfrm>
                <a:custGeom>
                  <a:avLst/>
                  <a:gdLst/>
                  <a:ahLst/>
                  <a:cxnLst/>
                  <a:rect l="l" t="t" r="r" b="b"/>
                  <a:pathLst>
                    <a:path w="114454" h="46386" extrusionOk="0">
                      <a:moveTo>
                        <a:pt x="109615" y="46387"/>
                      </a:moveTo>
                      <a:cubicBezTo>
                        <a:pt x="106853" y="42767"/>
                        <a:pt x="102852" y="39338"/>
                        <a:pt x="97708" y="36385"/>
                      </a:cubicBezTo>
                      <a:cubicBezTo>
                        <a:pt x="75325" y="23432"/>
                        <a:pt x="39130" y="23432"/>
                        <a:pt x="16746" y="36385"/>
                      </a:cubicBezTo>
                      <a:cubicBezTo>
                        <a:pt x="11603" y="39338"/>
                        <a:pt x="7602" y="42767"/>
                        <a:pt x="4840" y="46387"/>
                      </a:cubicBezTo>
                      <a:cubicBezTo>
                        <a:pt x="-4400" y="34290"/>
                        <a:pt x="-399" y="19622"/>
                        <a:pt x="16746" y="9716"/>
                      </a:cubicBezTo>
                      <a:cubicBezTo>
                        <a:pt x="39130" y="-3239"/>
                        <a:pt x="75325" y="-3239"/>
                        <a:pt x="97708" y="9716"/>
                      </a:cubicBezTo>
                      <a:cubicBezTo>
                        <a:pt x="114854"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4" name="Google Shape;874;p29"/>
                <p:cNvSpPr/>
                <p:nvPr/>
              </p:nvSpPr>
              <p:spPr>
                <a:xfrm>
                  <a:off x="3797106" y="4789095"/>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Barlow"/>
              <a:buNone/>
              <a:defRPr sz="3000" b="1">
                <a:solidFill>
                  <a:schemeClr val="dk1"/>
                </a:solidFill>
                <a:latin typeface="Barlow"/>
                <a:ea typeface="Barlow"/>
                <a:cs typeface="Barlow"/>
                <a:sym typeface="Barlow"/>
              </a:defRPr>
            </a:lvl1pPr>
            <a:lvl2pPr lvl="1" rtl="0">
              <a:spcBef>
                <a:spcPts val="0"/>
              </a:spcBef>
              <a:spcAft>
                <a:spcPts val="0"/>
              </a:spcAft>
              <a:buClr>
                <a:schemeClr val="dk1"/>
              </a:buClr>
              <a:buSzPts val="3000"/>
              <a:buFont typeface="Barlow"/>
              <a:buNone/>
              <a:defRPr sz="3000" b="1">
                <a:solidFill>
                  <a:schemeClr val="dk1"/>
                </a:solidFill>
                <a:latin typeface="Barlow"/>
                <a:ea typeface="Barlow"/>
                <a:cs typeface="Barlow"/>
                <a:sym typeface="Barlow"/>
              </a:defRPr>
            </a:lvl2pPr>
            <a:lvl3pPr lvl="2" rtl="0">
              <a:spcBef>
                <a:spcPts val="0"/>
              </a:spcBef>
              <a:spcAft>
                <a:spcPts val="0"/>
              </a:spcAft>
              <a:buClr>
                <a:schemeClr val="dk1"/>
              </a:buClr>
              <a:buSzPts val="3000"/>
              <a:buFont typeface="Barlow"/>
              <a:buNone/>
              <a:defRPr sz="3000" b="1">
                <a:solidFill>
                  <a:schemeClr val="dk1"/>
                </a:solidFill>
                <a:latin typeface="Barlow"/>
                <a:ea typeface="Barlow"/>
                <a:cs typeface="Barlow"/>
                <a:sym typeface="Barlow"/>
              </a:defRPr>
            </a:lvl3pPr>
            <a:lvl4pPr lvl="3" rtl="0">
              <a:spcBef>
                <a:spcPts val="0"/>
              </a:spcBef>
              <a:spcAft>
                <a:spcPts val="0"/>
              </a:spcAft>
              <a:buClr>
                <a:schemeClr val="dk1"/>
              </a:buClr>
              <a:buSzPts val="3000"/>
              <a:buFont typeface="Barlow"/>
              <a:buNone/>
              <a:defRPr sz="3000" b="1">
                <a:solidFill>
                  <a:schemeClr val="dk1"/>
                </a:solidFill>
                <a:latin typeface="Barlow"/>
                <a:ea typeface="Barlow"/>
                <a:cs typeface="Barlow"/>
                <a:sym typeface="Barlow"/>
              </a:defRPr>
            </a:lvl4pPr>
            <a:lvl5pPr lvl="4" rtl="0">
              <a:spcBef>
                <a:spcPts val="0"/>
              </a:spcBef>
              <a:spcAft>
                <a:spcPts val="0"/>
              </a:spcAft>
              <a:buClr>
                <a:schemeClr val="dk1"/>
              </a:buClr>
              <a:buSzPts val="3000"/>
              <a:buFont typeface="Barlow"/>
              <a:buNone/>
              <a:defRPr sz="3000" b="1">
                <a:solidFill>
                  <a:schemeClr val="dk1"/>
                </a:solidFill>
                <a:latin typeface="Barlow"/>
                <a:ea typeface="Barlow"/>
                <a:cs typeface="Barlow"/>
                <a:sym typeface="Barlow"/>
              </a:defRPr>
            </a:lvl5pPr>
            <a:lvl6pPr lvl="5" rtl="0">
              <a:spcBef>
                <a:spcPts val="0"/>
              </a:spcBef>
              <a:spcAft>
                <a:spcPts val="0"/>
              </a:spcAft>
              <a:buClr>
                <a:schemeClr val="dk1"/>
              </a:buClr>
              <a:buSzPts val="3000"/>
              <a:buFont typeface="Barlow"/>
              <a:buNone/>
              <a:defRPr sz="3000" b="1">
                <a:solidFill>
                  <a:schemeClr val="dk1"/>
                </a:solidFill>
                <a:latin typeface="Barlow"/>
                <a:ea typeface="Barlow"/>
                <a:cs typeface="Barlow"/>
                <a:sym typeface="Barlow"/>
              </a:defRPr>
            </a:lvl6pPr>
            <a:lvl7pPr lvl="6" rtl="0">
              <a:spcBef>
                <a:spcPts val="0"/>
              </a:spcBef>
              <a:spcAft>
                <a:spcPts val="0"/>
              </a:spcAft>
              <a:buClr>
                <a:schemeClr val="dk1"/>
              </a:buClr>
              <a:buSzPts val="3000"/>
              <a:buFont typeface="Barlow"/>
              <a:buNone/>
              <a:defRPr sz="3000" b="1">
                <a:solidFill>
                  <a:schemeClr val="dk1"/>
                </a:solidFill>
                <a:latin typeface="Barlow"/>
                <a:ea typeface="Barlow"/>
                <a:cs typeface="Barlow"/>
                <a:sym typeface="Barlow"/>
              </a:defRPr>
            </a:lvl7pPr>
            <a:lvl8pPr lvl="7" rtl="0">
              <a:spcBef>
                <a:spcPts val="0"/>
              </a:spcBef>
              <a:spcAft>
                <a:spcPts val="0"/>
              </a:spcAft>
              <a:buClr>
                <a:schemeClr val="dk1"/>
              </a:buClr>
              <a:buSzPts val="3000"/>
              <a:buFont typeface="Barlow"/>
              <a:buNone/>
              <a:defRPr sz="3000" b="1">
                <a:solidFill>
                  <a:schemeClr val="dk1"/>
                </a:solidFill>
                <a:latin typeface="Barlow"/>
                <a:ea typeface="Barlow"/>
                <a:cs typeface="Barlow"/>
                <a:sym typeface="Barlow"/>
              </a:defRPr>
            </a:lvl8pPr>
            <a:lvl9pPr lvl="8" rtl="0">
              <a:spcBef>
                <a:spcPts val="0"/>
              </a:spcBef>
              <a:spcAft>
                <a:spcPts val="0"/>
              </a:spcAft>
              <a:buClr>
                <a:schemeClr val="dk1"/>
              </a:buClr>
              <a:buSzPts val="3000"/>
              <a:buFont typeface="Barlow"/>
              <a:buNone/>
              <a:defRPr sz="3000" b="1">
                <a:solidFill>
                  <a:schemeClr val="dk1"/>
                </a:solidFill>
                <a:latin typeface="Barlow"/>
                <a:ea typeface="Barlow"/>
                <a:cs typeface="Barlow"/>
                <a:sym typeface="Barlow"/>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5" r:id="rId3"/>
    <p:sldLayoutId id="2147483658" r:id="rId4"/>
    <p:sldLayoutId id="2147483659" r:id="rId5"/>
    <p:sldLayoutId id="2147483661" r:id="rId6"/>
    <p:sldLayoutId id="2147483662" r:id="rId7"/>
    <p:sldLayoutId id="2147483665" r:id="rId8"/>
    <p:sldLayoutId id="2147483668" r:id="rId9"/>
    <p:sldLayoutId id="2147483669" r:id="rId10"/>
    <p:sldLayoutId id="2147483671" r:id="rId11"/>
    <p:sldLayoutId id="2147483674" r:id="rId12"/>
    <p:sldLayoutId id="214748367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17.jpeg"/></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19.jpeg"/></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21.jpeg"/></Relationships>
</file>

<file path=ppt/slides/_rels/slide23.xml.rels><?xml version="1.0" encoding="UTF-8" standalone="yes"?>
<Relationships xmlns="http://schemas.openxmlformats.org/package/2006/relationships"><Relationship Id="rId8" Type="http://schemas.openxmlformats.org/officeDocument/2006/relationships/image" Target="../media/image25.jpeg"/><Relationship Id="rId13" Type="http://schemas.openxmlformats.org/officeDocument/2006/relationships/image" Target="../media/image30.jpeg"/><Relationship Id="rId3" Type="http://schemas.openxmlformats.org/officeDocument/2006/relationships/image" Target="../media/image2.png"/><Relationship Id="rId7" Type="http://schemas.openxmlformats.org/officeDocument/2006/relationships/image" Target="../media/image24.jpeg"/><Relationship Id="rId12" Type="http://schemas.openxmlformats.org/officeDocument/2006/relationships/image" Target="../media/image29.jpeg"/><Relationship Id="rId2" Type="http://schemas.openxmlformats.org/officeDocument/2006/relationships/notesSlide" Target="../notesSlides/notesSlide23.xml"/><Relationship Id="rId1" Type="http://schemas.openxmlformats.org/officeDocument/2006/relationships/slideLayout" Target="../slideLayouts/slideLayout1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3.png"/><Relationship Id="rId9"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ctrTitle"/>
          </p:nvPr>
        </p:nvSpPr>
        <p:spPr>
          <a:xfrm>
            <a:off x="482767" y="1574595"/>
            <a:ext cx="3840900" cy="150366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9600" dirty="0"/>
              <a:t>Etbaly</a:t>
            </a:r>
            <a:endParaRPr sz="9600" dirty="0"/>
          </a:p>
        </p:txBody>
      </p:sp>
      <p:sp>
        <p:nvSpPr>
          <p:cNvPr id="886" name="Google Shape;886;p33"/>
          <p:cNvSpPr txBox="1">
            <a:spLocks noGrp="1"/>
          </p:cNvSpPr>
          <p:nvPr>
            <p:ph type="subTitle" idx="1"/>
          </p:nvPr>
        </p:nvSpPr>
        <p:spPr>
          <a:xfrm>
            <a:off x="713225" y="3098290"/>
            <a:ext cx="2995200" cy="73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From digital ideas to physical products</a:t>
            </a:r>
            <a:endParaRPr dirty="0"/>
          </a:p>
        </p:txBody>
      </p:sp>
      <p:grpSp>
        <p:nvGrpSpPr>
          <p:cNvPr id="887" name="Google Shape;887;p33"/>
          <p:cNvGrpSpPr/>
          <p:nvPr/>
        </p:nvGrpSpPr>
        <p:grpSpPr>
          <a:xfrm>
            <a:off x="5043790" y="1971458"/>
            <a:ext cx="1733068" cy="1932795"/>
            <a:chOff x="4967590" y="1971458"/>
            <a:chExt cx="1733068" cy="1932795"/>
          </a:xfrm>
        </p:grpSpPr>
        <p:grpSp>
          <p:nvGrpSpPr>
            <p:cNvPr id="888" name="Google Shape;888;p33"/>
            <p:cNvGrpSpPr/>
            <p:nvPr/>
          </p:nvGrpSpPr>
          <p:grpSpPr>
            <a:xfrm>
              <a:off x="4978367" y="1971458"/>
              <a:ext cx="716276" cy="447109"/>
              <a:chOff x="2663155" y="1422579"/>
              <a:chExt cx="272224" cy="169926"/>
            </a:xfrm>
          </p:grpSpPr>
          <p:sp>
            <p:nvSpPr>
              <p:cNvPr id="889" name="Google Shape;889;p33"/>
              <p:cNvSpPr/>
              <p:nvPr/>
            </p:nvSpPr>
            <p:spPr>
              <a:xfrm>
                <a:off x="2674109" y="1428961"/>
                <a:ext cx="261270" cy="163544"/>
              </a:xfrm>
              <a:custGeom>
                <a:avLst/>
                <a:gdLst/>
                <a:ahLst/>
                <a:cxnLst/>
                <a:rect l="l" t="t" r="r" b="b"/>
                <a:pathLst>
                  <a:path w="261270" h="163544" extrusionOk="0">
                    <a:moveTo>
                      <a:pt x="261271" y="0"/>
                    </a:moveTo>
                    <a:lnTo>
                      <a:pt x="261271" y="12668"/>
                    </a:lnTo>
                    <a:lnTo>
                      <a:pt x="0" y="163544"/>
                    </a:lnTo>
                    <a:lnTo>
                      <a:pt x="0" y="150876"/>
                    </a:lnTo>
                    <a:lnTo>
                      <a:pt x="261271"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0" name="Google Shape;890;p33"/>
              <p:cNvSpPr/>
              <p:nvPr/>
            </p:nvSpPr>
            <p:spPr>
              <a:xfrm>
                <a:off x="2663155" y="1422579"/>
                <a:ext cx="272224" cy="157257"/>
              </a:xfrm>
              <a:custGeom>
                <a:avLst/>
                <a:gdLst/>
                <a:ahLst/>
                <a:cxnLst/>
                <a:rect l="l" t="t" r="r" b="b"/>
                <a:pathLst>
                  <a:path w="272224" h="157257" extrusionOk="0">
                    <a:moveTo>
                      <a:pt x="272224" y="6382"/>
                    </a:moveTo>
                    <a:lnTo>
                      <a:pt x="261271" y="0"/>
                    </a:lnTo>
                    <a:lnTo>
                      <a:pt x="0" y="150876"/>
                    </a:lnTo>
                    <a:lnTo>
                      <a:pt x="10954" y="157258"/>
                    </a:lnTo>
                    <a:lnTo>
                      <a:pt x="272224" y="638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1" name="Google Shape;891;p33"/>
              <p:cNvSpPr/>
              <p:nvPr/>
            </p:nvSpPr>
            <p:spPr>
              <a:xfrm>
                <a:off x="2663155" y="1573455"/>
                <a:ext cx="10953" cy="19050"/>
              </a:xfrm>
              <a:custGeom>
                <a:avLst/>
                <a:gdLst/>
                <a:ahLst/>
                <a:cxnLst/>
                <a:rect l="l" t="t" r="r" b="b"/>
                <a:pathLst>
                  <a:path w="10953" h="19050" extrusionOk="0">
                    <a:moveTo>
                      <a:pt x="10954" y="6382"/>
                    </a:moveTo>
                    <a:lnTo>
                      <a:pt x="0" y="0"/>
                    </a:lnTo>
                    <a:lnTo>
                      <a:pt x="0" y="12668"/>
                    </a:lnTo>
                    <a:lnTo>
                      <a:pt x="10954" y="19050"/>
                    </a:lnTo>
                    <a:lnTo>
                      <a:pt x="10954" y="638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92" name="Google Shape;892;p33"/>
            <p:cNvGrpSpPr/>
            <p:nvPr/>
          </p:nvGrpSpPr>
          <p:grpSpPr>
            <a:xfrm>
              <a:off x="4967590" y="2004790"/>
              <a:ext cx="1733068" cy="1899463"/>
              <a:chOff x="4967590" y="2004790"/>
              <a:chExt cx="1733068" cy="1899463"/>
            </a:xfrm>
          </p:grpSpPr>
          <p:sp>
            <p:nvSpPr>
              <p:cNvPr id="893" name="Google Shape;893;p33"/>
              <p:cNvSpPr/>
              <p:nvPr/>
            </p:nvSpPr>
            <p:spPr>
              <a:xfrm>
                <a:off x="6291655" y="2688702"/>
                <a:ext cx="304373" cy="39363"/>
              </a:xfrm>
              <a:custGeom>
                <a:avLst/>
                <a:gdLst/>
                <a:ahLst/>
                <a:cxnLst/>
                <a:rect l="l" t="t" r="r" b="b"/>
                <a:pathLst>
                  <a:path w="115731" h="14967" extrusionOk="0">
                    <a:moveTo>
                      <a:pt x="58758" y="14968"/>
                    </a:moveTo>
                    <a:cubicBezTo>
                      <a:pt x="41613" y="14968"/>
                      <a:pt x="22849" y="12777"/>
                      <a:pt x="2180" y="8396"/>
                    </a:cubicBezTo>
                    <a:cubicBezTo>
                      <a:pt x="656" y="8110"/>
                      <a:pt x="-297" y="6586"/>
                      <a:pt x="84" y="5062"/>
                    </a:cubicBezTo>
                    <a:cubicBezTo>
                      <a:pt x="370" y="3538"/>
                      <a:pt x="1894" y="2585"/>
                      <a:pt x="3418" y="2966"/>
                    </a:cubicBezTo>
                    <a:cubicBezTo>
                      <a:pt x="47804" y="12396"/>
                      <a:pt x="83332" y="11539"/>
                      <a:pt x="111907" y="204"/>
                    </a:cubicBezTo>
                    <a:cubicBezTo>
                      <a:pt x="113336" y="-367"/>
                      <a:pt x="114956" y="299"/>
                      <a:pt x="115527" y="1728"/>
                    </a:cubicBezTo>
                    <a:cubicBezTo>
                      <a:pt x="116098" y="3157"/>
                      <a:pt x="115432" y="4776"/>
                      <a:pt x="114003" y="5348"/>
                    </a:cubicBezTo>
                    <a:cubicBezTo>
                      <a:pt x="97811" y="11729"/>
                      <a:pt x="79523" y="14968"/>
                      <a:pt x="58853" y="149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4" name="Google Shape;894;p33"/>
              <p:cNvSpPr/>
              <p:nvPr/>
            </p:nvSpPr>
            <p:spPr>
              <a:xfrm>
                <a:off x="6601589" y="2665876"/>
                <a:ext cx="99069" cy="634590"/>
              </a:xfrm>
              <a:custGeom>
                <a:avLst/>
                <a:gdLst/>
                <a:ahLst/>
                <a:cxnLst/>
                <a:rect l="l" t="t" r="r" b="b"/>
                <a:pathLst>
                  <a:path w="37669" h="241289" extrusionOk="0">
                    <a:moveTo>
                      <a:pt x="6212" y="241289"/>
                    </a:moveTo>
                    <a:cubicBezTo>
                      <a:pt x="6212" y="241289"/>
                      <a:pt x="5736" y="241289"/>
                      <a:pt x="5450" y="241194"/>
                    </a:cubicBezTo>
                    <a:cubicBezTo>
                      <a:pt x="3926" y="240718"/>
                      <a:pt x="3164" y="239194"/>
                      <a:pt x="3545" y="237765"/>
                    </a:cubicBezTo>
                    <a:cubicBezTo>
                      <a:pt x="4021" y="236050"/>
                      <a:pt x="53456" y="65077"/>
                      <a:pt x="21262" y="17261"/>
                    </a:cubicBezTo>
                    <a:cubicBezTo>
                      <a:pt x="16499" y="10213"/>
                      <a:pt x="10403" y="6403"/>
                      <a:pt x="2497" y="5545"/>
                    </a:cubicBezTo>
                    <a:cubicBezTo>
                      <a:pt x="973" y="5355"/>
                      <a:pt x="-170" y="4021"/>
                      <a:pt x="21" y="2497"/>
                    </a:cubicBezTo>
                    <a:cubicBezTo>
                      <a:pt x="211" y="973"/>
                      <a:pt x="1545" y="-170"/>
                      <a:pt x="3069" y="21"/>
                    </a:cubicBezTo>
                    <a:cubicBezTo>
                      <a:pt x="12594" y="973"/>
                      <a:pt x="20214" y="5736"/>
                      <a:pt x="25834" y="14118"/>
                    </a:cubicBezTo>
                    <a:cubicBezTo>
                      <a:pt x="40026" y="35263"/>
                      <a:pt x="41455" y="79650"/>
                      <a:pt x="30120" y="146134"/>
                    </a:cubicBezTo>
                    <a:cubicBezTo>
                      <a:pt x="21643" y="195283"/>
                      <a:pt x="8974" y="238908"/>
                      <a:pt x="8879" y="239289"/>
                    </a:cubicBezTo>
                    <a:cubicBezTo>
                      <a:pt x="8498" y="240527"/>
                      <a:pt x="7450" y="241289"/>
                      <a:pt x="6212" y="24128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5" name="Google Shape;895;p33"/>
              <p:cNvSpPr/>
              <p:nvPr/>
            </p:nvSpPr>
            <p:spPr>
              <a:xfrm>
                <a:off x="6574230" y="2703537"/>
                <a:ext cx="99659" cy="558367"/>
              </a:xfrm>
              <a:custGeom>
                <a:avLst/>
                <a:gdLst/>
                <a:ahLst/>
                <a:cxnLst/>
                <a:rect l="l" t="t" r="r" b="b"/>
                <a:pathLst>
                  <a:path w="37893" h="212307" extrusionOk="0">
                    <a:moveTo>
                      <a:pt x="2799" y="212307"/>
                    </a:moveTo>
                    <a:cubicBezTo>
                      <a:pt x="2799" y="212307"/>
                      <a:pt x="2228" y="212307"/>
                      <a:pt x="1942" y="212212"/>
                    </a:cubicBezTo>
                    <a:cubicBezTo>
                      <a:pt x="513" y="211736"/>
                      <a:pt x="-344" y="210116"/>
                      <a:pt x="132" y="208688"/>
                    </a:cubicBezTo>
                    <a:cubicBezTo>
                      <a:pt x="608" y="207164"/>
                      <a:pt x="49376" y="57621"/>
                      <a:pt x="26136" y="15235"/>
                    </a:cubicBezTo>
                    <a:cubicBezTo>
                      <a:pt x="23278" y="9996"/>
                      <a:pt x="19468" y="6758"/>
                      <a:pt x="14515" y="5519"/>
                    </a:cubicBezTo>
                    <a:cubicBezTo>
                      <a:pt x="12991" y="5138"/>
                      <a:pt x="12134" y="3614"/>
                      <a:pt x="12515" y="2090"/>
                    </a:cubicBezTo>
                    <a:cubicBezTo>
                      <a:pt x="12896" y="566"/>
                      <a:pt x="14420" y="-291"/>
                      <a:pt x="15944" y="90"/>
                    </a:cubicBezTo>
                    <a:cubicBezTo>
                      <a:pt x="22325" y="1709"/>
                      <a:pt x="27374" y="5900"/>
                      <a:pt x="30993" y="12568"/>
                    </a:cubicBezTo>
                    <a:cubicBezTo>
                      <a:pt x="55377" y="57050"/>
                      <a:pt x="7466" y="204211"/>
                      <a:pt x="5371" y="210402"/>
                    </a:cubicBezTo>
                    <a:cubicBezTo>
                      <a:pt x="4990" y="211545"/>
                      <a:pt x="3847" y="212307"/>
                      <a:pt x="2704" y="21230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96" name="Google Shape;896;p33"/>
              <p:cNvGrpSpPr/>
              <p:nvPr/>
            </p:nvGrpSpPr>
            <p:grpSpPr>
              <a:xfrm>
                <a:off x="6291876" y="3133843"/>
                <a:ext cx="382450" cy="373425"/>
                <a:chOff x="3162360" y="1864349"/>
                <a:chExt cx="145352" cy="141922"/>
              </a:xfrm>
            </p:grpSpPr>
            <p:sp>
              <p:nvSpPr>
                <p:cNvPr id="897" name="Google Shape;897;p33"/>
                <p:cNvSpPr/>
                <p:nvPr/>
              </p:nvSpPr>
              <p:spPr>
                <a:xfrm>
                  <a:off x="3255801" y="1918260"/>
                  <a:ext cx="51911" cy="88010"/>
                </a:xfrm>
                <a:custGeom>
                  <a:avLst/>
                  <a:gdLst/>
                  <a:ahLst/>
                  <a:cxnLst/>
                  <a:rect l="l" t="t" r="r" b="b"/>
                  <a:pathLst>
                    <a:path w="51911" h="88010" extrusionOk="0">
                      <a:moveTo>
                        <a:pt x="0" y="88011"/>
                      </a:moveTo>
                      <a:lnTo>
                        <a:pt x="51911" y="58102"/>
                      </a:lnTo>
                      <a:lnTo>
                        <a:pt x="51911" y="0"/>
                      </a:lnTo>
                      <a:lnTo>
                        <a:pt x="0" y="30004"/>
                      </a:lnTo>
                      <a:lnTo>
                        <a:pt x="0" y="8801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8" name="Google Shape;898;p33"/>
                <p:cNvSpPr/>
                <p:nvPr/>
              </p:nvSpPr>
              <p:spPr>
                <a:xfrm>
                  <a:off x="3162360" y="1894257"/>
                  <a:ext cx="93440" cy="112014"/>
                </a:xfrm>
                <a:custGeom>
                  <a:avLst/>
                  <a:gdLst/>
                  <a:ahLst/>
                  <a:cxnLst/>
                  <a:rect l="l" t="t" r="r" b="b"/>
                  <a:pathLst>
                    <a:path w="93440" h="112014" extrusionOk="0">
                      <a:moveTo>
                        <a:pt x="93440" y="112014"/>
                      </a:moveTo>
                      <a:lnTo>
                        <a:pt x="0" y="58007"/>
                      </a:lnTo>
                      <a:lnTo>
                        <a:pt x="0" y="0"/>
                      </a:lnTo>
                      <a:lnTo>
                        <a:pt x="93440" y="54007"/>
                      </a:lnTo>
                      <a:lnTo>
                        <a:pt x="93440" y="11201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9" name="Google Shape;899;p33"/>
                <p:cNvSpPr/>
                <p:nvPr/>
              </p:nvSpPr>
              <p:spPr>
                <a:xfrm>
                  <a:off x="3162360" y="1864349"/>
                  <a:ext cx="145351" cy="83915"/>
                </a:xfrm>
                <a:custGeom>
                  <a:avLst/>
                  <a:gdLst/>
                  <a:ahLst/>
                  <a:cxnLst/>
                  <a:rect l="l" t="t" r="r" b="b"/>
                  <a:pathLst>
                    <a:path w="145351" h="83915" extrusionOk="0">
                      <a:moveTo>
                        <a:pt x="93440" y="83915"/>
                      </a:moveTo>
                      <a:lnTo>
                        <a:pt x="0" y="29908"/>
                      </a:lnTo>
                      <a:lnTo>
                        <a:pt x="51816" y="0"/>
                      </a:lnTo>
                      <a:lnTo>
                        <a:pt x="145352" y="53912"/>
                      </a:lnTo>
                      <a:lnTo>
                        <a:pt x="93440" y="839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00" name="Google Shape;900;p33"/>
              <p:cNvGrpSpPr/>
              <p:nvPr/>
            </p:nvGrpSpPr>
            <p:grpSpPr>
              <a:xfrm>
                <a:off x="4978367" y="2884474"/>
                <a:ext cx="1559368" cy="1019779"/>
                <a:chOff x="2663155" y="1769575"/>
                <a:chExt cx="592645" cy="387572"/>
              </a:xfrm>
            </p:grpSpPr>
            <p:grpSp>
              <p:nvGrpSpPr>
                <p:cNvPr id="901" name="Google Shape;901;p33"/>
                <p:cNvGrpSpPr/>
                <p:nvPr/>
              </p:nvGrpSpPr>
              <p:grpSpPr>
                <a:xfrm>
                  <a:off x="2663155" y="1769575"/>
                  <a:ext cx="592645" cy="387572"/>
                  <a:chOff x="2663155" y="1769575"/>
                  <a:chExt cx="592645" cy="387572"/>
                </a:xfrm>
              </p:grpSpPr>
              <p:sp>
                <p:nvSpPr>
                  <p:cNvPr id="902" name="Google Shape;902;p33"/>
                  <p:cNvSpPr/>
                  <p:nvPr/>
                </p:nvSpPr>
                <p:spPr>
                  <a:xfrm>
                    <a:off x="2663155" y="1920451"/>
                    <a:ext cx="331374" cy="236696"/>
                  </a:xfrm>
                  <a:custGeom>
                    <a:avLst/>
                    <a:gdLst/>
                    <a:ahLst/>
                    <a:cxnLst/>
                    <a:rect l="l" t="t" r="r" b="b"/>
                    <a:pathLst>
                      <a:path w="331374" h="236696" extrusionOk="0">
                        <a:moveTo>
                          <a:pt x="331375" y="236696"/>
                        </a:moveTo>
                        <a:lnTo>
                          <a:pt x="0" y="45339"/>
                        </a:lnTo>
                        <a:lnTo>
                          <a:pt x="0" y="0"/>
                        </a:lnTo>
                        <a:lnTo>
                          <a:pt x="331375" y="191357"/>
                        </a:lnTo>
                        <a:lnTo>
                          <a:pt x="331375" y="23669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3" name="Google Shape;903;p33"/>
                  <p:cNvSpPr/>
                  <p:nvPr/>
                </p:nvSpPr>
                <p:spPr>
                  <a:xfrm>
                    <a:off x="2994530" y="1960932"/>
                    <a:ext cx="261270" cy="196215"/>
                  </a:xfrm>
                  <a:custGeom>
                    <a:avLst/>
                    <a:gdLst/>
                    <a:ahLst/>
                    <a:cxnLst/>
                    <a:rect l="l" t="t" r="r" b="b"/>
                    <a:pathLst>
                      <a:path w="261270" h="196215" extrusionOk="0">
                        <a:moveTo>
                          <a:pt x="0" y="196215"/>
                        </a:moveTo>
                        <a:lnTo>
                          <a:pt x="0" y="150876"/>
                        </a:lnTo>
                        <a:lnTo>
                          <a:pt x="261271" y="0"/>
                        </a:lnTo>
                        <a:lnTo>
                          <a:pt x="261271" y="45339"/>
                        </a:lnTo>
                        <a:lnTo>
                          <a:pt x="0" y="19621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4" name="Google Shape;904;p33"/>
                  <p:cNvSpPr/>
                  <p:nvPr/>
                </p:nvSpPr>
                <p:spPr>
                  <a:xfrm>
                    <a:off x="2663155" y="1769575"/>
                    <a:ext cx="592645" cy="342233"/>
                  </a:xfrm>
                  <a:custGeom>
                    <a:avLst/>
                    <a:gdLst/>
                    <a:ahLst/>
                    <a:cxnLst/>
                    <a:rect l="l" t="t" r="r" b="b"/>
                    <a:pathLst>
                      <a:path w="592645" h="342233" extrusionOk="0">
                        <a:moveTo>
                          <a:pt x="331375" y="342233"/>
                        </a:moveTo>
                        <a:lnTo>
                          <a:pt x="0" y="150876"/>
                        </a:lnTo>
                        <a:lnTo>
                          <a:pt x="261271" y="0"/>
                        </a:lnTo>
                        <a:lnTo>
                          <a:pt x="592646" y="191357"/>
                        </a:lnTo>
                        <a:lnTo>
                          <a:pt x="331375" y="34223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05" name="Google Shape;905;p33"/>
                <p:cNvGrpSpPr/>
                <p:nvPr/>
              </p:nvGrpSpPr>
              <p:grpSpPr>
                <a:xfrm>
                  <a:off x="2693540" y="1785577"/>
                  <a:ext cx="531875" cy="305752"/>
                  <a:chOff x="2693540" y="1785577"/>
                  <a:chExt cx="531875" cy="305752"/>
                </a:xfrm>
              </p:grpSpPr>
              <p:sp>
                <p:nvSpPr>
                  <p:cNvPr id="906" name="Google Shape;906;p33"/>
                  <p:cNvSpPr/>
                  <p:nvPr/>
                </p:nvSpPr>
                <p:spPr>
                  <a:xfrm>
                    <a:off x="2693540" y="1791768"/>
                    <a:ext cx="531875" cy="299561"/>
                  </a:xfrm>
                  <a:custGeom>
                    <a:avLst/>
                    <a:gdLst/>
                    <a:ahLst/>
                    <a:cxnLst/>
                    <a:rect l="l" t="t" r="r" b="b"/>
                    <a:pathLst>
                      <a:path w="531875" h="299561" extrusionOk="0">
                        <a:moveTo>
                          <a:pt x="531876" y="161068"/>
                        </a:moveTo>
                        <a:lnTo>
                          <a:pt x="252889" y="0"/>
                        </a:lnTo>
                        <a:lnTo>
                          <a:pt x="208883" y="0"/>
                        </a:lnTo>
                        <a:lnTo>
                          <a:pt x="0" y="120587"/>
                        </a:lnTo>
                        <a:lnTo>
                          <a:pt x="0" y="136779"/>
                        </a:lnTo>
                        <a:lnTo>
                          <a:pt x="282035" y="299561"/>
                        </a:lnTo>
                        <a:lnTo>
                          <a:pt x="319945" y="299561"/>
                        </a:lnTo>
                        <a:lnTo>
                          <a:pt x="531876" y="177165"/>
                        </a:lnTo>
                        <a:lnTo>
                          <a:pt x="531876" y="16106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7" name="Google Shape;907;p33"/>
                  <p:cNvSpPr/>
                  <p:nvPr/>
                </p:nvSpPr>
                <p:spPr>
                  <a:xfrm>
                    <a:off x="2693540" y="1785577"/>
                    <a:ext cx="531875" cy="299561"/>
                  </a:xfrm>
                  <a:custGeom>
                    <a:avLst/>
                    <a:gdLst/>
                    <a:ahLst/>
                    <a:cxnLst/>
                    <a:rect l="l" t="t" r="r" b="b"/>
                    <a:pathLst>
                      <a:path w="531875" h="299561" extrusionOk="0">
                        <a:moveTo>
                          <a:pt x="531876" y="161068"/>
                        </a:moveTo>
                        <a:lnTo>
                          <a:pt x="252889" y="0"/>
                        </a:lnTo>
                        <a:lnTo>
                          <a:pt x="208883" y="0"/>
                        </a:lnTo>
                        <a:lnTo>
                          <a:pt x="0" y="120586"/>
                        </a:lnTo>
                        <a:lnTo>
                          <a:pt x="0" y="136779"/>
                        </a:lnTo>
                        <a:lnTo>
                          <a:pt x="282035" y="299561"/>
                        </a:lnTo>
                        <a:lnTo>
                          <a:pt x="319945" y="299561"/>
                        </a:lnTo>
                        <a:lnTo>
                          <a:pt x="531876" y="177260"/>
                        </a:lnTo>
                        <a:lnTo>
                          <a:pt x="531876" y="1610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8" name="Google Shape;908;p33"/>
                  <p:cNvSpPr/>
                  <p:nvPr/>
                </p:nvSpPr>
                <p:spPr>
                  <a:xfrm>
                    <a:off x="2702589" y="1794626"/>
                    <a:ext cx="513778" cy="281463"/>
                  </a:xfrm>
                  <a:custGeom>
                    <a:avLst/>
                    <a:gdLst/>
                    <a:ahLst/>
                    <a:cxnLst/>
                    <a:rect l="l" t="t" r="r" b="b"/>
                    <a:pathLst>
                      <a:path w="513778" h="281463" extrusionOk="0">
                        <a:moveTo>
                          <a:pt x="513778" y="157258"/>
                        </a:moveTo>
                        <a:lnTo>
                          <a:pt x="241459" y="0"/>
                        </a:lnTo>
                        <a:lnTo>
                          <a:pt x="202311" y="0"/>
                        </a:lnTo>
                        <a:lnTo>
                          <a:pt x="0" y="116776"/>
                        </a:lnTo>
                        <a:lnTo>
                          <a:pt x="0" y="122491"/>
                        </a:lnTo>
                        <a:lnTo>
                          <a:pt x="275368" y="281464"/>
                        </a:lnTo>
                        <a:lnTo>
                          <a:pt x="308515" y="281464"/>
                        </a:lnTo>
                        <a:lnTo>
                          <a:pt x="513778" y="162973"/>
                        </a:lnTo>
                        <a:lnTo>
                          <a:pt x="513778" y="157258"/>
                        </a:lnTo>
                        <a:close/>
                      </a:path>
                    </a:pathLst>
                  </a:custGeom>
                  <a:solidFill>
                    <a:srgbClr val="121214">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09" name="Google Shape;909;p33"/>
              <p:cNvGrpSpPr/>
              <p:nvPr/>
            </p:nvGrpSpPr>
            <p:grpSpPr>
              <a:xfrm>
                <a:off x="5282874" y="2004790"/>
                <a:ext cx="422547" cy="909256"/>
                <a:chOff x="2778884" y="1435247"/>
                <a:chExt cx="160591" cy="345567"/>
              </a:xfrm>
            </p:grpSpPr>
            <p:grpSp>
              <p:nvGrpSpPr>
                <p:cNvPr id="910" name="Google Shape;910;p33"/>
                <p:cNvGrpSpPr/>
                <p:nvPr/>
              </p:nvGrpSpPr>
              <p:grpSpPr>
                <a:xfrm>
                  <a:off x="2915949" y="1540880"/>
                  <a:ext cx="19430" cy="239934"/>
                  <a:chOff x="2915949" y="1540880"/>
                  <a:chExt cx="19430" cy="239934"/>
                </a:xfrm>
              </p:grpSpPr>
              <p:sp>
                <p:nvSpPr>
                  <p:cNvPr id="911" name="Google Shape;911;p33"/>
                  <p:cNvSpPr/>
                  <p:nvPr/>
                </p:nvSpPr>
                <p:spPr>
                  <a:xfrm>
                    <a:off x="2915949" y="1545737"/>
                    <a:ext cx="10953" cy="235077"/>
                  </a:xfrm>
                  <a:custGeom>
                    <a:avLst/>
                    <a:gdLst/>
                    <a:ahLst/>
                    <a:cxnLst/>
                    <a:rect l="l" t="t" r="r" b="b"/>
                    <a:pathLst>
                      <a:path w="10953" h="235077" extrusionOk="0">
                        <a:moveTo>
                          <a:pt x="10954" y="235077"/>
                        </a:moveTo>
                        <a:lnTo>
                          <a:pt x="0" y="228695"/>
                        </a:lnTo>
                        <a:lnTo>
                          <a:pt x="0" y="0"/>
                        </a:lnTo>
                        <a:lnTo>
                          <a:pt x="10954" y="6382"/>
                        </a:lnTo>
                        <a:lnTo>
                          <a:pt x="10954" y="23507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2" name="Google Shape;912;p33"/>
                  <p:cNvSpPr/>
                  <p:nvPr/>
                </p:nvSpPr>
                <p:spPr>
                  <a:xfrm>
                    <a:off x="2926902" y="1547166"/>
                    <a:ext cx="8477" cy="233648"/>
                  </a:xfrm>
                  <a:custGeom>
                    <a:avLst/>
                    <a:gdLst/>
                    <a:ahLst/>
                    <a:cxnLst/>
                    <a:rect l="l" t="t" r="r" b="b"/>
                    <a:pathLst>
                      <a:path w="8477" h="233648" extrusionOk="0">
                        <a:moveTo>
                          <a:pt x="0" y="233648"/>
                        </a:moveTo>
                        <a:lnTo>
                          <a:pt x="8477" y="228695"/>
                        </a:lnTo>
                        <a:lnTo>
                          <a:pt x="8477" y="0"/>
                        </a:lnTo>
                        <a:lnTo>
                          <a:pt x="0" y="4953"/>
                        </a:lnTo>
                        <a:lnTo>
                          <a:pt x="0" y="23364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3" name="Google Shape;913;p33"/>
                  <p:cNvSpPr/>
                  <p:nvPr/>
                </p:nvSpPr>
                <p:spPr>
                  <a:xfrm>
                    <a:off x="2915949" y="1540880"/>
                    <a:ext cx="19430" cy="11239"/>
                  </a:xfrm>
                  <a:custGeom>
                    <a:avLst/>
                    <a:gdLst/>
                    <a:ahLst/>
                    <a:cxnLst/>
                    <a:rect l="l" t="t" r="r" b="b"/>
                    <a:pathLst>
                      <a:path w="19430" h="11239" extrusionOk="0">
                        <a:moveTo>
                          <a:pt x="10954" y="11240"/>
                        </a:moveTo>
                        <a:lnTo>
                          <a:pt x="19431" y="6286"/>
                        </a:lnTo>
                        <a:lnTo>
                          <a:pt x="8477" y="0"/>
                        </a:lnTo>
                        <a:lnTo>
                          <a:pt x="0" y="4858"/>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14" name="Google Shape;914;p33"/>
                <p:cNvGrpSpPr/>
                <p:nvPr/>
              </p:nvGrpSpPr>
              <p:grpSpPr>
                <a:xfrm>
                  <a:off x="2911853" y="1497826"/>
                  <a:ext cx="27622" cy="56769"/>
                  <a:chOff x="2911853" y="1497826"/>
                  <a:chExt cx="27622" cy="56769"/>
                </a:xfrm>
              </p:grpSpPr>
              <p:sp>
                <p:nvSpPr>
                  <p:cNvPr id="915" name="Google Shape;915;p33"/>
                  <p:cNvSpPr/>
                  <p:nvPr/>
                </p:nvSpPr>
                <p:spPr>
                  <a:xfrm>
                    <a:off x="2911853" y="1504780"/>
                    <a:ext cx="15525" cy="49815"/>
                  </a:xfrm>
                  <a:custGeom>
                    <a:avLst/>
                    <a:gdLst/>
                    <a:ahLst/>
                    <a:cxnLst/>
                    <a:rect l="l" t="t" r="r" b="b"/>
                    <a:pathLst>
                      <a:path w="15525" h="49815" extrusionOk="0">
                        <a:moveTo>
                          <a:pt x="15526" y="49816"/>
                        </a:moveTo>
                        <a:lnTo>
                          <a:pt x="0" y="40862"/>
                        </a:lnTo>
                        <a:lnTo>
                          <a:pt x="0" y="0"/>
                        </a:lnTo>
                        <a:lnTo>
                          <a:pt x="15526" y="8954"/>
                        </a:lnTo>
                        <a:lnTo>
                          <a:pt x="15526" y="4981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6" name="Google Shape;916;p33"/>
                  <p:cNvSpPr/>
                  <p:nvPr/>
                </p:nvSpPr>
                <p:spPr>
                  <a:xfrm>
                    <a:off x="2927378" y="1506780"/>
                    <a:ext cx="12096" cy="47815"/>
                  </a:xfrm>
                  <a:custGeom>
                    <a:avLst/>
                    <a:gdLst/>
                    <a:ahLst/>
                    <a:cxnLst/>
                    <a:rect l="l" t="t" r="r" b="b"/>
                    <a:pathLst>
                      <a:path w="12096" h="47815" extrusionOk="0">
                        <a:moveTo>
                          <a:pt x="0" y="47816"/>
                        </a:moveTo>
                        <a:lnTo>
                          <a:pt x="12097" y="40862"/>
                        </a:lnTo>
                        <a:lnTo>
                          <a:pt x="12097" y="0"/>
                        </a:lnTo>
                        <a:lnTo>
                          <a:pt x="0" y="6953"/>
                        </a:lnTo>
                        <a:lnTo>
                          <a:pt x="0" y="478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7" name="Google Shape;917;p33"/>
                  <p:cNvSpPr/>
                  <p:nvPr/>
                </p:nvSpPr>
                <p:spPr>
                  <a:xfrm>
                    <a:off x="2911853" y="1497826"/>
                    <a:ext cx="27622" cy="15906"/>
                  </a:xfrm>
                  <a:custGeom>
                    <a:avLst/>
                    <a:gdLst/>
                    <a:ahLst/>
                    <a:cxnLst/>
                    <a:rect l="l" t="t" r="r" b="b"/>
                    <a:pathLst>
                      <a:path w="27622" h="15906" extrusionOk="0">
                        <a:moveTo>
                          <a:pt x="15526" y="15907"/>
                        </a:moveTo>
                        <a:lnTo>
                          <a:pt x="27623" y="8954"/>
                        </a:lnTo>
                        <a:lnTo>
                          <a:pt x="12097" y="0"/>
                        </a:lnTo>
                        <a:lnTo>
                          <a:pt x="0" y="6953"/>
                        </a:lnTo>
                        <a:lnTo>
                          <a:pt x="15526" y="1590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18" name="Google Shape;918;p33"/>
                <p:cNvGrpSpPr/>
                <p:nvPr/>
              </p:nvGrpSpPr>
              <p:grpSpPr>
                <a:xfrm>
                  <a:off x="2898042" y="1517258"/>
                  <a:ext cx="27622" cy="33908"/>
                  <a:chOff x="2898042" y="1517258"/>
                  <a:chExt cx="27622" cy="33908"/>
                </a:xfrm>
              </p:grpSpPr>
              <p:sp>
                <p:nvSpPr>
                  <p:cNvPr id="919" name="Google Shape;919;p33"/>
                  <p:cNvSpPr/>
                  <p:nvPr/>
                </p:nvSpPr>
                <p:spPr>
                  <a:xfrm>
                    <a:off x="2910138" y="1524211"/>
                    <a:ext cx="15525" cy="26955"/>
                  </a:xfrm>
                  <a:custGeom>
                    <a:avLst/>
                    <a:gdLst/>
                    <a:ahLst/>
                    <a:cxnLst/>
                    <a:rect l="l" t="t" r="r" b="b"/>
                    <a:pathLst>
                      <a:path w="15525" h="26955" extrusionOk="0">
                        <a:moveTo>
                          <a:pt x="15526" y="0"/>
                        </a:moveTo>
                        <a:lnTo>
                          <a:pt x="15526" y="17907"/>
                        </a:lnTo>
                        <a:lnTo>
                          <a:pt x="0" y="26956"/>
                        </a:lnTo>
                        <a:lnTo>
                          <a:pt x="0" y="9049"/>
                        </a:lnTo>
                        <a:lnTo>
                          <a:pt x="15526"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0" name="Google Shape;920;p33"/>
                  <p:cNvSpPr/>
                  <p:nvPr/>
                </p:nvSpPr>
                <p:spPr>
                  <a:xfrm>
                    <a:off x="2898042" y="1517258"/>
                    <a:ext cx="27622" cy="16002"/>
                  </a:xfrm>
                  <a:custGeom>
                    <a:avLst/>
                    <a:gdLst/>
                    <a:ahLst/>
                    <a:cxnLst/>
                    <a:rect l="l" t="t" r="r" b="b"/>
                    <a:pathLst>
                      <a:path w="27622" h="16002" extrusionOk="0">
                        <a:moveTo>
                          <a:pt x="27622" y="6953"/>
                        </a:moveTo>
                        <a:lnTo>
                          <a:pt x="15621" y="0"/>
                        </a:lnTo>
                        <a:lnTo>
                          <a:pt x="0" y="9049"/>
                        </a:lnTo>
                        <a:lnTo>
                          <a:pt x="12097" y="16002"/>
                        </a:lnTo>
                        <a:lnTo>
                          <a:pt x="27622" y="695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1" name="Google Shape;921;p33"/>
                  <p:cNvSpPr/>
                  <p:nvPr/>
                </p:nvSpPr>
                <p:spPr>
                  <a:xfrm>
                    <a:off x="2898042" y="1526306"/>
                    <a:ext cx="12096" cy="24860"/>
                  </a:xfrm>
                  <a:custGeom>
                    <a:avLst/>
                    <a:gdLst/>
                    <a:ahLst/>
                    <a:cxnLst/>
                    <a:rect l="l" t="t" r="r" b="b"/>
                    <a:pathLst>
                      <a:path w="12096" h="24860" extrusionOk="0">
                        <a:moveTo>
                          <a:pt x="12097" y="6953"/>
                        </a:moveTo>
                        <a:lnTo>
                          <a:pt x="0" y="0"/>
                        </a:lnTo>
                        <a:lnTo>
                          <a:pt x="0" y="17812"/>
                        </a:lnTo>
                        <a:lnTo>
                          <a:pt x="12097" y="24860"/>
                        </a:lnTo>
                        <a:lnTo>
                          <a:pt x="12097" y="69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22" name="Google Shape;922;p33"/>
                <p:cNvGrpSpPr/>
                <p:nvPr/>
              </p:nvGrpSpPr>
              <p:grpSpPr>
                <a:xfrm>
                  <a:off x="2778884" y="1528402"/>
                  <a:ext cx="130206" cy="90201"/>
                  <a:chOff x="2778884" y="1528402"/>
                  <a:chExt cx="130206" cy="90201"/>
                </a:xfrm>
              </p:grpSpPr>
              <p:sp>
                <p:nvSpPr>
                  <p:cNvPr id="923" name="Google Shape;923;p33"/>
                  <p:cNvSpPr/>
                  <p:nvPr/>
                </p:nvSpPr>
                <p:spPr>
                  <a:xfrm>
                    <a:off x="2788980" y="1534212"/>
                    <a:ext cx="120110" cy="84391"/>
                  </a:xfrm>
                  <a:custGeom>
                    <a:avLst/>
                    <a:gdLst/>
                    <a:ahLst/>
                    <a:cxnLst/>
                    <a:rect l="l" t="t" r="r" b="b"/>
                    <a:pathLst>
                      <a:path w="120110" h="84391" extrusionOk="0">
                        <a:moveTo>
                          <a:pt x="120110" y="0"/>
                        </a:moveTo>
                        <a:lnTo>
                          <a:pt x="120110" y="15049"/>
                        </a:lnTo>
                        <a:lnTo>
                          <a:pt x="0" y="84392"/>
                        </a:lnTo>
                        <a:lnTo>
                          <a:pt x="0" y="69342"/>
                        </a:lnTo>
                        <a:lnTo>
                          <a:pt x="12011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4" name="Google Shape;924;p33"/>
                  <p:cNvSpPr/>
                  <p:nvPr/>
                </p:nvSpPr>
                <p:spPr>
                  <a:xfrm>
                    <a:off x="2778884" y="1528402"/>
                    <a:ext cx="130206" cy="75152"/>
                  </a:xfrm>
                  <a:custGeom>
                    <a:avLst/>
                    <a:gdLst/>
                    <a:ahLst/>
                    <a:cxnLst/>
                    <a:rect l="l" t="t" r="r" b="b"/>
                    <a:pathLst>
                      <a:path w="130206" h="75152" extrusionOk="0">
                        <a:moveTo>
                          <a:pt x="130207" y="5810"/>
                        </a:moveTo>
                        <a:lnTo>
                          <a:pt x="120110" y="0"/>
                        </a:lnTo>
                        <a:lnTo>
                          <a:pt x="0" y="69342"/>
                        </a:lnTo>
                        <a:lnTo>
                          <a:pt x="10096" y="75152"/>
                        </a:lnTo>
                        <a:lnTo>
                          <a:pt x="130207" y="581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5" name="Google Shape;925;p33"/>
                  <p:cNvSpPr/>
                  <p:nvPr/>
                </p:nvSpPr>
                <p:spPr>
                  <a:xfrm>
                    <a:off x="2778884" y="1597744"/>
                    <a:ext cx="10096" cy="20859"/>
                  </a:xfrm>
                  <a:custGeom>
                    <a:avLst/>
                    <a:gdLst/>
                    <a:ahLst/>
                    <a:cxnLst/>
                    <a:rect l="l" t="t" r="r" b="b"/>
                    <a:pathLst>
                      <a:path w="10096" h="20859" extrusionOk="0">
                        <a:moveTo>
                          <a:pt x="10096" y="5810"/>
                        </a:moveTo>
                        <a:lnTo>
                          <a:pt x="0" y="0"/>
                        </a:lnTo>
                        <a:lnTo>
                          <a:pt x="0" y="15050"/>
                        </a:lnTo>
                        <a:lnTo>
                          <a:pt x="10096" y="20860"/>
                        </a:lnTo>
                        <a:lnTo>
                          <a:pt x="10096" y="581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26" name="Google Shape;926;p33"/>
                <p:cNvGrpSpPr/>
                <p:nvPr/>
              </p:nvGrpSpPr>
              <p:grpSpPr>
                <a:xfrm>
                  <a:off x="2915949" y="1435247"/>
                  <a:ext cx="19430" cy="76200"/>
                  <a:chOff x="2915949" y="1435247"/>
                  <a:chExt cx="19430" cy="76200"/>
                </a:xfrm>
              </p:grpSpPr>
              <p:sp>
                <p:nvSpPr>
                  <p:cNvPr id="927" name="Google Shape;927;p33"/>
                  <p:cNvSpPr/>
                  <p:nvPr/>
                </p:nvSpPr>
                <p:spPr>
                  <a:xfrm>
                    <a:off x="2915949" y="1440200"/>
                    <a:ext cx="10953" cy="71246"/>
                  </a:xfrm>
                  <a:custGeom>
                    <a:avLst/>
                    <a:gdLst/>
                    <a:ahLst/>
                    <a:cxnLst/>
                    <a:rect l="l" t="t" r="r" b="b"/>
                    <a:pathLst>
                      <a:path w="10953" h="71246" extrusionOk="0">
                        <a:moveTo>
                          <a:pt x="10954" y="71247"/>
                        </a:moveTo>
                        <a:lnTo>
                          <a:pt x="0" y="64865"/>
                        </a:lnTo>
                        <a:lnTo>
                          <a:pt x="0" y="0"/>
                        </a:lnTo>
                        <a:lnTo>
                          <a:pt x="10954" y="6286"/>
                        </a:lnTo>
                        <a:lnTo>
                          <a:pt x="10954" y="7124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8" name="Google Shape;928;p33"/>
                  <p:cNvSpPr/>
                  <p:nvPr/>
                </p:nvSpPr>
                <p:spPr>
                  <a:xfrm>
                    <a:off x="2926902" y="1441629"/>
                    <a:ext cx="8477" cy="69818"/>
                  </a:xfrm>
                  <a:custGeom>
                    <a:avLst/>
                    <a:gdLst/>
                    <a:ahLst/>
                    <a:cxnLst/>
                    <a:rect l="l" t="t" r="r" b="b"/>
                    <a:pathLst>
                      <a:path w="8477" h="69818" extrusionOk="0">
                        <a:moveTo>
                          <a:pt x="0" y="69818"/>
                        </a:moveTo>
                        <a:lnTo>
                          <a:pt x="8477" y="64865"/>
                        </a:lnTo>
                        <a:lnTo>
                          <a:pt x="8477" y="0"/>
                        </a:lnTo>
                        <a:lnTo>
                          <a:pt x="0" y="4858"/>
                        </a:lnTo>
                        <a:lnTo>
                          <a:pt x="0" y="698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9" name="Google Shape;929;p33"/>
                  <p:cNvSpPr/>
                  <p:nvPr/>
                </p:nvSpPr>
                <p:spPr>
                  <a:xfrm>
                    <a:off x="2915949" y="1435247"/>
                    <a:ext cx="19430" cy="11239"/>
                  </a:xfrm>
                  <a:custGeom>
                    <a:avLst/>
                    <a:gdLst/>
                    <a:ahLst/>
                    <a:cxnLst/>
                    <a:rect l="l" t="t" r="r" b="b"/>
                    <a:pathLst>
                      <a:path w="19430" h="11239" extrusionOk="0">
                        <a:moveTo>
                          <a:pt x="10954" y="11240"/>
                        </a:moveTo>
                        <a:lnTo>
                          <a:pt x="19431" y="6382"/>
                        </a:lnTo>
                        <a:lnTo>
                          <a:pt x="8477" y="0"/>
                        </a:lnTo>
                        <a:lnTo>
                          <a:pt x="0" y="4953"/>
                        </a:lnTo>
                        <a:lnTo>
                          <a:pt x="10954" y="1124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30" name="Google Shape;930;p33"/>
              <p:cNvGrpSpPr/>
              <p:nvPr/>
            </p:nvGrpSpPr>
            <p:grpSpPr>
              <a:xfrm>
                <a:off x="5321907" y="2825151"/>
                <a:ext cx="843718" cy="728921"/>
                <a:chOff x="2793719" y="1747029"/>
                <a:chExt cx="320659" cy="277030"/>
              </a:xfrm>
            </p:grpSpPr>
            <p:sp>
              <p:nvSpPr>
                <p:cNvPr id="931" name="Google Shape;931;p33"/>
                <p:cNvSpPr/>
                <p:nvPr/>
              </p:nvSpPr>
              <p:spPr>
                <a:xfrm>
                  <a:off x="2793719" y="1838941"/>
                  <a:ext cx="320659" cy="185118"/>
                </a:xfrm>
                <a:custGeom>
                  <a:avLst/>
                  <a:gdLst/>
                  <a:ahLst/>
                  <a:cxnLst/>
                  <a:rect l="l" t="t" r="r" b="b"/>
                  <a:pathLst>
                    <a:path w="320659" h="185118" extrusionOk="0">
                      <a:moveTo>
                        <a:pt x="25360" y="14645"/>
                      </a:moveTo>
                      <a:cubicBezTo>
                        <a:pt x="-8453" y="34171"/>
                        <a:pt x="-8453" y="65794"/>
                        <a:pt x="25360" y="85320"/>
                      </a:cubicBezTo>
                      <a:lnTo>
                        <a:pt x="172902" y="170474"/>
                      </a:lnTo>
                      <a:cubicBezTo>
                        <a:pt x="206716" y="190000"/>
                        <a:pt x="261485" y="190000"/>
                        <a:pt x="295299" y="170474"/>
                      </a:cubicBezTo>
                      <a:cubicBezTo>
                        <a:pt x="329113" y="150947"/>
                        <a:pt x="329113" y="119324"/>
                        <a:pt x="295299" y="99798"/>
                      </a:cubicBezTo>
                      <a:lnTo>
                        <a:pt x="147757" y="14645"/>
                      </a:lnTo>
                      <a:cubicBezTo>
                        <a:pt x="113943" y="-4882"/>
                        <a:pt x="59174" y="-4882"/>
                        <a:pt x="25360" y="14645"/>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2" name="Google Shape;932;p33"/>
                <p:cNvSpPr/>
                <p:nvPr/>
              </p:nvSpPr>
              <p:spPr>
                <a:xfrm>
                  <a:off x="2798489" y="1844060"/>
                  <a:ext cx="313773" cy="169200"/>
                </a:xfrm>
                <a:custGeom>
                  <a:avLst/>
                  <a:gdLst/>
                  <a:ahLst/>
                  <a:cxnLst/>
                  <a:rect l="l" t="t" r="r" b="b"/>
                  <a:pathLst>
                    <a:path w="313773" h="169200" extrusionOk="0">
                      <a:moveTo>
                        <a:pt x="67358" y="38386"/>
                      </a:moveTo>
                      <a:lnTo>
                        <a:pt x="3541" y="0"/>
                      </a:lnTo>
                      <a:cubicBezTo>
                        <a:pt x="3541" y="0"/>
                        <a:pt x="-11223" y="49054"/>
                        <a:pt x="19543" y="66770"/>
                      </a:cubicBezTo>
                      <a:cubicBezTo>
                        <a:pt x="44689" y="81344"/>
                        <a:pt x="68882" y="79343"/>
                        <a:pt x="99172" y="102298"/>
                      </a:cubicBezTo>
                      <a:cubicBezTo>
                        <a:pt x="114317" y="113824"/>
                        <a:pt x="109078" y="120872"/>
                        <a:pt x="151464" y="146113"/>
                      </a:cubicBezTo>
                      <a:cubicBezTo>
                        <a:pt x="166704" y="155162"/>
                        <a:pt x="178134" y="159544"/>
                        <a:pt x="200042" y="164687"/>
                      </a:cubicBezTo>
                      <a:cubicBezTo>
                        <a:pt x="270432" y="181356"/>
                        <a:pt x="314247" y="148304"/>
                        <a:pt x="313770" y="123349"/>
                      </a:cubicBezTo>
                      <a:lnTo>
                        <a:pt x="313484" y="110300"/>
                      </a:lnTo>
                      <a:cubicBezTo>
                        <a:pt x="312627" y="110109"/>
                        <a:pt x="67358" y="38386"/>
                        <a:pt x="67358" y="3838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33" name="Google Shape;933;p33"/>
                <p:cNvGrpSpPr/>
                <p:nvPr/>
              </p:nvGrpSpPr>
              <p:grpSpPr>
                <a:xfrm>
                  <a:off x="2814126" y="1885685"/>
                  <a:ext cx="30194" cy="24627"/>
                  <a:chOff x="2814126" y="1885685"/>
                  <a:chExt cx="30194" cy="24627"/>
                </a:xfrm>
              </p:grpSpPr>
              <p:sp>
                <p:nvSpPr>
                  <p:cNvPr id="934" name="Google Shape;934;p33"/>
                  <p:cNvSpPr/>
                  <p:nvPr/>
                </p:nvSpPr>
                <p:spPr>
                  <a:xfrm>
                    <a:off x="2814126" y="1885685"/>
                    <a:ext cx="29527" cy="24627"/>
                  </a:xfrm>
                  <a:custGeom>
                    <a:avLst/>
                    <a:gdLst/>
                    <a:ahLst/>
                    <a:cxnLst/>
                    <a:rect l="l" t="t" r="r" b="b"/>
                    <a:pathLst>
                      <a:path w="29527" h="24627" extrusionOk="0">
                        <a:moveTo>
                          <a:pt x="29528" y="23527"/>
                        </a:moveTo>
                        <a:cubicBezTo>
                          <a:pt x="28670" y="24765"/>
                          <a:pt x="27051" y="25051"/>
                          <a:pt x="25146" y="23908"/>
                        </a:cubicBezTo>
                        <a:lnTo>
                          <a:pt x="5048" y="12287"/>
                        </a:lnTo>
                        <a:cubicBezTo>
                          <a:pt x="2286" y="10668"/>
                          <a:pt x="0" y="6763"/>
                          <a:pt x="0" y="3619"/>
                        </a:cubicBezTo>
                        <a:cubicBezTo>
                          <a:pt x="0" y="1429"/>
                          <a:pt x="1048" y="190"/>
                          <a:pt x="2476" y="0"/>
                        </a:cubicBezTo>
                        <a:cubicBezTo>
                          <a:pt x="2096" y="571"/>
                          <a:pt x="1810" y="1429"/>
                          <a:pt x="1810" y="2476"/>
                        </a:cubicBezTo>
                        <a:cubicBezTo>
                          <a:pt x="1810" y="5715"/>
                          <a:pt x="4096" y="9620"/>
                          <a:pt x="6858" y="11144"/>
                        </a:cubicBezTo>
                        <a:lnTo>
                          <a:pt x="26956" y="22765"/>
                        </a:lnTo>
                        <a:cubicBezTo>
                          <a:pt x="27813" y="23336"/>
                          <a:pt x="28670" y="23527"/>
                          <a:pt x="29432" y="2343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5" name="Google Shape;935;p33"/>
                  <p:cNvSpPr/>
                  <p:nvPr/>
                </p:nvSpPr>
                <p:spPr>
                  <a:xfrm>
                    <a:off x="2816031" y="1885780"/>
                    <a:ext cx="28289" cy="23454"/>
                  </a:xfrm>
                  <a:custGeom>
                    <a:avLst/>
                    <a:gdLst/>
                    <a:ahLst/>
                    <a:cxnLst/>
                    <a:rect l="l" t="t" r="r" b="b"/>
                    <a:pathLst>
                      <a:path w="28289" h="23454" extrusionOk="0">
                        <a:moveTo>
                          <a:pt x="28289" y="20955"/>
                        </a:moveTo>
                        <a:cubicBezTo>
                          <a:pt x="28289" y="22003"/>
                          <a:pt x="28099" y="22860"/>
                          <a:pt x="27623" y="23431"/>
                        </a:cubicBezTo>
                        <a:cubicBezTo>
                          <a:pt x="26861" y="23527"/>
                          <a:pt x="26003" y="23336"/>
                          <a:pt x="25146" y="22765"/>
                        </a:cubicBezTo>
                        <a:lnTo>
                          <a:pt x="5048" y="11144"/>
                        </a:lnTo>
                        <a:cubicBezTo>
                          <a:pt x="2286" y="9525"/>
                          <a:pt x="0" y="5620"/>
                          <a:pt x="0" y="2477"/>
                        </a:cubicBezTo>
                        <a:cubicBezTo>
                          <a:pt x="0" y="1429"/>
                          <a:pt x="286" y="572"/>
                          <a:pt x="667" y="0"/>
                        </a:cubicBezTo>
                        <a:cubicBezTo>
                          <a:pt x="1429" y="0"/>
                          <a:pt x="2286" y="95"/>
                          <a:pt x="3143" y="667"/>
                        </a:cubicBezTo>
                        <a:lnTo>
                          <a:pt x="23241" y="12287"/>
                        </a:lnTo>
                        <a:cubicBezTo>
                          <a:pt x="26003" y="13906"/>
                          <a:pt x="28289" y="17812"/>
                          <a:pt x="28289" y="2095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936" name="Google Shape;936;p33"/>
                <p:cNvSpPr/>
                <p:nvPr/>
              </p:nvSpPr>
              <p:spPr>
                <a:xfrm>
                  <a:off x="2816377" y="1750058"/>
                  <a:ext cx="137683" cy="84541"/>
                </a:xfrm>
                <a:custGeom>
                  <a:avLst/>
                  <a:gdLst/>
                  <a:ahLst/>
                  <a:cxnLst/>
                  <a:rect l="l" t="t" r="r" b="b"/>
                  <a:pathLst>
                    <a:path w="137683" h="84541" extrusionOk="0">
                      <a:moveTo>
                        <a:pt x="118526" y="63713"/>
                      </a:moveTo>
                      <a:cubicBezTo>
                        <a:pt x="100238" y="74381"/>
                        <a:pt x="84427" y="107718"/>
                        <a:pt x="29182" y="57903"/>
                      </a:cubicBezTo>
                      <a:cubicBezTo>
                        <a:pt x="4226" y="35424"/>
                        <a:pt x="-11490" y="16564"/>
                        <a:pt x="10417" y="4467"/>
                      </a:cubicBezTo>
                      <a:cubicBezTo>
                        <a:pt x="28706" y="-6105"/>
                        <a:pt x="64900" y="3896"/>
                        <a:pt x="96333" y="15707"/>
                      </a:cubicBezTo>
                      <a:cubicBezTo>
                        <a:pt x="158626" y="39138"/>
                        <a:pt x="136909" y="53045"/>
                        <a:pt x="118526" y="6371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7" name="Google Shape;937;p33"/>
                <p:cNvSpPr/>
                <p:nvPr/>
              </p:nvSpPr>
              <p:spPr>
                <a:xfrm>
                  <a:off x="2845273" y="1751858"/>
                  <a:ext cx="6667" cy="81534"/>
                </a:xfrm>
                <a:custGeom>
                  <a:avLst/>
                  <a:gdLst/>
                  <a:ahLst/>
                  <a:cxnLst/>
                  <a:rect l="l" t="t" r="r" b="b"/>
                  <a:pathLst>
                    <a:path w="6667" h="81534" extrusionOk="0">
                      <a:moveTo>
                        <a:pt x="1334" y="0"/>
                      </a:moveTo>
                      <a:cubicBezTo>
                        <a:pt x="1334" y="6858"/>
                        <a:pt x="1429" y="13621"/>
                        <a:pt x="1619" y="20479"/>
                      </a:cubicBezTo>
                      <a:cubicBezTo>
                        <a:pt x="1810" y="27242"/>
                        <a:pt x="2096" y="34100"/>
                        <a:pt x="2572" y="40862"/>
                      </a:cubicBezTo>
                      <a:cubicBezTo>
                        <a:pt x="2953" y="47625"/>
                        <a:pt x="3524" y="54388"/>
                        <a:pt x="4191" y="61246"/>
                      </a:cubicBezTo>
                      <a:cubicBezTo>
                        <a:pt x="4858" y="68008"/>
                        <a:pt x="5715" y="74771"/>
                        <a:pt x="6668" y="81534"/>
                      </a:cubicBezTo>
                      <a:lnTo>
                        <a:pt x="6287" y="81534"/>
                      </a:lnTo>
                      <a:cubicBezTo>
                        <a:pt x="4667" y="74962"/>
                        <a:pt x="3524" y="68199"/>
                        <a:pt x="2572" y="61436"/>
                      </a:cubicBezTo>
                      <a:cubicBezTo>
                        <a:pt x="1619" y="54674"/>
                        <a:pt x="1048" y="47816"/>
                        <a:pt x="571" y="40957"/>
                      </a:cubicBezTo>
                      <a:cubicBezTo>
                        <a:pt x="190" y="34100"/>
                        <a:pt x="0" y="27337"/>
                        <a:pt x="0" y="20479"/>
                      </a:cubicBezTo>
                      <a:cubicBezTo>
                        <a:pt x="0" y="13621"/>
                        <a:pt x="286" y="6763"/>
                        <a:pt x="1048" y="0"/>
                      </a:cubicBezTo>
                      <a:lnTo>
                        <a:pt x="1238"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8" name="Google Shape;938;p33"/>
                <p:cNvSpPr/>
                <p:nvPr/>
              </p:nvSpPr>
              <p:spPr>
                <a:xfrm>
                  <a:off x="2801611" y="1747029"/>
                  <a:ext cx="310171" cy="250192"/>
                </a:xfrm>
                <a:custGeom>
                  <a:avLst/>
                  <a:gdLst/>
                  <a:ahLst/>
                  <a:cxnLst/>
                  <a:rect l="l" t="t" r="r" b="b"/>
                  <a:pathLst>
                    <a:path w="310171" h="250192" extrusionOk="0">
                      <a:moveTo>
                        <a:pt x="310171" y="204854"/>
                      </a:moveTo>
                      <a:cubicBezTo>
                        <a:pt x="310171" y="191709"/>
                        <a:pt x="305694" y="176660"/>
                        <a:pt x="284835" y="163611"/>
                      </a:cubicBezTo>
                      <a:cubicBezTo>
                        <a:pt x="211397" y="117795"/>
                        <a:pt x="173202" y="62741"/>
                        <a:pt x="156628" y="42834"/>
                      </a:cubicBezTo>
                      <a:cubicBezTo>
                        <a:pt x="143007" y="26355"/>
                        <a:pt x="93573" y="9020"/>
                        <a:pt x="65950" y="2448"/>
                      </a:cubicBezTo>
                      <a:cubicBezTo>
                        <a:pt x="31660" y="-5649"/>
                        <a:pt x="13753" y="7782"/>
                        <a:pt x="6609" y="21688"/>
                      </a:cubicBezTo>
                      <a:cubicBezTo>
                        <a:pt x="-2154" y="38738"/>
                        <a:pt x="323" y="98079"/>
                        <a:pt x="323" y="103222"/>
                      </a:cubicBezTo>
                      <a:cubicBezTo>
                        <a:pt x="323" y="138750"/>
                        <a:pt x="60807" y="143799"/>
                        <a:pt x="87762" y="169421"/>
                      </a:cubicBezTo>
                      <a:cubicBezTo>
                        <a:pt x="152818" y="231048"/>
                        <a:pt x="189489" y="250193"/>
                        <a:pt x="240829" y="250193"/>
                      </a:cubicBezTo>
                      <a:cubicBezTo>
                        <a:pt x="288264" y="250193"/>
                        <a:pt x="311790" y="222951"/>
                        <a:pt x="310076" y="204854"/>
                      </a:cubicBezTo>
                      <a:close/>
                      <a:moveTo>
                        <a:pt x="125386" y="64074"/>
                      </a:moveTo>
                      <a:cubicBezTo>
                        <a:pt x="108813" y="73695"/>
                        <a:pt x="95001" y="100460"/>
                        <a:pt x="45090" y="55311"/>
                      </a:cubicBezTo>
                      <a:cubicBezTo>
                        <a:pt x="22516" y="34928"/>
                        <a:pt x="10896" y="19974"/>
                        <a:pt x="27469" y="10353"/>
                      </a:cubicBezTo>
                      <a:cubicBezTo>
                        <a:pt x="44043" y="828"/>
                        <a:pt x="76809" y="9782"/>
                        <a:pt x="105288" y="20545"/>
                      </a:cubicBezTo>
                      <a:cubicBezTo>
                        <a:pt x="161676" y="41786"/>
                        <a:pt x="141960" y="54359"/>
                        <a:pt x="125386" y="6397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9" name="Google Shape;939;p33"/>
                <p:cNvSpPr/>
                <p:nvPr/>
              </p:nvSpPr>
              <p:spPr>
                <a:xfrm>
                  <a:off x="3072254" y="1949731"/>
                  <a:ext cx="39719" cy="46104"/>
                </a:xfrm>
                <a:custGeom>
                  <a:avLst/>
                  <a:gdLst/>
                  <a:ahLst/>
                  <a:cxnLst/>
                  <a:rect l="l" t="t" r="r" b="b"/>
                  <a:pathLst>
                    <a:path w="39719" h="46104" extrusionOk="0">
                      <a:moveTo>
                        <a:pt x="0" y="43396"/>
                      </a:moveTo>
                      <a:cubicBezTo>
                        <a:pt x="20002" y="33680"/>
                        <a:pt x="10668" y="13773"/>
                        <a:pt x="22003" y="3867"/>
                      </a:cubicBezTo>
                      <a:cubicBezTo>
                        <a:pt x="33242" y="-6039"/>
                        <a:pt x="33242" y="6248"/>
                        <a:pt x="39719" y="5962"/>
                      </a:cubicBezTo>
                      <a:lnTo>
                        <a:pt x="38290" y="23107"/>
                      </a:lnTo>
                      <a:lnTo>
                        <a:pt x="19812" y="43396"/>
                      </a:lnTo>
                      <a:cubicBezTo>
                        <a:pt x="19812" y="43396"/>
                        <a:pt x="1048" y="49492"/>
                        <a:pt x="0" y="4339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0" name="Google Shape;940;p33"/>
                <p:cNvSpPr/>
                <p:nvPr/>
              </p:nvSpPr>
              <p:spPr>
                <a:xfrm>
                  <a:off x="2815365" y="1830232"/>
                  <a:ext cx="27812" cy="35942"/>
                </a:xfrm>
                <a:custGeom>
                  <a:avLst/>
                  <a:gdLst/>
                  <a:ahLst/>
                  <a:cxnLst/>
                  <a:rect l="l" t="t" r="r" b="b"/>
                  <a:pathLst>
                    <a:path w="27812" h="35942" extrusionOk="0">
                      <a:moveTo>
                        <a:pt x="27813" y="26020"/>
                      </a:moveTo>
                      <a:cubicBezTo>
                        <a:pt x="27813" y="34878"/>
                        <a:pt x="21622" y="38498"/>
                        <a:pt x="13906" y="34021"/>
                      </a:cubicBezTo>
                      <a:cubicBezTo>
                        <a:pt x="6191" y="29640"/>
                        <a:pt x="0" y="18781"/>
                        <a:pt x="0" y="9923"/>
                      </a:cubicBezTo>
                      <a:cubicBezTo>
                        <a:pt x="0" y="1065"/>
                        <a:pt x="6191" y="-2555"/>
                        <a:pt x="13906" y="1922"/>
                      </a:cubicBezTo>
                      <a:cubicBezTo>
                        <a:pt x="21622" y="6303"/>
                        <a:pt x="27813" y="17162"/>
                        <a:pt x="27813" y="2602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1" name="Google Shape;941;p33"/>
                <p:cNvSpPr/>
                <p:nvPr/>
              </p:nvSpPr>
              <p:spPr>
                <a:xfrm>
                  <a:off x="2817460" y="1836298"/>
                  <a:ext cx="20192" cy="26002"/>
                </a:xfrm>
                <a:custGeom>
                  <a:avLst/>
                  <a:gdLst/>
                  <a:ahLst/>
                  <a:cxnLst/>
                  <a:rect l="l" t="t" r="r" b="b"/>
                  <a:pathLst>
                    <a:path w="20192" h="26002" extrusionOk="0">
                      <a:moveTo>
                        <a:pt x="20193" y="18812"/>
                      </a:moveTo>
                      <a:cubicBezTo>
                        <a:pt x="20193" y="25193"/>
                        <a:pt x="15716" y="27860"/>
                        <a:pt x="10096" y="24622"/>
                      </a:cubicBezTo>
                      <a:cubicBezTo>
                        <a:pt x="4572" y="21383"/>
                        <a:pt x="0" y="13573"/>
                        <a:pt x="0" y="7191"/>
                      </a:cubicBezTo>
                      <a:cubicBezTo>
                        <a:pt x="0" y="809"/>
                        <a:pt x="4477" y="-1858"/>
                        <a:pt x="10096" y="1381"/>
                      </a:cubicBezTo>
                      <a:cubicBezTo>
                        <a:pt x="15621" y="4619"/>
                        <a:pt x="20193" y="12430"/>
                        <a:pt x="20193" y="1881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2" name="Google Shape;942;p33"/>
                <p:cNvSpPr/>
                <p:nvPr/>
              </p:nvSpPr>
              <p:spPr>
                <a:xfrm>
                  <a:off x="2905102" y="1757215"/>
                  <a:ext cx="153128" cy="165004"/>
                </a:xfrm>
                <a:custGeom>
                  <a:avLst/>
                  <a:gdLst/>
                  <a:ahLst/>
                  <a:cxnLst/>
                  <a:rect l="l" t="t" r="r" b="b"/>
                  <a:pathLst>
                    <a:path w="153128" h="165004" extrusionOk="0">
                      <a:moveTo>
                        <a:pt x="31706" y="12741"/>
                      </a:moveTo>
                      <a:cubicBezTo>
                        <a:pt x="17990" y="26075"/>
                        <a:pt x="-15824" y="18646"/>
                        <a:pt x="8655" y="79225"/>
                      </a:cubicBezTo>
                      <a:cubicBezTo>
                        <a:pt x="17133" y="97894"/>
                        <a:pt x="68853" y="151996"/>
                        <a:pt x="105620" y="163807"/>
                      </a:cubicBezTo>
                      <a:cubicBezTo>
                        <a:pt x="127337" y="170760"/>
                        <a:pt x="161532" y="145519"/>
                        <a:pt x="151245" y="137518"/>
                      </a:cubicBezTo>
                      <a:cubicBezTo>
                        <a:pt x="117907" y="111610"/>
                        <a:pt x="66187" y="60270"/>
                        <a:pt x="66187" y="46078"/>
                      </a:cubicBezTo>
                      <a:cubicBezTo>
                        <a:pt x="65901" y="-14120"/>
                        <a:pt x="48756" y="-3738"/>
                        <a:pt x="31706" y="1283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3" name="Google Shape;943;p33"/>
                <p:cNvSpPr/>
                <p:nvPr/>
              </p:nvSpPr>
              <p:spPr>
                <a:xfrm>
                  <a:off x="2898676" y="1812247"/>
                  <a:ext cx="150431" cy="121847"/>
                </a:xfrm>
                <a:custGeom>
                  <a:avLst/>
                  <a:gdLst/>
                  <a:ahLst/>
                  <a:cxnLst/>
                  <a:rect l="l" t="t" r="r" b="b"/>
                  <a:pathLst>
                    <a:path w="150431" h="121847" extrusionOk="0">
                      <a:moveTo>
                        <a:pt x="76232" y="0"/>
                      </a:moveTo>
                      <a:cubicBezTo>
                        <a:pt x="28226" y="0"/>
                        <a:pt x="-1111" y="84296"/>
                        <a:pt x="32" y="96393"/>
                      </a:cubicBezTo>
                      <a:cubicBezTo>
                        <a:pt x="985" y="105823"/>
                        <a:pt x="15463" y="120396"/>
                        <a:pt x="21844" y="121634"/>
                      </a:cubicBezTo>
                      <a:cubicBezTo>
                        <a:pt x="44800" y="126111"/>
                        <a:pt x="102331" y="58483"/>
                        <a:pt x="150432" y="72390"/>
                      </a:cubicBezTo>
                      <a:cubicBezTo>
                        <a:pt x="150432" y="72390"/>
                        <a:pt x="131287" y="58102"/>
                        <a:pt x="110046" y="36195"/>
                      </a:cubicBezTo>
                      <a:cubicBezTo>
                        <a:pt x="88519" y="13906"/>
                        <a:pt x="85567" y="95"/>
                        <a:pt x="76137" y="9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4" name="Google Shape;944;p33"/>
                <p:cNvSpPr/>
                <p:nvPr/>
              </p:nvSpPr>
              <p:spPr>
                <a:xfrm>
                  <a:off x="2897629" y="1807960"/>
                  <a:ext cx="152522" cy="123556"/>
                </a:xfrm>
                <a:custGeom>
                  <a:avLst/>
                  <a:gdLst/>
                  <a:ahLst/>
                  <a:cxnLst/>
                  <a:rect l="l" t="t" r="r" b="b"/>
                  <a:pathLst>
                    <a:path w="152522" h="123556" extrusionOk="0">
                      <a:moveTo>
                        <a:pt x="77279" y="0"/>
                      </a:moveTo>
                      <a:cubicBezTo>
                        <a:pt x="29273" y="0"/>
                        <a:pt x="-1112" y="84392"/>
                        <a:pt x="31" y="96488"/>
                      </a:cubicBezTo>
                      <a:cubicBezTo>
                        <a:pt x="984" y="105918"/>
                        <a:pt x="16128" y="122111"/>
                        <a:pt x="22510" y="123349"/>
                      </a:cubicBezTo>
                      <a:cubicBezTo>
                        <a:pt x="45465" y="127825"/>
                        <a:pt x="105568" y="58388"/>
                        <a:pt x="151574" y="76581"/>
                      </a:cubicBezTo>
                      <a:cubicBezTo>
                        <a:pt x="157765" y="73247"/>
                        <a:pt x="132429" y="58007"/>
                        <a:pt x="111188" y="36100"/>
                      </a:cubicBezTo>
                      <a:cubicBezTo>
                        <a:pt x="89661" y="13906"/>
                        <a:pt x="86709" y="0"/>
                        <a:pt x="77279"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5" name="Google Shape;945;p33"/>
                <p:cNvSpPr/>
                <p:nvPr/>
              </p:nvSpPr>
              <p:spPr>
                <a:xfrm>
                  <a:off x="2903987" y="1899400"/>
                  <a:ext cx="19350" cy="26540"/>
                </a:xfrm>
                <a:custGeom>
                  <a:avLst/>
                  <a:gdLst/>
                  <a:ahLst/>
                  <a:cxnLst/>
                  <a:rect l="l" t="t" r="r" b="b"/>
                  <a:pathLst>
                    <a:path w="19350" h="26540" extrusionOk="0">
                      <a:moveTo>
                        <a:pt x="17390" y="16193"/>
                      </a:moveTo>
                      <a:lnTo>
                        <a:pt x="5103" y="1334"/>
                      </a:lnTo>
                      <a:cubicBezTo>
                        <a:pt x="4532" y="668"/>
                        <a:pt x="3960" y="287"/>
                        <a:pt x="3389" y="96"/>
                      </a:cubicBezTo>
                      <a:cubicBezTo>
                        <a:pt x="2151" y="-285"/>
                        <a:pt x="1007" y="477"/>
                        <a:pt x="436" y="2192"/>
                      </a:cubicBezTo>
                      <a:cubicBezTo>
                        <a:pt x="-516" y="4668"/>
                        <a:pt x="150" y="8383"/>
                        <a:pt x="1865" y="10383"/>
                      </a:cubicBezTo>
                      <a:lnTo>
                        <a:pt x="14152" y="25242"/>
                      </a:lnTo>
                      <a:cubicBezTo>
                        <a:pt x="15295" y="26576"/>
                        <a:pt x="16629" y="26861"/>
                        <a:pt x="17676" y="26195"/>
                      </a:cubicBezTo>
                      <a:cubicBezTo>
                        <a:pt x="18153" y="25814"/>
                        <a:pt x="18629" y="25242"/>
                        <a:pt x="18914" y="24480"/>
                      </a:cubicBezTo>
                      <a:cubicBezTo>
                        <a:pt x="19867" y="22004"/>
                        <a:pt x="19200" y="18289"/>
                        <a:pt x="17486" y="1619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46" name="Google Shape;946;p33"/>
              <p:cNvGrpSpPr/>
              <p:nvPr/>
            </p:nvGrpSpPr>
            <p:grpSpPr>
              <a:xfrm>
                <a:off x="6125965" y="2491499"/>
                <a:ext cx="499239" cy="909256"/>
                <a:chOff x="3099305" y="1620223"/>
                <a:chExt cx="189738" cy="345567"/>
              </a:xfrm>
            </p:grpSpPr>
            <p:grpSp>
              <p:nvGrpSpPr>
                <p:cNvPr id="947" name="Google Shape;947;p33"/>
                <p:cNvGrpSpPr/>
                <p:nvPr/>
              </p:nvGrpSpPr>
              <p:grpSpPr>
                <a:xfrm>
                  <a:off x="3236369" y="1725855"/>
                  <a:ext cx="19431" cy="239935"/>
                  <a:chOff x="3236369" y="1725855"/>
                  <a:chExt cx="19431" cy="239935"/>
                </a:xfrm>
              </p:grpSpPr>
              <p:sp>
                <p:nvSpPr>
                  <p:cNvPr id="948" name="Google Shape;948;p33"/>
                  <p:cNvSpPr/>
                  <p:nvPr/>
                </p:nvSpPr>
                <p:spPr>
                  <a:xfrm>
                    <a:off x="3236369" y="1730808"/>
                    <a:ext cx="10953" cy="234981"/>
                  </a:xfrm>
                  <a:custGeom>
                    <a:avLst/>
                    <a:gdLst/>
                    <a:ahLst/>
                    <a:cxnLst/>
                    <a:rect l="l" t="t" r="r" b="b"/>
                    <a:pathLst>
                      <a:path w="10953" h="234981" extrusionOk="0">
                        <a:moveTo>
                          <a:pt x="10954" y="234982"/>
                        </a:moveTo>
                        <a:lnTo>
                          <a:pt x="0" y="228695"/>
                        </a:lnTo>
                        <a:lnTo>
                          <a:pt x="0" y="0"/>
                        </a:lnTo>
                        <a:lnTo>
                          <a:pt x="10954" y="6286"/>
                        </a:lnTo>
                        <a:lnTo>
                          <a:pt x="10954" y="23498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9" name="Google Shape;949;p33"/>
                  <p:cNvSpPr/>
                  <p:nvPr/>
                </p:nvSpPr>
                <p:spPr>
                  <a:xfrm>
                    <a:off x="3247323" y="1732142"/>
                    <a:ext cx="8477" cy="233648"/>
                  </a:xfrm>
                  <a:custGeom>
                    <a:avLst/>
                    <a:gdLst/>
                    <a:ahLst/>
                    <a:cxnLst/>
                    <a:rect l="l" t="t" r="r" b="b"/>
                    <a:pathLst>
                      <a:path w="8477" h="233648" extrusionOk="0">
                        <a:moveTo>
                          <a:pt x="0" y="233648"/>
                        </a:moveTo>
                        <a:lnTo>
                          <a:pt x="8477" y="228790"/>
                        </a:lnTo>
                        <a:lnTo>
                          <a:pt x="8477" y="0"/>
                        </a:lnTo>
                        <a:lnTo>
                          <a:pt x="0" y="4953"/>
                        </a:lnTo>
                        <a:lnTo>
                          <a:pt x="0" y="23364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0" name="Google Shape;950;p33"/>
                  <p:cNvSpPr/>
                  <p:nvPr/>
                </p:nvSpPr>
                <p:spPr>
                  <a:xfrm>
                    <a:off x="3236369" y="1725855"/>
                    <a:ext cx="19431" cy="11239"/>
                  </a:xfrm>
                  <a:custGeom>
                    <a:avLst/>
                    <a:gdLst/>
                    <a:ahLst/>
                    <a:cxnLst/>
                    <a:rect l="l" t="t" r="r" b="b"/>
                    <a:pathLst>
                      <a:path w="19431" h="11239" extrusionOk="0">
                        <a:moveTo>
                          <a:pt x="10954" y="11240"/>
                        </a:moveTo>
                        <a:lnTo>
                          <a:pt x="19431" y="6286"/>
                        </a:lnTo>
                        <a:lnTo>
                          <a:pt x="8477" y="0"/>
                        </a:lnTo>
                        <a:lnTo>
                          <a:pt x="0" y="4953"/>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51" name="Google Shape;951;p33"/>
                <p:cNvGrpSpPr/>
                <p:nvPr/>
              </p:nvGrpSpPr>
              <p:grpSpPr>
                <a:xfrm>
                  <a:off x="3232369" y="1665943"/>
                  <a:ext cx="56674" cy="73723"/>
                  <a:chOff x="3232369" y="1665943"/>
                  <a:chExt cx="56674" cy="73723"/>
                </a:xfrm>
              </p:grpSpPr>
              <p:sp>
                <p:nvSpPr>
                  <p:cNvPr id="952" name="Google Shape;952;p33"/>
                  <p:cNvSpPr/>
                  <p:nvPr/>
                </p:nvSpPr>
                <p:spPr>
                  <a:xfrm>
                    <a:off x="3232369" y="1689755"/>
                    <a:ext cx="15430" cy="49911"/>
                  </a:xfrm>
                  <a:custGeom>
                    <a:avLst/>
                    <a:gdLst/>
                    <a:ahLst/>
                    <a:cxnLst/>
                    <a:rect l="l" t="t" r="r" b="b"/>
                    <a:pathLst>
                      <a:path w="15430" h="49911" extrusionOk="0">
                        <a:moveTo>
                          <a:pt x="15430" y="49911"/>
                        </a:moveTo>
                        <a:lnTo>
                          <a:pt x="0" y="40957"/>
                        </a:lnTo>
                        <a:lnTo>
                          <a:pt x="0" y="0"/>
                        </a:lnTo>
                        <a:lnTo>
                          <a:pt x="15430" y="8954"/>
                        </a:lnTo>
                        <a:lnTo>
                          <a:pt x="15430" y="4991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3" name="Google Shape;953;p33"/>
                  <p:cNvSpPr/>
                  <p:nvPr/>
                </p:nvSpPr>
                <p:spPr>
                  <a:xfrm>
                    <a:off x="3247800" y="1674896"/>
                    <a:ext cx="41243" cy="64769"/>
                  </a:xfrm>
                  <a:custGeom>
                    <a:avLst/>
                    <a:gdLst/>
                    <a:ahLst/>
                    <a:cxnLst/>
                    <a:rect l="l" t="t" r="r" b="b"/>
                    <a:pathLst>
                      <a:path w="41243" h="64769" extrusionOk="0">
                        <a:moveTo>
                          <a:pt x="0" y="64770"/>
                        </a:moveTo>
                        <a:lnTo>
                          <a:pt x="41243" y="40957"/>
                        </a:lnTo>
                        <a:lnTo>
                          <a:pt x="41243" y="0"/>
                        </a:lnTo>
                        <a:lnTo>
                          <a:pt x="0" y="23813"/>
                        </a:lnTo>
                        <a:lnTo>
                          <a:pt x="0" y="647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4" name="Google Shape;954;p33"/>
                  <p:cNvSpPr/>
                  <p:nvPr/>
                </p:nvSpPr>
                <p:spPr>
                  <a:xfrm>
                    <a:off x="3232369" y="1665943"/>
                    <a:ext cx="56673" cy="32766"/>
                  </a:xfrm>
                  <a:custGeom>
                    <a:avLst/>
                    <a:gdLst/>
                    <a:ahLst/>
                    <a:cxnLst/>
                    <a:rect l="l" t="t" r="r" b="b"/>
                    <a:pathLst>
                      <a:path w="56673" h="32766" extrusionOk="0">
                        <a:moveTo>
                          <a:pt x="15430" y="32766"/>
                        </a:moveTo>
                        <a:lnTo>
                          <a:pt x="56674" y="9049"/>
                        </a:lnTo>
                        <a:lnTo>
                          <a:pt x="41148" y="0"/>
                        </a:lnTo>
                        <a:lnTo>
                          <a:pt x="0" y="23813"/>
                        </a:lnTo>
                        <a:lnTo>
                          <a:pt x="15430" y="3276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55" name="Google Shape;955;p33"/>
                <p:cNvGrpSpPr/>
                <p:nvPr/>
              </p:nvGrpSpPr>
              <p:grpSpPr>
                <a:xfrm>
                  <a:off x="3218558" y="1702233"/>
                  <a:ext cx="27527" cy="33909"/>
                  <a:chOff x="3218558" y="1702233"/>
                  <a:chExt cx="27527" cy="33909"/>
                </a:xfrm>
              </p:grpSpPr>
              <p:sp>
                <p:nvSpPr>
                  <p:cNvPr id="956" name="Google Shape;956;p33"/>
                  <p:cNvSpPr/>
                  <p:nvPr/>
                </p:nvSpPr>
                <p:spPr>
                  <a:xfrm>
                    <a:off x="3230559" y="1709186"/>
                    <a:ext cx="15525" cy="26955"/>
                  </a:xfrm>
                  <a:custGeom>
                    <a:avLst/>
                    <a:gdLst/>
                    <a:ahLst/>
                    <a:cxnLst/>
                    <a:rect l="l" t="t" r="r" b="b"/>
                    <a:pathLst>
                      <a:path w="15525" h="26955" extrusionOk="0">
                        <a:moveTo>
                          <a:pt x="15526" y="0"/>
                        </a:moveTo>
                        <a:lnTo>
                          <a:pt x="15526" y="17907"/>
                        </a:lnTo>
                        <a:lnTo>
                          <a:pt x="0" y="26956"/>
                        </a:lnTo>
                        <a:lnTo>
                          <a:pt x="0" y="9049"/>
                        </a:lnTo>
                        <a:lnTo>
                          <a:pt x="15526"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7" name="Google Shape;957;p33"/>
                  <p:cNvSpPr/>
                  <p:nvPr/>
                </p:nvSpPr>
                <p:spPr>
                  <a:xfrm>
                    <a:off x="3218558" y="1702233"/>
                    <a:ext cx="27527" cy="16002"/>
                  </a:xfrm>
                  <a:custGeom>
                    <a:avLst/>
                    <a:gdLst/>
                    <a:ahLst/>
                    <a:cxnLst/>
                    <a:rect l="l" t="t" r="r" b="b"/>
                    <a:pathLst>
                      <a:path w="27527" h="16002" extrusionOk="0">
                        <a:moveTo>
                          <a:pt x="27527" y="6953"/>
                        </a:moveTo>
                        <a:lnTo>
                          <a:pt x="15526" y="0"/>
                        </a:lnTo>
                        <a:lnTo>
                          <a:pt x="0" y="9049"/>
                        </a:lnTo>
                        <a:lnTo>
                          <a:pt x="12002" y="16002"/>
                        </a:lnTo>
                        <a:lnTo>
                          <a:pt x="27527" y="695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8" name="Google Shape;958;p33"/>
                  <p:cNvSpPr/>
                  <p:nvPr/>
                </p:nvSpPr>
                <p:spPr>
                  <a:xfrm>
                    <a:off x="3218558" y="1711282"/>
                    <a:ext cx="12001" cy="24860"/>
                  </a:xfrm>
                  <a:custGeom>
                    <a:avLst/>
                    <a:gdLst/>
                    <a:ahLst/>
                    <a:cxnLst/>
                    <a:rect l="l" t="t" r="r" b="b"/>
                    <a:pathLst>
                      <a:path w="12001" h="24860" extrusionOk="0">
                        <a:moveTo>
                          <a:pt x="12002" y="6953"/>
                        </a:moveTo>
                        <a:lnTo>
                          <a:pt x="0" y="0"/>
                        </a:lnTo>
                        <a:lnTo>
                          <a:pt x="0" y="17907"/>
                        </a:lnTo>
                        <a:lnTo>
                          <a:pt x="12002" y="24860"/>
                        </a:lnTo>
                        <a:lnTo>
                          <a:pt x="12002" y="69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59" name="Google Shape;959;p33"/>
                <p:cNvGrpSpPr/>
                <p:nvPr/>
              </p:nvGrpSpPr>
              <p:grpSpPr>
                <a:xfrm>
                  <a:off x="3099305" y="1713473"/>
                  <a:ext cx="130206" cy="90106"/>
                  <a:chOff x="3099305" y="1713473"/>
                  <a:chExt cx="130206" cy="90106"/>
                </a:xfrm>
              </p:grpSpPr>
              <p:sp>
                <p:nvSpPr>
                  <p:cNvPr id="960" name="Google Shape;960;p33"/>
                  <p:cNvSpPr/>
                  <p:nvPr/>
                </p:nvSpPr>
                <p:spPr>
                  <a:xfrm>
                    <a:off x="3109401" y="1719283"/>
                    <a:ext cx="120110" cy="84296"/>
                  </a:xfrm>
                  <a:custGeom>
                    <a:avLst/>
                    <a:gdLst/>
                    <a:ahLst/>
                    <a:cxnLst/>
                    <a:rect l="l" t="t" r="r" b="b"/>
                    <a:pathLst>
                      <a:path w="120110" h="84296" extrusionOk="0">
                        <a:moveTo>
                          <a:pt x="120110" y="0"/>
                        </a:moveTo>
                        <a:lnTo>
                          <a:pt x="120110" y="15049"/>
                        </a:lnTo>
                        <a:lnTo>
                          <a:pt x="0" y="84296"/>
                        </a:lnTo>
                        <a:lnTo>
                          <a:pt x="0" y="69342"/>
                        </a:lnTo>
                        <a:lnTo>
                          <a:pt x="12011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1" name="Google Shape;961;p33"/>
                  <p:cNvSpPr/>
                  <p:nvPr/>
                </p:nvSpPr>
                <p:spPr>
                  <a:xfrm>
                    <a:off x="3099305" y="1713473"/>
                    <a:ext cx="130206" cy="75152"/>
                  </a:xfrm>
                  <a:custGeom>
                    <a:avLst/>
                    <a:gdLst/>
                    <a:ahLst/>
                    <a:cxnLst/>
                    <a:rect l="l" t="t" r="r" b="b"/>
                    <a:pathLst>
                      <a:path w="130206" h="75152" extrusionOk="0">
                        <a:moveTo>
                          <a:pt x="130207" y="5810"/>
                        </a:moveTo>
                        <a:lnTo>
                          <a:pt x="120110" y="0"/>
                        </a:lnTo>
                        <a:lnTo>
                          <a:pt x="0" y="69342"/>
                        </a:lnTo>
                        <a:lnTo>
                          <a:pt x="10096" y="75152"/>
                        </a:lnTo>
                        <a:lnTo>
                          <a:pt x="130207" y="581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2" name="Google Shape;962;p33"/>
                  <p:cNvSpPr/>
                  <p:nvPr/>
                </p:nvSpPr>
                <p:spPr>
                  <a:xfrm>
                    <a:off x="3099305" y="1782814"/>
                    <a:ext cx="10096" cy="20764"/>
                  </a:xfrm>
                  <a:custGeom>
                    <a:avLst/>
                    <a:gdLst/>
                    <a:ahLst/>
                    <a:cxnLst/>
                    <a:rect l="l" t="t" r="r" b="b"/>
                    <a:pathLst>
                      <a:path w="10096" h="20764" extrusionOk="0">
                        <a:moveTo>
                          <a:pt x="10096" y="5810"/>
                        </a:moveTo>
                        <a:lnTo>
                          <a:pt x="0" y="0"/>
                        </a:lnTo>
                        <a:lnTo>
                          <a:pt x="0" y="14954"/>
                        </a:lnTo>
                        <a:lnTo>
                          <a:pt x="10096" y="20765"/>
                        </a:lnTo>
                        <a:lnTo>
                          <a:pt x="10096" y="581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63" name="Google Shape;963;p33"/>
                <p:cNvGrpSpPr/>
                <p:nvPr/>
              </p:nvGrpSpPr>
              <p:grpSpPr>
                <a:xfrm>
                  <a:off x="3236369" y="1620223"/>
                  <a:ext cx="19431" cy="76199"/>
                  <a:chOff x="3236369" y="1620223"/>
                  <a:chExt cx="19431" cy="76199"/>
                </a:xfrm>
              </p:grpSpPr>
              <p:sp>
                <p:nvSpPr>
                  <p:cNvPr id="964" name="Google Shape;964;p33"/>
                  <p:cNvSpPr/>
                  <p:nvPr/>
                </p:nvSpPr>
                <p:spPr>
                  <a:xfrm>
                    <a:off x="3236369" y="1625176"/>
                    <a:ext cx="10953" cy="71246"/>
                  </a:xfrm>
                  <a:custGeom>
                    <a:avLst/>
                    <a:gdLst/>
                    <a:ahLst/>
                    <a:cxnLst/>
                    <a:rect l="l" t="t" r="r" b="b"/>
                    <a:pathLst>
                      <a:path w="10953" h="71246" extrusionOk="0">
                        <a:moveTo>
                          <a:pt x="10954" y="71247"/>
                        </a:moveTo>
                        <a:lnTo>
                          <a:pt x="0" y="64960"/>
                        </a:lnTo>
                        <a:lnTo>
                          <a:pt x="0" y="0"/>
                        </a:lnTo>
                        <a:lnTo>
                          <a:pt x="10954" y="6382"/>
                        </a:lnTo>
                        <a:lnTo>
                          <a:pt x="10954" y="7124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5" name="Google Shape;965;p33"/>
                  <p:cNvSpPr/>
                  <p:nvPr/>
                </p:nvSpPr>
                <p:spPr>
                  <a:xfrm>
                    <a:off x="3247323" y="1626604"/>
                    <a:ext cx="8477" cy="69818"/>
                  </a:xfrm>
                  <a:custGeom>
                    <a:avLst/>
                    <a:gdLst/>
                    <a:ahLst/>
                    <a:cxnLst/>
                    <a:rect l="l" t="t" r="r" b="b"/>
                    <a:pathLst>
                      <a:path w="8477" h="69818" extrusionOk="0">
                        <a:moveTo>
                          <a:pt x="0" y="69818"/>
                        </a:moveTo>
                        <a:lnTo>
                          <a:pt x="8477" y="64961"/>
                        </a:lnTo>
                        <a:lnTo>
                          <a:pt x="8477" y="0"/>
                        </a:lnTo>
                        <a:lnTo>
                          <a:pt x="0" y="4953"/>
                        </a:lnTo>
                        <a:lnTo>
                          <a:pt x="0" y="698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6" name="Google Shape;966;p33"/>
                  <p:cNvSpPr/>
                  <p:nvPr/>
                </p:nvSpPr>
                <p:spPr>
                  <a:xfrm>
                    <a:off x="3236369" y="1620223"/>
                    <a:ext cx="19431" cy="11334"/>
                  </a:xfrm>
                  <a:custGeom>
                    <a:avLst/>
                    <a:gdLst/>
                    <a:ahLst/>
                    <a:cxnLst/>
                    <a:rect l="l" t="t" r="r" b="b"/>
                    <a:pathLst>
                      <a:path w="19431" h="11334" extrusionOk="0">
                        <a:moveTo>
                          <a:pt x="10954" y="11335"/>
                        </a:moveTo>
                        <a:lnTo>
                          <a:pt x="19431" y="6382"/>
                        </a:lnTo>
                        <a:lnTo>
                          <a:pt x="8477" y="0"/>
                        </a:lnTo>
                        <a:lnTo>
                          <a:pt x="0" y="4953"/>
                        </a:lnTo>
                        <a:lnTo>
                          <a:pt x="10954" y="11335"/>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67" name="Google Shape;967;p33"/>
              <p:cNvGrpSpPr/>
              <p:nvPr/>
            </p:nvGrpSpPr>
            <p:grpSpPr>
              <a:xfrm>
                <a:off x="5166083" y="2422577"/>
                <a:ext cx="991207" cy="625802"/>
                <a:chOff x="2734497" y="1594029"/>
                <a:chExt cx="376713" cy="237839"/>
              </a:xfrm>
            </p:grpSpPr>
            <p:grpSp>
              <p:nvGrpSpPr>
                <p:cNvPr id="968" name="Google Shape;968;p33"/>
                <p:cNvGrpSpPr/>
                <p:nvPr/>
              </p:nvGrpSpPr>
              <p:grpSpPr>
                <a:xfrm>
                  <a:off x="2734497" y="1594029"/>
                  <a:ext cx="56292" cy="52864"/>
                  <a:chOff x="2734497" y="1594029"/>
                  <a:chExt cx="56292" cy="52864"/>
                </a:xfrm>
              </p:grpSpPr>
              <p:sp>
                <p:nvSpPr>
                  <p:cNvPr id="969" name="Google Shape;969;p33"/>
                  <p:cNvSpPr/>
                  <p:nvPr/>
                </p:nvSpPr>
                <p:spPr>
                  <a:xfrm>
                    <a:off x="2748213" y="1601935"/>
                    <a:ext cx="42576" cy="44957"/>
                  </a:xfrm>
                  <a:custGeom>
                    <a:avLst/>
                    <a:gdLst/>
                    <a:ahLst/>
                    <a:cxnLst/>
                    <a:rect l="l" t="t" r="r" b="b"/>
                    <a:pathLst>
                      <a:path w="42576" h="44957" extrusionOk="0">
                        <a:moveTo>
                          <a:pt x="42577" y="0"/>
                        </a:moveTo>
                        <a:lnTo>
                          <a:pt x="42577" y="20383"/>
                        </a:lnTo>
                        <a:lnTo>
                          <a:pt x="0" y="44958"/>
                        </a:lnTo>
                        <a:lnTo>
                          <a:pt x="0" y="24574"/>
                        </a:lnTo>
                        <a:lnTo>
                          <a:pt x="4257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0" name="Google Shape;970;p33"/>
                  <p:cNvSpPr/>
                  <p:nvPr/>
                </p:nvSpPr>
                <p:spPr>
                  <a:xfrm>
                    <a:off x="2734497" y="1594029"/>
                    <a:ext cx="56292" cy="32480"/>
                  </a:xfrm>
                  <a:custGeom>
                    <a:avLst/>
                    <a:gdLst/>
                    <a:ahLst/>
                    <a:cxnLst/>
                    <a:rect l="l" t="t" r="r" b="b"/>
                    <a:pathLst>
                      <a:path w="56292" h="32480" extrusionOk="0">
                        <a:moveTo>
                          <a:pt x="56293" y="7906"/>
                        </a:moveTo>
                        <a:lnTo>
                          <a:pt x="42577" y="0"/>
                        </a:lnTo>
                        <a:lnTo>
                          <a:pt x="0" y="24575"/>
                        </a:lnTo>
                        <a:lnTo>
                          <a:pt x="13716" y="32480"/>
                        </a:lnTo>
                        <a:lnTo>
                          <a:pt x="56293" y="790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1" name="Google Shape;971;p33"/>
                  <p:cNvSpPr/>
                  <p:nvPr/>
                </p:nvSpPr>
                <p:spPr>
                  <a:xfrm>
                    <a:off x="2734497" y="1618604"/>
                    <a:ext cx="13715" cy="28289"/>
                  </a:xfrm>
                  <a:custGeom>
                    <a:avLst/>
                    <a:gdLst/>
                    <a:ahLst/>
                    <a:cxnLst/>
                    <a:rect l="l" t="t" r="r" b="b"/>
                    <a:pathLst>
                      <a:path w="13715" h="28289" extrusionOk="0">
                        <a:moveTo>
                          <a:pt x="13716" y="7906"/>
                        </a:moveTo>
                        <a:lnTo>
                          <a:pt x="0" y="0"/>
                        </a:lnTo>
                        <a:lnTo>
                          <a:pt x="0" y="20383"/>
                        </a:lnTo>
                        <a:lnTo>
                          <a:pt x="13716" y="28289"/>
                        </a:lnTo>
                        <a:lnTo>
                          <a:pt x="13716" y="790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72" name="Google Shape;972;p33"/>
                <p:cNvGrpSpPr/>
                <p:nvPr/>
              </p:nvGrpSpPr>
              <p:grpSpPr>
                <a:xfrm>
                  <a:off x="2773264" y="1610412"/>
                  <a:ext cx="103917" cy="70390"/>
                  <a:chOff x="2773264" y="1610412"/>
                  <a:chExt cx="103917" cy="70390"/>
                </a:xfrm>
              </p:grpSpPr>
              <p:sp>
                <p:nvSpPr>
                  <p:cNvPr id="973" name="Google Shape;973;p33"/>
                  <p:cNvSpPr/>
                  <p:nvPr/>
                </p:nvSpPr>
                <p:spPr>
                  <a:xfrm>
                    <a:off x="2773264" y="1610412"/>
                    <a:ext cx="103917" cy="60007"/>
                  </a:xfrm>
                  <a:custGeom>
                    <a:avLst/>
                    <a:gdLst/>
                    <a:ahLst/>
                    <a:cxnLst/>
                    <a:rect l="l" t="t" r="r" b="b"/>
                    <a:pathLst>
                      <a:path w="103917" h="60007" extrusionOk="0">
                        <a:moveTo>
                          <a:pt x="0" y="6763"/>
                        </a:moveTo>
                        <a:lnTo>
                          <a:pt x="11716" y="0"/>
                        </a:lnTo>
                        <a:lnTo>
                          <a:pt x="103918" y="53245"/>
                        </a:lnTo>
                        <a:lnTo>
                          <a:pt x="92202" y="60007"/>
                        </a:lnTo>
                        <a:lnTo>
                          <a:pt x="0" y="676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4" name="Google Shape;974;p33"/>
                  <p:cNvSpPr/>
                  <p:nvPr/>
                </p:nvSpPr>
                <p:spPr>
                  <a:xfrm>
                    <a:off x="2773264" y="1617175"/>
                    <a:ext cx="92201" cy="63627"/>
                  </a:xfrm>
                  <a:custGeom>
                    <a:avLst/>
                    <a:gdLst/>
                    <a:ahLst/>
                    <a:cxnLst/>
                    <a:rect l="l" t="t" r="r" b="b"/>
                    <a:pathLst>
                      <a:path w="92201" h="63627" extrusionOk="0">
                        <a:moveTo>
                          <a:pt x="0" y="0"/>
                        </a:moveTo>
                        <a:lnTo>
                          <a:pt x="0" y="10382"/>
                        </a:lnTo>
                        <a:lnTo>
                          <a:pt x="92202" y="63627"/>
                        </a:lnTo>
                        <a:lnTo>
                          <a:pt x="92202" y="53245"/>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5" name="Google Shape;975;p33"/>
                  <p:cNvSpPr/>
                  <p:nvPr/>
                </p:nvSpPr>
                <p:spPr>
                  <a:xfrm>
                    <a:off x="2865466" y="1663657"/>
                    <a:ext cx="11715" cy="17144"/>
                  </a:xfrm>
                  <a:custGeom>
                    <a:avLst/>
                    <a:gdLst/>
                    <a:ahLst/>
                    <a:cxnLst/>
                    <a:rect l="l" t="t" r="r" b="b"/>
                    <a:pathLst>
                      <a:path w="11715" h="17144" extrusionOk="0">
                        <a:moveTo>
                          <a:pt x="0" y="6763"/>
                        </a:moveTo>
                        <a:lnTo>
                          <a:pt x="0" y="17145"/>
                        </a:lnTo>
                        <a:lnTo>
                          <a:pt x="11716" y="10477"/>
                        </a:lnTo>
                        <a:lnTo>
                          <a:pt x="11716" y="0"/>
                        </a:lnTo>
                        <a:lnTo>
                          <a:pt x="0" y="6763"/>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76" name="Google Shape;976;p33"/>
                <p:cNvGrpSpPr/>
                <p:nvPr/>
              </p:nvGrpSpPr>
              <p:grpSpPr>
                <a:xfrm>
                  <a:off x="2754023" y="1621461"/>
                  <a:ext cx="103918" cy="70485"/>
                  <a:chOff x="2754023" y="1621461"/>
                  <a:chExt cx="103918" cy="70485"/>
                </a:xfrm>
              </p:grpSpPr>
              <p:sp>
                <p:nvSpPr>
                  <p:cNvPr id="977" name="Google Shape;977;p33"/>
                  <p:cNvSpPr/>
                  <p:nvPr/>
                </p:nvSpPr>
                <p:spPr>
                  <a:xfrm>
                    <a:off x="2754023" y="1621461"/>
                    <a:ext cx="103917" cy="60007"/>
                  </a:xfrm>
                  <a:custGeom>
                    <a:avLst/>
                    <a:gdLst/>
                    <a:ahLst/>
                    <a:cxnLst/>
                    <a:rect l="l" t="t" r="r" b="b"/>
                    <a:pathLst>
                      <a:path w="103917" h="60007" extrusionOk="0">
                        <a:moveTo>
                          <a:pt x="0" y="6763"/>
                        </a:moveTo>
                        <a:lnTo>
                          <a:pt x="11716" y="0"/>
                        </a:lnTo>
                        <a:lnTo>
                          <a:pt x="103918" y="53340"/>
                        </a:lnTo>
                        <a:lnTo>
                          <a:pt x="92297" y="60007"/>
                        </a:lnTo>
                        <a:lnTo>
                          <a:pt x="0" y="676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8" name="Google Shape;978;p33"/>
                  <p:cNvSpPr/>
                  <p:nvPr/>
                </p:nvSpPr>
                <p:spPr>
                  <a:xfrm>
                    <a:off x="2754023" y="1628224"/>
                    <a:ext cx="92297" cy="63722"/>
                  </a:xfrm>
                  <a:custGeom>
                    <a:avLst/>
                    <a:gdLst/>
                    <a:ahLst/>
                    <a:cxnLst/>
                    <a:rect l="l" t="t" r="r" b="b"/>
                    <a:pathLst>
                      <a:path w="92297" h="63722" extrusionOk="0">
                        <a:moveTo>
                          <a:pt x="0" y="0"/>
                        </a:moveTo>
                        <a:lnTo>
                          <a:pt x="0" y="10477"/>
                        </a:lnTo>
                        <a:lnTo>
                          <a:pt x="92297" y="63722"/>
                        </a:lnTo>
                        <a:lnTo>
                          <a:pt x="92297" y="53245"/>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9" name="Google Shape;979;p33"/>
                  <p:cNvSpPr/>
                  <p:nvPr/>
                </p:nvSpPr>
                <p:spPr>
                  <a:xfrm>
                    <a:off x="2846321" y="1674801"/>
                    <a:ext cx="11620" cy="17144"/>
                  </a:xfrm>
                  <a:custGeom>
                    <a:avLst/>
                    <a:gdLst/>
                    <a:ahLst/>
                    <a:cxnLst/>
                    <a:rect l="l" t="t" r="r" b="b"/>
                    <a:pathLst>
                      <a:path w="11620" h="17144" extrusionOk="0">
                        <a:moveTo>
                          <a:pt x="0" y="6668"/>
                        </a:moveTo>
                        <a:lnTo>
                          <a:pt x="0" y="17145"/>
                        </a:lnTo>
                        <a:lnTo>
                          <a:pt x="11621" y="10382"/>
                        </a:lnTo>
                        <a:lnTo>
                          <a:pt x="11621" y="0"/>
                        </a:lnTo>
                        <a:lnTo>
                          <a:pt x="0" y="6668"/>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80" name="Google Shape;980;p33"/>
                <p:cNvGrpSpPr/>
                <p:nvPr/>
              </p:nvGrpSpPr>
              <p:grpSpPr>
                <a:xfrm>
                  <a:off x="2872586" y="1683326"/>
                  <a:ext cx="38695" cy="80723"/>
                  <a:chOff x="2872586" y="1683326"/>
                  <a:chExt cx="38695" cy="80723"/>
                </a:xfrm>
              </p:grpSpPr>
              <p:grpSp>
                <p:nvGrpSpPr>
                  <p:cNvPr id="981" name="Google Shape;981;p33"/>
                  <p:cNvGrpSpPr/>
                  <p:nvPr/>
                </p:nvGrpSpPr>
                <p:grpSpPr>
                  <a:xfrm>
                    <a:off x="2888564" y="1747286"/>
                    <a:ext cx="6810" cy="16763"/>
                    <a:chOff x="2888564" y="1747286"/>
                    <a:chExt cx="6810" cy="16763"/>
                  </a:xfrm>
                </p:grpSpPr>
                <p:sp>
                  <p:nvSpPr>
                    <p:cNvPr id="982" name="Google Shape;982;p33"/>
                    <p:cNvSpPr/>
                    <p:nvPr/>
                  </p:nvSpPr>
                  <p:spPr>
                    <a:xfrm>
                      <a:off x="2889945" y="1760050"/>
                      <a:ext cx="3810" cy="2095"/>
                    </a:xfrm>
                    <a:custGeom>
                      <a:avLst/>
                      <a:gdLst/>
                      <a:ahLst/>
                      <a:cxnLst/>
                      <a:rect l="l" t="t" r="r" b="b"/>
                      <a:pathLst>
                        <a:path w="3810" h="2095" extrusionOk="0">
                          <a:moveTo>
                            <a:pt x="571" y="1810"/>
                          </a:moveTo>
                          <a:cubicBezTo>
                            <a:pt x="1334" y="2191"/>
                            <a:pt x="2477" y="2191"/>
                            <a:pt x="3238" y="1810"/>
                          </a:cubicBezTo>
                          <a:cubicBezTo>
                            <a:pt x="4001" y="1429"/>
                            <a:pt x="4001" y="667"/>
                            <a:pt x="3238" y="286"/>
                          </a:cubicBezTo>
                          <a:cubicBezTo>
                            <a:pt x="2477" y="-95"/>
                            <a:pt x="1334" y="-95"/>
                            <a:pt x="571" y="286"/>
                          </a:cubicBezTo>
                          <a:cubicBezTo>
                            <a:pt x="-190" y="667"/>
                            <a:pt x="-190" y="1429"/>
                            <a:pt x="571" y="1810"/>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3" name="Google Shape;983;p33"/>
                    <p:cNvSpPr/>
                    <p:nvPr/>
                  </p:nvSpPr>
                  <p:spPr>
                    <a:xfrm>
                      <a:off x="2888612" y="1749286"/>
                      <a:ext cx="6762" cy="14763"/>
                    </a:xfrm>
                    <a:custGeom>
                      <a:avLst/>
                      <a:gdLst/>
                      <a:ahLst/>
                      <a:cxnLst/>
                      <a:rect l="l" t="t" r="r" b="b"/>
                      <a:pathLst>
                        <a:path w="6762" h="14763" extrusionOk="0">
                          <a:moveTo>
                            <a:pt x="6667" y="0"/>
                          </a:moveTo>
                          <a:lnTo>
                            <a:pt x="6667" y="12764"/>
                          </a:lnTo>
                          <a:lnTo>
                            <a:pt x="6667" y="12764"/>
                          </a:lnTo>
                          <a:cubicBezTo>
                            <a:pt x="6667" y="13240"/>
                            <a:pt x="6382" y="13716"/>
                            <a:pt x="5715" y="14192"/>
                          </a:cubicBezTo>
                          <a:cubicBezTo>
                            <a:pt x="4381" y="14954"/>
                            <a:pt x="2286" y="14954"/>
                            <a:pt x="952" y="14192"/>
                          </a:cubicBezTo>
                          <a:cubicBezTo>
                            <a:pt x="286" y="13811"/>
                            <a:pt x="0" y="13240"/>
                            <a:pt x="0" y="12764"/>
                          </a:cubicBezTo>
                          <a:lnTo>
                            <a:pt x="0" y="0"/>
                          </a:lnTo>
                          <a:lnTo>
                            <a:pt x="676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4" name="Google Shape;984;p33"/>
                    <p:cNvSpPr/>
                    <p:nvPr/>
                  </p:nvSpPr>
                  <p:spPr>
                    <a:xfrm>
                      <a:off x="2888564" y="1747286"/>
                      <a:ext cx="6762" cy="3905"/>
                    </a:xfrm>
                    <a:custGeom>
                      <a:avLst/>
                      <a:gdLst/>
                      <a:ahLst/>
                      <a:cxnLst/>
                      <a:rect l="l" t="t" r="r" b="b"/>
                      <a:pathLst>
                        <a:path w="6762" h="3905" extrusionOk="0">
                          <a:moveTo>
                            <a:pt x="1000" y="3334"/>
                          </a:moveTo>
                          <a:cubicBezTo>
                            <a:pt x="2334" y="4096"/>
                            <a:pt x="4429" y="4096"/>
                            <a:pt x="5763" y="3334"/>
                          </a:cubicBezTo>
                          <a:cubicBezTo>
                            <a:pt x="7096" y="2572"/>
                            <a:pt x="7096" y="1333"/>
                            <a:pt x="5763" y="572"/>
                          </a:cubicBezTo>
                          <a:cubicBezTo>
                            <a:pt x="4429" y="-191"/>
                            <a:pt x="2334" y="-191"/>
                            <a:pt x="1000" y="572"/>
                          </a:cubicBezTo>
                          <a:cubicBezTo>
                            <a:pt x="-333" y="1333"/>
                            <a:pt x="-333" y="2572"/>
                            <a:pt x="1000" y="3334"/>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85" name="Google Shape;985;p33"/>
                  <p:cNvGrpSpPr/>
                  <p:nvPr/>
                </p:nvGrpSpPr>
                <p:grpSpPr>
                  <a:xfrm>
                    <a:off x="2881968" y="1740214"/>
                    <a:ext cx="19979" cy="14240"/>
                    <a:chOff x="2881968" y="1740214"/>
                    <a:chExt cx="19979" cy="14240"/>
                  </a:xfrm>
                </p:grpSpPr>
                <p:sp>
                  <p:nvSpPr>
                    <p:cNvPr id="986" name="Google Shape;986;p33"/>
                    <p:cNvSpPr/>
                    <p:nvPr/>
                  </p:nvSpPr>
                  <p:spPr>
                    <a:xfrm>
                      <a:off x="2882135" y="1745953"/>
                      <a:ext cx="19812" cy="8501"/>
                    </a:xfrm>
                    <a:custGeom>
                      <a:avLst/>
                      <a:gdLst/>
                      <a:ahLst/>
                      <a:cxnLst/>
                      <a:rect l="l" t="t" r="r" b="b"/>
                      <a:pathLst>
                        <a:path w="19812" h="8501" extrusionOk="0">
                          <a:moveTo>
                            <a:pt x="19717" y="0"/>
                          </a:moveTo>
                          <a:lnTo>
                            <a:pt x="19717" y="2857"/>
                          </a:lnTo>
                          <a:lnTo>
                            <a:pt x="19717" y="2857"/>
                          </a:lnTo>
                          <a:cubicBezTo>
                            <a:pt x="19717" y="4381"/>
                            <a:pt x="18764" y="5715"/>
                            <a:pt x="16859" y="6858"/>
                          </a:cubicBezTo>
                          <a:cubicBezTo>
                            <a:pt x="12954" y="9049"/>
                            <a:pt x="6763" y="9049"/>
                            <a:pt x="2858" y="6858"/>
                          </a:cubicBezTo>
                          <a:cubicBezTo>
                            <a:pt x="953" y="5715"/>
                            <a:pt x="0" y="4286"/>
                            <a:pt x="0" y="2857"/>
                          </a:cubicBezTo>
                          <a:lnTo>
                            <a:pt x="0" y="0"/>
                          </a:lnTo>
                          <a:lnTo>
                            <a:pt x="198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7" name="Google Shape;987;p33"/>
                    <p:cNvSpPr/>
                    <p:nvPr/>
                  </p:nvSpPr>
                  <p:spPr>
                    <a:xfrm>
                      <a:off x="2881968" y="1740214"/>
                      <a:ext cx="19788" cy="11382"/>
                    </a:xfrm>
                    <a:custGeom>
                      <a:avLst/>
                      <a:gdLst/>
                      <a:ahLst/>
                      <a:cxnLst/>
                      <a:rect l="l" t="t" r="r" b="b"/>
                      <a:pathLst>
                        <a:path w="19788" h="11382" extrusionOk="0">
                          <a:moveTo>
                            <a:pt x="2929" y="9739"/>
                          </a:moveTo>
                          <a:cubicBezTo>
                            <a:pt x="6834" y="11930"/>
                            <a:pt x="13025" y="11930"/>
                            <a:pt x="16931" y="9739"/>
                          </a:cubicBezTo>
                          <a:cubicBezTo>
                            <a:pt x="20741" y="7549"/>
                            <a:pt x="20741" y="3929"/>
                            <a:pt x="16931" y="1643"/>
                          </a:cubicBezTo>
                          <a:cubicBezTo>
                            <a:pt x="13025" y="-548"/>
                            <a:pt x="6834" y="-548"/>
                            <a:pt x="2929" y="1643"/>
                          </a:cubicBezTo>
                          <a:cubicBezTo>
                            <a:pt x="-976" y="3834"/>
                            <a:pt x="-976" y="7453"/>
                            <a:pt x="2929" y="973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88" name="Google Shape;988;p33"/>
                  <p:cNvGrpSpPr/>
                  <p:nvPr/>
                </p:nvGrpSpPr>
                <p:grpSpPr>
                  <a:xfrm>
                    <a:off x="2884730" y="1725498"/>
                    <a:ext cx="14454" cy="23955"/>
                    <a:chOff x="2884730" y="1725498"/>
                    <a:chExt cx="14454" cy="23955"/>
                  </a:xfrm>
                </p:grpSpPr>
                <p:sp>
                  <p:nvSpPr>
                    <p:cNvPr id="989" name="Google Shape;989;p33"/>
                    <p:cNvSpPr/>
                    <p:nvPr/>
                  </p:nvSpPr>
                  <p:spPr>
                    <a:xfrm>
                      <a:off x="2884802" y="1729570"/>
                      <a:ext cx="14382" cy="19883"/>
                    </a:xfrm>
                    <a:custGeom>
                      <a:avLst/>
                      <a:gdLst/>
                      <a:ahLst/>
                      <a:cxnLst/>
                      <a:rect l="l" t="t" r="r" b="b"/>
                      <a:pathLst>
                        <a:path w="14382" h="19883" extrusionOk="0">
                          <a:moveTo>
                            <a:pt x="14288" y="0"/>
                          </a:moveTo>
                          <a:lnTo>
                            <a:pt x="14288" y="15716"/>
                          </a:lnTo>
                          <a:lnTo>
                            <a:pt x="14288" y="15716"/>
                          </a:lnTo>
                          <a:cubicBezTo>
                            <a:pt x="14288" y="16764"/>
                            <a:pt x="13621" y="17812"/>
                            <a:pt x="12192" y="18669"/>
                          </a:cubicBezTo>
                          <a:cubicBezTo>
                            <a:pt x="9430" y="20288"/>
                            <a:pt x="4858" y="20288"/>
                            <a:pt x="2096" y="18669"/>
                          </a:cubicBezTo>
                          <a:cubicBezTo>
                            <a:pt x="667" y="17812"/>
                            <a:pt x="0" y="16764"/>
                            <a:pt x="0" y="15716"/>
                          </a:cubicBezTo>
                          <a:lnTo>
                            <a:pt x="0" y="0"/>
                          </a:lnTo>
                          <a:lnTo>
                            <a:pt x="1438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0" name="Google Shape;990;p33"/>
                    <p:cNvSpPr/>
                    <p:nvPr/>
                  </p:nvSpPr>
                  <p:spPr>
                    <a:xfrm>
                      <a:off x="2884730" y="1725498"/>
                      <a:ext cx="14239" cy="8239"/>
                    </a:xfrm>
                    <a:custGeom>
                      <a:avLst/>
                      <a:gdLst/>
                      <a:ahLst/>
                      <a:cxnLst/>
                      <a:rect l="l" t="t" r="r" b="b"/>
                      <a:pathLst>
                        <a:path w="14239" h="8239" extrusionOk="0">
                          <a:moveTo>
                            <a:pt x="2072" y="7025"/>
                          </a:moveTo>
                          <a:cubicBezTo>
                            <a:pt x="4834" y="8644"/>
                            <a:pt x="9406" y="8644"/>
                            <a:pt x="12168" y="7025"/>
                          </a:cubicBezTo>
                          <a:cubicBezTo>
                            <a:pt x="14930" y="5405"/>
                            <a:pt x="14930" y="2834"/>
                            <a:pt x="12168" y="1214"/>
                          </a:cubicBezTo>
                          <a:cubicBezTo>
                            <a:pt x="9406" y="-405"/>
                            <a:pt x="4834" y="-405"/>
                            <a:pt x="2072" y="1214"/>
                          </a:cubicBezTo>
                          <a:cubicBezTo>
                            <a:pt x="-691" y="2834"/>
                            <a:pt x="-691" y="5405"/>
                            <a:pt x="2072" y="7025"/>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91" name="Google Shape;991;p33"/>
                  <p:cNvGrpSpPr/>
                  <p:nvPr/>
                </p:nvGrpSpPr>
                <p:grpSpPr>
                  <a:xfrm>
                    <a:off x="2876586" y="1719759"/>
                    <a:ext cx="30695" cy="22097"/>
                    <a:chOff x="2876586" y="1719759"/>
                    <a:chExt cx="30695" cy="22097"/>
                  </a:xfrm>
                </p:grpSpPr>
                <p:sp>
                  <p:nvSpPr>
                    <p:cNvPr id="992" name="Google Shape;992;p33"/>
                    <p:cNvSpPr/>
                    <p:nvPr/>
                  </p:nvSpPr>
                  <p:spPr>
                    <a:xfrm>
                      <a:off x="2876706" y="1728617"/>
                      <a:ext cx="30575" cy="13239"/>
                    </a:xfrm>
                    <a:custGeom>
                      <a:avLst/>
                      <a:gdLst/>
                      <a:ahLst/>
                      <a:cxnLst/>
                      <a:rect l="l" t="t" r="r" b="b"/>
                      <a:pathLst>
                        <a:path w="30575" h="13239" extrusionOk="0">
                          <a:moveTo>
                            <a:pt x="30480" y="0"/>
                          </a:moveTo>
                          <a:lnTo>
                            <a:pt x="30480" y="4381"/>
                          </a:lnTo>
                          <a:lnTo>
                            <a:pt x="30480" y="4381"/>
                          </a:lnTo>
                          <a:cubicBezTo>
                            <a:pt x="30480" y="6668"/>
                            <a:pt x="28956" y="8858"/>
                            <a:pt x="26003" y="10668"/>
                          </a:cubicBezTo>
                          <a:cubicBezTo>
                            <a:pt x="20098" y="14097"/>
                            <a:pt x="10382" y="14097"/>
                            <a:pt x="4476" y="10668"/>
                          </a:cubicBezTo>
                          <a:cubicBezTo>
                            <a:pt x="1524" y="8953"/>
                            <a:pt x="0" y="6668"/>
                            <a:pt x="0" y="4381"/>
                          </a:cubicBezTo>
                          <a:lnTo>
                            <a:pt x="0" y="0"/>
                          </a:lnTo>
                          <a:lnTo>
                            <a:pt x="30575"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3" name="Google Shape;993;p33"/>
                    <p:cNvSpPr/>
                    <p:nvPr/>
                  </p:nvSpPr>
                  <p:spPr>
                    <a:xfrm>
                      <a:off x="2876586" y="1719759"/>
                      <a:ext cx="30456" cy="17621"/>
                    </a:xfrm>
                    <a:custGeom>
                      <a:avLst/>
                      <a:gdLst/>
                      <a:ahLst/>
                      <a:cxnLst/>
                      <a:rect l="l" t="t" r="r" b="b"/>
                      <a:pathLst>
                        <a:path w="30456" h="17621" extrusionOk="0">
                          <a:moveTo>
                            <a:pt x="4501" y="15049"/>
                          </a:moveTo>
                          <a:cubicBezTo>
                            <a:pt x="10406" y="18478"/>
                            <a:pt x="20121" y="18478"/>
                            <a:pt x="26027" y="15049"/>
                          </a:cubicBezTo>
                          <a:cubicBezTo>
                            <a:pt x="31933" y="11620"/>
                            <a:pt x="31933" y="6096"/>
                            <a:pt x="26027" y="2572"/>
                          </a:cubicBezTo>
                          <a:cubicBezTo>
                            <a:pt x="20026" y="-857"/>
                            <a:pt x="10406" y="-857"/>
                            <a:pt x="4501" y="2572"/>
                          </a:cubicBezTo>
                          <a:cubicBezTo>
                            <a:pt x="-1500" y="6001"/>
                            <a:pt x="-1500" y="11525"/>
                            <a:pt x="4501" y="1504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94" name="Google Shape;994;p33"/>
                  <p:cNvGrpSpPr/>
                  <p:nvPr/>
                </p:nvGrpSpPr>
                <p:grpSpPr>
                  <a:xfrm>
                    <a:off x="2880396" y="1708115"/>
                    <a:ext cx="23075" cy="25955"/>
                    <a:chOff x="2880396" y="1708115"/>
                    <a:chExt cx="23075" cy="25955"/>
                  </a:xfrm>
                </p:grpSpPr>
                <p:sp>
                  <p:nvSpPr>
                    <p:cNvPr id="995" name="Google Shape;995;p33"/>
                    <p:cNvSpPr/>
                    <p:nvPr/>
                  </p:nvSpPr>
                  <p:spPr>
                    <a:xfrm>
                      <a:off x="2880516" y="1714806"/>
                      <a:ext cx="22955" cy="19264"/>
                    </a:xfrm>
                    <a:custGeom>
                      <a:avLst/>
                      <a:gdLst/>
                      <a:ahLst/>
                      <a:cxnLst/>
                      <a:rect l="l" t="t" r="r" b="b"/>
                      <a:pathLst>
                        <a:path w="22955" h="19264" extrusionOk="0">
                          <a:moveTo>
                            <a:pt x="22860" y="0"/>
                          </a:moveTo>
                          <a:lnTo>
                            <a:pt x="22860" y="12668"/>
                          </a:lnTo>
                          <a:lnTo>
                            <a:pt x="22860" y="12668"/>
                          </a:lnTo>
                          <a:cubicBezTo>
                            <a:pt x="22860" y="14383"/>
                            <a:pt x="21717" y="16002"/>
                            <a:pt x="19526" y="17335"/>
                          </a:cubicBezTo>
                          <a:cubicBezTo>
                            <a:pt x="15049" y="19907"/>
                            <a:pt x="7810" y="19907"/>
                            <a:pt x="3334" y="17335"/>
                          </a:cubicBezTo>
                          <a:cubicBezTo>
                            <a:pt x="1143" y="16002"/>
                            <a:pt x="0" y="14383"/>
                            <a:pt x="0" y="12668"/>
                          </a:cubicBezTo>
                          <a:lnTo>
                            <a:pt x="0" y="0"/>
                          </a:lnTo>
                          <a:lnTo>
                            <a:pt x="22955"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6" name="Google Shape;996;p33"/>
                    <p:cNvSpPr/>
                    <p:nvPr/>
                  </p:nvSpPr>
                  <p:spPr>
                    <a:xfrm>
                      <a:off x="2880396" y="1708115"/>
                      <a:ext cx="22907" cy="13287"/>
                    </a:xfrm>
                    <a:custGeom>
                      <a:avLst/>
                      <a:gdLst/>
                      <a:ahLst/>
                      <a:cxnLst/>
                      <a:rect l="l" t="t" r="r" b="b"/>
                      <a:pathLst>
                        <a:path w="22907" h="13287" extrusionOk="0">
                          <a:moveTo>
                            <a:pt x="3358" y="11359"/>
                          </a:moveTo>
                          <a:cubicBezTo>
                            <a:pt x="7834" y="13930"/>
                            <a:pt x="15073" y="13930"/>
                            <a:pt x="19550" y="11359"/>
                          </a:cubicBezTo>
                          <a:cubicBezTo>
                            <a:pt x="24027" y="8692"/>
                            <a:pt x="24027" y="4596"/>
                            <a:pt x="19550" y="1929"/>
                          </a:cubicBezTo>
                          <a:cubicBezTo>
                            <a:pt x="15073" y="-643"/>
                            <a:pt x="7834" y="-643"/>
                            <a:pt x="3358" y="1929"/>
                          </a:cubicBezTo>
                          <a:cubicBezTo>
                            <a:pt x="-1119" y="4501"/>
                            <a:pt x="-1119" y="8692"/>
                            <a:pt x="3358" y="11359"/>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97" name="Google Shape;997;p33"/>
                  <p:cNvGrpSpPr/>
                  <p:nvPr/>
                </p:nvGrpSpPr>
                <p:grpSpPr>
                  <a:xfrm>
                    <a:off x="2872586" y="1695899"/>
                    <a:ext cx="38695" cy="27813"/>
                    <a:chOff x="2872586" y="1695899"/>
                    <a:chExt cx="38695" cy="27813"/>
                  </a:xfrm>
                </p:grpSpPr>
                <p:sp>
                  <p:nvSpPr>
                    <p:cNvPr id="998" name="Google Shape;998;p33"/>
                    <p:cNvSpPr/>
                    <p:nvPr/>
                  </p:nvSpPr>
                  <p:spPr>
                    <a:xfrm>
                      <a:off x="2872610" y="1706996"/>
                      <a:ext cx="38671" cy="16716"/>
                    </a:xfrm>
                    <a:custGeom>
                      <a:avLst/>
                      <a:gdLst/>
                      <a:ahLst/>
                      <a:cxnLst/>
                      <a:rect l="l" t="t" r="r" b="b"/>
                      <a:pathLst>
                        <a:path w="38671" h="16716" extrusionOk="0">
                          <a:moveTo>
                            <a:pt x="38671" y="0"/>
                          </a:moveTo>
                          <a:lnTo>
                            <a:pt x="38671" y="5620"/>
                          </a:lnTo>
                          <a:lnTo>
                            <a:pt x="38576" y="5620"/>
                          </a:lnTo>
                          <a:cubicBezTo>
                            <a:pt x="38576" y="8477"/>
                            <a:pt x="36671" y="11335"/>
                            <a:pt x="32957" y="13430"/>
                          </a:cubicBezTo>
                          <a:cubicBezTo>
                            <a:pt x="25432" y="17812"/>
                            <a:pt x="13240" y="17812"/>
                            <a:pt x="5715" y="13430"/>
                          </a:cubicBezTo>
                          <a:cubicBezTo>
                            <a:pt x="2000" y="11240"/>
                            <a:pt x="0" y="8382"/>
                            <a:pt x="0" y="5620"/>
                          </a:cubicBezTo>
                          <a:lnTo>
                            <a:pt x="0" y="0"/>
                          </a:lnTo>
                          <a:lnTo>
                            <a:pt x="38671"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9" name="Google Shape;999;p33"/>
                    <p:cNvSpPr/>
                    <p:nvPr/>
                  </p:nvSpPr>
                  <p:spPr>
                    <a:xfrm>
                      <a:off x="2872586" y="1695899"/>
                      <a:ext cx="38528" cy="22288"/>
                    </a:xfrm>
                    <a:custGeom>
                      <a:avLst/>
                      <a:gdLst/>
                      <a:ahLst/>
                      <a:cxnLst/>
                      <a:rect l="l" t="t" r="r" b="b"/>
                      <a:pathLst>
                        <a:path w="38528" h="22288" extrusionOk="0">
                          <a:moveTo>
                            <a:pt x="5643" y="19002"/>
                          </a:moveTo>
                          <a:cubicBezTo>
                            <a:pt x="13168" y="23384"/>
                            <a:pt x="25360" y="23384"/>
                            <a:pt x="32885" y="19002"/>
                          </a:cubicBezTo>
                          <a:cubicBezTo>
                            <a:pt x="40410" y="14621"/>
                            <a:pt x="40410" y="7572"/>
                            <a:pt x="32885" y="3286"/>
                          </a:cubicBezTo>
                          <a:cubicBezTo>
                            <a:pt x="25360" y="-1095"/>
                            <a:pt x="13168" y="-1095"/>
                            <a:pt x="5643" y="3286"/>
                          </a:cubicBezTo>
                          <a:cubicBezTo>
                            <a:pt x="-1881" y="7668"/>
                            <a:pt x="-1881" y="14716"/>
                            <a:pt x="5643" y="19002"/>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00" name="Google Shape;1000;p33"/>
                  <p:cNvGrpSpPr/>
                  <p:nvPr/>
                </p:nvGrpSpPr>
                <p:grpSpPr>
                  <a:xfrm>
                    <a:off x="2876896" y="1686493"/>
                    <a:ext cx="30003" cy="27574"/>
                    <a:chOff x="2876896" y="1686493"/>
                    <a:chExt cx="30003" cy="27574"/>
                  </a:xfrm>
                </p:grpSpPr>
                <p:sp>
                  <p:nvSpPr>
                    <p:cNvPr id="1001" name="Google Shape;1001;p33"/>
                    <p:cNvSpPr/>
                    <p:nvPr/>
                  </p:nvSpPr>
                  <p:spPr>
                    <a:xfrm>
                      <a:off x="2876896" y="1694994"/>
                      <a:ext cx="30003" cy="19073"/>
                    </a:xfrm>
                    <a:custGeom>
                      <a:avLst/>
                      <a:gdLst/>
                      <a:ahLst/>
                      <a:cxnLst/>
                      <a:rect l="l" t="t" r="r" b="b"/>
                      <a:pathLst>
                        <a:path w="30003" h="19073" extrusionOk="0">
                          <a:moveTo>
                            <a:pt x="30004" y="0"/>
                          </a:moveTo>
                          <a:lnTo>
                            <a:pt x="30004" y="10478"/>
                          </a:lnTo>
                          <a:lnTo>
                            <a:pt x="30004" y="10478"/>
                          </a:lnTo>
                          <a:cubicBezTo>
                            <a:pt x="30004" y="12668"/>
                            <a:pt x="28575" y="14859"/>
                            <a:pt x="25622" y="16574"/>
                          </a:cubicBezTo>
                          <a:cubicBezTo>
                            <a:pt x="19717" y="19907"/>
                            <a:pt x="10287" y="19907"/>
                            <a:pt x="4381" y="16574"/>
                          </a:cubicBezTo>
                          <a:cubicBezTo>
                            <a:pt x="1429" y="14859"/>
                            <a:pt x="0" y="12668"/>
                            <a:pt x="0" y="10478"/>
                          </a:cubicBezTo>
                          <a:lnTo>
                            <a:pt x="0" y="0"/>
                          </a:lnTo>
                          <a:lnTo>
                            <a:pt x="30004"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2" name="Google Shape;1002;p33"/>
                    <p:cNvSpPr/>
                    <p:nvPr/>
                  </p:nvSpPr>
                  <p:spPr>
                    <a:xfrm>
                      <a:off x="2876920" y="1686493"/>
                      <a:ext cx="29956" cy="17192"/>
                    </a:xfrm>
                    <a:custGeom>
                      <a:avLst/>
                      <a:gdLst/>
                      <a:ahLst/>
                      <a:cxnLst/>
                      <a:rect l="l" t="t" r="r" b="b"/>
                      <a:pathLst>
                        <a:path w="29956" h="17192" extrusionOk="0">
                          <a:moveTo>
                            <a:pt x="4358" y="14692"/>
                          </a:moveTo>
                          <a:cubicBezTo>
                            <a:pt x="10263" y="18026"/>
                            <a:pt x="19693" y="18026"/>
                            <a:pt x="25598" y="14692"/>
                          </a:cubicBezTo>
                          <a:cubicBezTo>
                            <a:pt x="31409" y="11359"/>
                            <a:pt x="31409" y="5834"/>
                            <a:pt x="25598" y="2500"/>
                          </a:cubicBezTo>
                          <a:cubicBezTo>
                            <a:pt x="19693" y="-833"/>
                            <a:pt x="10263" y="-833"/>
                            <a:pt x="4358" y="2500"/>
                          </a:cubicBezTo>
                          <a:cubicBezTo>
                            <a:pt x="-1453" y="5834"/>
                            <a:pt x="-1453" y="11359"/>
                            <a:pt x="4358" y="14692"/>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03" name="Google Shape;1003;p33"/>
                  <p:cNvGrpSpPr/>
                  <p:nvPr/>
                </p:nvGrpSpPr>
                <p:grpSpPr>
                  <a:xfrm>
                    <a:off x="2879277" y="1683326"/>
                    <a:ext cx="25336" cy="18192"/>
                    <a:chOff x="2879277" y="1683326"/>
                    <a:chExt cx="25336" cy="18192"/>
                  </a:xfrm>
                </p:grpSpPr>
                <p:sp>
                  <p:nvSpPr>
                    <p:cNvPr id="1004" name="Google Shape;1004;p33"/>
                    <p:cNvSpPr/>
                    <p:nvPr/>
                  </p:nvSpPr>
                  <p:spPr>
                    <a:xfrm>
                      <a:off x="2879277" y="1690612"/>
                      <a:ext cx="25336" cy="10906"/>
                    </a:xfrm>
                    <a:custGeom>
                      <a:avLst/>
                      <a:gdLst/>
                      <a:ahLst/>
                      <a:cxnLst/>
                      <a:rect l="l" t="t" r="r" b="b"/>
                      <a:pathLst>
                        <a:path w="25336" h="10906" extrusionOk="0">
                          <a:moveTo>
                            <a:pt x="25337" y="0"/>
                          </a:moveTo>
                          <a:lnTo>
                            <a:pt x="25337" y="3620"/>
                          </a:lnTo>
                          <a:lnTo>
                            <a:pt x="25337" y="3620"/>
                          </a:lnTo>
                          <a:cubicBezTo>
                            <a:pt x="25337" y="5525"/>
                            <a:pt x="24098" y="7334"/>
                            <a:pt x="21622" y="8763"/>
                          </a:cubicBezTo>
                          <a:cubicBezTo>
                            <a:pt x="16669" y="11621"/>
                            <a:pt x="8668" y="11621"/>
                            <a:pt x="3715" y="8763"/>
                          </a:cubicBezTo>
                          <a:cubicBezTo>
                            <a:pt x="1238" y="7334"/>
                            <a:pt x="0" y="5525"/>
                            <a:pt x="0" y="3620"/>
                          </a:cubicBezTo>
                          <a:lnTo>
                            <a:pt x="0" y="0"/>
                          </a:lnTo>
                          <a:lnTo>
                            <a:pt x="25337"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5" name="Google Shape;1005;p33"/>
                    <p:cNvSpPr/>
                    <p:nvPr/>
                  </p:nvSpPr>
                  <p:spPr>
                    <a:xfrm>
                      <a:off x="2879277" y="1683326"/>
                      <a:ext cx="25336" cy="14573"/>
                    </a:xfrm>
                    <a:custGeom>
                      <a:avLst/>
                      <a:gdLst/>
                      <a:ahLst/>
                      <a:cxnLst/>
                      <a:rect l="l" t="t" r="r" b="b"/>
                      <a:pathLst>
                        <a:path w="25336" h="14573" extrusionOk="0">
                          <a:moveTo>
                            <a:pt x="3715" y="12430"/>
                          </a:moveTo>
                          <a:cubicBezTo>
                            <a:pt x="8668" y="15288"/>
                            <a:pt x="16669" y="15288"/>
                            <a:pt x="21622" y="12430"/>
                          </a:cubicBezTo>
                          <a:cubicBezTo>
                            <a:pt x="26575" y="9573"/>
                            <a:pt x="26575" y="5001"/>
                            <a:pt x="21622" y="2143"/>
                          </a:cubicBezTo>
                          <a:cubicBezTo>
                            <a:pt x="16669" y="-714"/>
                            <a:pt x="8668" y="-714"/>
                            <a:pt x="3715" y="2143"/>
                          </a:cubicBezTo>
                          <a:cubicBezTo>
                            <a:pt x="-1238" y="5001"/>
                            <a:pt x="-1238" y="9668"/>
                            <a:pt x="3715" y="12430"/>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006" name="Google Shape;1006;p33"/>
                <p:cNvGrpSpPr/>
                <p:nvPr/>
              </p:nvGrpSpPr>
              <p:grpSpPr>
                <a:xfrm>
                  <a:off x="2839653" y="1654703"/>
                  <a:ext cx="104393" cy="80582"/>
                  <a:chOff x="2839653" y="1654703"/>
                  <a:chExt cx="104393" cy="80582"/>
                </a:xfrm>
              </p:grpSpPr>
              <p:sp>
                <p:nvSpPr>
                  <p:cNvPr id="1007" name="Google Shape;1007;p33"/>
                  <p:cNvSpPr/>
                  <p:nvPr/>
                </p:nvSpPr>
                <p:spPr>
                  <a:xfrm>
                    <a:off x="2901470" y="1690422"/>
                    <a:ext cx="42576" cy="44862"/>
                  </a:xfrm>
                  <a:custGeom>
                    <a:avLst/>
                    <a:gdLst/>
                    <a:ahLst/>
                    <a:cxnLst/>
                    <a:rect l="l" t="t" r="r" b="b"/>
                    <a:pathLst>
                      <a:path w="42576" h="44862" extrusionOk="0">
                        <a:moveTo>
                          <a:pt x="42577" y="0"/>
                        </a:moveTo>
                        <a:lnTo>
                          <a:pt x="42577" y="20383"/>
                        </a:lnTo>
                        <a:lnTo>
                          <a:pt x="0" y="44863"/>
                        </a:lnTo>
                        <a:lnTo>
                          <a:pt x="0" y="24575"/>
                        </a:lnTo>
                        <a:lnTo>
                          <a:pt x="42577"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8" name="Google Shape;1008;p33"/>
                  <p:cNvSpPr/>
                  <p:nvPr/>
                </p:nvSpPr>
                <p:spPr>
                  <a:xfrm>
                    <a:off x="2839653" y="1654703"/>
                    <a:ext cx="104393" cy="60293"/>
                  </a:xfrm>
                  <a:custGeom>
                    <a:avLst/>
                    <a:gdLst/>
                    <a:ahLst/>
                    <a:cxnLst/>
                    <a:rect l="l" t="t" r="r" b="b"/>
                    <a:pathLst>
                      <a:path w="104393" h="60293" extrusionOk="0">
                        <a:moveTo>
                          <a:pt x="104394" y="35719"/>
                        </a:moveTo>
                        <a:lnTo>
                          <a:pt x="42481" y="0"/>
                        </a:lnTo>
                        <a:lnTo>
                          <a:pt x="0" y="24575"/>
                        </a:lnTo>
                        <a:lnTo>
                          <a:pt x="61817" y="60293"/>
                        </a:lnTo>
                        <a:lnTo>
                          <a:pt x="104394" y="3571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9" name="Google Shape;1009;p33"/>
                  <p:cNvSpPr/>
                  <p:nvPr/>
                </p:nvSpPr>
                <p:spPr>
                  <a:xfrm>
                    <a:off x="2839653" y="1679278"/>
                    <a:ext cx="61817" cy="56007"/>
                  </a:xfrm>
                  <a:custGeom>
                    <a:avLst/>
                    <a:gdLst/>
                    <a:ahLst/>
                    <a:cxnLst/>
                    <a:rect l="l" t="t" r="r" b="b"/>
                    <a:pathLst>
                      <a:path w="61817" h="56007" extrusionOk="0">
                        <a:moveTo>
                          <a:pt x="61817" y="35719"/>
                        </a:moveTo>
                        <a:lnTo>
                          <a:pt x="0" y="0"/>
                        </a:lnTo>
                        <a:lnTo>
                          <a:pt x="0" y="20383"/>
                        </a:lnTo>
                        <a:lnTo>
                          <a:pt x="61817" y="56007"/>
                        </a:lnTo>
                        <a:lnTo>
                          <a:pt x="61817" y="3571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10" name="Google Shape;1010;p33"/>
                <p:cNvGrpSpPr/>
                <p:nvPr/>
              </p:nvGrpSpPr>
              <p:grpSpPr>
                <a:xfrm>
                  <a:off x="2926521" y="1698899"/>
                  <a:ext cx="173926" cy="110871"/>
                  <a:chOff x="2926521" y="1698899"/>
                  <a:chExt cx="173926" cy="110871"/>
                </a:xfrm>
              </p:grpSpPr>
              <p:sp>
                <p:nvSpPr>
                  <p:cNvPr id="1011" name="Google Shape;1011;p33"/>
                  <p:cNvSpPr/>
                  <p:nvPr/>
                </p:nvSpPr>
                <p:spPr>
                  <a:xfrm>
                    <a:off x="2926521" y="1698899"/>
                    <a:ext cx="173926" cy="100393"/>
                  </a:xfrm>
                  <a:custGeom>
                    <a:avLst/>
                    <a:gdLst/>
                    <a:ahLst/>
                    <a:cxnLst/>
                    <a:rect l="l" t="t" r="r" b="b"/>
                    <a:pathLst>
                      <a:path w="173926" h="100393" extrusionOk="0">
                        <a:moveTo>
                          <a:pt x="0" y="6668"/>
                        </a:moveTo>
                        <a:lnTo>
                          <a:pt x="11621" y="0"/>
                        </a:lnTo>
                        <a:lnTo>
                          <a:pt x="173927" y="93726"/>
                        </a:lnTo>
                        <a:lnTo>
                          <a:pt x="162306" y="100394"/>
                        </a:lnTo>
                        <a:lnTo>
                          <a:pt x="0" y="666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2" name="Google Shape;1012;p33"/>
                  <p:cNvSpPr/>
                  <p:nvPr/>
                </p:nvSpPr>
                <p:spPr>
                  <a:xfrm>
                    <a:off x="2926521" y="1705567"/>
                    <a:ext cx="162306" cy="104203"/>
                  </a:xfrm>
                  <a:custGeom>
                    <a:avLst/>
                    <a:gdLst/>
                    <a:ahLst/>
                    <a:cxnLst/>
                    <a:rect l="l" t="t" r="r" b="b"/>
                    <a:pathLst>
                      <a:path w="162306" h="104203" extrusionOk="0">
                        <a:moveTo>
                          <a:pt x="0" y="0"/>
                        </a:moveTo>
                        <a:lnTo>
                          <a:pt x="0" y="10478"/>
                        </a:lnTo>
                        <a:lnTo>
                          <a:pt x="162306" y="104204"/>
                        </a:lnTo>
                        <a:lnTo>
                          <a:pt x="162306" y="9372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3" name="Google Shape;1013;p33"/>
                  <p:cNvSpPr/>
                  <p:nvPr/>
                </p:nvSpPr>
                <p:spPr>
                  <a:xfrm>
                    <a:off x="3088827" y="1792625"/>
                    <a:ext cx="11620" cy="17145"/>
                  </a:xfrm>
                  <a:custGeom>
                    <a:avLst/>
                    <a:gdLst/>
                    <a:ahLst/>
                    <a:cxnLst/>
                    <a:rect l="l" t="t" r="r" b="b"/>
                    <a:pathLst>
                      <a:path w="11620" h="17145" extrusionOk="0">
                        <a:moveTo>
                          <a:pt x="0" y="6668"/>
                        </a:moveTo>
                        <a:lnTo>
                          <a:pt x="0" y="17145"/>
                        </a:lnTo>
                        <a:lnTo>
                          <a:pt x="11621" y="10382"/>
                        </a:lnTo>
                        <a:lnTo>
                          <a:pt x="11621" y="0"/>
                        </a:lnTo>
                        <a:lnTo>
                          <a:pt x="0" y="6668"/>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14" name="Google Shape;1014;p33"/>
                <p:cNvGrpSpPr/>
                <p:nvPr/>
              </p:nvGrpSpPr>
              <p:grpSpPr>
                <a:xfrm>
                  <a:off x="2907281" y="1709948"/>
                  <a:ext cx="174021" cy="110966"/>
                  <a:chOff x="2907281" y="1709948"/>
                  <a:chExt cx="174021" cy="110966"/>
                </a:xfrm>
              </p:grpSpPr>
              <p:sp>
                <p:nvSpPr>
                  <p:cNvPr id="1015" name="Google Shape;1015;p33"/>
                  <p:cNvSpPr/>
                  <p:nvPr/>
                </p:nvSpPr>
                <p:spPr>
                  <a:xfrm>
                    <a:off x="2907281" y="1709948"/>
                    <a:ext cx="174021" cy="100488"/>
                  </a:xfrm>
                  <a:custGeom>
                    <a:avLst/>
                    <a:gdLst/>
                    <a:ahLst/>
                    <a:cxnLst/>
                    <a:rect l="l" t="t" r="r" b="b"/>
                    <a:pathLst>
                      <a:path w="174021" h="100488" extrusionOk="0">
                        <a:moveTo>
                          <a:pt x="0" y="6763"/>
                        </a:moveTo>
                        <a:lnTo>
                          <a:pt x="11716" y="0"/>
                        </a:lnTo>
                        <a:lnTo>
                          <a:pt x="174022" y="93726"/>
                        </a:lnTo>
                        <a:lnTo>
                          <a:pt x="162306" y="100489"/>
                        </a:lnTo>
                        <a:lnTo>
                          <a:pt x="0" y="676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6" name="Google Shape;1016;p33"/>
                  <p:cNvSpPr/>
                  <p:nvPr/>
                </p:nvSpPr>
                <p:spPr>
                  <a:xfrm>
                    <a:off x="2907281" y="1716711"/>
                    <a:ext cx="162306" cy="104203"/>
                  </a:xfrm>
                  <a:custGeom>
                    <a:avLst/>
                    <a:gdLst/>
                    <a:ahLst/>
                    <a:cxnLst/>
                    <a:rect l="l" t="t" r="r" b="b"/>
                    <a:pathLst>
                      <a:path w="162306" h="104203" extrusionOk="0">
                        <a:moveTo>
                          <a:pt x="0" y="0"/>
                        </a:moveTo>
                        <a:lnTo>
                          <a:pt x="0" y="10477"/>
                        </a:lnTo>
                        <a:lnTo>
                          <a:pt x="162306" y="104203"/>
                        </a:lnTo>
                        <a:lnTo>
                          <a:pt x="162306" y="9372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7" name="Google Shape;1017;p33"/>
                  <p:cNvSpPr/>
                  <p:nvPr/>
                </p:nvSpPr>
                <p:spPr>
                  <a:xfrm>
                    <a:off x="3069587" y="1803674"/>
                    <a:ext cx="11715" cy="17240"/>
                  </a:xfrm>
                  <a:custGeom>
                    <a:avLst/>
                    <a:gdLst/>
                    <a:ahLst/>
                    <a:cxnLst/>
                    <a:rect l="l" t="t" r="r" b="b"/>
                    <a:pathLst>
                      <a:path w="11715" h="17240" extrusionOk="0">
                        <a:moveTo>
                          <a:pt x="0" y="6763"/>
                        </a:moveTo>
                        <a:lnTo>
                          <a:pt x="0" y="17240"/>
                        </a:lnTo>
                        <a:lnTo>
                          <a:pt x="11716" y="10478"/>
                        </a:lnTo>
                        <a:lnTo>
                          <a:pt x="11716" y="0"/>
                        </a:lnTo>
                        <a:lnTo>
                          <a:pt x="0" y="6763"/>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18" name="Google Shape;1018;p33"/>
                <p:cNvGrpSpPr/>
                <p:nvPr/>
              </p:nvGrpSpPr>
              <p:grpSpPr>
                <a:xfrm>
                  <a:off x="3055013" y="1779004"/>
                  <a:ext cx="56197" cy="52864"/>
                  <a:chOff x="3055013" y="1779004"/>
                  <a:chExt cx="56197" cy="52864"/>
                </a:xfrm>
              </p:grpSpPr>
              <p:sp>
                <p:nvSpPr>
                  <p:cNvPr id="1019" name="Google Shape;1019;p33"/>
                  <p:cNvSpPr/>
                  <p:nvPr/>
                </p:nvSpPr>
                <p:spPr>
                  <a:xfrm>
                    <a:off x="3068729" y="1786910"/>
                    <a:ext cx="42481" cy="44958"/>
                  </a:xfrm>
                  <a:custGeom>
                    <a:avLst/>
                    <a:gdLst/>
                    <a:ahLst/>
                    <a:cxnLst/>
                    <a:rect l="l" t="t" r="r" b="b"/>
                    <a:pathLst>
                      <a:path w="42481" h="44958" extrusionOk="0">
                        <a:moveTo>
                          <a:pt x="42482" y="0"/>
                        </a:moveTo>
                        <a:lnTo>
                          <a:pt x="42482" y="20383"/>
                        </a:lnTo>
                        <a:lnTo>
                          <a:pt x="0" y="44958"/>
                        </a:lnTo>
                        <a:lnTo>
                          <a:pt x="0" y="24575"/>
                        </a:lnTo>
                        <a:lnTo>
                          <a:pt x="42482"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0" name="Google Shape;1020;p33"/>
                  <p:cNvSpPr/>
                  <p:nvPr/>
                </p:nvSpPr>
                <p:spPr>
                  <a:xfrm>
                    <a:off x="3055013" y="1779004"/>
                    <a:ext cx="56197" cy="32480"/>
                  </a:xfrm>
                  <a:custGeom>
                    <a:avLst/>
                    <a:gdLst/>
                    <a:ahLst/>
                    <a:cxnLst/>
                    <a:rect l="l" t="t" r="r" b="b"/>
                    <a:pathLst>
                      <a:path w="56197" h="32480" extrusionOk="0">
                        <a:moveTo>
                          <a:pt x="56198" y="7906"/>
                        </a:moveTo>
                        <a:lnTo>
                          <a:pt x="42482" y="0"/>
                        </a:lnTo>
                        <a:lnTo>
                          <a:pt x="0" y="24575"/>
                        </a:lnTo>
                        <a:lnTo>
                          <a:pt x="13716" y="32480"/>
                        </a:lnTo>
                        <a:lnTo>
                          <a:pt x="56198" y="790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1" name="Google Shape;1021;p33"/>
                  <p:cNvSpPr/>
                  <p:nvPr/>
                </p:nvSpPr>
                <p:spPr>
                  <a:xfrm>
                    <a:off x="3055013" y="1803579"/>
                    <a:ext cx="13716" cy="28289"/>
                  </a:xfrm>
                  <a:custGeom>
                    <a:avLst/>
                    <a:gdLst/>
                    <a:ahLst/>
                    <a:cxnLst/>
                    <a:rect l="l" t="t" r="r" b="b"/>
                    <a:pathLst>
                      <a:path w="13716" h="28289" extrusionOk="0">
                        <a:moveTo>
                          <a:pt x="13716" y="7906"/>
                        </a:moveTo>
                        <a:lnTo>
                          <a:pt x="0" y="0"/>
                        </a:lnTo>
                        <a:lnTo>
                          <a:pt x="0" y="20383"/>
                        </a:lnTo>
                        <a:lnTo>
                          <a:pt x="13716" y="28289"/>
                        </a:lnTo>
                        <a:lnTo>
                          <a:pt x="13716" y="790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22" name="Google Shape;1022;p33"/>
                <p:cNvGrpSpPr/>
                <p:nvPr/>
              </p:nvGrpSpPr>
              <p:grpSpPr>
                <a:xfrm>
                  <a:off x="2872324" y="1644821"/>
                  <a:ext cx="39147" cy="51364"/>
                  <a:chOff x="2872324" y="1644821"/>
                  <a:chExt cx="39147" cy="51364"/>
                </a:xfrm>
              </p:grpSpPr>
              <p:grpSp>
                <p:nvGrpSpPr>
                  <p:cNvPr id="1023" name="Google Shape;1023;p33"/>
                  <p:cNvGrpSpPr/>
                  <p:nvPr/>
                </p:nvGrpSpPr>
                <p:grpSpPr>
                  <a:xfrm>
                    <a:off x="2872324" y="1662276"/>
                    <a:ext cx="39147" cy="33909"/>
                    <a:chOff x="2872324" y="1662276"/>
                    <a:chExt cx="39147" cy="33909"/>
                  </a:xfrm>
                </p:grpSpPr>
                <p:sp>
                  <p:nvSpPr>
                    <p:cNvPr id="1024" name="Google Shape;1024;p33"/>
                    <p:cNvSpPr/>
                    <p:nvPr/>
                  </p:nvSpPr>
                  <p:spPr>
                    <a:xfrm>
                      <a:off x="2872324" y="1673468"/>
                      <a:ext cx="39052" cy="22717"/>
                    </a:xfrm>
                    <a:custGeom>
                      <a:avLst/>
                      <a:gdLst/>
                      <a:ahLst/>
                      <a:cxnLst/>
                      <a:rect l="l" t="t" r="r" b="b"/>
                      <a:pathLst>
                        <a:path w="39052" h="22717" extrusionOk="0">
                          <a:moveTo>
                            <a:pt x="39053" y="0"/>
                          </a:moveTo>
                          <a:lnTo>
                            <a:pt x="39053" y="11430"/>
                          </a:lnTo>
                          <a:cubicBezTo>
                            <a:pt x="39053" y="14288"/>
                            <a:pt x="37147" y="17145"/>
                            <a:pt x="33338" y="19431"/>
                          </a:cubicBezTo>
                          <a:cubicBezTo>
                            <a:pt x="25718" y="23813"/>
                            <a:pt x="13335" y="23813"/>
                            <a:pt x="5715" y="19431"/>
                          </a:cubicBezTo>
                          <a:cubicBezTo>
                            <a:pt x="1905" y="17240"/>
                            <a:pt x="0" y="14383"/>
                            <a:pt x="0" y="11430"/>
                          </a:cubicBezTo>
                          <a:lnTo>
                            <a:pt x="0" y="0"/>
                          </a:lnTo>
                          <a:lnTo>
                            <a:pt x="3895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5" name="Google Shape;1025;p33"/>
                    <p:cNvSpPr/>
                    <p:nvPr/>
                  </p:nvSpPr>
                  <p:spPr>
                    <a:xfrm>
                      <a:off x="2872419" y="1662276"/>
                      <a:ext cx="39052" cy="22479"/>
                    </a:xfrm>
                    <a:custGeom>
                      <a:avLst/>
                      <a:gdLst/>
                      <a:ahLst/>
                      <a:cxnLst/>
                      <a:rect l="l" t="t" r="r" b="b"/>
                      <a:pathLst>
                        <a:path w="39052" h="22479" extrusionOk="0">
                          <a:moveTo>
                            <a:pt x="5715" y="19193"/>
                          </a:moveTo>
                          <a:cubicBezTo>
                            <a:pt x="13335" y="23574"/>
                            <a:pt x="25718" y="23574"/>
                            <a:pt x="33338" y="19193"/>
                          </a:cubicBezTo>
                          <a:cubicBezTo>
                            <a:pt x="40957" y="14811"/>
                            <a:pt x="40957" y="7668"/>
                            <a:pt x="33338" y="3286"/>
                          </a:cubicBezTo>
                          <a:cubicBezTo>
                            <a:pt x="25718" y="-1095"/>
                            <a:pt x="13335" y="-1095"/>
                            <a:pt x="5715" y="3286"/>
                          </a:cubicBezTo>
                          <a:cubicBezTo>
                            <a:pt x="-1905" y="7668"/>
                            <a:pt x="-1905" y="14811"/>
                            <a:pt x="5715" y="1919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26" name="Google Shape;1026;p33"/>
                  <p:cNvGrpSpPr/>
                  <p:nvPr/>
                </p:nvGrpSpPr>
                <p:grpSpPr>
                  <a:xfrm>
                    <a:off x="2874586" y="1644821"/>
                    <a:ext cx="34718" cy="37767"/>
                    <a:chOff x="2874586" y="1644821"/>
                    <a:chExt cx="34718" cy="37767"/>
                  </a:xfrm>
                </p:grpSpPr>
                <p:sp>
                  <p:nvSpPr>
                    <p:cNvPr id="1027" name="Google Shape;1027;p33"/>
                    <p:cNvSpPr/>
                    <p:nvPr/>
                  </p:nvSpPr>
                  <p:spPr>
                    <a:xfrm>
                      <a:off x="2874610" y="1654799"/>
                      <a:ext cx="34670" cy="27789"/>
                    </a:xfrm>
                    <a:custGeom>
                      <a:avLst/>
                      <a:gdLst/>
                      <a:ahLst/>
                      <a:cxnLst/>
                      <a:rect l="l" t="t" r="r" b="b"/>
                      <a:pathLst>
                        <a:path w="34670" h="27789" extrusionOk="0">
                          <a:moveTo>
                            <a:pt x="34671" y="0"/>
                          </a:moveTo>
                          <a:lnTo>
                            <a:pt x="34671" y="17717"/>
                          </a:lnTo>
                          <a:cubicBezTo>
                            <a:pt x="34671" y="20288"/>
                            <a:pt x="32956" y="22860"/>
                            <a:pt x="29623" y="24860"/>
                          </a:cubicBezTo>
                          <a:cubicBezTo>
                            <a:pt x="22860" y="28766"/>
                            <a:pt x="11811" y="28766"/>
                            <a:pt x="5048" y="24860"/>
                          </a:cubicBezTo>
                          <a:cubicBezTo>
                            <a:pt x="1619" y="22955"/>
                            <a:pt x="0" y="20288"/>
                            <a:pt x="0" y="17717"/>
                          </a:cubicBezTo>
                          <a:lnTo>
                            <a:pt x="0" y="0"/>
                          </a:lnTo>
                          <a:lnTo>
                            <a:pt x="3467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8" name="Google Shape;1028;p33"/>
                    <p:cNvSpPr/>
                    <p:nvPr/>
                  </p:nvSpPr>
                  <p:spPr>
                    <a:xfrm>
                      <a:off x="2874586" y="1644821"/>
                      <a:ext cx="34718" cy="19954"/>
                    </a:xfrm>
                    <a:custGeom>
                      <a:avLst/>
                      <a:gdLst/>
                      <a:ahLst/>
                      <a:cxnLst/>
                      <a:rect l="l" t="t" r="r" b="b"/>
                      <a:pathLst>
                        <a:path w="34718" h="19954" extrusionOk="0">
                          <a:moveTo>
                            <a:pt x="5072" y="17026"/>
                          </a:moveTo>
                          <a:cubicBezTo>
                            <a:pt x="11835" y="20931"/>
                            <a:pt x="22884" y="20931"/>
                            <a:pt x="29647" y="17026"/>
                          </a:cubicBezTo>
                          <a:cubicBezTo>
                            <a:pt x="36409" y="13121"/>
                            <a:pt x="36409" y="6739"/>
                            <a:pt x="29647" y="2929"/>
                          </a:cubicBezTo>
                          <a:cubicBezTo>
                            <a:pt x="22884" y="-976"/>
                            <a:pt x="11835" y="-976"/>
                            <a:pt x="5072" y="2929"/>
                          </a:cubicBezTo>
                          <a:cubicBezTo>
                            <a:pt x="-1691" y="6834"/>
                            <a:pt x="-1691" y="13216"/>
                            <a:pt x="5072" y="1702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
            <p:nvSpPr>
              <p:cNvPr id="1029" name="Google Shape;1029;p33"/>
              <p:cNvSpPr/>
              <p:nvPr/>
            </p:nvSpPr>
            <p:spPr>
              <a:xfrm>
                <a:off x="5573092" y="2490709"/>
                <a:ext cx="732955" cy="220483"/>
              </a:xfrm>
              <a:custGeom>
                <a:avLst/>
                <a:gdLst/>
                <a:ahLst/>
                <a:cxnLst/>
                <a:rect l="l" t="t" r="r" b="b"/>
                <a:pathLst>
                  <a:path w="278690" h="83834" extrusionOk="0">
                    <a:moveTo>
                      <a:pt x="275844" y="83644"/>
                    </a:moveTo>
                    <a:cubicBezTo>
                      <a:pt x="275844" y="83644"/>
                      <a:pt x="275463" y="83644"/>
                      <a:pt x="275272" y="83644"/>
                    </a:cubicBezTo>
                    <a:cubicBezTo>
                      <a:pt x="229933" y="73928"/>
                      <a:pt x="182594" y="55164"/>
                      <a:pt x="140875" y="38591"/>
                    </a:cubicBezTo>
                    <a:cubicBezTo>
                      <a:pt x="84106" y="16016"/>
                      <a:pt x="35052" y="-3510"/>
                      <a:pt x="15335" y="9920"/>
                    </a:cubicBezTo>
                    <a:cubicBezTo>
                      <a:pt x="8763" y="14397"/>
                      <a:pt x="5524" y="22589"/>
                      <a:pt x="5524" y="34971"/>
                    </a:cubicBezTo>
                    <a:cubicBezTo>
                      <a:pt x="5524" y="36495"/>
                      <a:pt x="4286" y="37733"/>
                      <a:pt x="2762" y="37733"/>
                    </a:cubicBezTo>
                    <a:cubicBezTo>
                      <a:pt x="1238" y="37733"/>
                      <a:pt x="0" y="36495"/>
                      <a:pt x="0" y="34971"/>
                    </a:cubicBezTo>
                    <a:cubicBezTo>
                      <a:pt x="0" y="20684"/>
                      <a:pt x="4000" y="10968"/>
                      <a:pt x="12287" y="5348"/>
                    </a:cubicBezTo>
                    <a:cubicBezTo>
                      <a:pt x="34480" y="-9701"/>
                      <a:pt x="82391" y="9349"/>
                      <a:pt x="142970" y="33447"/>
                    </a:cubicBezTo>
                    <a:cubicBezTo>
                      <a:pt x="184499" y="50021"/>
                      <a:pt x="231553" y="68690"/>
                      <a:pt x="276511" y="78310"/>
                    </a:cubicBezTo>
                    <a:cubicBezTo>
                      <a:pt x="278035" y="78596"/>
                      <a:pt x="278987" y="80120"/>
                      <a:pt x="278606" y="81644"/>
                    </a:cubicBezTo>
                    <a:cubicBezTo>
                      <a:pt x="278321" y="82977"/>
                      <a:pt x="277177" y="83834"/>
                      <a:pt x="275844" y="8383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30" name="Google Shape;1030;p33"/>
              <p:cNvGrpSpPr/>
              <p:nvPr/>
            </p:nvGrpSpPr>
            <p:grpSpPr>
              <a:xfrm>
                <a:off x="4967590" y="2388742"/>
                <a:ext cx="229820" cy="909256"/>
                <a:chOff x="2659059" y="1581170"/>
                <a:chExt cx="87344" cy="345567"/>
              </a:xfrm>
            </p:grpSpPr>
            <p:grpSp>
              <p:nvGrpSpPr>
                <p:cNvPr id="1031" name="Google Shape;1031;p33"/>
                <p:cNvGrpSpPr/>
                <p:nvPr/>
              </p:nvGrpSpPr>
              <p:grpSpPr>
                <a:xfrm>
                  <a:off x="2663155" y="1686803"/>
                  <a:ext cx="19431" cy="239934"/>
                  <a:chOff x="2663155" y="1686803"/>
                  <a:chExt cx="19431" cy="239934"/>
                </a:xfrm>
              </p:grpSpPr>
              <p:sp>
                <p:nvSpPr>
                  <p:cNvPr id="1032" name="Google Shape;1032;p33"/>
                  <p:cNvSpPr/>
                  <p:nvPr/>
                </p:nvSpPr>
                <p:spPr>
                  <a:xfrm>
                    <a:off x="2663155" y="1691755"/>
                    <a:ext cx="10953" cy="234981"/>
                  </a:xfrm>
                  <a:custGeom>
                    <a:avLst/>
                    <a:gdLst/>
                    <a:ahLst/>
                    <a:cxnLst/>
                    <a:rect l="l" t="t" r="r" b="b"/>
                    <a:pathLst>
                      <a:path w="10953" h="234981" extrusionOk="0">
                        <a:moveTo>
                          <a:pt x="10954" y="234982"/>
                        </a:moveTo>
                        <a:lnTo>
                          <a:pt x="0" y="228695"/>
                        </a:lnTo>
                        <a:lnTo>
                          <a:pt x="0" y="0"/>
                        </a:lnTo>
                        <a:lnTo>
                          <a:pt x="10954" y="6286"/>
                        </a:lnTo>
                        <a:lnTo>
                          <a:pt x="10954" y="23498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3" name="Google Shape;1033;p33"/>
                  <p:cNvSpPr/>
                  <p:nvPr/>
                </p:nvSpPr>
                <p:spPr>
                  <a:xfrm>
                    <a:off x="2674109" y="1693089"/>
                    <a:ext cx="8477" cy="233648"/>
                  </a:xfrm>
                  <a:custGeom>
                    <a:avLst/>
                    <a:gdLst/>
                    <a:ahLst/>
                    <a:cxnLst/>
                    <a:rect l="l" t="t" r="r" b="b"/>
                    <a:pathLst>
                      <a:path w="8477" h="233648" extrusionOk="0">
                        <a:moveTo>
                          <a:pt x="0" y="233648"/>
                        </a:moveTo>
                        <a:lnTo>
                          <a:pt x="8477" y="228790"/>
                        </a:lnTo>
                        <a:lnTo>
                          <a:pt x="8477" y="0"/>
                        </a:lnTo>
                        <a:lnTo>
                          <a:pt x="0" y="4953"/>
                        </a:lnTo>
                        <a:lnTo>
                          <a:pt x="0" y="23364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4" name="Google Shape;1034;p33"/>
                  <p:cNvSpPr/>
                  <p:nvPr/>
                </p:nvSpPr>
                <p:spPr>
                  <a:xfrm>
                    <a:off x="2663155" y="1686803"/>
                    <a:ext cx="19430" cy="11239"/>
                  </a:xfrm>
                  <a:custGeom>
                    <a:avLst/>
                    <a:gdLst/>
                    <a:ahLst/>
                    <a:cxnLst/>
                    <a:rect l="l" t="t" r="r" b="b"/>
                    <a:pathLst>
                      <a:path w="19430" h="11239" extrusionOk="0">
                        <a:moveTo>
                          <a:pt x="10954" y="11239"/>
                        </a:moveTo>
                        <a:lnTo>
                          <a:pt x="19431" y="6286"/>
                        </a:lnTo>
                        <a:lnTo>
                          <a:pt x="8477" y="0"/>
                        </a:lnTo>
                        <a:lnTo>
                          <a:pt x="0" y="4953"/>
                        </a:lnTo>
                        <a:lnTo>
                          <a:pt x="10954" y="1123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35" name="Google Shape;1035;p33"/>
                <p:cNvGrpSpPr/>
                <p:nvPr/>
              </p:nvGrpSpPr>
              <p:grpSpPr>
                <a:xfrm>
                  <a:off x="2689444" y="1622318"/>
                  <a:ext cx="56959" cy="47911"/>
                  <a:chOff x="2689444" y="1622318"/>
                  <a:chExt cx="56959" cy="47911"/>
                </a:xfrm>
              </p:grpSpPr>
              <p:sp>
                <p:nvSpPr>
                  <p:cNvPr id="1036" name="Google Shape;1036;p33"/>
                  <p:cNvSpPr/>
                  <p:nvPr/>
                </p:nvSpPr>
                <p:spPr>
                  <a:xfrm>
                    <a:off x="2699540" y="1628129"/>
                    <a:ext cx="46863" cy="42100"/>
                  </a:xfrm>
                  <a:custGeom>
                    <a:avLst/>
                    <a:gdLst/>
                    <a:ahLst/>
                    <a:cxnLst/>
                    <a:rect l="l" t="t" r="r" b="b"/>
                    <a:pathLst>
                      <a:path w="46863" h="42100" extrusionOk="0">
                        <a:moveTo>
                          <a:pt x="46863" y="0"/>
                        </a:moveTo>
                        <a:lnTo>
                          <a:pt x="46863" y="15049"/>
                        </a:lnTo>
                        <a:lnTo>
                          <a:pt x="0" y="42100"/>
                        </a:lnTo>
                        <a:lnTo>
                          <a:pt x="0" y="27146"/>
                        </a:lnTo>
                        <a:lnTo>
                          <a:pt x="46863"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7" name="Google Shape;1037;p33"/>
                  <p:cNvSpPr/>
                  <p:nvPr/>
                </p:nvSpPr>
                <p:spPr>
                  <a:xfrm>
                    <a:off x="2689444" y="1622318"/>
                    <a:ext cx="56959" cy="32956"/>
                  </a:xfrm>
                  <a:custGeom>
                    <a:avLst/>
                    <a:gdLst/>
                    <a:ahLst/>
                    <a:cxnLst/>
                    <a:rect l="l" t="t" r="r" b="b"/>
                    <a:pathLst>
                      <a:path w="56959" h="32956" extrusionOk="0">
                        <a:moveTo>
                          <a:pt x="56960" y="5810"/>
                        </a:moveTo>
                        <a:lnTo>
                          <a:pt x="46863" y="0"/>
                        </a:lnTo>
                        <a:lnTo>
                          <a:pt x="0" y="27051"/>
                        </a:lnTo>
                        <a:lnTo>
                          <a:pt x="10096" y="32956"/>
                        </a:lnTo>
                        <a:lnTo>
                          <a:pt x="56960" y="581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8" name="Google Shape;1038;p33"/>
                  <p:cNvSpPr/>
                  <p:nvPr/>
                </p:nvSpPr>
                <p:spPr>
                  <a:xfrm>
                    <a:off x="2689444" y="1649369"/>
                    <a:ext cx="10096" cy="20859"/>
                  </a:xfrm>
                  <a:custGeom>
                    <a:avLst/>
                    <a:gdLst/>
                    <a:ahLst/>
                    <a:cxnLst/>
                    <a:rect l="l" t="t" r="r" b="b"/>
                    <a:pathLst>
                      <a:path w="10096" h="20859" extrusionOk="0">
                        <a:moveTo>
                          <a:pt x="10096" y="5905"/>
                        </a:moveTo>
                        <a:lnTo>
                          <a:pt x="0" y="0"/>
                        </a:lnTo>
                        <a:lnTo>
                          <a:pt x="0" y="15049"/>
                        </a:lnTo>
                        <a:lnTo>
                          <a:pt x="10096" y="20860"/>
                        </a:lnTo>
                        <a:lnTo>
                          <a:pt x="10096" y="5905"/>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39" name="Google Shape;1039;p33"/>
                <p:cNvGrpSpPr/>
                <p:nvPr/>
              </p:nvGrpSpPr>
              <p:grpSpPr>
                <a:xfrm>
                  <a:off x="2672871" y="1647274"/>
                  <a:ext cx="27622" cy="33909"/>
                  <a:chOff x="2672871" y="1647274"/>
                  <a:chExt cx="27622" cy="33909"/>
                </a:xfrm>
              </p:grpSpPr>
              <p:sp>
                <p:nvSpPr>
                  <p:cNvPr id="1040" name="Google Shape;1040;p33"/>
                  <p:cNvSpPr/>
                  <p:nvPr/>
                </p:nvSpPr>
                <p:spPr>
                  <a:xfrm>
                    <a:off x="2684872" y="1654227"/>
                    <a:ext cx="15620" cy="26955"/>
                  </a:xfrm>
                  <a:custGeom>
                    <a:avLst/>
                    <a:gdLst/>
                    <a:ahLst/>
                    <a:cxnLst/>
                    <a:rect l="l" t="t" r="r" b="b"/>
                    <a:pathLst>
                      <a:path w="15620" h="26955" extrusionOk="0">
                        <a:moveTo>
                          <a:pt x="15621" y="0"/>
                        </a:moveTo>
                        <a:lnTo>
                          <a:pt x="15621" y="17907"/>
                        </a:lnTo>
                        <a:lnTo>
                          <a:pt x="0" y="26956"/>
                        </a:lnTo>
                        <a:lnTo>
                          <a:pt x="0" y="9049"/>
                        </a:lnTo>
                        <a:lnTo>
                          <a:pt x="1562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1" name="Google Shape;1041;p33"/>
                  <p:cNvSpPr/>
                  <p:nvPr/>
                </p:nvSpPr>
                <p:spPr>
                  <a:xfrm>
                    <a:off x="2672871" y="1647274"/>
                    <a:ext cx="27622" cy="16002"/>
                  </a:xfrm>
                  <a:custGeom>
                    <a:avLst/>
                    <a:gdLst/>
                    <a:ahLst/>
                    <a:cxnLst/>
                    <a:rect l="l" t="t" r="r" b="b"/>
                    <a:pathLst>
                      <a:path w="27622" h="16002" extrusionOk="0">
                        <a:moveTo>
                          <a:pt x="27622" y="6953"/>
                        </a:moveTo>
                        <a:lnTo>
                          <a:pt x="15526" y="0"/>
                        </a:lnTo>
                        <a:lnTo>
                          <a:pt x="0" y="9049"/>
                        </a:lnTo>
                        <a:lnTo>
                          <a:pt x="12001" y="16002"/>
                        </a:lnTo>
                        <a:lnTo>
                          <a:pt x="27622" y="695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2" name="Google Shape;1042;p33"/>
                  <p:cNvSpPr/>
                  <p:nvPr/>
                </p:nvSpPr>
                <p:spPr>
                  <a:xfrm>
                    <a:off x="2672871" y="1656323"/>
                    <a:ext cx="12001" cy="24860"/>
                  </a:xfrm>
                  <a:custGeom>
                    <a:avLst/>
                    <a:gdLst/>
                    <a:ahLst/>
                    <a:cxnLst/>
                    <a:rect l="l" t="t" r="r" b="b"/>
                    <a:pathLst>
                      <a:path w="12001" h="24860" extrusionOk="0">
                        <a:moveTo>
                          <a:pt x="12001" y="6953"/>
                        </a:moveTo>
                        <a:lnTo>
                          <a:pt x="0" y="0"/>
                        </a:lnTo>
                        <a:lnTo>
                          <a:pt x="0" y="17907"/>
                        </a:lnTo>
                        <a:lnTo>
                          <a:pt x="12001" y="24860"/>
                        </a:lnTo>
                        <a:lnTo>
                          <a:pt x="12001" y="6953"/>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43" name="Google Shape;1043;p33"/>
                <p:cNvGrpSpPr/>
                <p:nvPr/>
              </p:nvGrpSpPr>
              <p:grpSpPr>
                <a:xfrm>
                  <a:off x="2659059" y="1643750"/>
                  <a:ext cx="27527" cy="56863"/>
                  <a:chOff x="2659059" y="1643750"/>
                  <a:chExt cx="27527" cy="56863"/>
                </a:xfrm>
              </p:grpSpPr>
              <p:sp>
                <p:nvSpPr>
                  <p:cNvPr id="1044" name="Google Shape;1044;p33"/>
                  <p:cNvSpPr/>
                  <p:nvPr/>
                </p:nvSpPr>
                <p:spPr>
                  <a:xfrm>
                    <a:off x="2659059" y="1650703"/>
                    <a:ext cx="15525" cy="49910"/>
                  </a:xfrm>
                  <a:custGeom>
                    <a:avLst/>
                    <a:gdLst/>
                    <a:ahLst/>
                    <a:cxnLst/>
                    <a:rect l="l" t="t" r="r" b="b"/>
                    <a:pathLst>
                      <a:path w="15525" h="49910" extrusionOk="0">
                        <a:moveTo>
                          <a:pt x="15526" y="49911"/>
                        </a:moveTo>
                        <a:lnTo>
                          <a:pt x="0" y="40957"/>
                        </a:lnTo>
                        <a:lnTo>
                          <a:pt x="0" y="0"/>
                        </a:lnTo>
                        <a:lnTo>
                          <a:pt x="15526" y="8953"/>
                        </a:lnTo>
                        <a:lnTo>
                          <a:pt x="15526" y="4991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5" name="Google Shape;1045;p33"/>
                  <p:cNvSpPr/>
                  <p:nvPr/>
                </p:nvSpPr>
                <p:spPr>
                  <a:xfrm>
                    <a:off x="2674585" y="1652703"/>
                    <a:ext cx="12001" cy="47910"/>
                  </a:xfrm>
                  <a:custGeom>
                    <a:avLst/>
                    <a:gdLst/>
                    <a:ahLst/>
                    <a:cxnLst/>
                    <a:rect l="l" t="t" r="r" b="b"/>
                    <a:pathLst>
                      <a:path w="12001" h="47910" extrusionOk="0">
                        <a:moveTo>
                          <a:pt x="0" y="47911"/>
                        </a:moveTo>
                        <a:lnTo>
                          <a:pt x="12001" y="40957"/>
                        </a:lnTo>
                        <a:lnTo>
                          <a:pt x="12001" y="0"/>
                        </a:lnTo>
                        <a:lnTo>
                          <a:pt x="0" y="6953"/>
                        </a:lnTo>
                        <a:lnTo>
                          <a:pt x="0" y="4791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6" name="Google Shape;1046;p33"/>
                  <p:cNvSpPr/>
                  <p:nvPr/>
                </p:nvSpPr>
                <p:spPr>
                  <a:xfrm>
                    <a:off x="2659059" y="1643750"/>
                    <a:ext cx="27527" cy="15906"/>
                  </a:xfrm>
                  <a:custGeom>
                    <a:avLst/>
                    <a:gdLst/>
                    <a:ahLst/>
                    <a:cxnLst/>
                    <a:rect l="l" t="t" r="r" b="b"/>
                    <a:pathLst>
                      <a:path w="27527" h="15906" extrusionOk="0">
                        <a:moveTo>
                          <a:pt x="15526" y="15907"/>
                        </a:moveTo>
                        <a:lnTo>
                          <a:pt x="27527" y="8953"/>
                        </a:lnTo>
                        <a:lnTo>
                          <a:pt x="12002" y="0"/>
                        </a:lnTo>
                        <a:lnTo>
                          <a:pt x="0" y="6953"/>
                        </a:lnTo>
                        <a:lnTo>
                          <a:pt x="15526" y="1590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47" name="Google Shape;1047;p33"/>
                <p:cNvGrpSpPr/>
                <p:nvPr/>
              </p:nvGrpSpPr>
              <p:grpSpPr>
                <a:xfrm>
                  <a:off x="2663155" y="1581170"/>
                  <a:ext cx="19431" cy="76200"/>
                  <a:chOff x="2663155" y="1581170"/>
                  <a:chExt cx="19431" cy="76200"/>
                </a:xfrm>
              </p:grpSpPr>
              <p:sp>
                <p:nvSpPr>
                  <p:cNvPr id="1048" name="Google Shape;1048;p33"/>
                  <p:cNvSpPr/>
                  <p:nvPr/>
                </p:nvSpPr>
                <p:spPr>
                  <a:xfrm>
                    <a:off x="2663155" y="1586123"/>
                    <a:ext cx="10953" cy="71247"/>
                  </a:xfrm>
                  <a:custGeom>
                    <a:avLst/>
                    <a:gdLst/>
                    <a:ahLst/>
                    <a:cxnLst/>
                    <a:rect l="l" t="t" r="r" b="b"/>
                    <a:pathLst>
                      <a:path w="10953" h="71247" extrusionOk="0">
                        <a:moveTo>
                          <a:pt x="10954" y="71247"/>
                        </a:moveTo>
                        <a:lnTo>
                          <a:pt x="0" y="64961"/>
                        </a:lnTo>
                        <a:lnTo>
                          <a:pt x="0" y="0"/>
                        </a:lnTo>
                        <a:lnTo>
                          <a:pt x="10954" y="6382"/>
                        </a:lnTo>
                        <a:lnTo>
                          <a:pt x="10954" y="7124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9" name="Google Shape;1049;p33"/>
                  <p:cNvSpPr/>
                  <p:nvPr/>
                </p:nvSpPr>
                <p:spPr>
                  <a:xfrm>
                    <a:off x="2674109" y="1587552"/>
                    <a:ext cx="8477" cy="69818"/>
                  </a:xfrm>
                  <a:custGeom>
                    <a:avLst/>
                    <a:gdLst/>
                    <a:ahLst/>
                    <a:cxnLst/>
                    <a:rect l="l" t="t" r="r" b="b"/>
                    <a:pathLst>
                      <a:path w="8477" h="69818" extrusionOk="0">
                        <a:moveTo>
                          <a:pt x="0" y="69818"/>
                        </a:moveTo>
                        <a:lnTo>
                          <a:pt x="8477" y="64960"/>
                        </a:lnTo>
                        <a:lnTo>
                          <a:pt x="8477" y="0"/>
                        </a:lnTo>
                        <a:lnTo>
                          <a:pt x="0" y="4953"/>
                        </a:lnTo>
                        <a:lnTo>
                          <a:pt x="0" y="698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0" name="Google Shape;1050;p33"/>
                  <p:cNvSpPr/>
                  <p:nvPr/>
                </p:nvSpPr>
                <p:spPr>
                  <a:xfrm>
                    <a:off x="2663155" y="1581170"/>
                    <a:ext cx="19430" cy="11334"/>
                  </a:xfrm>
                  <a:custGeom>
                    <a:avLst/>
                    <a:gdLst/>
                    <a:ahLst/>
                    <a:cxnLst/>
                    <a:rect l="l" t="t" r="r" b="b"/>
                    <a:pathLst>
                      <a:path w="19430" h="11334" extrusionOk="0">
                        <a:moveTo>
                          <a:pt x="10954" y="11335"/>
                        </a:moveTo>
                        <a:lnTo>
                          <a:pt x="19431" y="6382"/>
                        </a:lnTo>
                        <a:lnTo>
                          <a:pt x="8477" y="0"/>
                        </a:lnTo>
                        <a:lnTo>
                          <a:pt x="0" y="4953"/>
                        </a:lnTo>
                        <a:lnTo>
                          <a:pt x="10954" y="1133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051" name="Google Shape;1051;p33"/>
              <p:cNvGrpSpPr/>
              <p:nvPr/>
            </p:nvGrpSpPr>
            <p:grpSpPr>
              <a:xfrm>
                <a:off x="5810934" y="2875701"/>
                <a:ext cx="229817" cy="909256"/>
                <a:chOff x="2979576" y="1766241"/>
                <a:chExt cx="87343" cy="345567"/>
              </a:xfrm>
            </p:grpSpPr>
            <p:grpSp>
              <p:nvGrpSpPr>
                <p:cNvPr id="1052" name="Google Shape;1052;p33"/>
                <p:cNvGrpSpPr/>
                <p:nvPr/>
              </p:nvGrpSpPr>
              <p:grpSpPr>
                <a:xfrm>
                  <a:off x="2983576" y="1871778"/>
                  <a:ext cx="19431" cy="240030"/>
                  <a:chOff x="2983576" y="1871778"/>
                  <a:chExt cx="19431" cy="240030"/>
                </a:xfrm>
              </p:grpSpPr>
              <p:sp>
                <p:nvSpPr>
                  <p:cNvPr id="1053" name="Google Shape;1053;p33"/>
                  <p:cNvSpPr/>
                  <p:nvPr/>
                </p:nvSpPr>
                <p:spPr>
                  <a:xfrm>
                    <a:off x="2983576" y="1876731"/>
                    <a:ext cx="10953" cy="235077"/>
                  </a:xfrm>
                  <a:custGeom>
                    <a:avLst/>
                    <a:gdLst/>
                    <a:ahLst/>
                    <a:cxnLst/>
                    <a:rect l="l" t="t" r="r" b="b"/>
                    <a:pathLst>
                      <a:path w="10953" h="235077" extrusionOk="0">
                        <a:moveTo>
                          <a:pt x="10954" y="235077"/>
                        </a:moveTo>
                        <a:lnTo>
                          <a:pt x="0" y="228695"/>
                        </a:lnTo>
                        <a:lnTo>
                          <a:pt x="0" y="0"/>
                        </a:lnTo>
                        <a:lnTo>
                          <a:pt x="10954" y="6286"/>
                        </a:lnTo>
                        <a:lnTo>
                          <a:pt x="10954" y="23507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4" name="Google Shape;1054;p33"/>
                  <p:cNvSpPr/>
                  <p:nvPr/>
                </p:nvSpPr>
                <p:spPr>
                  <a:xfrm>
                    <a:off x="2994530" y="1878160"/>
                    <a:ext cx="8477" cy="233648"/>
                  </a:xfrm>
                  <a:custGeom>
                    <a:avLst/>
                    <a:gdLst/>
                    <a:ahLst/>
                    <a:cxnLst/>
                    <a:rect l="l" t="t" r="r" b="b"/>
                    <a:pathLst>
                      <a:path w="8477" h="233648" extrusionOk="0">
                        <a:moveTo>
                          <a:pt x="0" y="233648"/>
                        </a:moveTo>
                        <a:lnTo>
                          <a:pt x="8477" y="228695"/>
                        </a:lnTo>
                        <a:lnTo>
                          <a:pt x="8477" y="0"/>
                        </a:lnTo>
                        <a:lnTo>
                          <a:pt x="0" y="4858"/>
                        </a:lnTo>
                        <a:lnTo>
                          <a:pt x="0" y="23364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5" name="Google Shape;1055;p33"/>
                  <p:cNvSpPr/>
                  <p:nvPr/>
                </p:nvSpPr>
                <p:spPr>
                  <a:xfrm>
                    <a:off x="2983576" y="1871778"/>
                    <a:ext cx="19431" cy="11239"/>
                  </a:xfrm>
                  <a:custGeom>
                    <a:avLst/>
                    <a:gdLst/>
                    <a:ahLst/>
                    <a:cxnLst/>
                    <a:rect l="l" t="t" r="r" b="b"/>
                    <a:pathLst>
                      <a:path w="19431" h="11239" extrusionOk="0">
                        <a:moveTo>
                          <a:pt x="10954" y="11240"/>
                        </a:moveTo>
                        <a:lnTo>
                          <a:pt x="19431" y="6382"/>
                        </a:lnTo>
                        <a:lnTo>
                          <a:pt x="8477" y="0"/>
                        </a:lnTo>
                        <a:lnTo>
                          <a:pt x="0" y="4953"/>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56" name="Google Shape;1056;p33"/>
                <p:cNvGrpSpPr/>
                <p:nvPr/>
              </p:nvGrpSpPr>
              <p:grpSpPr>
                <a:xfrm>
                  <a:off x="3009865" y="1807294"/>
                  <a:ext cx="57054" cy="48005"/>
                  <a:chOff x="3009865" y="1807294"/>
                  <a:chExt cx="57054" cy="48005"/>
                </a:xfrm>
              </p:grpSpPr>
              <p:sp>
                <p:nvSpPr>
                  <p:cNvPr id="1057" name="Google Shape;1057;p33"/>
                  <p:cNvSpPr/>
                  <p:nvPr/>
                </p:nvSpPr>
                <p:spPr>
                  <a:xfrm>
                    <a:off x="3019961" y="1813104"/>
                    <a:ext cx="46958" cy="42195"/>
                  </a:xfrm>
                  <a:custGeom>
                    <a:avLst/>
                    <a:gdLst/>
                    <a:ahLst/>
                    <a:cxnLst/>
                    <a:rect l="l" t="t" r="r" b="b"/>
                    <a:pathLst>
                      <a:path w="46958" h="42195" extrusionOk="0">
                        <a:moveTo>
                          <a:pt x="46958" y="0"/>
                        </a:moveTo>
                        <a:lnTo>
                          <a:pt x="46958" y="15050"/>
                        </a:lnTo>
                        <a:lnTo>
                          <a:pt x="0" y="42196"/>
                        </a:lnTo>
                        <a:lnTo>
                          <a:pt x="0" y="27146"/>
                        </a:lnTo>
                        <a:lnTo>
                          <a:pt x="46958"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8" name="Google Shape;1058;p33"/>
                  <p:cNvSpPr/>
                  <p:nvPr/>
                </p:nvSpPr>
                <p:spPr>
                  <a:xfrm>
                    <a:off x="3009865" y="1807294"/>
                    <a:ext cx="57054" cy="32956"/>
                  </a:xfrm>
                  <a:custGeom>
                    <a:avLst/>
                    <a:gdLst/>
                    <a:ahLst/>
                    <a:cxnLst/>
                    <a:rect l="l" t="t" r="r" b="b"/>
                    <a:pathLst>
                      <a:path w="57054" h="32956" extrusionOk="0">
                        <a:moveTo>
                          <a:pt x="57055" y="5810"/>
                        </a:moveTo>
                        <a:lnTo>
                          <a:pt x="46958" y="0"/>
                        </a:lnTo>
                        <a:lnTo>
                          <a:pt x="0" y="27146"/>
                        </a:lnTo>
                        <a:lnTo>
                          <a:pt x="10096" y="32956"/>
                        </a:lnTo>
                        <a:lnTo>
                          <a:pt x="57055" y="581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9" name="Google Shape;1059;p33"/>
                  <p:cNvSpPr/>
                  <p:nvPr/>
                </p:nvSpPr>
                <p:spPr>
                  <a:xfrm>
                    <a:off x="3009865" y="1834440"/>
                    <a:ext cx="10096" cy="20859"/>
                  </a:xfrm>
                  <a:custGeom>
                    <a:avLst/>
                    <a:gdLst/>
                    <a:ahLst/>
                    <a:cxnLst/>
                    <a:rect l="l" t="t" r="r" b="b"/>
                    <a:pathLst>
                      <a:path w="10096" h="20859" extrusionOk="0">
                        <a:moveTo>
                          <a:pt x="10096" y="5810"/>
                        </a:moveTo>
                        <a:lnTo>
                          <a:pt x="0" y="0"/>
                        </a:lnTo>
                        <a:lnTo>
                          <a:pt x="0" y="15049"/>
                        </a:lnTo>
                        <a:lnTo>
                          <a:pt x="10096" y="20860"/>
                        </a:lnTo>
                        <a:lnTo>
                          <a:pt x="10096" y="581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60" name="Google Shape;1060;p33"/>
                <p:cNvGrpSpPr/>
                <p:nvPr/>
              </p:nvGrpSpPr>
              <p:grpSpPr>
                <a:xfrm>
                  <a:off x="2993292" y="1832345"/>
                  <a:ext cx="27622" cy="33813"/>
                  <a:chOff x="2993292" y="1832345"/>
                  <a:chExt cx="27622" cy="33813"/>
                </a:xfrm>
              </p:grpSpPr>
              <p:sp>
                <p:nvSpPr>
                  <p:cNvPr id="1061" name="Google Shape;1061;p33"/>
                  <p:cNvSpPr/>
                  <p:nvPr/>
                </p:nvSpPr>
                <p:spPr>
                  <a:xfrm>
                    <a:off x="3005388" y="1839298"/>
                    <a:ext cx="15525" cy="26860"/>
                  </a:xfrm>
                  <a:custGeom>
                    <a:avLst/>
                    <a:gdLst/>
                    <a:ahLst/>
                    <a:cxnLst/>
                    <a:rect l="l" t="t" r="r" b="b"/>
                    <a:pathLst>
                      <a:path w="15525" h="26860" extrusionOk="0">
                        <a:moveTo>
                          <a:pt x="15526" y="0"/>
                        </a:moveTo>
                        <a:lnTo>
                          <a:pt x="15526" y="17907"/>
                        </a:lnTo>
                        <a:lnTo>
                          <a:pt x="0" y="26860"/>
                        </a:lnTo>
                        <a:lnTo>
                          <a:pt x="0" y="8953"/>
                        </a:lnTo>
                        <a:lnTo>
                          <a:pt x="15526"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2" name="Google Shape;1062;p33"/>
                  <p:cNvSpPr/>
                  <p:nvPr/>
                </p:nvSpPr>
                <p:spPr>
                  <a:xfrm>
                    <a:off x="2993292" y="1832345"/>
                    <a:ext cx="27622" cy="15906"/>
                  </a:xfrm>
                  <a:custGeom>
                    <a:avLst/>
                    <a:gdLst/>
                    <a:ahLst/>
                    <a:cxnLst/>
                    <a:rect l="l" t="t" r="r" b="b"/>
                    <a:pathLst>
                      <a:path w="27622" h="15906" extrusionOk="0">
                        <a:moveTo>
                          <a:pt x="27622" y="6953"/>
                        </a:moveTo>
                        <a:lnTo>
                          <a:pt x="15621" y="0"/>
                        </a:lnTo>
                        <a:lnTo>
                          <a:pt x="0" y="8953"/>
                        </a:lnTo>
                        <a:lnTo>
                          <a:pt x="12097" y="15907"/>
                        </a:lnTo>
                        <a:lnTo>
                          <a:pt x="27622" y="695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3" name="Google Shape;1063;p33"/>
                  <p:cNvSpPr/>
                  <p:nvPr/>
                </p:nvSpPr>
                <p:spPr>
                  <a:xfrm>
                    <a:off x="2993292" y="1841298"/>
                    <a:ext cx="12096" cy="24860"/>
                  </a:xfrm>
                  <a:custGeom>
                    <a:avLst/>
                    <a:gdLst/>
                    <a:ahLst/>
                    <a:cxnLst/>
                    <a:rect l="l" t="t" r="r" b="b"/>
                    <a:pathLst>
                      <a:path w="12096" h="24860" extrusionOk="0">
                        <a:moveTo>
                          <a:pt x="12097" y="6953"/>
                        </a:moveTo>
                        <a:lnTo>
                          <a:pt x="0" y="0"/>
                        </a:lnTo>
                        <a:lnTo>
                          <a:pt x="0" y="17907"/>
                        </a:lnTo>
                        <a:lnTo>
                          <a:pt x="12097" y="24860"/>
                        </a:lnTo>
                        <a:lnTo>
                          <a:pt x="12097" y="6953"/>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64" name="Google Shape;1064;p33"/>
                <p:cNvGrpSpPr/>
                <p:nvPr/>
              </p:nvGrpSpPr>
              <p:grpSpPr>
                <a:xfrm>
                  <a:off x="2979576" y="1828820"/>
                  <a:ext cx="27527" cy="56769"/>
                  <a:chOff x="2979576" y="1828820"/>
                  <a:chExt cx="27527" cy="56769"/>
                </a:xfrm>
              </p:grpSpPr>
              <p:sp>
                <p:nvSpPr>
                  <p:cNvPr id="1065" name="Google Shape;1065;p33"/>
                  <p:cNvSpPr/>
                  <p:nvPr/>
                </p:nvSpPr>
                <p:spPr>
                  <a:xfrm>
                    <a:off x="2979576" y="1835774"/>
                    <a:ext cx="15430" cy="49815"/>
                  </a:xfrm>
                  <a:custGeom>
                    <a:avLst/>
                    <a:gdLst/>
                    <a:ahLst/>
                    <a:cxnLst/>
                    <a:rect l="l" t="t" r="r" b="b"/>
                    <a:pathLst>
                      <a:path w="15430" h="49815" extrusionOk="0">
                        <a:moveTo>
                          <a:pt x="15430" y="49816"/>
                        </a:moveTo>
                        <a:lnTo>
                          <a:pt x="0" y="40862"/>
                        </a:lnTo>
                        <a:lnTo>
                          <a:pt x="0" y="0"/>
                        </a:lnTo>
                        <a:lnTo>
                          <a:pt x="15430" y="8953"/>
                        </a:lnTo>
                        <a:lnTo>
                          <a:pt x="15430" y="4981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6" name="Google Shape;1066;p33"/>
                  <p:cNvSpPr/>
                  <p:nvPr/>
                </p:nvSpPr>
                <p:spPr>
                  <a:xfrm>
                    <a:off x="2995006" y="1837774"/>
                    <a:ext cx="12096" cy="47815"/>
                  </a:xfrm>
                  <a:custGeom>
                    <a:avLst/>
                    <a:gdLst/>
                    <a:ahLst/>
                    <a:cxnLst/>
                    <a:rect l="l" t="t" r="r" b="b"/>
                    <a:pathLst>
                      <a:path w="12096" h="47815" extrusionOk="0">
                        <a:moveTo>
                          <a:pt x="0" y="47816"/>
                        </a:moveTo>
                        <a:lnTo>
                          <a:pt x="12097" y="40862"/>
                        </a:lnTo>
                        <a:lnTo>
                          <a:pt x="12097" y="0"/>
                        </a:lnTo>
                        <a:lnTo>
                          <a:pt x="0" y="6953"/>
                        </a:lnTo>
                        <a:lnTo>
                          <a:pt x="0" y="478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7" name="Google Shape;1067;p33"/>
                  <p:cNvSpPr/>
                  <p:nvPr/>
                </p:nvSpPr>
                <p:spPr>
                  <a:xfrm>
                    <a:off x="2979576" y="1828820"/>
                    <a:ext cx="27527" cy="15906"/>
                  </a:xfrm>
                  <a:custGeom>
                    <a:avLst/>
                    <a:gdLst/>
                    <a:ahLst/>
                    <a:cxnLst/>
                    <a:rect l="l" t="t" r="r" b="b"/>
                    <a:pathLst>
                      <a:path w="27527" h="15906" extrusionOk="0">
                        <a:moveTo>
                          <a:pt x="15430" y="15907"/>
                        </a:moveTo>
                        <a:lnTo>
                          <a:pt x="27527" y="8953"/>
                        </a:lnTo>
                        <a:lnTo>
                          <a:pt x="12002" y="0"/>
                        </a:lnTo>
                        <a:lnTo>
                          <a:pt x="0" y="6953"/>
                        </a:lnTo>
                        <a:lnTo>
                          <a:pt x="15430" y="1590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68" name="Google Shape;1068;p33"/>
                <p:cNvGrpSpPr/>
                <p:nvPr/>
              </p:nvGrpSpPr>
              <p:grpSpPr>
                <a:xfrm>
                  <a:off x="2983576" y="1766241"/>
                  <a:ext cx="19431" cy="76200"/>
                  <a:chOff x="2983576" y="1766241"/>
                  <a:chExt cx="19431" cy="76200"/>
                </a:xfrm>
              </p:grpSpPr>
              <p:sp>
                <p:nvSpPr>
                  <p:cNvPr id="1069" name="Google Shape;1069;p33"/>
                  <p:cNvSpPr/>
                  <p:nvPr/>
                </p:nvSpPr>
                <p:spPr>
                  <a:xfrm>
                    <a:off x="2983576" y="1771099"/>
                    <a:ext cx="10953" cy="71342"/>
                  </a:xfrm>
                  <a:custGeom>
                    <a:avLst/>
                    <a:gdLst/>
                    <a:ahLst/>
                    <a:cxnLst/>
                    <a:rect l="l" t="t" r="r" b="b"/>
                    <a:pathLst>
                      <a:path w="10953" h="71342" extrusionOk="0">
                        <a:moveTo>
                          <a:pt x="10954" y="71342"/>
                        </a:moveTo>
                        <a:lnTo>
                          <a:pt x="0" y="64960"/>
                        </a:lnTo>
                        <a:lnTo>
                          <a:pt x="0" y="0"/>
                        </a:lnTo>
                        <a:lnTo>
                          <a:pt x="10954" y="6382"/>
                        </a:lnTo>
                        <a:lnTo>
                          <a:pt x="10954" y="7134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0" name="Google Shape;1070;p33"/>
                  <p:cNvSpPr/>
                  <p:nvPr/>
                </p:nvSpPr>
                <p:spPr>
                  <a:xfrm>
                    <a:off x="2994530" y="1772528"/>
                    <a:ext cx="8477" cy="69913"/>
                  </a:xfrm>
                  <a:custGeom>
                    <a:avLst/>
                    <a:gdLst/>
                    <a:ahLst/>
                    <a:cxnLst/>
                    <a:rect l="l" t="t" r="r" b="b"/>
                    <a:pathLst>
                      <a:path w="8477" h="69913" extrusionOk="0">
                        <a:moveTo>
                          <a:pt x="0" y="69914"/>
                        </a:moveTo>
                        <a:lnTo>
                          <a:pt x="8477" y="64960"/>
                        </a:lnTo>
                        <a:lnTo>
                          <a:pt x="8477" y="0"/>
                        </a:lnTo>
                        <a:lnTo>
                          <a:pt x="0" y="4953"/>
                        </a:lnTo>
                        <a:lnTo>
                          <a:pt x="0" y="6991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1" name="Google Shape;1071;p33"/>
                  <p:cNvSpPr/>
                  <p:nvPr/>
                </p:nvSpPr>
                <p:spPr>
                  <a:xfrm>
                    <a:off x="2983576" y="1766241"/>
                    <a:ext cx="19431" cy="11239"/>
                  </a:xfrm>
                  <a:custGeom>
                    <a:avLst/>
                    <a:gdLst/>
                    <a:ahLst/>
                    <a:cxnLst/>
                    <a:rect l="l" t="t" r="r" b="b"/>
                    <a:pathLst>
                      <a:path w="19431" h="11239" extrusionOk="0">
                        <a:moveTo>
                          <a:pt x="10954" y="11239"/>
                        </a:moveTo>
                        <a:lnTo>
                          <a:pt x="19431" y="6286"/>
                        </a:lnTo>
                        <a:lnTo>
                          <a:pt x="8477" y="0"/>
                        </a:lnTo>
                        <a:lnTo>
                          <a:pt x="0" y="4858"/>
                        </a:lnTo>
                        <a:lnTo>
                          <a:pt x="10954" y="1123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072" name="Google Shape;1072;p33"/>
              <p:cNvGrpSpPr/>
              <p:nvPr/>
            </p:nvGrpSpPr>
            <p:grpSpPr>
              <a:xfrm>
                <a:off x="5821459" y="2458417"/>
                <a:ext cx="716276" cy="446857"/>
                <a:chOff x="2983576" y="1607650"/>
                <a:chExt cx="272224" cy="169830"/>
              </a:xfrm>
            </p:grpSpPr>
            <p:sp>
              <p:nvSpPr>
                <p:cNvPr id="1073" name="Google Shape;1073;p33"/>
                <p:cNvSpPr/>
                <p:nvPr/>
              </p:nvSpPr>
              <p:spPr>
                <a:xfrm>
                  <a:off x="2994530" y="1613936"/>
                  <a:ext cx="261270" cy="163544"/>
                </a:xfrm>
                <a:custGeom>
                  <a:avLst/>
                  <a:gdLst/>
                  <a:ahLst/>
                  <a:cxnLst/>
                  <a:rect l="l" t="t" r="r" b="b"/>
                  <a:pathLst>
                    <a:path w="261270" h="163544" extrusionOk="0">
                      <a:moveTo>
                        <a:pt x="261271" y="0"/>
                      </a:moveTo>
                      <a:lnTo>
                        <a:pt x="261271" y="12668"/>
                      </a:lnTo>
                      <a:lnTo>
                        <a:pt x="0" y="163544"/>
                      </a:lnTo>
                      <a:lnTo>
                        <a:pt x="0" y="150876"/>
                      </a:lnTo>
                      <a:lnTo>
                        <a:pt x="261271"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4" name="Google Shape;1074;p33"/>
                <p:cNvSpPr/>
                <p:nvPr/>
              </p:nvSpPr>
              <p:spPr>
                <a:xfrm>
                  <a:off x="2983576" y="1607650"/>
                  <a:ext cx="272224" cy="157162"/>
                </a:xfrm>
                <a:custGeom>
                  <a:avLst/>
                  <a:gdLst/>
                  <a:ahLst/>
                  <a:cxnLst/>
                  <a:rect l="l" t="t" r="r" b="b"/>
                  <a:pathLst>
                    <a:path w="272224" h="157162" extrusionOk="0">
                      <a:moveTo>
                        <a:pt x="272225" y="6286"/>
                      </a:moveTo>
                      <a:lnTo>
                        <a:pt x="261271" y="0"/>
                      </a:lnTo>
                      <a:lnTo>
                        <a:pt x="0" y="150876"/>
                      </a:lnTo>
                      <a:lnTo>
                        <a:pt x="10954" y="157163"/>
                      </a:lnTo>
                      <a:lnTo>
                        <a:pt x="272225" y="6286"/>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5" name="Google Shape;1075;p33"/>
                <p:cNvSpPr/>
                <p:nvPr/>
              </p:nvSpPr>
              <p:spPr>
                <a:xfrm>
                  <a:off x="2983576" y="1758526"/>
                  <a:ext cx="10953" cy="18954"/>
                </a:xfrm>
                <a:custGeom>
                  <a:avLst/>
                  <a:gdLst/>
                  <a:ahLst/>
                  <a:cxnLst/>
                  <a:rect l="l" t="t" r="r" b="b"/>
                  <a:pathLst>
                    <a:path w="10953" h="18954" extrusionOk="0">
                      <a:moveTo>
                        <a:pt x="10954" y="6286"/>
                      </a:moveTo>
                      <a:lnTo>
                        <a:pt x="0" y="0"/>
                      </a:lnTo>
                      <a:lnTo>
                        <a:pt x="0" y="12573"/>
                      </a:lnTo>
                      <a:lnTo>
                        <a:pt x="10954" y="18955"/>
                      </a:lnTo>
                      <a:lnTo>
                        <a:pt x="10954" y="6286"/>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076" name="Google Shape;1076;p33"/>
          <p:cNvGrpSpPr/>
          <p:nvPr/>
        </p:nvGrpSpPr>
        <p:grpSpPr>
          <a:xfrm>
            <a:off x="6502798" y="539499"/>
            <a:ext cx="1927967" cy="2636126"/>
            <a:chOff x="6502798" y="539499"/>
            <a:chExt cx="1927967" cy="2636126"/>
          </a:xfrm>
        </p:grpSpPr>
        <p:sp>
          <p:nvSpPr>
            <p:cNvPr id="1077" name="Google Shape;1077;p33"/>
            <p:cNvSpPr/>
            <p:nvPr/>
          </p:nvSpPr>
          <p:spPr>
            <a:xfrm>
              <a:off x="7107528" y="1607493"/>
              <a:ext cx="586534" cy="502000"/>
            </a:xfrm>
            <a:custGeom>
              <a:avLst/>
              <a:gdLst/>
              <a:ahLst/>
              <a:cxnLst/>
              <a:rect l="l" t="t" r="r" b="b"/>
              <a:pathLst>
                <a:path w="209454" h="179260" extrusionOk="0">
                  <a:moveTo>
                    <a:pt x="1905" y="179261"/>
                  </a:moveTo>
                  <a:lnTo>
                    <a:pt x="0" y="175641"/>
                  </a:lnTo>
                  <a:cubicBezTo>
                    <a:pt x="55912" y="143446"/>
                    <a:pt x="95917" y="100203"/>
                    <a:pt x="127921" y="65437"/>
                  </a:cubicBezTo>
                  <a:cubicBezTo>
                    <a:pt x="158115" y="32766"/>
                    <a:pt x="182023" y="7144"/>
                    <a:pt x="208407" y="0"/>
                  </a:cubicBezTo>
                  <a:lnTo>
                    <a:pt x="209455" y="3905"/>
                  </a:lnTo>
                  <a:cubicBezTo>
                    <a:pt x="184213" y="10573"/>
                    <a:pt x="160687" y="36004"/>
                    <a:pt x="130873" y="68199"/>
                  </a:cubicBezTo>
                  <a:cubicBezTo>
                    <a:pt x="98584" y="103156"/>
                    <a:pt x="58483" y="146495"/>
                    <a:pt x="1905" y="17926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8" name="Google Shape;1078;p33"/>
            <p:cNvSpPr/>
            <p:nvPr/>
          </p:nvSpPr>
          <p:spPr>
            <a:xfrm>
              <a:off x="7054448" y="2115656"/>
              <a:ext cx="25337" cy="32518"/>
            </a:xfrm>
            <a:custGeom>
              <a:avLst/>
              <a:gdLst/>
              <a:ahLst/>
              <a:cxnLst/>
              <a:rect l="l" t="t" r="r" b="b"/>
              <a:pathLst>
                <a:path w="9048" h="11612" extrusionOk="0">
                  <a:moveTo>
                    <a:pt x="4572" y="11039"/>
                  </a:moveTo>
                  <a:cubicBezTo>
                    <a:pt x="3238" y="10373"/>
                    <a:pt x="2191" y="9039"/>
                    <a:pt x="1429" y="7610"/>
                  </a:cubicBezTo>
                  <a:lnTo>
                    <a:pt x="667" y="6181"/>
                  </a:lnTo>
                  <a:cubicBezTo>
                    <a:pt x="286" y="5229"/>
                    <a:pt x="0" y="4086"/>
                    <a:pt x="0" y="3229"/>
                  </a:cubicBezTo>
                  <a:cubicBezTo>
                    <a:pt x="0" y="371"/>
                    <a:pt x="2096" y="-867"/>
                    <a:pt x="4572" y="657"/>
                  </a:cubicBezTo>
                  <a:cubicBezTo>
                    <a:pt x="7048" y="2086"/>
                    <a:pt x="9049" y="5610"/>
                    <a:pt x="9049" y="8467"/>
                  </a:cubicBezTo>
                  <a:cubicBezTo>
                    <a:pt x="9049" y="11325"/>
                    <a:pt x="7144" y="12373"/>
                    <a:pt x="4572" y="11039"/>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9" name="Google Shape;1079;p33"/>
            <p:cNvSpPr/>
            <p:nvPr/>
          </p:nvSpPr>
          <p:spPr>
            <a:xfrm>
              <a:off x="7058450" y="2090038"/>
              <a:ext cx="66146" cy="57064"/>
            </a:xfrm>
            <a:custGeom>
              <a:avLst/>
              <a:gdLst/>
              <a:ahLst/>
              <a:cxnLst/>
              <a:rect l="l" t="t" r="r" b="b"/>
              <a:pathLst>
                <a:path w="23621" h="20377" extrusionOk="0">
                  <a:moveTo>
                    <a:pt x="3143" y="9805"/>
                  </a:moveTo>
                  <a:cubicBezTo>
                    <a:pt x="5620" y="11234"/>
                    <a:pt x="7620" y="14758"/>
                    <a:pt x="7620" y="17615"/>
                  </a:cubicBezTo>
                  <a:cubicBezTo>
                    <a:pt x="7620" y="18949"/>
                    <a:pt x="7239" y="19902"/>
                    <a:pt x="6477" y="20378"/>
                  </a:cubicBezTo>
                  <a:lnTo>
                    <a:pt x="22288" y="11329"/>
                  </a:lnTo>
                  <a:lnTo>
                    <a:pt x="22288" y="11329"/>
                  </a:lnTo>
                  <a:cubicBezTo>
                    <a:pt x="23050" y="10853"/>
                    <a:pt x="23622" y="9805"/>
                    <a:pt x="23622" y="8376"/>
                  </a:cubicBezTo>
                  <a:cubicBezTo>
                    <a:pt x="23622" y="5519"/>
                    <a:pt x="21622" y="1995"/>
                    <a:pt x="19145" y="566"/>
                  </a:cubicBezTo>
                  <a:cubicBezTo>
                    <a:pt x="17812" y="-101"/>
                    <a:pt x="16669" y="-196"/>
                    <a:pt x="15812" y="375"/>
                  </a:cubicBezTo>
                  <a:lnTo>
                    <a:pt x="1905" y="8376"/>
                  </a:lnTo>
                  <a:lnTo>
                    <a:pt x="0" y="9519"/>
                  </a:lnTo>
                  <a:cubicBezTo>
                    <a:pt x="762" y="9138"/>
                    <a:pt x="1905" y="9138"/>
                    <a:pt x="3143" y="990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0" name="Google Shape;1080;p33"/>
            <p:cNvSpPr/>
            <p:nvPr/>
          </p:nvSpPr>
          <p:spPr>
            <a:xfrm>
              <a:off x="6535396" y="2063281"/>
              <a:ext cx="1543822" cy="891037"/>
            </a:xfrm>
            <a:custGeom>
              <a:avLst/>
              <a:gdLst/>
              <a:ahLst/>
              <a:cxnLst/>
              <a:rect l="l" t="t" r="r" b="b"/>
              <a:pathLst>
                <a:path w="551306" h="318182" extrusionOk="0">
                  <a:moveTo>
                    <a:pt x="536067" y="228243"/>
                  </a:moveTo>
                  <a:lnTo>
                    <a:pt x="144018" y="1929"/>
                  </a:lnTo>
                  <a:cubicBezTo>
                    <a:pt x="139541" y="-643"/>
                    <a:pt x="132207" y="-643"/>
                    <a:pt x="127730" y="1929"/>
                  </a:cubicBezTo>
                  <a:lnTo>
                    <a:pt x="11049" y="69271"/>
                  </a:lnTo>
                  <a:lnTo>
                    <a:pt x="11049" y="66984"/>
                  </a:lnTo>
                  <a:lnTo>
                    <a:pt x="0" y="66984"/>
                  </a:lnTo>
                  <a:lnTo>
                    <a:pt x="0" y="78319"/>
                  </a:lnTo>
                  <a:cubicBezTo>
                    <a:pt x="0" y="80034"/>
                    <a:pt x="1143" y="81748"/>
                    <a:pt x="3334" y="82987"/>
                  </a:cubicBezTo>
                  <a:lnTo>
                    <a:pt x="407289" y="316254"/>
                  </a:lnTo>
                  <a:cubicBezTo>
                    <a:pt x="411766" y="318825"/>
                    <a:pt x="419100" y="318825"/>
                    <a:pt x="423577" y="316254"/>
                  </a:cubicBezTo>
                  <a:lnTo>
                    <a:pt x="547973" y="244435"/>
                  </a:lnTo>
                  <a:cubicBezTo>
                    <a:pt x="550259" y="243102"/>
                    <a:pt x="551307" y="241482"/>
                    <a:pt x="551307" y="239768"/>
                  </a:cubicBezTo>
                  <a:lnTo>
                    <a:pt x="551307" y="239768"/>
                  </a:lnTo>
                  <a:lnTo>
                    <a:pt x="551307" y="228147"/>
                  </a:lnTo>
                  <a:lnTo>
                    <a:pt x="535972" y="22814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1" name="Google Shape;1081;p33"/>
            <p:cNvSpPr/>
            <p:nvPr/>
          </p:nvSpPr>
          <p:spPr>
            <a:xfrm>
              <a:off x="6535329" y="2030471"/>
              <a:ext cx="1543791" cy="891444"/>
            </a:xfrm>
            <a:custGeom>
              <a:avLst/>
              <a:gdLst/>
              <a:ahLst/>
              <a:cxnLst/>
              <a:rect l="l" t="t" r="r" b="b"/>
              <a:pathLst>
                <a:path w="551354" h="318373" extrusionOk="0">
                  <a:moveTo>
                    <a:pt x="423601" y="316444"/>
                  </a:moveTo>
                  <a:cubicBezTo>
                    <a:pt x="419124" y="319016"/>
                    <a:pt x="411790" y="319016"/>
                    <a:pt x="407313" y="316444"/>
                  </a:cubicBezTo>
                  <a:lnTo>
                    <a:pt x="3358" y="83177"/>
                  </a:lnTo>
                  <a:cubicBezTo>
                    <a:pt x="-1119" y="80605"/>
                    <a:pt x="-1119" y="76319"/>
                    <a:pt x="3358" y="73747"/>
                  </a:cubicBezTo>
                  <a:lnTo>
                    <a:pt x="127754" y="1929"/>
                  </a:lnTo>
                  <a:cubicBezTo>
                    <a:pt x="132231" y="-643"/>
                    <a:pt x="139565" y="-643"/>
                    <a:pt x="144042" y="1929"/>
                  </a:cubicBezTo>
                  <a:lnTo>
                    <a:pt x="547997" y="235196"/>
                  </a:lnTo>
                  <a:cubicBezTo>
                    <a:pt x="552474" y="237768"/>
                    <a:pt x="552474" y="242054"/>
                    <a:pt x="547997" y="244626"/>
                  </a:cubicBezTo>
                  <a:lnTo>
                    <a:pt x="423601" y="31644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2" name="Google Shape;1082;p33"/>
            <p:cNvSpPr/>
            <p:nvPr/>
          </p:nvSpPr>
          <p:spPr>
            <a:xfrm>
              <a:off x="6787989" y="2335222"/>
              <a:ext cx="317672" cy="183381"/>
            </a:xfrm>
            <a:custGeom>
              <a:avLst/>
              <a:gdLst/>
              <a:ahLst/>
              <a:cxnLst/>
              <a:rect l="l" t="t" r="r" b="b"/>
              <a:pathLst>
                <a:path w="113442" h="65484" extrusionOk="0">
                  <a:moveTo>
                    <a:pt x="113443" y="55126"/>
                  </a:moveTo>
                  <a:lnTo>
                    <a:pt x="110490" y="55126"/>
                  </a:lnTo>
                  <a:lnTo>
                    <a:pt x="110490" y="55412"/>
                  </a:lnTo>
                  <a:lnTo>
                    <a:pt x="15145" y="357"/>
                  </a:lnTo>
                  <a:cubicBezTo>
                    <a:pt x="14192" y="-119"/>
                    <a:pt x="12763" y="-119"/>
                    <a:pt x="11906" y="357"/>
                  </a:cubicBezTo>
                  <a:lnTo>
                    <a:pt x="3524" y="5215"/>
                  </a:lnTo>
                  <a:lnTo>
                    <a:pt x="0" y="5215"/>
                  </a:lnTo>
                  <a:lnTo>
                    <a:pt x="0" y="7787"/>
                  </a:lnTo>
                  <a:cubicBezTo>
                    <a:pt x="0" y="7787"/>
                    <a:pt x="190" y="8453"/>
                    <a:pt x="667" y="8739"/>
                  </a:cubicBezTo>
                  <a:lnTo>
                    <a:pt x="98298" y="65127"/>
                  </a:lnTo>
                  <a:cubicBezTo>
                    <a:pt x="99155" y="65603"/>
                    <a:pt x="100679" y="65603"/>
                    <a:pt x="101536" y="65127"/>
                  </a:cubicBezTo>
                  <a:lnTo>
                    <a:pt x="112776" y="58650"/>
                  </a:lnTo>
                  <a:cubicBezTo>
                    <a:pt x="112776" y="58650"/>
                    <a:pt x="113443" y="58079"/>
                    <a:pt x="113443" y="57697"/>
                  </a:cubicBezTo>
                  <a:lnTo>
                    <a:pt x="113443" y="57697"/>
                  </a:lnTo>
                  <a:lnTo>
                    <a:pt x="113443" y="5522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3" name="Google Shape;1083;p33"/>
            <p:cNvSpPr/>
            <p:nvPr/>
          </p:nvSpPr>
          <p:spPr>
            <a:xfrm>
              <a:off x="6788322" y="2327753"/>
              <a:ext cx="317540" cy="183580"/>
            </a:xfrm>
            <a:custGeom>
              <a:avLst/>
              <a:gdLst/>
              <a:ahLst/>
              <a:cxnLst/>
              <a:rect l="l" t="t" r="r" b="b"/>
              <a:pathLst>
                <a:path w="113395" h="65555" extrusionOk="0">
                  <a:moveTo>
                    <a:pt x="101513" y="65127"/>
                  </a:moveTo>
                  <a:cubicBezTo>
                    <a:pt x="100656" y="65698"/>
                    <a:pt x="99132" y="65698"/>
                    <a:pt x="98274" y="65127"/>
                  </a:cubicBezTo>
                  <a:lnTo>
                    <a:pt x="643" y="8739"/>
                  </a:lnTo>
                  <a:cubicBezTo>
                    <a:pt x="-214" y="8263"/>
                    <a:pt x="-214" y="7310"/>
                    <a:pt x="643" y="6834"/>
                  </a:cubicBezTo>
                  <a:lnTo>
                    <a:pt x="11882" y="357"/>
                  </a:lnTo>
                  <a:cubicBezTo>
                    <a:pt x="12740" y="-119"/>
                    <a:pt x="14264" y="-119"/>
                    <a:pt x="15121" y="357"/>
                  </a:cubicBezTo>
                  <a:lnTo>
                    <a:pt x="112752" y="56745"/>
                  </a:lnTo>
                  <a:cubicBezTo>
                    <a:pt x="113609" y="57317"/>
                    <a:pt x="113609" y="58079"/>
                    <a:pt x="112752" y="58650"/>
                  </a:cubicBezTo>
                  <a:lnTo>
                    <a:pt x="101513" y="6512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4" name="Google Shape;1084;p33"/>
            <p:cNvSpPr/>
            <p:nvPr/>
          </p:nvSpPr>
          <p:spPr>
            <a:xfrm>
              <a:off x="7769281" y="2580820"/>
              <a:ext cx="257126" cy="148572"/>
            </a:xfrm>
            <a:custGeom>
              <a:avLst/>
              <a:gdLst/>
              <a:ahLst/>
              <a:cxnLst/>
              <a:rect l="l" t="t" r="r" b="b"/>
              <a:pathLst>
                <a:path w="91821" h="53054" extrusionOk="0">
                  <a:moveTo>
                    <a:pt x="91821" y="37814"/>
                  </a:moveTo>
                  <a:lnTo>
                    <a:pt x="26289" y="0"/>
                  </a:lnTo>
                  <a:lnTo>
                    <a:pt x="0" y="15145"/>
                  </a:lnTo>
                  <a:lnTo>
                    <a:pt x="65627" y="53054"/>
                  </a:lnTo>
                  <a:lnTo>
                    <a:pt x="91821" y="3781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5" name="Google Shape;1085;p33"/>
            <p:cNvSpPr/>
            <p:nvPr/>
          </p:nvSpPr>
          <p:spPr>
            <a:xfrm>
              <a:off x="6502854" y="2277273"/>
              <a:ext cx="1205610" cy="696191"/>
            </a:xfrm>
            <a:custGeom>
              <a:avLst/>
              <a:gdLst/>
              <a:ahLst/>
              <a:cxnLst/>
              <a:rect l="l" t="t" r="r" b="b"/>
              <a:pathLst>
                <a:path w="430529" h="248604" extrusionOk="0">
                  <a:moveTo>
                    <a:pt x="411861" y="235839"/>
                  </a:moveTo>
                  <a:lnTo>
                    <a:pt x="14954" y="6667"/>
                  </a:lnTo>
                  <a:cubicBezTo>
                    <a:pt x="11811" y="4858"/>
                    <a:pt x="10858" y="2286"/>
                    <a:pt x="12192" y="0"/>
                  </a:cubicBezTo>
                  <a:cubicBezTo>
                    <a:pt x="12192" y="0"/>
                    <a:pt x="2000" y="14288"/>
                    <a:pt x="286" y="22479"/>
                  </a:cubicBezTo>
                  <a:lnTo>
                    <a:pt x="0" y="22479"/>
                  </a:lnTo>
                  <a:lnTo>
                    <a:pt x="0" y="24860"/>
                  </a:lnTo>
                  <a:lnTo>
                    <a:pt x="0" y="24860"/>
                  </a:lnTo>
                  <a:cubicBezTo>
                    <a:pt x="0" y="26098"/>
                    <a:pt x="381" y="27051"/>
                    <a:pt x="1333" y="27527"/>
                  </a:cubicBezTo>
                  <a:lnTo>
                    <a:pt x="382905" y="247840"/>
                  </a:lnTo>
                  <a:cubicBezTo>
                    <a:pt x="389096" y="251365"/>
                    <a:pt x="430530" y="241554"/>
                    <a:pt x="430530" y="241554"/>
                  </a:cubicBezTo>
                  <a:lnTo>
                    <a:pt x="430530" y="229933"/>
                  </a:lnTo>
                  <a:lnTo>
                    <a:pt x="411861" y="23583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6" name="Google Shape;1086;p33"/>
            <p:cNvSpPr/>
            <p:nvPr/>
          </p:nvSpPr>
          <p:spPr>
            <a:xfrm>
              <a:off x="6502798" y="2244730"/>
              <a:ext cx="1205669" cy="723234"/>
            </a:xfrm>
            <a:custGeom>
              <a:avLst/>
              <a:gdLst/>
              <a:ahLst/>
              <a:cxnLst/>
              <a:rect l="l" t="t" r="r" b="b"/>
              <a:pathLst>
                <a:path w="430550" h="258261" extrusionOk="0">
                  <a:moveTo>
                    <a:pt x="418930" y="239935"/>
                  </a:moveTo>
                  <a:lnTo>
                    <a:pt x="14975" y="6667"/>
                  </a:lnTo>
                  <a:cubicBezTo>
                    <a:pt x="11831" y="4858"/>
                    <a:pt x="10879" y="2286"/>
                    <a:pt x="12212" y="0"/>
                  </a:cubicBezTo>
                  <a:cubicBezTo>
                    <a:pt x="12212" y="0"/>
                    <a:pt x="-4837" y="34004"/>
                    <a:pt x="1354" y="37529"/>
                  </a:cubicBezTo>
                  <a:lnTo>
                    <a:pt x="382925" y="257842"/>
                  </a:lnTo>
                  <a:cubicBezTo>
                    <a:pt x="389117" y="261366"/>
                    <a:pt x="430550" y="241554"/>
                    <a:pt x="430550" y="241554"/>
                  </a:cubicBezTo>
                  <a:cubicBezTo>
                    <a:pt x="426645" y="242316"/>
                    <a:pt x="422073" y="241745"/>
                    <a:pt x="418930" y="23993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7" name="Google Shape;1087;p33"/>
            <p:cNvSpPr/>
            <p:nvPr/>
          </p:nvSpPr>
          <p:spPr>
            <a:xfrm>
              <a:off x="6874941" y="2070618"/>
              <a:ext cx="75748" cy="43345"/>
            </a:xfrm>
            <a:custGeom>
              <a:avLst/>
              <a:gdLst/>
              <a:ahLst/>
              <a:cxnLst/>
              <a:rect l="l" t="t" r="r" b="b"/>
              <a:pathLst>
                <a:path w="27050" h="15478" extrusionOk="0">
                  <a:moveTo>
                    <a:pt x="23622" y="5215"/>
                  </a:moveTo>
                  <a:lnTo>
                    <a:pt x="15145" y="357"/>
                  </a:lnTo>
                  <a:cubicBezTo>
                    <a:pt x="14192" y="-119"/>
                    <a:pt x="12763" y="-119"/>
                    <a:pt x="11906" y="357"/>
                  </a:cubicBezTo>
                  <a:lnTo>
                    <a:pt x="3429" y="5215"/>
                  </a:lnTo>
                  <a:lnTo>
                    <a:pt x="0" y="5215"/>
                  </a:lnTo>
                  <a:lnTo>
                    <a:pt x="0" y="7692"/>
                  </a:lnTo>
                  <a:cubicBezTo>
                    <a:pt x="0" y="7692"/>
                    <a:pt x="191" y="8358"/>
                    <a:pt x="667" y="8644"/>
                  </a:cubicBezTo>
                  <a:lnTo>
                    <a:pt x="11906" y="15121"/>
                  </a:lnTo>
                  <a:cubicBezTo>
                    <a:pt x="12859" y="15597"/>
                    <a:pt x="14288" y="15597"/>
                    <a:pt x="15145" y="15121"/>
                  </a:cubicBezTo>
                  <a:lnTo>
                    <a:pt x="26384" y="8644"/>
                  </a:lnTo>
                  <a:cubicBezTo>
                    <a:pt x="26384" y="8644"/>
                    <a:pt x="27051" y="8073"/>
                    <a:pt x="27051" y="7692"/>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8" name="Google Shape;1088;p33"/>
            <p:cNvSpPr/>
            <p:nvPr/>
          </p:nvSpPr>
          <p:spPr>
            <a:xfrm>
              <a:off x="6875008" y="2063149"/>
              <a:ext cx="75617" cy="43611"/>
            </a:xfrm>
            <a:custGeom>
              <a:avLst/>
              <a:gdLst/>
              <a:ahLst/>
              <a:cxnLst/>
              <a:rect l="l" t="t" r="r" b="b"/>
              <a:pathLst>
                <a:path w="27003" h="15573" extrusionOk="0">
                  <a:moveTo>
                    <a:pt x="15121" y="15216"/>
                  </a:moveTo>
                  <a:cubicBezTo>
                    <a:pt x="14168" y="15693"/>
                    <a:pt x="12740" y="15693"/>
                    <a:pt x="11882" y="15216"/>
                  </a:cubicBezTo>
                  <a:lnTo>
                    <a:pt x="643" y="8739"/>
                  </a:lnTo>
                  <a:cubicBezTo>
                    <a:pt x="-214" y="8263"/>
                    <a:pt x="-214" y="7406"/>
                    <a:pt x="643" y="6834"/>
                  </a:cubicBezTo>
                  <a:lnTo>
                    <a:pt x="11882" y="357"/>
                  </a:lnTo>
                  <a:cubicBezTo>
                    <a:pt x="12740" y="-119"/>
                    <a:pt x="14264" y="-119"/>
                    <a:pt x="15121" y="357"/>
                  </a:cubicBezTo>
                  <a:lnTo>
                    <a:pt x="26360" y="6834"/>
                  </a:lnTo>
                  <a:cubicBezTo>
                    <a:pt x="27218" y="7310"/>
                    <a:pt x="27218"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89" name="Google Shape;1089;p33"/>
            <p:cNvGrpSpPr/>
            <p:nvPr/>
          </p:nvGrpSpPr>
          <p:grpSpPr>
            <a:xfrm>
              <a:off x="6898679" y="2076952"/>
              <a:ext cx="26670" cy="17601"/>
              <a:chOff x="2766882" y="5035507"/>
              <a:chExt cx="9524" cy="6285"/>
            </a:xfrm>
          </p:grpSpPr>
          <p:sp>
            <p:nvSpPr>
              <p:cNvPr id="1090" name="Google Shape;1090;p33"/>
              <p:cNvSpPr/>
              <p:nvPr/>
            </p:nvSpPr>
            <p:spPr>
              <a:xfrm>
                <a:off x="2766882" y="5035507"/>
                <a:ext cx="5715" cy="3333"/>
              </a:xfrm>
              <a:custGeom>
                <a:avLst/>
                <a:gdLst/>
                <a:ahLst/>
                <a:cxnLst/>
                <a:rect l="l" t="t" r="r" b="b"/>
                <a:pathLst>
                  <a:path w="5715" h="3333" extrusionOk="0">
                    <a:moveTo>
                      <a:pt x="3524" y="0"/>
                    </a:moveTo>
                    <a:lnTo>
                      <a:pt x="5715" y="1238"/>
                    </a:lnTo>
                    <a:lnTo>
                      <a:pt x="5334" y="1429"/>
                    </a:lnTo>
                    <a:lnTo>
                      <a:pt x="3715" y="476"/>
                    </a:lnTo>
                    <a:lnTo>
                      <a:pt x="2572" y="1143"/>
                    </a:lnTo>
                    <a:lnTo>
                      <a:pt x="4001" y="2000"/>
                    </a:lnTo>
                    <a:lnTo>
                      <a:pt x="3620" y="2191"/>
                    </a:lnTo>
                    <a:lnTo>
                      <a:pt x="2191" y="1429"/>
                    </a:lnTo>
                    <a:lnTo>
                      <a:pt x="858" y="2191"/>
                    </a:lnTo>
                    <a:lnTo>
                      <a:pt x="2572" y="3143"/>
                    </a:lnTo>
                    <a:lnTo>
                      <a:pt x="2191" y="3334"/>
                    </a:lnTo>
                    <a:lnTo>
                      <a:pt x="0" y="2096"/>
                    </a:lnTo>
                    <a:lnTo>
                      <a:pt x="3715" y="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1" name="Google Shape;1091;p33"/>
              <p:cNvSpPr/>
              <p:nvPr/>
            </p:nvSpPr>
            <p:spPr>
              <a:xfrm>
                <a:off x="2769644" y="5037684"/>
                <a:ext cx="4191" cy="2312"/>
              </a:xfrm>
              <a:custGeom>
                <a:avLst/>
                <a:gdLst/>
                <a:ahLst/>
                <a:cxnLst/>
                <a:rect l="l" t="t" r="r" b="b"/>
                <a:pathLst>
                  <a:path w="4191" h="2312" extrusionOk="0">
                    <a:moveTo>
                      <a:pt x="0" y="1252"/>
                    </a:moveTo>
                    <a:lnTo>
                      <a:pt x="571" y="1252"/>
                    </a:lnTo>
                    <a:cubicBezTo>
                      <a:pt x="571" y="1252"/>
                      <a:pt x="762" y="1632"/>
                      <a:pt x="1048" y="1823"/>
                    </a:cubicBezTo>
                    <a:cubicBezTo>
                      <a:pt x="1429" y="2013"/>
                      <a:pt x="1810" y="2013"/>
                      <a:pt x="2000" y="1823"/>
                    </a:cubicBezTo>
                    <a:cubicBezTo>
                      <a:pt x="2286" y="1632"/>
                      <a:pt x="2000" y="1442"/>
                      <a:pt x="1905" y="1156"/>
                    </a:cubicBezTo>
                    <a:cubicBezTo>
                      <a:pt x="1619" y="870"/>
                      <a:pt x="1429" y="489"/>
                      <a:pt x="1905" y="204"/>
                    </a:cubicBezTo>
                    <a:cubicBezTo>
                      <a:pt x="2381" y="-82"/>
                      <a:pt x="3048" y="-82"/>
                      <a:pt x="3620" y="299"/>
                    </a:cubicBezTo>
                    <a:cubicBezTo>
                      <a:pt x="4001" y="489"/>
                      <a:pt x="4096" y="775"/>
                      <a:pt x="4191" y="966"/>
                    </a:cubicBezTo>
                    <a:lnTo>
                      <a:pt x="3715" y="966"/>
                    </a:lnTo>
                    <a:cubicBezTo>
                      <a:pt x="3715" y="966"/>
                      <a:pt x="3620" y="680"/>
                      <a:pt x="3334" y="489"/>
                    </a:cubicBezTo>
                    <a:cubicBezTo>
                      <a:pt x="2953" y="299"/>
                      <a:pt x="2667" y="299"/>
                      <a:pt x="2477" y="489"/>
                    </a:cubicBezTo>
                    <a:cubicBezTo>
                      <a:pt x="2191" y="680"/>
                      <a:pt x="2477" y="870"/>
                      <a:pt x="2572" y="1156"/>
                    </a:cubicBezTo>
                    <a:cubicBezTo>
                      <a:pt x="2858" y="1442"/>
                      <a:pt x="3143" y="1823"/>
                      <a:pt x="2572" y="2109"/>
                    </a:cubicBezTo>
                    <a:cubicBezTo>
                      <a:pt x="2096" y="2395"/>
                      <a:pt x="1429" y="2395"/>
                      <a:pt x="762" y="2013"/>
                    </a:cubicBezTo>
                    <a:cubicBezTo>
                      <a:pt x="381" y="1823"/>
                      <a:pt x="191" y="1442"/>
                      <a:pt x="95" y="115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2" name="Google Shape;1092;p33"/>
              <p:cNvSpPr/>
              <p:nvPr/>
            </p:nvSpPr>
            <p:spPr>
              <a:xfrm>
                <a:off x="2772418" y="5039399"/>
                <a:ext cx="3988" cy="2393"/>
              </a:xfrm>
              <a:custGeom>
                <a:avLst/>
                <a:gdLst/>
                <a:ahLst/>
                <a:cxnLst/>
                <a:rect l="l" t="t" r="r" b="b"/>
                <a:pathLst>
                  <a:path w="3988" h="2393" extrusionOk="0">
                    <a:moveTo>
                      <a:pt x="750" y="394"/>
                    </a:moveTo>
                    <a:cubicBezTo>
                      <a:pt x="1703" y="-178"/>
                      <a:pt x="2846" y="-83"/>
                      <a:pt x="3513" y="394"/>
                    </a:cubicBezTo>
                    <a:cubicBezTo>
                      <a:pt x="3894" y="584"/>
                      <a:pt x="3989" y="870"/>
                      <a:pt x="3989" y="1060"/>
                    </a:cubicBezTo>
                    <a:lnTo>
                      <a:pt x="3417" y="1060"/>
                    </a:lnTo>
                    <a:cubicBezTo>
                      <a:pt x="3417" y="1060"/>
                      <a:pt x="3417" y="775"/>
                      <a:pt x="3132" y="680"/>
                    </a:cubicBezTo>
                    <a:cubicBezTo>
                      <a:pt x="2656" y="394"/>
                      <a:pt x="1894" y="394"/>
                      <a:pt x="1227" y="775"/>
                    </a:cubicBezTo>
                    <a:cubicBezTo>
                      <a:pt x="560" y="1156"/>
                      <a:pt x="560" y="1537"/>
                      <a:pt x="1036" y="1918"/>
                    </a:cubicBezTo>
                    <a:cubicBezTo>
                      <a:pt x="1322" y="2013"/>
                      <a:pt x="1608" y="2108"/>
                      <a:pt x="1894" y="2108"/>
                    </a:cubicBezTo>
                    <a:lnTo>
                      <a:pt x="1894" y="2394"/>
                    </a:lnTo>
                    <a:cubicBezTo>
                      <a:pt x="1322" y="2394"/>
                      <a:pt x="846" y="2299"/>
                      <a:pt x="560" y="2108"/>
                    </a:cubicBezTo>
                    <a:cubicBezTo>
                      <a:pt x="-202" y="1727"/>
                      <a:pt x="-202" y="1060"/>
                      <a:pt x="655" y="5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093" name="Google Shape;1093;p33"/>
            <p:cNvSpPr/>
            <p:nvPr/>
          </p:nvSpPr>
          <p:spPr>
            <a:xfrm>
              <a:off x="6913084" y="2175445"/>
              <a:ext cx="75748" cy="43345"/>
            </a:xfrm>
            <a:custGeom>
              <a:avLst/>
              <a:gdLst/>
              <a:ahLst/>
              <a:cxnLst/>
              <a:rect l="l" t="t" r="r" b="b"/>
              <a:pathLst>
                <a:path w="27050" h="15478" extrusionOk="0">
                  <a:moveTo>
                    <a:pt x="23622" y="5215"/>
                  </a:moveTo>
                  <a:lnTo>
                    <a:pt x="15145" y="357"/>
                  </a:lnTo>
                  <a:cubicBezTo>
                    <a:pt x="14288" y="-119"/>
                    <a:pt x="12763" y="-119"/>
                    <a:pt x="11906" y="357"/>
                  </a:cubicBezTo>
                  <a:lnTo>
                    <a:pt x="3429" y="5215"/>
                  </a:lnTo>
                  <a:lnTo>
                    <a:pt x="0" y="5215"/>
                  </a:lnTo>
                  <a:lnTo>
                    <a:pt x="0" y="7691"/>
                  </a:lnTo>
                  <a:cubicBezTo>
                    <a:pt x="0" y="7691"/>
                    <a:pt x="286" y="8358"/>
                    <a:pt x="667" y="8644"/>
                  </a:cubicBezTo>
                  <a:lnTo>
                    <a:pt x="11906" y="15121"/>
                  </a:lnTo>
                  <a:cubicBezTo>
                    <a:pt x="12763" y="15597"/>
                    <a:pt x="14288" y="15597"/>
                    <a:pt x="15145" y="15121"/>
                  </a:cubicBezTo>
                  <a:lnTo>
                    <a:pt x="26384" y="8644"/>
                  </a:lnTo>
                  <a:cubicBezTo>
                    <a:pt x="26384" y="8644"/>
                    <a:pt x="27051" y="8073"/>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4" name="Google Shape;1094;p33"/>
            <p:cNvSpPr/>
            <p:nvPr/>
          </p:nvSpPr>
          <p:spPr>
            <a:xfrm>
              <a:off x="6913047" y="2168242"/>
              <a:ext cx="75717" cy="43611"/>
            </a:xfrm>
            <a:custGeom>
              <a:avLst/>
              <a:gdLst/>
              <a:ahLst/>
              <a:cxnLst/>
              <a:rect l="l" t="t" r="r" b="b"/>
              <a:pathLst>
                <a:path w="27039" h="15573" extrusionOk="0">
                  <a:moveTo>
                    <a:pt x="15157" y="15216"/>
                  </a:moveTo>
                  <a:cubicBezTo>
                    <a:pt x="14300" y="15693"/>
                    <a:pt x="12776" y="15693"/>
                    <a:pt x="11919" y="15216"/>
                  </a:cubicBezTo>
                  <a:lnTo>
                    <a:pt x="679" y="8739"/>
                  </a:lnTo>
                  <a:cubicBezTo>
                    <a:pt x="-178" y="8263"/>
                    <a:pt x="-273" y="7406"/>
                    <a:pt x="679" y="6834"/>
                  </a:cubicBezTo>
                  <a:lnTo>
                    <a:pt x="11919" y="357"/>
                  </a:lnTo>
                  <a:cubicBezTo>
                    <a:pt x="12776" y="-119"/>
                    <a:pt x="14300" y="-119"/>
                    <a:pt x="15157" y="357"/>
                  </a:cubicBezTo>
                  <a:lnTo>
                    <a:pt x="26397" y="6834"/>
                  </a:lnTo>
                  <a:cubicBezTo>
                    <a:pt x="27254" y="7310"/>
                    <a:pt x="27254" y="8168"/>
                    <a:pt x="26397" y="8739"/>
                  </a:cubicBezTo>
                  <a:lnTo>
                    <a:pt x="15157"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5" name="Google Shape;1095;p33"/>
            <p:cNvSpPr/>
            <p:nvPr/>
          </p:nvSpPr>
          <p:spPr>
            <a:xfrm>
              <a:off x="6944024" y="2185515"/>
              <a:ext cx="14469" cy="8802"/>
            </a:xfrm>
            <a:custGeom>
              <a:avLst/>
              <a:gdLst/>
              <a:ahLst/>
              <a:cxnLst/>
              <a:rect l="l" t="t" r="r" b="b"/>
              <a:pathLst>
                <a:path w="5167" h="3143" extrusionOk="0">
                  <a:moveTo>
                    <a:pt x="190" y="1619"/>
                  </a:moveTo>
                  <a:cubicBezTo>
                    <a:pt x="2381" y="1619"/>
                    <a:pt x="3620" y="1619"/>
                    <a:pt x="4191" y="1238"/>
                  </a:cubicBezTo>
                  <a:cubicBezTo>
                    <a:pt x="4572" y="1048"/>
                    <a:pt x="4667" y="762"/>
                    <a:pt x="4191" y="476"/>
                  </a:cubicBezTo>
                  <a:cubicBezTo>
                    <a:pt x="3905" y="286"/>
                    <a:pt x="3429" y="286"/>
                    <a:pt x="3048" y="286"/>
                  </a:cubicBezTo>
                  <a:lnTo>
                    <a:pt x="3048" y="0"/>
                  </a:lnTo>
                  <a:cubicBezTo>
                    <a:pt x="3715" y="0"/>
                    <a:pt x="4191" y="0"/>
                    <a:pt x="4667" y="286"/>
                  </a:cubicBezTo>
                  <a:cubicBezTo>
                    <a:pt x="5334" y="667"/>
                    <a:pt x="5334" y="1143"/>
                    <a:pt x="4667" y="1524"/>
                  </a:cubicBezTo>
                  <a:cubicBezTo>
                    <a:pt x="4001" y="1905"/>
                    <a:pt x="2667" y="1905"/>
                    <a:pt x="953" y="2000"/>
                  </a:cubicBezTo>
                  <a:cubicBezTo>
                    <a:pt x="1143" y="2096"/>
                    <a:pt x="1429" y="2191"/>
                    <a:pt x="1619" y="2381"/>
                  </a:cubicBezTo>
                  <a:lnTo>
                    <a:pt x="2667" y="2953"/>
                  </a:lnTo>
                  <a:lnTo>
                    <a:pt x="2286" y="3143"/>
                  </a:lnTo>
                  <a:lnTo>
                    <a:pt x="0" y="1810"/>
                  </a:lnTo>
                  <a:lnTo>
                    <a:pt x="286" y="1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6" name="Google Shape;1096;p33"/>
            <p:cNvSpPr/>
            <p:nvPr/>
          </p:nvSpPr>
          <p:spPr>
            <a:xfrm>
              <a:off x="6961095" y="2203186"/>
              <a:ext cx="75482" cy="43611"/>
            </a:xfrm>
            <a:custGeom>
              <a:avLst/>
              <a:gdLst/>
              <a:ahLst/>
              <a:cxnLst/>
              <a:rect l="l" t="t" r="r" b="b"/>
              <a:pathLst>
                <a:path w="26955" h="15573" extrusionOk="0">
                  <a:moveTo>
                    <a:pt x="23622" y="5215"/>
                  </a:moveTo>
                  <a:lnTo>
                    <a:pt x="15145" y="357"/>
                  </a:lnTo>
                  <a:cubicBezTo>
                    <a:pt x="14288" y="-119"/>
                    <a:pt x="12763" y="-119"/>
                    <a:pt x="11906" y="357"/>
                  </a:cubicBezTo>
                  <a:lnTo>
                    <a:pt x="3429" y="5215"/>
                  </a:lnTo>
                  <a:lnTo>
                    <a:pt x="0" y="5215"/>
                  </a:lnTo>
                  <a:lnTo>
                    <a:pt x="0" y="7787"/>
                  </a:lnTo>
                  <a:cubicBezTo>
                    <a:pt x="0" y="7787"/>
                    <a:pt x="190" y="8453"/>
                    <a:pt x="667" y="8739"/>
                  </a:cubicBezTo>
                  <a:lnTo>
                    <a:pt x="11906" y="15216"/>
                  </a:lnTo>
                  <a:cubicBezTo>
                    <a:pt x="12763" y="15693"/>
                    <a:pt x="14288" y="15693"/>
                    <a:pt x="15145" y="15216"/>
                  </a:cubicBezTo>
                  <a:lnTo>
                    <a:pt x="26289" y="8739"/>
                  </a:lnTo>
                  <a:cubicBezTo>
                    <a:pt x="26289" y="8739"/>
                    <a:pt x="26956" y="8168"/>
                    <a:pt x="26956" y="7787"/>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7" name="Google Shape;1097;p33"/>
            <p:cNvSpPr/>
            <p:nvPr/>
          </p:nvSpPr>
          <p:spPr>
            <a:xfrm>
              <a:off x="6961159" y="2195717"/>
              <a:ext cx="75350" cy="43611"/>
            </a:xfrm>
            <a:custGeom>
              <a:avLst/>
              <a:gdLst/>
              <a:ahLst/>
              <a:cxnLst/>
              <a:rect l="l" t="t" r="r" b="b"/>
              <a:pathLst>
                <a:path w="26908" h="15573" extrusionOk="0">
                  <a:moveTo>
                    <a:pt x="15121" y="15216"/>
                  </a:moveTo>
                  <a:cubicBezTo>
                    <a:pt x="14264" y="15693"/>
                    <a:pt x="12740" y="15693"/>
                    <a:pt x="11883" y="15216"/>
                  </a:cubicBezTo>
                  <a:lnTo>
                    <a:pt x="643" y="8739"/>
                  </a:lnTo>
                  <a:cubicBezTo>
                    <a:pt x="-214" y="8168"/>
                    <a:pt x="-214" y="7406"/>
                    <a:pt x="643" y="6834"/>
                  </a:cubicBezTo>
                  <a:lnTo>
                    <a:pt x="11883" y="357"/>
                  </a:lnTo>
                  <a:cubicBezTo>
                    <a:pt x="12740" y="-119"/>
                    <a:pt x="14264" y="-119"/>
                    <a:pt x="15121" y="357"/>
                  </a:cubicBezTo>
                  <a:lnTo>
                    <a:pt x="26265" y="6834"/>
                  </a:lnTo>
                  <a:cubicBezTo>
                    <a:pt x="27122" y="7310"/>
                    <a:pt x="27122" y="8168"/>
                    <a:pt x="26265"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8" name="Google Shape;1098;p33"/>
            <p:cNvSpPr/>
            <p:nvPr/>
          </p:nvSpPr>
          <p:spPr>
            <a:xfrm>
              <a:off x="6992567" y="2213522"/>
              <a:ext cx="14343" cy="7880"/>
            </a:xfrm>
            <a:custGeom>
              <a:avLst/>
              <a:gdLst/>
              <a:ahLst/>
              <a:cxnLst/>
              <a:rect l="l" t="t" r="r" b="b"/>
              <a:pathLst>
                <a:path w="5122" h="2814" extrusionOk="0">
                  <a:moveTo>
                    <a:pt x="0" y="1429"/>
                  </a:moveTo>
                  <a:lnTo>
                    <a:pt x="571" y="1429"/>
                  </a:lnTo>
                  <a:cubicBezTo>
                    <a:pt x="571" y="1429"/>
                    <a:pt x="571" y="1905"/>
                    <a:pt x="1048" y="2191"/>
                  </a:cubicBezTo>
                  <a:cubicBezTo>
                    <a:pt x="1524" y="2477"/>
                    <a:pt x="2000" y="2477"/>
                    <a:pt x="2477" y="2191"/>
                  </a:cubicBezTo>
                  <a:cubicBezTo>
                    <a:pt x="2857" y="2000"/>
                    <a:pt x="2857" y="1619"/>
                    <a:pt x="2096" y="1143"/>
                  </a:cubicBezTo>
                  <a:lnTo>
                    <a:pt x="2477" y="953"/>
                  </a:lnTo>
                  <a:cubicBezTo>
                    <a:pt x="3238" y="1429"/>
                    <a:pt x="3810" y="1334"/>
                    <a:pt x="4191" y="1143"/>
                  </a:cubicBezTo>
                  <a:cubicBezTo>
                    <a:pt x="4572" y="953"/>
                    <a:pt x="4477" y="667"/>
                    <a:pt x="4191" y="476"/>
                  </a:cubicBezTo>
                  <a:cubicBezTo>
                    <a:pt x="3905" y="286"/>
                    <a:pt x="3524" y="286"/>
                    <a:pt x="3048" y="286"/>
                  </a:cubicBezTo>
                  <a:lnTo>
                    <a:pt x="3048" y="0"/>
                  </a:lnTo>
                  <a:cubicBezTo>
                    <a:pt x="3620" y="0"/>
                    <a:pt x="4191" y="95"/>
                    <a:pt x="4572" y="381"/>
                  </a:cubicBezTo>
                  <a:cubicBezTo>
                    <a:pt x="5239" y="762"/>
                    <a:pt x="5334" y="1143"/>
                    <a:pt x="4667" y="1524"/>
                  </a:cubicBezTo>
                  <a:cubicBezTo>
                    <a:pt x="4286" y="1810"/>
                    <a:pt x="3715" y="1810"/>
                    <a:pt x="3143" y="1619"/>
                  </a:cubicBezTo>
                  <a:lnTo>
                    <a:pt x="3143" y="1619"/>
                  </a:lnTo>
                  <a:cubicBezTo>
                    <a:pt x="3143" y="1619"/>
                    <a:pt x="3524" y="2286"/>
                    <a:pt x="3048" y="2572"/>
                  </a:cubicBezTo>
                  <a:cubicBezTo>
                    <a:pt x="2381" y="2953"/>
                    <a:pt x="1524" y="2858"/>
                    <a:pt x="857" y="2477"/>
                  </a:cubicBezTo>
                  <a:cubicBezTo>
                    <a:pt x="286" y="2096"/>
                    <a:pt x="190" y="1810"/>
                    <a:pt x="190" y="152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9" name="Google Shape;1099;p33"/>
            <p:cNvSpPr/>
            <p:nvPr/>
          </p:nvSpPr>
          <p:spPr>
            <a:xfrm>
              <a:off x="7008837" y="2230926"/>
              <a:ext cx="75482" cy="43611"/>
            </a:xfrm>
            <a:custGeom>
              <a:avLst/>
              <a:gdLst/>
              <a:ahLst/>
              <a:cxnLst/>
              <a:rect l="l" t="t" r="r" b="b"/>
              <a:pathLst>
                <a:path w="26955" h="15573" extrusionOk="0">
                  <a:moveTo>
                    <a:pt x="23622" y="5215"/>
                  </a:moveTo>
                  <a:lnTo>
                    <a:pt x="15145" y="357"/>
                  </a:lnTo>
                  <a:cubicBezTo>
                    <a:pt x="14288" y="-119"/>
                    <a:pt x="12763" y="-119"/>
                    <a:pt x="11906" y="357"/>
                  </a:cubicBezTo>
                  <a:lnTo>
                    <a:pt x="3429" y="5215"/>
                  </a:lnTo>
                  <a:lnTo>
                    <a:pt x="0" y="5215"/>
                  </a:lnTo>
                  <a:lnTo>
                    <a:pt x="0" y="7787"/>
                  </a:lnTo>
                  <a:cubicBezTo>
                    <a:pt x="0" y="7787"/>
                    <a:pt x="191" y="8453"/>
                    <a:pt x="667" y="8739"/>
                  </a:cubicBezTo>
                  <a:lnTo>
                    <a:pt x="11906" y="15216"/>
                  </a:lnTo>
                  <a:cubicBezTo>
                    <a:pt x="12763" y="15693"/>
                    <a:pt x="14288" y="15693"/>
                    <a:pt x="15145" y="15216"/>
                  </a:cubicBezTo>
                  <a:lnTo>
                    <a:pt x="26289" y="8739"/>
                  </a:lnTo>
                  <a:cubicBezTo>
                    <a:pt x="26289" y="8739"/>
                    <a:pt x="26956" y="8168"/>
                    <a:pt x="26956" y="7787"/>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0" name="Google Shape;1100;p33"/>
            <p:cNvSpPr/>
            <p:nvPr/>
          </p:nvSpPr>
          <p:spPr>
            <a:xfrm>
              <a:off x="7008971" y="2223458"/>
              <a:ext cx="75748" cy="43611"/>
            </a:xfrm>
            <a:custGeom>
              <a:avLst/>
              <a:gdLst/>
              <a:ahLst/>
              <a:cxnLst/>
              <a:rect l="l" t="t" r="r" b="b"/>
              <a:pathLst>
                <a:path w="27050" h="15573" extrusionOk="0">
                  <a:moveTo>
                    <a:pt x="15192" y="15216"/>
                  </a:moveTo>
                  <a:cubicBezTo>
                    <a:pt x="14335" y="15693"/>
                    <a:pt x="12811" y="15693"/>
                    <a:pt x="11954" y="15216"/>
                  </a:cubicBezTo>
                  <a:lnTo>
                    <a:pt x="714" y="8739"/>
                  </a:lnTo>
                  <a:cubicBezTo>
                    <a:pt x="-238" y="8168"/>
                    <a:pt x="-238" y="7406"/>
                    <a:pt x="714" y="6834"/>
                  </a:cubicBezTo>
                  <a:lnTo>
                    <a:pt x="11954" y="357"/>
                  </a:lnTo>
                  <a:cubicBezTo>
                    <a:pt x="12811" y="-119"/>
                    <a:pt x="14335" y="-119"/>
                    <a:pt x="15192" y="357"/>
                  </a:cubicBezTo>
                  <a:lnTo>
                    <a:pt x="26337" y="6834"/>
                  </a:lnTo>
                  <a:cubicBezTo>
                    <a:pt x="27289" y="7310"/>
                    <a:pt x="27289" y="8168"/>
                    <a:pt x="26337" y="8739"/>
                  </a:cubicBezTo>
                  <a:lnTo>
                    <a:pt x="15192"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1" name="Google Shape;1101;p33"/>
            <p:cNvSpPr/>
            <p:nvPr/>
          </p:nvSpPr>
          <p:spPr>
            <a:xfrm>
              <a:off x="7042180" y="2242330"/>
              <a:ext cx="12803" cy="6668"/>
            </a:xfrm>
            <a:custGeom>
              <a:avLst/>
              <a:gdLst/>
              <a:ahLst/>
              <a:cxnLst/>
              <a:rect l="l" t="t" r="r" b="b"/>
              <a:pathLst>
                <a:path w="4572" h="2381" extrusionOk="0">
                  <a:moveTo>
                    <a:pt x="1619" y="1619"/>
                  </a:moveTo>
                  <a:lnTo>
                    <a:pt x="0" y="667"/>
                  </a:lnTo>
                  <a:lnTo>
                    <a:pt x="286" y="476"/>
                  </a:lnTo>
                  <a:lnTo>
                    <a:pt x="4096" y="0"/>
                  </a:lnTo>
                  <a:lnTo>
                    <a:pt x="4572" y="286"/>
                  </a:lnTo>
                  <a:lnTo>
                    <a:pt x="2381" y="1619"/>
                  </a:lnTo>
                  <a:lnTo>
                    <a:pt x="2858" y="1905"/>
                  </a:lnTo>
                  <a:lnTo>
                    <a:pt x="2477" y="2096"/>
                  </a:lnTo>
                  <a:lnTo>
                    <a:pt x="2000" y="1810"/>
                  </a:lnTo>
                  <a:lnTo>
                    <a:pt x="1048" y="2381"/>
                  </a:lnTo>
                  <a:lnTo>
                    <a:pt x="571" y="2096"/>
                  </a:lnTo>
                  <a:lnTo>
                    <a:pt x="1524" y="1524"/>
                  </a:lnTo>
                  <a:close/>
                  <a:moveTo>
                    <a:pt x="2000" y="1429"/>
                  </a:moveTo>
                  <a:lnTo>
                    <a:pt x="3048" y="857"/>
                  </a:lnTo>
                  <a:cubicBezTo>
                    <a:pt x="3048" y="857"/>
                    <a:pt x="3524" y="571"/>
                    <a:pt x="3715" y="476"/>
                  </a:cubicBezTo>
                  <a:lnTo>
                    <a:pt x="3715" y="476"/>
                  </a:lnTo>
                  <a:cubicBezTo>
                    <a:pt x="3715" y="476"/>
                    <a:pt x="3238" y="476"/>
                    <a:pt x="2953" y="571"/>
                  </a:cubicBezTo>
                  <a:lnTo>
                    <a:pt x="857" y="762"/>
                  </a:lnTo>
                  <a:lnTo>
                    <a:pt x="2000" y="142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2" name="Google Shape;1102;p33"/>
            <p:cNvSpPr/>
            <p:nvPr/>
          </p:nvSpPr>
          <p:spPr>
            <a:xfrm>
              <a:off x="6864804" y="2147503"/>
              <a:ext cx="75482" cy="43809"/>
            </a:xfrm>
            <a:custGeom>
              <a:avLst/>
              <a:gdLst/>
              <a:ahLst/>
              <a:cxnLst/>
              <a:rect l="l" t="t" r="r" b="b"/>
              <a:pathLst>
                <a:path w="26955" h="15644" extrusionOk="0">
                  <a:moveTo>
                    <a:pt x="23622" y="5286"/>
                  </a:moveTo>
                  <a:lnTo>
                    <a:pt x="15145" y="429"/>
                  </a:lnTo>
                  <a:cubicBezTo>
                    <a:pt x="14288" y="-143"/>
                    <a:pt x="12763" y="-143"/>
                    <a:pt x="11906" y="429"/>
                  </a:cubicBezTo>
                  <a:lnTo>
                    <a:pt x="3429" y="5286"/>
                  </a:lnTo>
                  <a:lnTo>
                    <a:pt x="0" y="5286"/>
                  </a:lnTo>
                  <a:lnTo>
                    <a:pt x="0" y="7858"/>
                  </a:lnTo>
                  <a:cubicBezTo>
                    <a:pt x="0" y="7858"/>
                    <a:pt x="191" y="8525"/>
                    <a:pt x="667" y="8811"/>
                  </a:cubicBezTo>
                  <a:lnTo>
                    <a:pt x="11811" y="15288"/>
                  </a:lnTo>
                  <a:cubicBezTo>
                    <a:pt x="12668" y="15764"/>
                    <a:pt x="14192" y="15764"/>
                    <a:pt x="15050" y="15288"/>
                  </a:cubicBezTo>
                  <a:lnTo>
                    <a:pt x="26289" y="8811"/>
                  </a:lnTo>
                  <a:cubicBezTo>
                    <a:pt x="26289" y="8811"/>
                    <a:pt x="26956" y="8239"/>
                    <a:pt x="26956" y="7858"/>
                  </a:cubicBezTo>
                  <a:lnTo>
                    <a:pt x="26956" y="5286"/>
                  </a:lnTo>
                  <a:lnTo>
                    <a:pt x="23527"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3" name="Google Shape;1103;p33"/>
            <p:cNvSpPr/>
            <p:nvPr/>
          </p:nvSpPr>
          <p:spPr>
            <a:xfrm>
              <a:off x="6865204" y="2140236"/>
              <a:ext cx="75751" cy="43611"/>
            </a:xfrm>
            <a:custGeom>
              <a:avLst/>
              <a:gdLst/>
              <a:ahLst/>
              <a:cxnLst/>
              <a:rect l="l" t="t" r="r" b="b"/>
              <a:pathLst>
                <a:path w="27051" h="15573" extrusionOk="0">
                  <a:moveTo>
                    <a:pt x="15097" y="15216"/>
                  </a:moveTo>
                  <a:cubicBezTo>
                    <a:pt x="14240" y="15692"/>
                    <a:pt x="12716" y="15692"/>
                    <a:pt x="11859" y="15216"/>
                  </a:cubicBezTo>
                  <a:lnTo>
                    <a:pt x="714" y="8739"/>
                  </a:lnTo>
                  <a:cubicBezTo>
                    <a:pt x="-238" y="8168"/>
                    <a:pt x="-238" y="7406"/>
                    <a:pt x="714" y="6834"/>
                  </a:cubicBezTo>
                  <a:lnTo>
                    <a:pt x="11859" y="357"/>
                  </a:lnTo>
                  <a:cubicBezTo>
                    <a:pt x="12716" y="-119"/>
                    <a:pt x="14240" y="-119"/>
                    <a:pt x="15097" y="357"/>
                  </a:cubicBezTo>
                  <a:lnTo>
                    <a:pt x="26337" y="6834"/>
                  </a:lnTo>
                  <a:cubicBezTo>
                    <a:pt x="27289" y="7310"/>
                    <a:pt x="27289" y="8168"/>
                    <a:pt x="26337" y="8739"/>
                  </a:cubicBezTo>
                  <a:lnTo>
                    <a:pt x="15097"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4" name="Google Shape;1104;p33"/>
            <p:cNvSpPr/>
            <p:nvPr/>
          </p:nvSpPr>
          <p:spPr>
            <a:xfrm>
              <a:off x="6896545" y="2158307"/>
              <a:ext cx="13601" cy="8270"/>
            </a:xfrm>
            <a:custGeom>
              <a:avLst/>
              <a:gdLst/>
              <a:ahLst/>
              <a:cxnLst/>
              <a:rect l="l" t="t" r="r" b="b"/>
              <a:pathLst>
                <a:path w="4857" h="2953" extrusionOk="0">
                  <a:moveTo>
                    <a:pt x="286" y="1619"/>
                  </a:moveTo>
                  <a:lnTo>
                    <a:pt x="1143" y="2096"/>
                  </a:lnTo>
                  <a:lnTo>
                    <a:pt x="3810" y="572"/>
                  </a:lnTo>
                  <a:lnTo>
                    <a:pt x="3143" y="191"/>
                  </a:lnTo>
                  <a:lnTo>
                    <a:pt x="3429" y="0"/>
                  </a:lnTo>
                  <a:cubicBezTo>
                    <a:pt x="3429" y="0"/>
                    <a:pt x="4096" y="286"/>
                    <a:pt x="4477" y="286"/>
                  </a:cubicBezTo>
                  <a:lnTo>
                    <a:pt x="4858" y="476"/>
                  </a:lnTo>
                  <a:lnTo>
                    <a:pt x="1619" y="2381"/>
                  </a:lnTo>
                  <a:lnTo>
                    <a:pt x="2381" y="2762"/>
                  </a:lnTo>
                  <a:lnTo>
                    <a:pt x="2000" y="2953"/>
                  </a:lnTo>
                  <a:lnTo>
                    <a:pt x="0" y="1810"/>
                  </a:lnTo>
                  <a:lnTo>
                    <a:pt x="381" y="1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5" name="Google Shape;1105;p33"/>
            <p:cNvSpPr/>
            <p:nvPr/>
          </p:nvSpPr>
          <p:spPr>
            <a:xfrm>
              <a:off x="6885876" y="2217854"/>
              <a:ext cx="75748" cy="43611"/>
            </a:xfrm>
            <a:custGeom>
              <a:avLst/>
              <a:gdLst/>
              <a:ahLst/>
              <a:cxnLst/>
              <a:rect l="l" t="t" r="r" b="b"/>
              <a:pathLst>
                <a:path w="27050" h="15573" extrusionOk="0">
                  <a:moveTo>
                    <a:pt x="23622" y="5215"/>
                  </a:moveTo>
                  <a:lnTo>
                    <a:pt x="15145" y="357"/>
                  </a:lnTo>
                  <a:cubicBezTo>
                    <a:pt x="14288" y="-119"/>
                    <a:pt x="12763" y="-119"/>
                    <a:pt x="11906" y="357"/>
                  </a:cubicBezTo>
                  <a:lnTo>
                    <a:pt x="3429" y="5215"/>
                  </a:lnTo>
                  <a:lnTo>
                    <a:pt x="0" y="5215"/>
                  </a:lnTo>
                  <a:lnTo>
                    <a:pt x="0" y="7787"/>
                  </a:lnTo>
                  <a:cubicBezTo>
                    <a:pt x="0" y="7787"/>
                    <a:pt x="190" y="8454"/>
                    <a:pt x="667" y="8739"/>
                  </a:cubicBezTo>
                  <a:lnTo>
                    <a:pt x="11906" y="15216"/>
                  </a:lnTo>
                  <a:cubicBezTo>
                    <a:pt x="12763" y="15692"/>
                    <a:pt x="14288" y="15692"/>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6" name="Google Shape;1106;p33"/>
            <p:cNvSpPr/>
            <p:nvPr/>
          </p:nvSpPr>
          <p:spPr>
            <a:xfrm>
              <a:off x="6885943" y="2210386"/>
              <a:ext cx="75617" cy="43611"/>
            </a:xfrm>
            <a:custGeom>
              <a:avLst/>
              <a:gdLst/>
              <a:ahLst/>
              <a:cxnLst/>
              <a:rect l="l" t="t" r="r" b="b"/>
              <a:pathLst>
                <a:path w="27003" h="15573" extrusionOk="0">
                  <a:moveTo>
                    <a:pt x="15121" y="15216"/>
                  </a:moveTo>
                  <a:cubicBezTo>
                    <a:pt x="14264" y="15692"/>
                    <a:pt x="12740" y="15692"/>
                    <a:pt x="11882" y="15216"/>
                  </a:cubicBezTo>
                  <a:lnTo>
                    <a:pt x="643" y="8739"/>
                  </a:lnTo>
                  <a:cubicBezTo>
                    <a:pt x="-214" y="8263"/>
                    <a:pt x="-214" y="7406"/>
                    <a:pt x="643" y="6834"/>
                  </a:cubicBezTo>
                  <a:lnTo>
                    <a:pt x="11882" y="357"/>
                  </a:lnTo>
                  <a:cubicBezTo>
                    <a:pt x="12740" y="-119"/>
                    <a:pt x="14264" y="-119"/>
                    <a:pt x="15121" y="357"/>
                  </a:cubicBezTo>
                  <a:lnTo>
                    <a:pt x="26360" y="6834"/>
                  </a:lnTo>
                  <a:cubicBezTo>
                    <a:pt x="27218" y="7310"/>
                    <a:pt x="27218"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7" name="Google Shape;1107;p33"/>
            <p:cNvSpPr/>
            <p:nvPr/>
          </p:nvSpPr>
          <p:spPr>
            <a:xfrm>
              <a:off x="6915750" y="2225525"/>
              <a:ext cx="20003" cy="11202"/>
            </a:xfrm>
            <a:custGeom>
              <a:avLst/>
              <a:gdLst/>
              <a:ahLst/>
              <a:cxnLst/>
              <a:rect l="l" t="t" r="r" b="b"/>
              <a:pathLst>
                <a:path w="7143" h="4000" extrusionOk="0">
                  <a:moveTo>
                    <a:pt x="3048" y="0"/>
                  </a:moveTo>
                  <a:lnTo>
                    <a:pt x="3524" y="286"/>
                  </a:lnTo>
                  <a:lnTo>
                    <a:pt x="1905" y="1619"/>
                  </a:lnTo>
                  <a:cubicBezTo>
                    <a:pt x="1905" y="1619"/>
                    <a:pt x="1238" y="2191"/>
                    <a:pt x="953" y="2477"/>
                  </a:cubicBezTo>
                  <a:lnTo>
                    <a:pt x="953" y="2477"/>
                  </a:lnTo>
                  <a:cubicBezTo>
                    <a:pt x="953" y="2477"/>
                    <a:pt x="1905" y="2096"/>
                    <a:pt x="2381" y="2000"/>
                  </a:cubicBezTo>
                  <a:lnTo>
                    <a:pt x="4858" y="1143"/>
                  </a:lnTo>
                  <a:lnTo>
                    <a:pt x="5334" y="1333"/>
                  </a:lnTo>
                  <a:lnTo>
                    <a:pt x="3810" y="2762"/>
                  </a:lnTo>
                  <a:cubicBezTo>
                    <a:pt x="3810" y="2762"/>
                    <a:pt x="3238" y="3334"/>
                    <a:pt x="2857" y="3620"/>
                  </a:cubicBezTo>
                  <a:lnTo>
                    <a:pt x="2857" y="3620"/>
                  </a:lnTo>
                  <a:cubicBezTo>
                    <a:pt x="2857" y="3620"/>
                    <a:pt x="3810" y="3238"/>
                    <a:pt x="4286" y="3048"/>
                  </a:cubicBezTo>
                  <a:lnTo>
                    <a:pt x="6668" y="2096"/>
                  </a:lnTo>
                  <a:lnTo>
                    <a:pt x="7144" y="2381"/>
                  </a:lnTo>
                  <a:lnTo>
                    <a:pt x="2667" y="4000"/>
                  </a:lnTo>
                  <a:lnTo>
                    <a:pt x="2096" y="3715"/>
                  </a:lnTo>
                  <a:lnTo>
                    <a:pt x="3715" y="2096"/>
                  </a:lnTo>
                  <a:cubicBezTo>
                    <a:pt x="3715" y="2096"/>
                    <a:pt x="4096" y="1714"/>
                    <a:pt x="4381" y="1524"/>
                  </a:cubicBezTo>
                  <a:lnTo>
                    <a:pt x="4381" y="1524"/>
                  </a:lnTo>
                  <a:cubicBezTo>
                    <a:pt x="4381" y="1524"/>
                    <a:pt x="3715" y="1714"/>
                    <a:pt x="3334" y="1905"/>
                  </a:cubicBezTo>
                  <a:lnTo>
                    <a:pt x="571" y="2857"/>
                  </a:lnTo>
                  <a:lnTo>
                    <a:pt x="0" y="2572"/>
                  </a:lnTo>
                  <a:lnTo>
                    <a:pt x="2953"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8" name="Google Shape;1108;p33"/>
            <p:cNvSpPr/>
            <p:nvPr/>
          </p:nvSpPr>
          <p:spPr>
            <a:xfrm>
              <a:off x="6933887" y="2245598"/>
              <a:ext cx="75748" cy="43611"/>
            </a:xfrm>
            <a:custGeom>
              <a:avLst/>
              <a:gdLst/>
              <a:ahLst/>
              <a:cxnLst/>
              <a:rect l="l" t="t" r="r" b="b"/>
              <a:pathLst>
                <a:path w="27050" h="15573" extrusionOk="0">
                  <a:moveTo>
                    <a:pt x="23622" y="5215"/>
                  </a:moveTo>
                  <a:lnTo>
                    <a:pt x="15145" y="357"/>
                  </a:lnTo>
                  <a:cubicBezTo>
                    <a:pt x="14288" y="-119"/>
                    <a:pt x="12763" y="-119"/>
                    <a:pt x="11906" y="357"/>
                  </a:cubicBezTo>
                  <a:lnTo>
                    <a:pt x="3429" y="5215"/>
                  </a:lnTo>
                  <a:lnTo>
                    <a:pt x="0" y="5215"/>
                  </a:lnTo>
                  <a:lnTo>
                    <a:pt x="0" y="7787"/>
                  </a:lnTo>
                  <a:cubicBezTo>
                    <a:pt x="0" y="7787"/>
                    <a:pt x="191" y="8453"/>
                    <a:pt x="667" y="8739"/>
                  </a:cubicBezTo>
                  <a:lnTo>
                    <a:pt x="11906" y="15216"/>
                  </a:lnTo>
                  <a:cubicBezTo>
                    <a:pt x="12763" y="15692"/>
                    <a:pt x="14288" y="15692"/>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9" name="Google Shape;1109;p33"/>
            <p:cNvSpPr/>
            <p:nvPr/>
          </p:nvSpPr>
          <p:spPr>
            <a:xfrm>
              <a:off x="6933954" y="2237927"/>
              <a:ext cx="75617" cy="43809"/>
            </a:xfrm>
            <a:custGeom>
              <a:avLst/>
              <a:gdLst/>
              <a:ahLst/>
              <a:cxnLst/>
              <a:rect l="l" t="t" r="r" b="b"/>
              <a:pathLst>
                <a:path w="27003" h="15644" extrusionOk="0">
                  <a:moveTo>
                    <a:pt x="15121" y="15288"/>
                  </a:moveTo>
                  <a:cubicBezTo>
                    <a:pt x="14264" y="15764"/>
                    <a:pt x="12740" y="15764"/>
                    <a:pt x="11882" y="15288"/>
                  </a:cubicBezTo>
                  <a:lnTo>
                    <a:pt x="643" y="8811"/>
                  </a:lnTo>
                  <a:cubicBezTo>
                    <a:pt x="-214" y="8239"/>
                    <a:pt x="-214" y="7477"/>
                    <a:pt x="643" y="6906"/>
                  </a:cubicBezTo>
                  <a:lnTo>
                    <a:pt x="11882" y="429"/>
                  </a:lnTo>
                  <a:cubicBezTo>
                    <a:pt x="12740" y="-143"/>
                    <a:pt x="14264" y="-143"/>
                    <a:pt x="15121" y="429"/>
                  </a:cubicBezTo>
                  <a:lnTo>
                    <a:pt x="26361" y="6906"/>
                  </a:lnTo>
                  <a:cubicBezTo>
                    <a:pt x="27218" y="7382"/>
                    <a:pt x="27218" y="8239"/>
                    <a:pt x="26361"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0" name="Google Shape;1110;p33"/>
            <p:cNvSpPr/>
            <p:nvPr/>
          </p:nvSpPr>
          <p:spPr>
            <a:xfrm>
              <a:off x="6964828" y="2254598"/>
              <a:ext cx="16270" cy="9334"/>
            </a:xfrm>
            <a:custGeom>
              <a:avLst/>
              <a:gdLst/>
              <a:ahLst/>
              <a:cxnLst/>
              <a:rect l="l" t="t" r="r" b="b"/>
              <a:pathLst>
                <a:path w="5810" h="3333" extrusionOk="0">
                  <a:moveTo>
                    <a:pt x="3715" y="95"/>
                  </a:moveTo>
                  <a:lnTo>
                    <a:pt x="5810" y="1333"/>
                  </a:lnTo>
                  <a:lnTo>
                    <a:pt x="5429" y="1524"/>
                  </a:lnTo>
                  <a:lnTo>
                    <a:pt x="3715" y="571"/>
                  </a:lnTo>
                  <a:lnTo>
                    <a:pt x="2572" y="1238"/>
                  </a:lnTo>
                  <a:lnTo>
                    <a:pt x="4001" y="2000"/>
                  </a:lnTo>
                  <a:lnTo>
                    <a:pt x="3620" y="2286"/>
                  </a:lnTo>
                  <a:lnTo>
                    <a:pt x="2191" y="1429"/>
                  </a:lnTo>
                  <a:lnTo>
                    <a:pt x="857" y="2191"/>
                  </a:lnTo>
                  <a:lnTo>
                    <a:pt x="2572" y="3143"/>
                  </a:lnTo>
                  <a:lnTo>
                    <a:pt x="2191" y="3334"/>
                  </a:lnTo>
                  <a:lnTo>
                    <a:pt x="0" y="2096"/>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1" name="Google Shape;1111;p33"/>
            <p:cNvSpPr/>
            <p:nvPr/>
          </p:nvSpPr>
          <p:spPr>
            <a:xfrm>
              <a:off x="6981898" y="2273070"/>
              <a:ext cx="75748" cy="43543"/>
            </a:xfrm>
            <a:custGeom>
              <a:avLst/>
              <a:gdLst/>
              <a:ahLst/>
              <a:cxnLst/>
              <a:rect l="l" t="t" r="r" b="b"/>
              <a:pathLst>
                <a:path w="27050" h="15549" extrusionOk="0">
                  <a:moveTo>
                    <a:pt x="23622" y="5215"/>
                  </a:moveTo>
                  <a:lnTo>
                    <a:pt x="15145" y="357"/>
                  </a:lnTo>
                  <a:cubicBezTo>
                    <a:pt x="14192" y="-119"/>
                    <a:pt x="12763" y="-119"/>
                    <a:pt x="11906" y="357"/>
                  </a:cubicBezTo>
                  <a:lnTo>
                    <a:pt x="3429" y="5215"/>
                  </a:lnTo>
                  <a:lnTo>
                    <a:pt x="0" y="5215"/>
                  </a:lnTo>
                  <a:lnTo>
                    <a:pt x="0" y="7691"/>
                  </a:lnTo>
                  <a:cubicBezTo>
                    <a:pt x="0" y="7691"/>
                    <a:pt x="190" y="8358"/>
                    <a:pt x="667" y="8644"/>
                  </a:cubicBezTo>
                  <a:lnTo>
                    <a:pt x="11906" y="15121"/>
                  </a:lnTo>
                  <a:cubicBezTo>
                    <a:pt x="12763" y="15692"/>
                    <a:pt x="14288" y="15692"/>
                    <a:pt x="15145" y="15121"/>
                  </a:cubicBezTo>
                  <a:lnTo>
                    <a:pt x="26384" y="8644"/>
                  </a:lnTo>
                  <a:cubicBezTo>
                    <a:pt x="26384" y="8644"/>
                    <a:pt x="27051" y="8073"/>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2" name="Google Shape;1112;p33"/>
            <p:cNvSpPr/>
            <p:nvPr/>
          </p:nvSpPr>
          <p:spPr>
            <a:xfrm>
              <a:off x="6981965" y="2265601"/>
              <a:ext cx="75617" cy="43611"/>
            </a:xfrm>
            <a:custGeom>
              <a:avLst/>
              <a:gdLst/>
              <a:ahLst/>
              <a:cxnLst/>
              <a:rect l="l" t="t" r="r" b="b"/>
              <a:pathLst>
                <a:path w="27003" h="15573" extrusionOk="0">
                  <a:moveTo>
                    <a:pt x="15121" y="15216"/>
                  </a:moveTo>
                  <a:cubicBezTo>
                    <a:pt x="14169" y="15692"/>
                    <a:pt x="12740" y="15692"/>
                    <a:pt x="11883" y="15216"/>
                  </a:cubicBezTo>
                  <a:lnTo>
                    <a:pt x="643" y="8739"/>
                  </a:lnTo>
                  <a:cubicBezTo>
                    <a:pt x="-214" y="8263"/>
                    <a:pt x="-214" y="7406"/>
                    <a:pt x="643" y="6834"/>
                  </a:cubicBezTo>
                  <a:lnTo>
                    <a:pt x="11883" y="357"/>
                  </a:lnTo>
                  <a:cubicBezTo>
                    <a:pt x="12740" y="-119"/>
                    <a:pt x="14264" y="-119"/>
                    <a:pt x="15121" y="357"/>
                  </a:cubicBezTo>
                  <a:lnTo>
                    <a:pt x="26361" y="6834"/>
                  </a:lnTo>
                  <a:cubicBezTo>
                    <a:pt x="27218" y="7406"/>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3" name="Google Shape;1113;p33"/>
            <p:cNvSpPr/>
            <p:nvPr/>
          </p:nvSpPr>
          <p:spPr>
            <a:xfrm>
              <a:off x="7012839" y="2282339"/>
              <a:ext cx="15656" cy="10135"/>
            </a:xfrm>
            <a:custGeom>
              <a:avLst/>
              <a:gdLst/>
              <a:ahLst/>
              <a:cxnLst/>
              <a:rect l="l" t="t" r="r" b="b"/>
              <a:pathLst>
                <a:path w="5591" h="3619" extrusionOk="0">
                  <a:moveTo>
                    <a:pt x="3715" y="0"/>
                  </a:moveTo>
                  <a:lnTo>
                    <a:pt x="4858" y="667"/>
                  </a:lnTo>
                  <a:cubicBezTo>
                    <a:pt x="5620" y="1143"/>
                    <a:pt x="5905" y="1619"/>
                    <a:pt x="5143" y="2000"/>
                  </a:cubicBezTo>
                  <a:cubicBezTo>
                    <a:pt x="4572" y="2286"/>
                    <a:pt x="3905" y="2286"/>
                    <a:pt x="3238" y="2096"/>
                  </a:cubicBezTo>
                  <a:lnTo>
                    <a:pt x="2572" y="3620"/>
                  </a:lnTo>
                  <a:lnTo>
                    <a:pt x="2000" y="3334"/>
                  </a:lnTo>
                  <a:lnTo>
                    <a:pt x="2667" y="1905"/>
                  </a:lnTo>
                  <a:lnTo>
                    <a:pt x="2000" y="1524"/>
                  </a:lnTo>
                  <a:lnTo>
                    <a:pt x="476" y="2476"/>
                  </a:lnTo>
                  <a:lnTo>
                    <a:pt x="0" y="2191"/>
                  </a:lnTo>
                  <a:lnTo>
                    <a:pt x="3715" y="95"/>
                  </a:lnTo>
                  <a:close/>
                  <a:moveTo>
                    <a:pt x="3048" y="1619"/>
                  </a:moveTo>
                  <a:cubicBezTo>
                    <a:pt x="3619" y="1905"/>
                    <a:pt x="4191" y="2000"/>
                    <a:pt x="4667" y="1714"/>
                  </a:cubicBezTo>
                  <a:cubicBezTo>
                    <a:pt x="5143" y="1429"/>
                    <a:pt x="5048" y="1143"/>
                    <a:pt x="4381" y="857"/>
                  </a:cubicBezTo>
                  <a:lnTo>
                    <a:pt x="3810" y="476"/>
                  </a:lnTo>
                  <a:lnTo>
                    <a:pt x="2381" y="1238"/>
                  </a:lnTo>
                  <a:lnTo>
                    <a:pt x="3048" y="1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4" name="Google Shape;1114;p33"/>
            <p:cNvSpPr/>
            <p:nvPr/>
          </p:nvSpPr>
          <p:spPr>
            <a:xfrm>
              <a:off x="6837599" y="2189915"/>
              <a:ext cx="75482" cy="43543"/>
            </a:xfrm>
            <a:custGeom>
              <a:avLst/>
              <a:gdLst/>
              <a:ahLst/>
              <a:cxnLst/>
              <a:rect l="l" t="t" r="r" b="b"/>
              <a:pathLst>
                <a:path w="26955" h="15549" extrusionOk="0">
                  <a:moveTo>
                    <a:pt x="23622" y="5286"/>
                  </a:moveTo>
                  <a:lnTo>
                    <a:pt x="15145" y="429"/>
                  </a:lnTo>
                  <a:cubicBezTo>
                    <a:pt x="14288" y="-143"/>
                    <a:pt x="12763" y="-143"/>
                    <a:pt x="11906" y="429"/>
                  </a:cubicBezTo>
                  <a:lnTo>
                    <a:pt x="3429" y="5286"/>
                  </a:lnTo>
                  <a:lnTo>
                    <a:pt x="0" y="5286"/>
                  </a:lnTo>
                  <a:lnTo>
                    <a:pt x="0" y="7763"/>
                  </a:lnTo>
                  <a:cubicBezTo>
                    <a:pt x="0" y="7763"/>
                    <a:pt x="190" y="8430"/>
                    <a:pt x="667" y="8715"/>
                  </a:cubicBezTo>
                  <a:lnTo>
                    <a:pt x="11811" y="15193"/>
                  </a:lnTo>
                  <a:cubicBezTo>
                    <a:pt x="12668" y="15669"/>
                    <a:pt x="14192" y="15669"/>
                    <a:pt x="15049" y="15193"/>
                  </a:cubicBezTo>
                  <a:lnTo>
                    <a:pt x="26289" y="8715"/>
                  </a:lnTo>
                  <a:cubicBezTo>
                    <a:pt x="26289" y="8715"/>
                    <a:pt x="26956" y="8144"/>
                    <a:pt x="26956" y="7763"/>
                  </a:cubicBezTo>
                  <a:lnTo>
                    <a:pt x="26956" y="5286"/>
                  </a:lnTo>
                  <a:lnTo>
                    <a:pt x="23527"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5" name="Google Shape;1115;p33"/>
            <p:cNvSpPr/>
            <p:nvPr/>
          </p:nvSpPr>
          <p:spPr>
            <a:xfrm>
              <a:off x="6838198" y="2182648"/>
              <a:ext cx="75350" cy="43809"/>
            </a:xfrm>
            <a:custGeom>
              <a:avLst/>
              <a:gdLst/>
              <a:ahLst/>
              <a:cxnLst/>
              <a:rect l="l" t="t" r="r" b="b"/>
              <a:pathLst>
                <a:path w="26908" h="15644" extrusionOk="0">
                  <a:moveTo>
                    <a:pt x="15026" y="15216"/>
                  </a:moveTo>
                  <a:cubicBezTo>
                    <a:pt x="14168" y="15788"/>
                    <a:pt x="12644" y="15788"/>
                    <a:pt x="11787" y="15216"/>
                  </a:cubicBezTo>
                  <a:lnTo>
                    <a:pt x="643" y="8739"/>
                  </a:lnTo>
                  <a:cubicBezTo>
                    <a:pt x="-214" y="8263"/>
                    <a:pt x="-214" y="7406"/>
                    <a:pt x="643" y="6834"/>
                  </a:cubicBezTo>
                  <a:lnTo>
                    <a:pt x="11787" y="357"/>
                  </a:lnTo>
                  <a:cubicBezTo>
                    <a:pt x="12644" y="-119"/>
                    <a:pt x="14168" y="-119"/>
                    <a:pt x="15026" y="357"/>
                  </a:cubicBezTo>
                  <a:lnTo>
                    <a:pt x="26265" y="6834"/>
                  </a:lnTo>
                  <a:cubicBezTo>
                    <a:pt x="27122" y="7310"/>
                    <a:pt x="27122" y="8168"/>
                    <a:pt x="26265" y="8739"/>
                  </a:cubicBezTo>
                  <a:lnTo>
                    <a:pt x="15026"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6" name="Google Shape;1116;p33"/>
            <p:cNvSpPr/>
            <p:nvPr/>
          </p:nvSpPr>
          <p:spPr>
            <a:xfrm>
              <a:off x="6870119" y="2199934"/>
              <a:ext cx="14377" cy="11185"/>
            </a:xfrm>
            <a:custGeom>
              <a:avLst/>
              <a:gdLst/>
              <a:ahLst/>
              <a:cxnLst/>
              <a:rect l="l" t="t" r="r" b="b"/>
              <a:pathLst>
                <a:path w="5134" h="3994" extrusionOk="0">
                  <a:moveTo>
                    <a:pt x="389" y="2471"/>
                  </a:moveTo>
                  <a:cubicBezTo>
                    <a:pt x="-278" y="1899"/>
                    <a:pt x="-87" y="1232"/>
                    <a:pt x="960" y="566"/>
                  </a:cubicBezTo>
                  <a:cubicBezTo>
                    <a:pt x="2103" y="-101"/>
                    <a:pt x="3532" y="-196"/>
                    <a:pt x="4485" y="375"/>
                  </a:cubicBezTo>
                  <a:cubicBezTo>
                    <a:pt x="5437" y="947"/>
                    <a:pt x="5342" y="1709"/>
                    <a:pt x="4199" y="2376"/>
                  </a:cubicBezTo>
                  <a:cubicBezTo>
                    <a:pt x="3151" y="3042"/>
                    <a:pt x="1913" y="3138"/>
                    <a:pt x="960" y="2756"/>
                  </a:cubicBezTo>
                  <a:cubicBezTo>
                    <a:pt x="770" y="3042"/>
                    <a:pt x="960" y="3328"/>
                    <a:pt x="1341" y="3519"/>
                  </a:cubicBezTo>
                  <a:cubicBezTo>
                    <a:pt x="1532" y="3614"/>
                    <a:pt x="1627" y="3709"/>
                    <a:pt x="1722" y="3709"/>
                  </a:cubicBezTo>
                  <a:lnTo>
                    <a:pt x="1437" y="3995"/>
                  </a:lnTo>
                  <a:cubicBezTo>
                    <a:pt x="1437" y="3995"/>
                    <a:pt x="1056" y="3899"/>
                    <a:pt x="865" y="3709"/>
                  </a:cubicBezTo>
                  <a:cubicBezTo>
                    <a:pt x="198" y="3328"/>
                    <a:pt x="103" y="2852"/>
                    <a:pt x="389" y="2376"/>
                  </a:cubicBezTo>
                  <a:close/>
                  <a:moveTo>
                    <a:pt x="3627" y="2090"/>
                  </a:moveTo>
                  <a:cubicBezTo>
                    <a:pt x="4580" y="1518"/>
                    <a:pt x="4675" y="947"/>
                    <a:pt x="4009" y="566"/>
                  </a:cubicBezTo>
                  <a:cubicBezTo>
                    <a:pt x="3342" y="185"/>
                    <a:pt x="2389" y="280"/>
                    <a:pt x="1437" y="756"/>
                  </a:cubicBezTo>
                  <a:cubicBezTo>
                    <a:pt x="484" y="1328"/>
                    <a:pt x="294" y="1899"/>
                    <a:pt x="960" y="2280"/>
                  </a:cubicBezTo>
                  <a:cubicBezTo>
                    <a:pt x="1627" y="2661"/>
                    <a:pt x="2675" y="2566"/>
                    <a:pt x="3627" y="199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7" name="Google Shape;1117;p33"/>
            <p:cNvSpPr/>
            <p:nvPr/>
          </p:nvSpPr>
          <p:spPr>
            <a:xfrm>
              <a:off x="7077654" y="2328551"/>
              <a:ext cx="75748" cy="43345"/>
            </a:xfrm>
            <a:custGeom>
              <a:avLst/>
              <a:gdLst/>
              <a:ahLst/>
              <a:cxnLst/>
              <a:rect l="l" t="t" r="r" b="b"/>
              <a:pathLst>
                <a:path w="27050" h="15478" extrusionOk="0">
                  <a:moveTo>
                    <a:pt x="23622" y="5215"/>
                  </a:moveTo>
                  <a:lnTo>
                    <a:pt x="15145" y="357"/>
                  </a:lnTo>
                  <a:cubicBezTo>
                    <a:pt x="14288" y="-119"/>
                    <a:pt x="12763" y="-119"/>
                    <a:pt x="11906" y="357"/>
                  </a:cubicBezTo>
                  <a:lnTo>
                    <a:pt x="3429" y="5215"/>
                  </a:lnTo>
                  <a:lnTo>
                    <a:pt x="0" y="5215"/>
                  </a:lnTo>
                  <a:lnTo>
                    <a:pt x="0" y="7691"/>
                  </a:lnTo>
                  <a:cubicBezTo>
                    <a:pt x="0" y="7691"/>
                    <a:pt x="286" y="8358"/>
                    <a:pt x="667" y="8644"/>
                  </a:cubicBezTo>
                  <a:lnTo>
                    <a:pt x="11906" y="15121"/>
                  </a:lnTo>
                  <a:cubicBezTo>
                    <a:pt x="12763" y="15597"/>
                    <a:pt x="14288" y="15597"/>
                    <a:pt x="15145" y="15121"/>
                  </a:cubicBezTo>
                  <a:lnTo>
                    <a:pt x="26384" y="8644"/>
                  </a:lnTo>
                  <a:cubicBezTo>
                    <a:pt x="26384" y="8644"/>
                    <a:pt x="27051" y="8072"/>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8" name="Google Shape;1118;p33"/>
            <p:cNvSpPr/>
            <p:nvPr/>
          </p:nvSpPr>
          <p:spPr>
            <a:xfrm>
              <a:off x="7077722" y="2320884"/>
              <a:ext cx="75617" cy="43809"/>
            </a:xfrm>
            <a:custGeom>
              <a:avLst/>
              <a:gdLst/>
              <a:ahLst/>
              <a:cxnLst/>
              <a:rect l="l" t="t" r="r" b="b"/>
              <a:pathLst>
                <a:path w="27003" h="15644" extrusionOk="0">
                  <a:moveTo>
                    <a:pt x="15121" y="15288"/>
                  </a:moveTo>
                  <a:cubicBezTo>
                    <a:pt x="14264" y="15764"/>
                    <a:pt x="12740" y="15764"/>
                    <a:pt x="11883" y="15288"/>
                  </a:cubicBezTo>
                  <a:lnTo>
                    <a:pt x="643" y="8811"/>
                  </a:lnTo>
                  <a:cubicBezTo>
                    <a:pt x="-214" y="8239"/>
                    <a:pt x="-214" y="7477"/>
                    <a:pt x="643" y="6906"/>
                  </a:cubicBezTo>
                  <a:lnTo>
                    <a:pt x="11883" y="429"/>
                  </a:lnTo>
                  <a:cubicBezTo>
                    <a:pt x="12740" y="-143"/>
                    <a:pt x="14264" y="-143"/>
                    <a:pt x="15121" y="429"/>
                  </a:cubicBezTo>
                  <a:lnTo>
                    <a:pt x="26360" y="6906"/>
                  </a:lnTo>
                  <a:cubicBezTo>
                    <a:pt x="27218" y="7382"/>
                    <a:pt x="27218" y="8239"/>
                    <a:pt x="26360"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9" name="Google Shape;1119;p33"/>
            <p:cNvSpPr/>
            <p:nvPr/>
          </p:nvSpPr>
          <p:spPr>
            <a:xfrm>
              <a:off x="7110729" y="2337555"/>
              <a:ext cx="14668" cy="8536"/>
            </a:xfrm>
            <a:custGeom>
              <a:avLst/>
              <a:gdLst/>
              <a:ahLst/>
              <a:cxnLst/>
              <a:rect l="l" t="t" r="r" b="b"/>
              <a:pathLst>
                <a:path w="5238" h="3048" extrusionOk="0">
                  <a:moveTo>
                    <a:pt x="1524" y="1905"/>
                  </a:moveTo>
                  <a:lnTo>
                    <a:pt x="2667" y="0"/>
                  </a:lnTo>
                  <a:lnTo>
                    <a:pt x="3143" y="286"/>
                  </a:lnTo>
                  <a:lnTo>
                    <a:pt x="2572" y="1143"/>
                  </a:lnTo>
                  <a:cubicBezTo>
                    <a:pt x="2572" y="1143"/>
                    <a:pt x="2286" y="1524"/>
                    <a:pt x="2096" y="1810"/>
                  </a:cubicBezTo>
                  <a:lnTo>
                    <a:pt x="2096" y="1810"/>
                  </a:lnTo>
                  <a:cubicBezTo>
                    <a:pt x="2096" y="1810"/>
                    <a:pt x="2857" y="1619"/>
                    <a:pt x="3238" y="1524"/>
                  </a:cubicBezTo>
                  <a:lnTo>
                    <a:pt x="4763" y="1238"/>
                  </a:lnTo>
                  <a:lnTo>
                    <a:pt x="5239" y="1524"/>
                  </a:lnTo>
                  <a:lnTo>
                    <a:pt x="1905" y="2191"/>
                  </a:lnTo>
                  <a:lnTo>
                    <a:pt x="476" y="3048"/>
                  </a:lnTo>
                  <a:lnTo>
                    <a:pt x="0" y="2762"/>
                  </a:lnTo>
                  <a:lnTo>
                    <a:pt x="1429" y="190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3"/>
            <p:cNvSpPr/>
            <p:nvPr/>
          </p:nvSpPr>
          <p:spPr>
            <a:xfrm>
              <a:off x="7125666" y="2356292"/>
              <a:ext cx="75748" cy="43345"/>
            </a:xfrm>
            <a:custGeom>
              <a:avLst/>
              <a:gdLst/>
              <a:ahLst/>
              <a:cxnLst/>
              <a:rect l="l" t="t" r="r" b="b"/>
              <a:pathLst>
                <a:path w="27050" h="15478" extrusionOk="0">
                  <a:moveTo>
                    <a:pt x="23622" y="5215"/>
                  </a:moveTo>
                  <a:lnTo>
                    <a:pt x="15145" y="357"/>
                  </a:lnTo>
                  <a:cubicBezTo>
                    <a:pt x="14288" y="-119"/>
                    <a:pt x="12763" y="-119"/>
                    <a:pt x="11906" y="357"/>
                  </a:cubicBezTo>
                  <a:lnTo>
                    <a:pt x="3429" y="5215"/>
                  </a:lnTo>
                  <a:lnTo>
                    <a:pt x="0" y="5215"/>
                  </a:lnTo>
                  <a:lnTo>
                    <a:pt x="0" y="7691"/>
                  </a:lnTo>
                  <a:cubicBezTo>
                    <a:pt x="0" y="7691"/>
                    <a:pt x="191" y="8358"/>
                    <a:pt x="667" y="8644"/>
                  </a:cubicBezTo>
                  <a:lnTo>
                    <a:pt x="11906" y="15121"/>
                  </a:lnTo>
                  <a:cubicBezTo>
                    <a:pt x="12763" y="15597"/>
                    <a:pt x="14288" y="15597"/>
                    <a:pt x="15145" y="15121"/>
                  </a:cubicBezTo>
                  <a:lnTo>
                    <a:pt x="26384" y="8644"/>
                  </a:lnTo>
                  <a:cubicBezTo>
                    <a:pt x="26384" y="8644"/>
                    <a:pt x="27051" y="8073"/>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1" name="Google Shape;1121;p33"/>
            <p:cNvSpPr/>
            <p:nvPr/>
          </p:nvSpPr>
          <p:spPr>
            <a:xfrm>
              <a:off x="7125733" y="2348624"/>
              <a:ext cx="75617" cy="43809"/>
            </a:xfrm>
            <a:custGeom>
              <a:avLst/>
              <a:gdLst/>
              <a:ahLst/>
              <a:cxnLst/>
              <a:rect l="l" t="t" r="r" b="b"/>
              <a:pathLst>
                <a:path w="27003" h="15644" extrusionOk="0">
                  <a:moveTo>
                    <a:pt x="15121" y="15288"/>
                  </a:moveTo>
                  <a:cubicBezTo>
                    <a:pt x="14264" y="15764"/>
                    <a:pt x="12740" y="15764"/>
                    <a:pt x="11882" y="15288"/>
                  </a:cubicBezTo>
                  <a:lnTo>
                    <a:pt x="643" y="8811"/>
                  </a:lnTo>
                  <a:cubicBezTo>
                    <a:pt x="-214" y="8334"/>
                    <a:pt x="-214" y="7477"/>
                    <a:pt x="643" y="6906"/>
                  </a:cubicBezTo>
                  <a:lnTo>
                    <a:pt x="11882" y="429"/>
                  </a:lnTo>
                  <a:cubicBezTo>
                    <a:pt x="12740" y="-143"/>
                    <a:pt x="14264" y="-143"/>
                    <a:pt x="15121" y="429"/>
                  </a:cubicBezTo>
                  <a:lnTo>
                    <a:pt x="26361" y="6906"/>
                  </a:lnTo>
                  <a:cubicBezTo>
                    <a:pt x="27218" y="7477"/>
                    <a:pt x="27218" y="8334"/>
                    <a:pt x="26361"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2" name="Google Shape;1122;p33"/>
            <p:cNvSpPr/>
            <p:nvPr/>
          </p:nvSpPr>
          <p:spPr>
            <a:xfrm>
              <a:off x="7157838" y="2365295"/>
              <a:ext cx="16105" cy="9104"/>
            </a:xfrm>
            <a:custGeom>
              <a:avLst/>
              <a:gdLst/>
              <a:ahLst/>
              <a:cxnLst/>
              <a:rect l="l" t="t" r="r" b="b"/>
              <a:pathLst>
                <a:path w="5751" h="3251" extrusionOk="0">
                  <a:moveTo>
                    <a:pt x="893" y="1238"/>
                  </a:moveTo>
                  <a:lnTo>
                    <a:pt x="3084" y="0"/>
                  </a:lnTo>
                  <a:lnTo>
                    <a:pt x="3560" y="286"/>
                  </a:lnTo>
                  <a:lnTo>
                    <a:pt x="1370" y="1524"/>
                  </a:lnTo>
                  <a:cubicBezTo>
                    <a:pt x="512" y="2000"/>
                    <a:pt x="608" y="2381"/>
                    <a:pt x="1084" y="2667"/>
                  </a:cubicBezTo>
                  <a:cubicBezTo>
                    <a:pt x="1560" y="2953"/>
                    <a:pt x="2227" y="3048"/>
                    <a:pt x="3084" y="2477"/>
                  </a:cubicBezTo>
                  <a:lnTo>
                    <a:pt x="5275" y="1238"/>
                  </a:lnTo>
                  <a:lnTo>
                    <a:pt x="5751" y="1524"/>
                  </a:lnTo>
                  <a:lnTo>
                    <a:pt x="3560" y="2762"/>
                  </a:lnTo>
                  <a:cubicBezTo>
                    <a:pt x="2417" y="3429"/>
                    <a:pt x="1370" y="3334"/>
                    <a:pt x="608" y="2953"/>
                  </a:cubicBezTo>
                  <a:cubicBezTo>
                    <a:pt x="-154" y="2477"/>
                    <a:pt x="-345" y="2000"/>
                    <a:pt x="893" y="133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3"/>
            <p:cNvSpPr/>
            <p:nvPr/>
          </p:nvSpPr>
          <p:spPr>
            <a:xfrm>
              <a:off x="7173411" y="2383767"/>
              <a:ext cx="75748" cy="43611"/>
            </a:xfrm>
            <a:custGeom>
              <a:avLst/>
              <a:gdLst/>
              <a:ahLst/>
              <a:cxnLst/>
              <a:rect l="l" t="t" r="r" b="b"/>
              <a:pathLst>
                <a:path w="27050" h="15573" extrusionOk="0">
                  <a:moveTo>
                    <a:pt x="23622" y="5215"/>
                  </a:moveTo>
                  <a:lnTo>
                    <a:pt x="15145" y="357"/>
                  </a:lnTo>
                  <a:cubicBezTo>
                    <a:pt x="14288" y="-119"/>
                    <a:pt x="12763" y="-119"/>
                    <a:pt x="11906" y="357"/>
                  </a:cubicBezTo>
                  <a:lnTo>
                    <a:pt x="3429" y="5215"/>
                  </a:lnTo>
                  <a:lnTo>
                    <a:pt x="0" y="5215"/>
                  </a:lnTo>
                  <a:lnTo>
                    <a:pt x="0" y="7787"/>
                  </a:lnTo>
                  <a:cubicBezTo>
                    <a:pt x="0" y="7787"/>
                    <a:pt x="190" y="8454"/>
                    <a:pt x="667" y="8739"/>
                  </a:cubicBezTo>
                  <a:lnTo>
                    <a:pt x="11906" y="15216"/>
                  </a:lnTo>
                  <a:cubicBezTo>
                    <a:pt x="12763" y="15692"/>
                    <a:pt x="14288" y="15692"/>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4" name="Google Shape;1124;p33"/>
            <p:cNvSpPr/>
            <p:nvPr/>
          </p:nvSpPr>
          <p:spPr>
            <a:xfrm>
              <a:off x="7173478" y="2376099"/>
              <a:ext cx="75617" cy="43809"/>
            </a:xfrm>
            <a:custGeom>
              <a:avLst/>
              <a:gdLst/>
              <a:ahLst/>
              <a:cxnLst/>
              <a:rect l="l" t="t" r="r" b="b"/>
              <a:pathLst>
                <a:path w="27003" h="15644" extrusionOk="0">
                  <a:moveTo>
                    <a:pt x="15121" y="15288"/>
                  </a:moveTo>
                  <a:cubicBezTo>
                    <a:pt x="14264" y="15764"/>
                    <a:pt x="12740" y="15764"/>
                    <a:pt x="11882" y="15288"/>
                  </a:cubicBezTo>
                  <a:lnTo>
                    <a:pt x="643" y="8811"/>
                  </a:lnTo>
                  <a:cubicBezTo>
                    <a:pt x="-214" y="8334"/>
                    <a:pt x="-214" y="7477"/>
                    <a:pt x="643" y="6906"/>
                  </a:cubicBezTo>
                  <a:lnTo>
                    <a:pt x="11882" y="429"/>
                  </a:lnTo>
                  <a:cubicBezTo>
                    <a:pt x="12740" y="-143"/>
                    <a:pt x="14264" y="-143"/>
                    <a:pt x="15121" y="429"/>
                  </a:cubicBezTo>
                  <a:lnTo>
                    <a:pt x="26360" y="6906"/>
                  </a:lnTo>
                  <a:cubicBezTo>
                    <a:pt x="27217" y="7382"/>
                    <a:pt x="27217" y="8239"/>
                    <a:pt x="26360"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5" name="Google Shape;1125;p33"/>
            <p:cNvSpPr/>
            <p:nvPr/>
          </p:nvSpPr>
          <p:spPr>
            <a:xfrm>
              <a:off x="7207017" y="2394638"/>
              <a:ext cx="11733" cy="6668"/>
            </a:xfrm>
            <a:custGeom>
              <a:avLst/>
              <a:gdLst/>
              <a:ahLst/>
              <a:cxnLst/>
              <a:rect l="l" t="t" r="r" b="b"/>
              <a:pathLst>
                <a:path w="4190" h="2381" extrusionOk="0">
                  <a:moveTo>
                    <a:pt x="3715" y="0"/>
                  </a:moveTo>
                  <a:lnTo>
                    <a:pt x="4191" y="286"/>
                  </a:lnTo>
                  <a:lnTo>
                    <a:pt x="476" y="2381"/>
                  </a:lnTo>
                  <a:lnTo>
                    <a:pt x="0" y="2096"/>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3"/>
            <p:cNvSpPr/>
            <p:nvPr/>
          </p:nvSpPr>
          <p:spPr>
            <a:xfrm>
              <a:off x="7029377" y="2300544"/>
              <a:ext cx="75482" cy="43611"/>
            </a:xfrm>
            <a:custGeom>
              <a:avLst/>
              <a:gdLst/>
              <a:ahLst/>
              <a:cxnLst/>
              <a:rect l="l" t="t" r="r" b="b"/>
              <a:pathLst>
                <a:path w="26955" h="15573" extrusionOk="0">
                  <a:moveTo>
                    <a:pt x="23622" y="5310"/>
                  </a:moveTo>
                  <a:lnTo>
                    <a:pt x="15145" y="357"/>
                  </a:lnTo>
                  <a:cubicBezTo>
                    <a:pt x="14288" y="-119"/>
                    <a:pt x="12763" y="-119"/>
                    <a:pt x="11906" y="357"/>
                  </a:cubicBezTo>
                  <a:lnTo>
                    <a:pt x="3429" y="5310"/>
                  </a:lnTo>
                  <a:lnTo>
                    <a:pt x="0" y="5310"/>
                  </a:lnTo>
                  <a:lnTo>
                    <a:pt x="0" y="7787"/>
                  </a:lnTo>
                  <a:cubicBezTo>
                    <a:pt x="0" y="7787"/>
                    <a:pt x="190" y="8453"/>
                    <a:pt x="667" y="8739"/>
                  </a:cubicBezTo>
                  <a:lnTo>
                    <a:pt x="11906" y="15216"/>
                  </a:lnTo>
                  <a:cubicBezTo>
                    <a:pt x="12763" y="15692"/>
                    <a:pt x="14288" y="15692"/>
                    <a:pt x="15145" y="15216"/>
                  </a:cubicBezTo>
                  <a:lnTo>
                    <a:pt x="26289" y="8739"/>
                  </a:lnTo>
                  <a:cubicBezTo>
                    <a:pt x="26289" y="8739"/>
                    <a:pt x="26956" y="8168"/>
                    <a:pt x="26956" y="7787"/>
                  </a:cubicBezTo>
                  <a:lnTo>
                    <a:pt x="26956" y="5310"/>
                  </a:lnTo>
                  <a:lnTo>
                    <a:pt x="23527" y="531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7" name="Google Shape;1127;p33"/>
            <p:cNvSpPr/>
            <p:nvPr/>
          </p:nvSpPr>
          <p:spPr>
            <a:xfrm>
              <a:off x="7029442" y="2293342"/>
              <a:ext cx="75549" cy="43809"/>
            </a:xfrm>
            <a:custGeom>
              <a:avLst/>
              <a:gdLst/>
              <a:ahLst/>
              <a:cxnLst/>
              <a:rect l="l" t="t" r="r" b="b"/>
              <a:pathLst>
                <a:path w="26979" h="15644" extrusionOk="0">
                  <a:moveTo>
                    <a:pt x="15121" y="15216"/>
                  </a:moveTo>
                  <a:cubicBezTo>
                    <a:pt x="14264" y="15788"/>
                    <a:pt x="12740" y="15788"/>
                    <a:pt x="11883" y="15216"/>
                  </a:cubicBezTo>
                  <a:lnTo>
                    <a:pt x="643" y="8739"/>
                  </a:lnTo>
                  <a:cubicBezTo>
                    <a:pt x="-214" y="8263"/>
                    <a:pt x="-214" y="7406"/>
                    <a:pt x="643" y="6834"/>
                  </a:cubicBezTo>
                  <a:lnTo>
                    <a:pt x="11883" y="357"/>
                  </a:lnTo>
                  <a:cubicBezTo>
                    <a:pt x="12740" y="-119"/>
                    <a:pt x="14264" y="-119"/>
                    <a:pt x="15121" y="357"/>
                  </a:cubicBezTo>
                  <a:lnTo>
                    <a:pt x="26265" y="6834"/>
                  </a:lnTo>
                  <a:cubicBezTo>
                    <a:pt x="27218" y="7310"/>
                    <a:pt x="27218" y="8168"/>
                    <a:pt x="26265"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3"/>
            <p:cNvSpPr/>
            <p:nvPr/>
          </p:nvSpPr>
          <p:spPr>
            <a:xfrm>
              <a:off x="7062718" y="2309548"/>
              <a:ext cx="14934" cy="8536"/>
            </a:xfrm>
            <a:custGeom>
              <a:avLst/>
              <a:gdLst/>
              <a:ahLst/>
              <a:cxnLst/>
              <a:rect l="l" t="t" r="r" b="b"/>
              <a:pathLst>
                <a:path w="5333" h="3048" extrusionOk="0">
                  <a:moveTo>
                    <a:pt x="3429" y="857"/>
                  </a:moveTo>
                  <a:lnTo>
                    <a:pt x="2286" y="190"/>
                  </a:lnTo>
                  <a:lnTo>
                    <a:pt x="2667" y="0"/>
                  </a:lnTo>
                  <a:lnTo>
                    <a:pt x="5334" y="1619"/>
                  </a:lnTo>
                  <a:lnTo>
                    <a:pt x="4953" y="1810"/>
                  </a:lnTo>
                  <a:lnTo>
                    <a:pt x="3810" y="1143"/>
                  </a:lnTo>
                  <a:lnTo>
                    <a:pt x="476" y="3048"/>
                  </a:lnTo>
                  <a:lnTo>
                    <a:pt x="0" y="2762"/>
                  </a:lnTo>
                  <a:lnTo>
                    <a:pt x="3334" y="85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3"/>
            <p:cNvSpPr/>
            <p:nvPr/>
          </p:nvSpPr>
          <p:spPr>
            <a:xfrm>
              <a:off x="7269699" y="2439248"/>
              <a:ext cx="75482" cy="43611"/>
            </a:xfrm>
            <a:custGeom>
              <a:avLst/>
              <a:gdLst/>
              <a:ahLst/>
              <a:cxnLst/>
              <a:rect l="l" t="t" r="r" b="b"/>
              <a:pathLst>
                <a:path w="26955" h="15573" extrusionOk="0">
                  <a:moveTo>
                    <a:pt x="23622" y="5215"/>
                  </a:moveTo>
                  <a:lnTo>
                    <a:pt x="15145" y="357"/>
                  </a:lnTo>
                  <a:cubicBezTo>
                    <a:pt x="14288" y="-119"/>
                    <a:pt x="12763" y="-119"/>
                    <a:pt x="11906" y="357"/>
                  </a:cubicBezTo>
                  <a:lnTo>
                    <a:pt x="3429" y="5215"/>
                  </a:lnTo>
                  <a:lnTo>
                    <a:pt x="0" y="5215"/>
                  </a:lnTo>
                  <a:lnTo>
                    <a:pt x="0" y="7787"/>
                  </a:lnTo>
                  <a:cubicBezTo>
                    <a:pt x="0" y="7787"/>
                    <a:pt x="191" y="8453"/>
                    <a:pt x="667" y="8739"/>
                  </a:cubicBezTo>
                  <a:lnTo>
                    <a:pt x="11906" y="15216"/>
                  </a:lnTo>
                  <a:cubicBezTo>
                    <a:pt x="12763" y="15693"/>
                    <a:pt x="14288" y="15693"/>
                    <a:pt x="15145" y="15216"/>
                  </a:cubicBezTo>
                  <a:lnTo>
                    <a:pt x="26289" y="8739"/>
                  </a:lnTo>
                  <a:cubicBezTo>
                    <a:pt x="26289" y="8739"/>
                    <a:pt x="26956" y="8168"/>
                    <a:pt x="26956" y="7787"/>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0" name="Google Shape;1130;p33"/>
            <p:cNvSpPr/>
            <p:nvPr/>
          </p:nvSpPr>
          <p:spPr>
            <a:xfrm>
              <a:off x="7269766" y="2431581"/>
              <a:ext cx="75350" cy="43809"/>
            </a:xfrm>
            <a:custGeom>
              <a:avLst/>
              <a:gdLst/>
              <a:ahLst/>
              <a:cxnLst/>
              <a:rect l="l" t="t" r="r" b="b"/>
              <a:pathLst>
                <a:path w="26908" h="15644" extrusionOk="0">
                  <a:moveTo>
                    <a:pt x="15121" y="15288"/>
                  </a:moveTo>
                  <a:cubicBezTo>
                    <a:pt x="14264" y="15764"/>
                    <a:pt x="12740" y="15764"/>
                    <a:pt x="11882" y="15288"/>
                  </a:cubicBezTo>
                  <a:lnTo>
                    <a:pt x="643" y="8811"/>
                  </a:lnTo>
                  <a:cubicBezTo>
                    <a:pt x="-214" y="8335"/>
                    <a:pt x="-214" y="7477"/>
                    <a:pt x="643" y="6906"/>
                  </a:cubicBezTo>
                  <a:lnTo>
                    <a:pt x="11882" y="429"/>
                  </a:lnTo>
                  <a:cubicBezTo>
                    <a:pt x="12740" y="-143"/>
                    <a:pt x="14264" y="-143"/>
                    <a:pt x="15121" y="429"/>
                  </a:cubicBezTo>
                  <a:lnTo>
                    <a:pt x="26265" y="6906"/>
                  </a:lnTo>
                  <a:cubicBezTo>
                    <a:pt x="27122" y="7382"/>
                    <a:pt x="27122" y="8239"/>
                    <a:pt x="26265"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1" name="Google Shape;1131;p33"/>
            <p:cNvSpPr/>
            <p:nvPr/>
          </p:nvSpPr>
          <p:spPr>
            <a:xfrm>
              <a:off x="7300906" y="2448518"/>
              <a:ext cx="15318" cy="6934"/>
            </a:xfrm>
            <a:custGeom>
              <a:avLst/>
              <a:gdLst/>
              <a:ahLst/>
              <a:cxnLst/>
              <a:rect l="l" t="t" r="r" b="b"/>
              <a:pathLst>
                <a:path w="5470" h="2476" extrusionOk="0">
                  <a:moveTo>
                    <a:pt x="3620" y="0"/>
                  </a:moveTo>
                  <a:lnTo>
                    <a:pt x="4667" y="667"/>
                  </a:lnTo>
                  <a:cubicBezTo>
                    <a:pt x="5524" y="1143"/>
                    <a:pt x="5810" y="1619"/>
                    <a:pt x="4953" y="2096"/>
                  </a:cubicBezTo>
                  <a:cubicBezTo>
                    <a:pt x="4191" y="2572"/>
                    <a:pt x="3238" y="2477"/>
                    <a:pt x="2477" y="2000"/>
                  </a:cubicBezTo>
                  <a:lnTo>
                    <a:pt x="1905" y="1619"/>
                  </a:lnTo>
                  <a:lnTo>
                    <a:pt x="476" y="2477"/>
                  </a:lnTo>
                  <a:lnTo>
                    <a:pt x="0" y="2191"/>
                  </a:lnTo>
                  <a:lnTo>
                    <a:pt x="3715" y="0"/>
                  </a:lnTo>
                  <a:close/>
                  <a:moveTo>
                    <a:pt x="2762" y="1619"/>
                  </a:moveTo>
                  <a:cubicBezTo>
                    <a:pt x="3429" y="2000"/>
                    <a:pt x="3905" y="2000"/>
                    <a:pt x="4477" y="1715"/>
                  </a:cubicBezTo>
                  <a:cubicBezTo>
                    <a:pt x="5048" y="1429"/>
                    <a:pt x="4858" y="1143"/>
                    <a:pt x="4191" y="762"/>
                  </a:cubicBezTo>
                  <a:lnTo>
                    <a:pt x="3620" y="476"/>
                  </a:lnTo>
                  <a:lnTo>
                    <a:pt x="2191" y="1334"/>
                  </a:lnTo>
                  <a:lnTo>
                    <a:pt x="2762" y="1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2" name="Google Shape;1132;p33"/>
            <p:cNvSpPr/>
            <p:nvPr/>
          </p:nvSpPr>
          <p:spPr>
            <a:xfrm>
              <a:off x="7317444" y="2466989"/>
              <a:ext cx="75748" cy="43345"/>
            </a:xfrm>
            <a:custGeom>
              <a:avLst/>
              <a:gdLst/>
              <a:ahLst/>
              <a:cxnLst/>
              <a:rect l="l" t="t" r="r" b="b"/>
              <a:pathLst>
                <a:path w="27050" h="15478" extrusionOk="0">
                  <a:moveTo>
                    <a:pt x="23622" y="5215"/>
                  </a:moveTo>
                  <a:lnTo>
                    <a:pt x="15145" y="357"/>
                  </a:lnTo>
                  <a:cubicBezTo>
                    <a:pt x="14288" y="-119"/>
                    <a:pt x="12763" y="-119"/>
                    <a:pt x="11906" y="357"/>
                  </a:cubicBezTo>
                  <a:lnTo>
                    <a:pt x="3429" y="5215"/>
                  </a:lnTo>
                  <a:lnTo>
                    <a:pt x="0" y="5215"/>
                  </a:lnTo>
                  <a:lnTo>
                    <a:pt x="0" y="7691"/>
                  </a:lnTo>
                  <a:cubicBezTo>
                    <a:pt x="0" y="7691"/>
                    <a:pt x="190" y="8358"/>
                    <a:pt x="667" y="8644"/>
                  </a:cubicBezTo>
                  <a:lnTo>
                    <a:pt x="11906" y="15121"/>
                  </a:lnTo>
                  <a:cubicBezTo>
                    <a:pt x="12763" y="15597"/>
                    <a:pt x="14288" y="15597"/>
                    <a:pt x="15145" y="15121"/>
                  </a:cubicBezTo>
                  <a:lnTo>
                    <a:pt x="26384" y="8644"/>
                  </a:lnTo>
                  <a:cubicBezTo>
                    <a:pt x="26384" y="8644"/>
                    <a:pt x="27051" y="7977"/>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3" name="Google Shape;1133;p33"/>
            <p:cNvSpPr/>
            <p:nvPr/>
          </p:nvSpPr>
          <p:spPr>
            <a:xfrm>
              <a:off x="7317511" y="2459520"/>
              <a:ext cx="75617" cy="43611"/>
            </a:xfrm>
            <a:custGeom>
              <a:avLst/>
              <a:gdLst/>
              <a:ahLst/>
              <a:cxnLst/>
              <a:rect l="l" t="t" r="r" b="b"/>
              <a:pathLst>
                <a:path w="27003" h="15573" extrusionOk="0">
                  <a:moveTo>
                    <a:pt x="15121" y="15216"/>
                  </a:moveTo>
                  <a:cubicBezTo>
                    <a:pt x="14264" y="15692"/>
                    <a:pt x="12740" y="15692"/>
                    <a:pt x="11882" y="15216"/>
                  </a:cubicBezTo>
                  <a:lnTo>
                    <a:pt x="643" y="8739"/>
                  </a:lnTo>
                  <a:cubicBezTo>
                    <a:pt x="-214" y="8168"/>
                    <a:pt x="-214" y="7310"/>
                    <a:pt x="643" y="6834"/>
                  </a:cubicBezTo>
                  <a:lnTo>
                    <a:pt x="11882" y="357"/>
                  </a:lnTo>
                  <a:cubicBezTo>
                    <a:pt x="12740" y="-119"/>
                    <a:pt x="14264" y="-119"/>
                    <a:pt x="15121" y="357"/>
                  </a:cubicBezTo>
                  <a:lnTo>
                    <a:pt x="26360" y="6834"/>
                  </a:lnTo>
                  <a:cubicBezTo>
                    <a:pt x="27218" y="7310"/>
                    <a:pt x="27218"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4" name="Google Shape;1134;p33"/>
            <p:cNvSpPr/>
            <p:nvPr/>
          </p:nvSpPr>
          <p:spPr>
            <a:xfrm>
              <a:off x="7348385" y="2477059"/>
              <a:ext cx="16536" cy="9603"/>
            </a:xfrm>
            <a:custGeom>
              <a:avLst/>
              <a:gdLst/>
              <a:ahLst/>
              <a:cxnLst/>
              <a:rect l="l" t="t" r="r" b="b"/>
              <a:pathLst>
                <a:path w="5905" h="3429" extrusionOk="0">
                  <a:moveTo>
                    <a:pt x="4858" y="0"/>
                  </a:moveTo>
                  <a:lnTo>
                    <a:pt x="5905" y="571"/>
                  </a:lnTo>
                  <a:lnTo>
                    <a:pt x="5620" y="762"/>
                  </a:lnTo>
                  <a:lnTo>
                    <a:pt x="4953" y="381"/>
                  </a:lnTo>
                  <a:lnTo>
                    <a:pt x="667" y="2857"/>
                  </a:lnTo>
                  <a:lnTo>
                    <a:pt x="1333" y="3238"/>
                  </a:lnTo>
                  <a:lnTo>
                    <a:pt x="1048" y="3429"/>
                  </a:lnTo>
                  <a:lnTo>
                    <a:pt x="0" y="2857"/>
                  </a:lnTo>
                  <a:lnTo>
                    <a:pt x="4858"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5" name="Google Shape;1135;p33"/>
            <p:cNvSpPr/>
            <p:nvPr/>
          </p:nvSpPr>
          <p:spPr>
            <a:xfrm>
              <a:off x="7365455" y="2494730"/>
              <a:ext cx="75751" cy="43345"/>
            </a:xfrm>
            <a:custGeom>
              <a:avLst/>
              <a:gdLst/>
              <a:ahLst/>
              <a:cxnLst/>
              <a:rect l="l" t="t" r="r" b="b"/>
              <a:pathLst>
                <a:path w="27051" h="15478" extrusionOk="0">
                  <a:moveTo>
                    <a:pt x="23622" y="5215"/>
                  </a:moveTo>
                  <a:lnTo>
                    <a:pt x="15145" y="357"/>
                  </a:lnTo>
                  <a:cubicBezTo>
                    <a:pt x="14288" y="-119"/>
                    <a:pt x="12764" y="-119"/>
                    <a:pt x="11906" y="357"/>
                  </a:cubicBezTo>
                  <a:lnTo>
                    <a:pt x="3429" y="5215"/>
                  </a:lnTo>
                  <a:lnTo>
                    <a:pt x="0" y="5215"/>
                  </a:lnTo>
                  <a:lnTo>
                    <a:pt x="0" y="7691"/>
                  </a:lnTo>
                  <a:cubicBezTo>
                    <a:pt x="0" y="7691"/>
                    <a:pt x="286" y="8358"/>
                    <a:pt x="667" y="8644"/>
                  </a:cubicBezTo>
                  <a:lnTo>
                    <a:pt x="11906" y="15121"/>
                  </a:lnTo>
                  <a:cubicBezTo>
                    <a:pt x="12764" y="15597"/>
                    <a:pt x="14288" y="15597"/>
                    <a:pt x="15145" y="15121"/>
                  </a:cubicBezTo>
                  <a:lnTo>
                    <a:pt x="26384" y="8644"/>
                  </a:lnTo>
                  <a:cubicBezTo>
                    <a:pt x="26384" y="8644"/>
                    <a:pt x="27051" y="8073"/>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6" name="Google Shape;1136;p33"/>
            <p:cNvSpPr/>
            <p:nvPr/>
          </p:nvSpPr>
          <p:spPr>
            <a:xfrm>
              <a:off x="7365522" y="2487261"/>
              <a:ext cx="75617" cy="43611"/>
            </a:xfrm>
            <a:custGeom>
              <a:avLst/>
              <a:gdLst/>
              <a:ahLst/>
              <a:cxnLst/>
              <a:rect l="l" t="t" r="r" b="b"/>
              <a:pathLst>
                <a:path w="27003" h="15573" extrusionOk="0">
                  <a:moveTo>
                    <a:pt x="15121" y="15216"/>
                  </a:moveTo>
                  <a:cubicBezTo>
                    <a:pt x="14264" y="15692"/>
                    <a:pt x="12740" y="15692"/>
                    <a:pt x="11882" y="15216"/>
                  </a:cubicBezTo>
                  <a:lnTo>
                    <a:pt x="643" y="8739"/>
                  </a:lnTo>
                  <a:cubicBezTo>
                    <a:pt x="-214" y="8168"/>
                    <a:pt x="-214" y="7310"/>
                    <a:pt x="643" y="6834"/>
                  </a:cubicBezTo>
                  <a:lnTo>
                    <a:pt x="11882" y="357"/>
                  </a:lnTo>
                  <a:cubicBezTo>
                    <a:pt x="12740" y="-119"/>
                    <a:pt x="14264" y="-119"/>
                    <a:pt x="15121" y="357"/>
                  </a:cubicBezTo>
                  <a:lnTo>
                    <a:pt x="26361" y="6834"/>
                  </a:lnTo>
                  <a:cubicBezTo>
                    <a:pt x="27218" y="7310"/>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7" name="Google Shape;1137;p33"/>
            <p:cNvSpPr/>
            <p:nvPr/>
          </p:nvSpPr>
          <p:spPr>
            <a:xfrm>
              <a:off x="7395329" y="2504265"/>
              <a:ext cx="16536" cy="9334"/>
            </a:xfrm>
            <a:custGeom>
              <a:avLst/>
              <a:gdLst/>
              <a:ahLst/>
              <a:cxnLst/>
              <a:rect l="l" t="t" r="r" b="b"/>
              <a:pathLst>
                <a:path w="5905" h="3333" extrusionOk="0">
                  <a:moveTo>
                    <a:pt x="286" y="2667"/>
                  </a:moveTo>
                  <a:lnTo>
                    <a:pt x="952" y="3048"/>
                  </a:lnTo>
                  <a:lnTo>
                    <a:pt x="5239" y="572"/>
                  </a:lnTo>
                  <a:lnTo>
                    <a:pt x="4572" y="191"/>
                  </a:lnTo>
                  <a:lnTo>
                    <a:pt x="4858" y="0"/>
                  </a:lnTo>
                  <a:lnTo>
                    <a:pt x="5905" y="572"/>
                  </a:lnTo>
                  <a:lnTo>
                    <a:pt x="1048" y="3334"/>
                  </a:lnTo>
                  <a:lnTo>
                    <a:pt x="0" y="2762"/>
                  </a:lnTo>
                  <a:lnTo>
                    <a:pt x="286" y="276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8" name="Google Shape;1138;p33"/>
            <p:cNvSpPr/>
            <p:nvPr/>
          </p:nvSpPr>
          <p:spPr>
            <a:xfrm>
              <a:off x="7221422" y="2411507"/>
              <a:ext cx="75482" cy="43543"/>
            </a:xfrm>
            <a:custGeom>
              <a:avLst/>
              <a:gdLst/>
              <a:ahLst/>
              <a:cxnLst/>
              <a:rect l="l" t="t" r="r" b="b"/>
              <a:pathLst>
                <a:path w="26955" h="15549" extrusionOk="0">
                  <a:moveTo>
                    <a:pt x="23622" y="5215"/>
                  </a:moveTo>
                  <a:lnTo>
                    <a:pt x="15145" y="357"/>
                  </a:lnTo>
                  <a:cubicBezTo>
                    <a:pt x="14192" y="-119"/>
                    <a:pt x="12763" y="-119"/>
                    <a:pt x="11906" y="357"/>
                  </a:cubicBezTo>
                  <a:lnTo>
                    <a:pt x="3429" y="5215"/>
                  </a:lnTo>
                  <a:lnTo>
                    <a:pt x="0" y="5215"/>
                  </a:lnTo>
                  <a:lnTo>
                    <a:pt x="0" y="7691"/>
                  </a:lnTo>
                  <a:cubicBezTo>
                    <a:pt x="0" y="7691"/>
                    <a:pt x="191" y="8358"/>
                    <a:pt x="667" y="8644"/>
                  </a:cubicBezTo>
                  <a:lnTo>
                    <a:pt x="11906" y="15121"/>
                  </a:lnTo>
                  <a:cubicBezTo>
                    <a:pt x="12763" y="15692"/>
                    <a:pt x="14288" y="15692"/>
                    <a:pt x="15145" y="15121"/>
                  </a:cubicBezTo>
                  <a:lnTo>
                    <a:pt x="26289" y="8644"/>
                  </a:lnTo>
                  <a:cubicBezTo>
                    <a:pt x="26289" y="8644"/>
                    <a:pt x="26956" y="8073"/>
                    <a:pt x="26956" y="7691"/>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9" name="Google Shape;1139;p33"/>
            <p:cNvSpPr/>
            <p:nvPr/>
          </p:nvSpPr>
          <p:spPr>
            <a:xfrm>
              <a:off x="7221489" y="2404305"/>
              <a:ext cx="75350" cy="43543"/>
            </a:xfrm>
            <a:custGeom>
              <a:avLst/>
              <a:gdLst/>
              <a:ahLst/>
              <a:cxnLst/>
              <a:rect l="l" t="t" r="r" b="b"/>
              <a:pathLst>
                <a:path w="26908" h="15549" extrusionOk="0">
                  <a:moveTo>
                    <a:pt x="15121" y="15121"/>
                  </a:moveTo>
                  <a:cubicBezTo>
                    <a:pt x="14169" y="15693"/>
                    <a:pt x="12740" y="15693"/>
                    <a:pt x="11882" y="15121"/>
                  </a:cubicBezTo>
                  <a:lnTo>
                    <a:pt x="643" y="8644"/>
                  </a:lnTo>
                  <a:cubicBezTo>
                    <a:pt x="-214" y="8168"/>
                    <a:pt x="-214" y="7310"/>
                    <a:pt x="643" y="6834"/>
                  </a:cubicBezTo>
                  <a:lnTo>
                    <a:pt x="11882" y="357"/>
                  </a:lnTo>
                  <a:cubicBezTo>
                    <a:pt x="12740" y="-119"/>
                    <a:pt x="14264" y="-119"/>
                    <a:pt x="15121" y="357"/>
                  </a:cubicBezTo>
                  <a:lnTo>
                    <a:pt x="26265" y="6834"/>
                  </a:lnTo>
                  <a:cubicBezTo>
                    <a:pt x="27122" y="7310"/>
                    <a:pt x="27122" y="8168"/>
                    <a:pt x="26265" y="8644"/>
                  </a:cubicBezTo>
                  <a:lnTo>
                    <a:pt x="15121" y="1512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0" name="Google Shape;1140;p33"/>
            <p:cNvSpPr/>
            <p:nvPr/>
          </p:nvSpPr>
          <p:spPr>
            <a:xfrm>
              <a:off x="7254569" y="2421970"/>
              <a:ext cx="14282" cy="8127"/>
            </a:xfrm>
            <a:custGeom>
              <a:avLst/>
              <a:gdLst/>
              <a:ahLst/>
              <a:cxnLst/>
              <a:rect l="l" t="t" r="r" b="b"/>
              <a:pathLst>
                <a:path w="5100" h="2902" extrusionOk="0">
                  <a:moveTo>
                    <a:pt x="926" y="527"/>
                  </a:moveTo>
                  <a:cubicBezTo>
                    <a:pt x="2070" y="-140"/>
                    <a:pt x="3498" y="-140"/>
                    <a:pt x="4451" y="336"/>
                  </a:cubicBezTo>
                  <a:cubicBezTo>
                    <a:pt x="5403" y="908"/>
                    <a:pt x="5308" y="1670"/>
                    <a:pt x="4165" y="2336"/>
                  </a:cubicBezTo>
                  <a:cubicBezTo>
                    <a:pt x="2927" y="3003"/>
                    <a:pt x="1593" y="3099"/>
                    <a:pt x="641" y="2527"/>
                  </a:cubicBezTo>
                  <a:cubicBezTo>
                    <a:pt x="-312" y="1956"/>
                    <a:pt x="-217" y="1194"/>
                    <a:pt x="1022" y="527"/>
                  </a:cubicBezTo>
                  <a:close/>
                  <a:moveTo>
                    <a:pt x="3593" y="2051"/>
                  </a:moveTo>
                  <a:cubicBezTo>
                    <a:pt x="4451" y="1479"/>
                    <a:pt x="4641" y="908"/>
                    <a:pt x="3974" y="527"/>
                  </a:cubicBezTo>
                  <a:cubicBezTo>
                    <a:pt x="3308" y="146"/>
                    <a:pt x="2355" y="241"/>
                    <a:pt x="1403" y="717"/>
                  </a:cubicBezTo>
                  <a:cubicBezTo>
                    <a:pt x="450" y="1194"/>
                    <a:pt x="355" y="1860"/>
                    <a:pt x="1022" y="2241"/>
                  </a:cubicBezTo>
                  <a:cubicBezTo>
                    <a:pt x="1689" y="2622"/>
                    <a:pt x="2736" y="2527"/>
                    <a:pt x="3593" y="195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1" name="Google Shape;1141;p33"/>
            <p:cNvSpPr/>
            <p:nvPr/>
          </p:nvSpPr>
          <p:spPr>
            <a:xfrm>
              <a:off x="6846669" y="2253066"/>
              <a:ext cx="75748" cy="43611"/>
            </a:xfrm>
            <a:custGeom>
              <a:avLst/>
              <a:gdLst/>
              <a:ahLst/>
              <a:cxnLst/>
              <a:rect l="l" t="t" r="r" b="b"/>
              <a:pathLst>
                <a:path w="27050" h="15573" extrusionOk="0">
                  <a:moveTo>
                    <a:pt x="23622" y="5215"/>
                  </a:moveTo>
                  <a:lnTo>
                    <a:pt x="15145" y="357"/>
                  </a:lnTo>
                  <a:cubicBezTo>
                    <a:pt x="14288" y="-119"/>
                    <a:pt x="12763" y="-119"/>
                    <a:pt x="11906" y="357"/>
                  </a:cubicBezTo>
                  <a:lnTo>
                    <a:pt x="3429" y="5215"/>
                  </a:lnTo>
                  <a:lnTo>
                    <a:pt x="0" y="5215"/>
                  </a:lnTo>
                  <a:lnTo>
                    <a:pt x="0" y="7787"/>
                  </a:lnTo>
                  <a:cubicBezTo>
                    <a:pt x="0" y="7787"/>
                    <a:pt x="190" y="8453"/>
                    <a:pt x="667" y="8739"/>
                  </a:cubicBezTo>
                  <a:lnTo>
                    <a:pt x="11906" y="15216"/>
                  </a:lnTo>
                  <a:cubicBezTo>
                    <a:pt x="12763" y="15692"/>
                    <a:pt x="14288" y="15692"/>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2" name="Google Shape;1142;p33"/>
            <p:cNvSpPr/>
            <p:nvPr/>
          </p:nvSpPr>
          <p:spPr>
            <a:xfrm>
              <a:off x="6846733" y="2245598"/>
              <a:ext cx="75617" cy="43611"/>
            </a:xfrm>
            <a:custGeom>
              <a:avLst/>
              <a:gdLst/>
              <a:ahLst/>
              <a:cxnLst/>
              <a:rect l="l" t="t" r="r" b="b"/>
              <a:pathLst>
                <a:path w="27003" h="15573" extrusionOk="0">
                  <a:moveTo>
                    <a:pt x="15121" y="15216"/>
                  </a:moveTo>
                  <a:cubicBezTo>
                    <a:pt x="14264" y="15692"/>
                    <a:pt x="12740" y="15692"/>
                    <a:pt x="11882" y="15216"/>
                  </a:cubicBezTo>
                  <a:lnTo>
                    <a:pt x="643" y="8739"/>
                  </a:lnTo>
                  <a:cubicBezTo>
                    <a:pt x="-214" y="8168"/>
                    <a:pt x="-214" y="7406"/>
                    <a:pt x="643" y="6834"/>
                  </a:cubicBezTo>
                  <a:lnTo>
                    <a:pt x="11882" y="357"/>
                  </a:lnTo>
                  <a:cubicBezTo>
                    <a:pt x="12740" y="-119"/>
                    <a:pt x="14264" y="-119"/>
                    <a:pt x="15121" y="357"/>
                  </a:cubicBezTo>
                  <a:lnTo>
                    <a:pt x="26360" y="6834"/>
                  </a:lnTo>
                  <a:cubicBezTo>
                    <a:pt x="27218" y="7406"/>
                    <a:pt x="27218"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3" name="Google Shape;1143;p33"/>
            <p:cNvSpPr/>
            <p:nvPr/>
          </p:nvSpPr>
          <p:spPr>
            <a:xfrm>
              <a:off x="6877341" y="2263097"/>
              <a:ext cx="14934" cy="7917"/>
            </a:xfrm>
            <a:custGeom>
              <a:avLst/>
              <a:gdLst/>
              <a:ahLst/>
              <a:cxnLst/>
              <a:rect l="l" t="t" r="r" b="b"/>
              <a:pathLst>
                <a:path w="5333" h="2827" extrusionOk="0">
                  <a:moveTo>
                    <a:pt x="191" y="1537"/>
                  </a:moveTo>
                  <a:lnTo>
                    <a:pt x="762" y="1537"/>
                  </a:lnTo>
                  <a:cubicBezTo>
                    <a:pt x="762" y="1537"/>
                    <a:pt x="953" y="2204"/>
                    <a:pt x="1333" y="2395"/>
                  </a:cubicBezTo>
                  <a:cubicBezTo>
                    <a:pt x="1810" y="2680"/>
                    <a:pt x="2381" y="2680"/>
                    <a:pt x="2667" y="2395"/>
                  </a:cubicBezTo>
                  <a:cubicBezTo>
                    <a:pt x="3048" y="2204"/>
                    <a:pt x="2953" y="1918"/>
                    <a:pt x="2667" y="1632"/>
                  </a:cubicBezTo>
                  <a:lnTo>
                    <a:pt x="2381" y="1156"/>
                  </a:lnTo>
                  <a:cubicBezTo>
                    <a:pt x="2381" y="1156"/>
                    <a:pt x="2000" y="489"/>
                    <a:pt x="2572" y="204"/>
                  </a:cubicBezTo>
                  <a:cubicBezTo>
                    <a:pt x="3143" y="-82"/>
                    <a:pt x="4096" y="-82"/>
                    <a:pt x="4667" y="299"/>
                  </a:cubicBezTo>
                  <a:cubicBezTo>
                    <a:pt x="5144" y="489"/>
                    <a:pt x="5334" y="870"/>
                    <a:pt x="5334" y="1156"/>
                  </a:cubicBezTo>
                  <a:lnTo>
                    <a:pt x="4763" y="1156"/>
                  </a:lnTo>
                  <a:cubicBezTo>
                    <a:pt x="4763" y="1156"/>
                    <a:pt x="4667" y="680"/>
                    <a:pt x="4286" y="489"/>
                  </a:cubicBezTo>
                  <a:cubicBezTo>
                    <a:pt x="3905" y="299"/>
                    <a:pt x="3429" y="204"/>
                    <a:pt x="3048" y="489"/>
                  </a:cubicBezTo>
                  <a:cubicBezTo>
                    <a:pt x="2667" y="680"/>
                    <a:pt x="2858" y="966"/>
                    <a:pt x="3048" y="1156"/>
                  </a:cubicBezTo>
                  <a:lnTo>
                    <a:pt x="3334" y="1537"/>
                  </a:lnTo>
                  <a:cubicBezTo>
                    <a:pt x="3334" y="1537"/>
                    <a:pt x="3620" y="2204"/>
                    <a:pt x="3048" y="2585"/>
                  </a:cubicBezTo>
                  <a:cubicBezTo>
                    <a:pt x="2477" y="2966"/>
                    <a:pt x="1524" y="2871"/>
                    <a:pt x="762" y="2490"/>
                  </a:cubicBezTo>
                  <a:cubicBezTo>
                    <a:pt x="286" y="2204"/>
                    <a:pt x="0" y="1823"/>
                    <a:pt x="0" y="144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4" name="Google Shape;1144;p33"/>
            <p:cNvSpPr/>
            <p:nvPr/>
          </p:nvSpPr>
          <p:spPr>
            <a:xfrm>
              <a:off x="6894680" y="2280606"/>
              <a:ext cx="75748" cy="44011"/>
            </a:xfrm>
            <a:custGeom>
              <a:avLst/>
              <a:gdLst/>
              <a:ahLst/>
              <a:cxnLst/>
              <a:rect l="l" t="t" r="r" b="b"/>
              <a:pathLst>
                <a:path w="27050" h="15716" extrusionOk="0">
                  <a:moveTo>
                    <a:pt x="23622" y="5286"/>
                  </a:moveTo>
                  <a:lnTo>
                    <a:pt x="15145" y="429"/>
                  </a:lnTo>
                  <a:cubicBezTo>
                    <a:pt x="14192" y="-143"/>
                    <a:pt x="12763" y="-143"/>
                    <a:pt x="11906" y="429"/>
                  </a:cubicBezTo>
                  <a:lnTo>
                    <a:pt x="3429" y="5286"/>
                  </a:lnTo>
                  <a:lnTo>
                    <a:pt x="0" y="5286"/>
                  </a:lnTo>
                  <a:lnTo>
                    <a:pt x="0" y="7858"/>
                  </a:lnTo>
                  <a:cubicBezTo>
                    <a:pt x="0" y="7858"/>
                    <a:pt x="190" y="8525"/>
                    <a:pt x="667" y="8811"/>
                  </a:cubicBezTo>
                  <a:lnTo>
                    <a:pt x="11906" y="15288"/>
                  </a:lnTo>
                  <a:cubicBezTo>
                    <a:pt x="12859" y="15859"/>
                    <a:pt x="14287" y="15859"/>
                    <a:pt x="15145" y="15288"/>
                  </a:cubicBezTo>
                  <a:lnTo>
                    <a:pt x="26384" y="8811"/>
                  </a:lnTo>
                  <a:cubicBezTo>
                    <a:pt x="26384" y="8811"/>
                    <a:pt x="27051" y="8239"/>
                    <a:pt x="27051" y="7858"/>
                  </a:cubicBezTo>
                  <a:lnTo>
                    <a:pt x="27051" y="5286"/>
                  </a:lnTo>
                  <a:lnTo>
                    <a:pt x="23622"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5" name="Google Shape;1145;p33"/>
            <p:cNvSpPr/>
            <p:nvPr/>
          </p:nvSpPr>
          <p:spPr>
            <a:xfrm>
              <a:off x="6894744" y="2273339"/>
              <a:ext cx="75815" cy="43611"/>
            </a:xfrm>
            <a:custGeom>
              <a:avLst/>
              <a:gdLst/>
              <a:ahLst/>
              <a:cxnLst/>
              <a:rect l="l" t="t" r="r" b="b"/>
              <a:pathLst>
                <a:path w="27074" h="15573" extrusionOk="0">
                  <a:moveTo>
                    <a:pt x="15121" y="15216"/>
                  </a:moveTo>
                  <a:cubicBezTo>
                    <a:pt x="14169" y="15693"/>
                    <a:pt x="12740" y="15693"/>
                    <a:pt x="11882" y="15216"/>
                  </a:cubicBezTo>
                  <a:lnTo>
                    <a:pt x="643" y="8739"/>
                  </a:lnTo>
                  <a:cubicBezTo>
                    <a:pt x="-214" y="8263"/>
                    <a:pt x="-214" y="7406"/>
                    <a:pt x="643" y="6834"/>
                  </a:cubicBezTo>
                  <a:lnTo>
                    <a:pt x="11882" y="357"/>
                  </a:lnTo>
                  <a:cubicBezTo>
                    <a:pt x="12835" y="-119"/>
                    <a:pt x="14264" y="-119"/>
                    <a:pt x="15121" y="357"/>
                  </a:cubicBezTo>
                  <a:lnTo>
                    <a:pt x="26361" y="6834"/>
                  </a:lnTo>
                  <a:cubicBezTo>
                    <a:pt x="27313" y="7310"/>
                    <a:pt x="27313"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6" name="Google Shape;1146;p33"/>
            <p:cNvSpPr/>
            <p:nvPr/>
          </p:nvSpPr>
          <p:spPr>
            <a:xfrm>
              <a:off x="6925086" y="2290074"/>
              <a:ext cx="15102" cy="8970"/>
            </a:xfrm>
            <a:custGeom>
              <a:avLst/>
              <a:gdLst/>
              <a:ahLst/>
              <a:cxnLst/>
              <a:rect l="l" t="t" r="r" b="b"/>
              <a:pathLst>
                <a:path w="5393" h="3203" extrusionOk="0">
                  <a:moveTo>
                    <a:pt x="3620" y="95"/>
                  </a:moveTo>
                  <a:lnTo>
                    <a:pt x="4572" y="571"/>
                  </a:lnTo>
                  <a:cubicBezTo>
                    <a:pt x="5715" y="1238"/>
                    <a:pt x="5620" y="2000"/>
                    <a:pt x="4572" y="2667"/>
                  </a:cubicBezTo>
                  <a:cubicBezTo>
                    <a:pt x="3429" y="3334"/>
                    <a:pt x="2096" y="3429"/>
                    <a:pt x="953" y="2667"/>
                  </a:cubicBezTo>
                  <a:lnTo>
                    <a:pt x="0" y="2096"/>
                  </a:lnTo>
                  <a:lnTo>
                    <a:pt x="3715" y="0"/>
                  </a:lnTo>
                  <a:close/>
                  <a:moveTo>
                    <a:pt x="1238" y="2477"/>
                  </a:moveTo>
                  <a:cubicBezTo>
                    <a:pt x="2096" y="2953"/>
                    <a:pt x="3048" y="2858"/>
                    <a:pt x="4000" y="2381"/>
                  </a:cubicBezTo>
                  <a:cubicBezTo>
                    <a:pt x="4953" y="1810"/>
                    <a:pt x="5048" y="1334"/>
                    <a:pt x="4191" y="762"/>
                  </a:cubicBezTo>
                  <a:lnTo>
                    <a:pt x="3715" y="476"/>
                  </a:lnTo>
                  <a:lnTo>
                    <a:pt x="762" y="2096"/>
                  </a:lnTo>
                  <a:lnTo>
                    <a:pt x="1238" y="238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7" name="Google Shape;1147;p33"/>
            <p:cNvSpPr/>
            <p:nvPr/>
          </p:nvSpPr>
          <p:spPr>
            <a:xfrm>
              <a:off x="6942422" y="2308548"/>
              <a:ext cx="75748" cy="43345"/>
            </a:xfrm>
            <a:custGeom>
              <a:avLst/>
              <a:gdLst/>
              <a:ahLst/>
              <a:cxnLst/>
              <a:rect l="l" t="t" r="r" b="b"/>
              <a:pathLst>
                <a:path w="27050" h="15478" extrusionOk="0">
                  <a:moveTo>
                    <a:pt x="23622" y="5215"/>
                  </a:moveTo>
                  <a:lnTo>
                    <a:pt x="15145" y="357"/>
                  </a:lnTo>
                  <a:cubicBezTo>
                    <a:pt x="14288" y="-119"/>
                    <a:pt x="12763" y="-119"/>
                    <a:pt x="11906" y="357"/>
                  </a:cubicBezTo>
                  <a:lnTo>
                    <a:pt x="3429" y="5215"/>
                  </a:lnTo>
                  <a:lnTo>
                    <a:pt x="0" y="5215"/>
                  </a:lnTo>
                  <a:lnTo>
                    <a:pt x="0" y="7691"/>
                  </a:lnTo>
                  <a:cubicBezTo>
                    <a:pt x="0" y="7691"/>
                    <a:pt x="190" y="8358"/>
                    <a:pt x="667" y="8644"/>
                  </a:cubicBezTo>
                  <a:lnTo>
                    <a:pt x="11906" y="15121"/>
                  </a:lnTo>
                  <a:cubicBezTo>
                    <a:pt x="12859" y="15597"/>
                    <a:pt x="14288" y="15597"/>
                    <a:pt x="15145" y="15121"/>
                  </a:cubicBezTo>
                  <a:lnTo>
                    <a:pt x="26384" y="8644"/>
                  </a:lnTo>
                  <a:cubicBezTo>
                    <a:pt x="26384" y="8644"/>
                    <a:pt x="27051" y="8072"/>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8" name="Google Shape;1148;p33"/>
            <p:cNvSpPr/>
            <p:nvPr/>
          </p:nvSpPr>
          <p:spPr>
            <a:xfrm>
              <a:off x="6942490" y="2301079"/>
              <a:ext cx="75617" cy="43611"/>
            </a:xfrm>
            <a:custGeom>
              <a:avLst/>
              <a:gdLst/>
              <a:ahLst/>
              <a:cxnLst/>
              <a:rect l="l" t="t" r="r" b="b"/>
              <a:pathLst>
                <a:path w="27003" h="15573" extrusionOk="0">
                  <a:moveTo>
                    <a:pt x="15121" y="15216"/>
                  </a:moveTo>
                  <a:cubicBezTo>
                    <a:pt x="14264" y="15692"/>
                    <a:pt x="12740" y="15692"/>
                    <a:pt x="11882" y="15216"/>
                  </a:cubicBezTo>
                  <a:lnTo>
                    <a:pt x="643" y="8739"/>
                  </a:lnTo>
                  <a:cubicBezTo>
                    <a:pt x="-214" y="8263"/>
                    <a:pt x="-214" y="7406"/>
                    <a:pt x="643" y="6834"/>
                  </a:cubicBezTo>
                  <a:lnTo>
                    <a:pt x="11882" y="357"/>
                  </a:lnTo>
                  <a:cubicBezTo>
                    <a:pt x="12835" y="-119"/>
                    <a:pt x="14264" y="-119"/>
                    <a:pt x="15121" y="357"/>
                  </a:cubicBezTo>
                  <a:lnTo>
                    <a:pt x="26360" y="6834"/>
                  </a:lnTo>
                  <a:cubicBezTo>
                    <a:pt x="27217" y="7310"/>
                    <a:pt x="27217"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9" name="Google Shape;1149;p33"/>
            <p:cNvSpPr/>
            <p:nvPr/>
          </p:nvSpPr>
          <p:spPr>
            <a:xfrm>
              <a:off x="6973632" y="2318349"/>
              <a:ext cx="16270" cy="6934"/>
            </a:xfrm>
            <a:custGeom>
              <a:avLst/>
              <a:gdLst/>
              <a:ahLst/>
              <a:cxnLst/>
              <a:rect l="l" t="t" r="r" b="b"/>
              <a:pathLst>
                <a:path w="5810" h="2476" extrusionOk="0">
                  <a:moveTo>
                    <a:pt x="3715" y="0"/>
                  </a:moveTo>
                  <a:lnTo>
                    <a:pt x="5810" y="1238"/>
                  </a:lnTo>
                  <a:lnTo>
                    <a:pt x="5429" y="1524"/>
                  </a:lnTo>
                  <a:lnTo>
                    <a:pt x="3715" y="572"/>
                  </a:lnTo>
                  <a:lnTo>
                    <a:pt x="2476" y="1334"/>
                  </a:lnTo>
                  <a:lnTo>
                    <a:pt x="3905" y="2191"/>
                  </a:lnTo>
                  <a:lnTo>
                    <a:pt x="3524" y="2381"/>
                  </a:lnTo>
                  <a:lnTo>
                    <a:pt x="2096" y="1524"/>
                  </a:lnTo>
                  <a:lnTo>
                    <a:pt x="476" y="2477"/>
                  </a:lnTo>
                  <a:lnTo>
                    <a:pt x="0" y="2191"/>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0" name="Google Shape;1150;p33"/>
            <p:cNvSpPr/>
            <p:nvPr/>
          </p:nvSpPr>
          <p:spPr>
            <a:xfrm>
              <a:off x="6798389" y="2225057"/>
              <a:ext cx="75748" cy="43611"/>
            </a:xfrm>
            <a:custGeom>
              <a:avLst/>
              <a:gdLst/>
              <a:ahLst/>
              <a:cxnLst/>
              <a:rect l="l" t="t" r="r" b="b"/>
              <a:pathLst>
                <a:path w="27050" h="15573" extrusionOk="0">
                  <a:moveTo>
                    <a:pt x="23622" y="5310"/>
                  </a:moveTo>
                  <a:lnTo>
                    <a:pt x="15145" y="357"/>
                  </a:lnTo>
                  <a:cubicBezTo>
                    <a:pt x="14288" y="-119"/>
                    <a:pt x="12763" y="-119"/>
                    <a:pt x="11906" y="357"/>
                  </a:cubicBezTo>
                  <a:lnTo>
                    <a:pt x="3429" y="5310"/>
                  </a:lnTo>
                  <a:lnTo>
                    <a:pt x="0" y="5310"/>
                  </a:lnTo>
                  <a:lnTo>
                    <a:pt x="0" y="7787"/>
                  </a:lnTo>
                  <a:cubicBezTo>
                    <a:pt x="0" y="7787"/>
                    <a:pt x="190" y="8453"/>
                    <a:pt x="667" y="8739"/>
                  </a:cubicBezTo>
                  <a:lnTo>
                    <a:pt x="11906" y="15216"/>
                  </a:lnTo>
                  <a:cubicBezTo>
                    <a:pt x="12763" y="15693"/>
                    <a:pt x="14288" y="15693"/>
                    <a:pt x="15145" y="15216"/>
                  </a:cubicBezTo>
                  <a:lnTo>
                    <a:pt x="26384" y="8739"/>
                  </a:lnTo>
                  <a:cubicBezTo>
                    <a:pt x="26384" y="8739"/>
                    <a:pt x="27051" y="8168"/>
                    <a:pt x="27051" y="7787"/>
                  </a:cubicBezTo>
                  <a:lnTo>
                    <a:pt x="27051" y="5310"/>
                  </a:lnTo>
                  <a:lnTo>
                    <a:pt x="23622" y="531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1" name="Google Shape;1151;p33"/>
            <p:cNvSpPr/>
            <p:nvPr/>
          </p:nvSpPr>
          <p:spPr>
            <a:xfrm>
              <a:off x="6798456" y="2217854"/>
              <a:ext cx="75617" cy="43809"/>
            </a:xfrm>
            <a:custGeom>
              <a:avLst/>
              <a:gdLst/>
              <a:ahLst/>
              <a:cxnLst/>
              <a:rect l="l" t="t" r="r" b="b"/>
              <a:pathLst>
                <a:path w="27003" h="15644" extrusionOk="0">
                  <a:moveTo>
                    <a:pt x="15121" y="15216"/>
                  </a:moveTo>
                  <a:cubicBezTo>
                    <a:pt x="14264" y="15788"/>
                    <a:pt x="12740" y="15788"/>
                    <a:pt x="11882" y="15216"/>
                  </a:cubicBezTo>
                  <a:lnTo>
                    <a:pt x="643" y="8739"/>
                  </a:lnTo>
                  <a:cubicBezTo>
                    <a:pt x="-214" y="8168"/>
                    <a:pt x="-214" y="7406"/>
                    <a:pt x="643" y="6834"/>
                  </a:cubicBezTo>
                  <a:lnTo>
                    <a:pt x="11882" y="357"/>
                  </a:lnTo>
                  <a:cubicBezTo>
                    <a:pt x="12740" y="-119"/>
                    <a:pt x="14264" y="-119"/>
                    <a:pt x="15121" y="357"/>
                  </a:cubicBezTo>
                  <a:lnTo>
                    <a:pt x="26360" y="6834"/>
                  </a:lnTo>
                  <a:cubicBezTo>
                    <a:pt x="27218" y="7406"/>
                    <a:pt x="27218"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2" name="Google Shape;1152;p33"/>
            <p:cNvSpPr/>
            <p:nvPr/>
          </p:nvSpPr>
          <p:spPr>
            <a:xfrm>
              <a:off x="6828263" y="2236194"/>
              <a:ext cx="15203" cy="8802"/>
            </a:xfrm>
            <a:custGeom>
              <a:avLst/>
              <a:gdLst/>
              <a:ahLst/>
              <a:cxnLst/>
              <a:rect l="l" t="t" r="r" b="b"/>
              <a:pathLst>
                <a:path w="5429" h="3143" extrusionOk="0">
                  <a:moveTo>
                    <a:pt x="4858" y="0"/>
                  </a:moveTo>
                  <a:lnTo>
                    <a:pt x="5429" y="286"/>
                  </a:lnTo>
                  <a:lnTo>
                    <a:pt x="2953" y="3143"/>
                  </a:lnTo>
                  <a:lnTo>
                    <a:pt x="2476" y="2857"/>
                  </a:lnTo>
                  <a:lnTo>
                    <a:pt x="3238" y="2000"/>
                  </a:lnTo>
                  <a:lnTo>
                    <a:pt x="1905" y="1238"/>
                  </a:lnTo>
                  <a:lnTo>
                    <a:pt x="476" y="1714"/>
                  </a:lnTo>
                  <a:lnTo>
                    <a:pt x="0" y="1429"/>
                  </a:lnTo>
                  <a:lnTo>
                    <a:pt x="4953" y="0"/>
                  </a:lnTo>
                  <a:close/>
                  <a:moveTo>
                    <a:pt x="2381" y="1048"/>
                  </a:moveTo>
                  <a:lnTo>
                    <a:pt x="3524" y="1714"/>
                  </a:lnTo>
                  <a:lnTo>
                    <a:pt x="3905" y="1334"/>
                  </a:lnTo>
                  <a:cubicBezTo>
                    <a:pt x="3905" y="1334"/>
                    <a:pt x="4477" y="667"/>
                    <a:pt x="4763" y="381"/>
                  </a:cubicBezTo>
                  <a:lnTo>
                    <a:pt x="4763" y="381"/>
                  </a:lnTo>
                  <a:cubicBezTo>
                    <a:pt x="4191" y="571"/>
                    <a:pt x="3715" y="762"/>
                    <a:pt x="3143" y="857"/>
                  </a:cubicBezTo>
                  <a:lnTo>
                    <a:pt x="2381" y="104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3" name="Google Shape;1153;p33"/>
            <p:cNvSpPr/>
            <p:nvPr/>
          </p:nvSpPr>
          <p:spPr>
            <a:xfrm>
              <a:off x="7038445" y="2363761"/>
              <a:ext cx="75748" cy="43611"/>
            </a:xfrm>
            <a:custGeom>
              <a:avLst/>
              <a:gdLst/>
              <a:ahLst/>
              <a:cxnLst/>
              <a:rect l="l" t="t" r="r" b="b"/>
              <a:pathLst>
                <a:path w="27050" h="15573" extrusionOk="0">
                  <a:moveTo>
                    <a:pt x="23622" y="5215"/>
                  </a:moveTo>
                  <a:lnTo>
                    <a:pt x="15145" y="357"/>
                  </a:lnTo>
                  <a:cubicBezTo>
                    <a:pt x="14288" y="-119"/>
                    <a:pt x="12763" y="-119"/>
                    <a:pt x="11906" y="357"/>
                  </a:cubicBezTo>
                  <a:lnTo>
                    <a:pt x="3429" y="5215"/>
                  </a:lnTo>
                  <a:lnTo>
                    <a:pt x="0" y="5215"/>
                  </a:lnTo>
                  <a:lnTo>
                    <a:pt x="0" y="7787"/>
                  </a:lnTo>
                  <a:cubicBezTo>
                    <a:pt x="0" y="7787"/>
                    <a:pt x="190" y="8454"/>
                    <a:pt x="667" y="8739"/>
                  </a:cubicBezTo>
                  <a:lnTo>
                    <a:pt x="11906" y="15216"/>
                  </a:lnTo>
                  <a:cubicBezTo>
                    <a:pt x="12763" y="15692"/>
                    <a:pt x="14288" y="15692"/>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4" name="Google Shape;1154;p33"/>
            <p:cNvSpPr/>
            <p:nvPr/>
          </p:nvSpPr>
          <p:spPr>
            <a:xfrm>
              <a:off x="7038512" y="2356359"/>
              <a:ext cx="75617" cy="43745"/>
            </a:xfrm>
            <a:custGeom>
              <a:avLst/>
              <a:gdLst/>
              <a:ahLst/>
              <a:cxnLst/>
              <a:rect l="l" t="t" r="r" b="b"/>
              <a:pathLst>
                <a:path w="27003" h="15621" extrusionOk="0">
                  <a:moveTo>
                    <a:pt x="15121" y="15193"/>
                  </a:moveTo>
                  <a:cubicBezTo>
                    <a:pt x="14264" y="15764"/>
                    <a:pt x="12740" y="15764"/>
                    <a:pt x="11883" y="15193"/>
                  </a:cubicBezTo>
                  <a:lnTo>
                    <a:pt x="643" y="8716"/>
                  </a:lnTo>
                  <a:cubicBezTo>
                    <a:pt x="-214" y="8239"/>
                    <a:pt x="-214" y="7382"/>
                    <a:pt x="643" y="6906"/>
                  </a:cubicBezTo>
                  <a:lnTo>
                    <a:pt x="11883" y="429"/>
                  </a:lnTo>
                  <a:cubicBezTo>
                    <a:pt x="12740" y="-143"/>
                    <a:pt x="14264" y="-143"/>
                    <a:pt x="15121" y="429"/>
                  </a:cubicBezTo>
                  <a:lnTo>
                    <a:pt x="26360" y="6906"/>
                  </a:lnTo>
                  <a:cubicBezTo>
                    <a:pt x="27218" y="7382"/>
                    <a:pt x="27218" y="8239"/>
                    <a:pt x="26360" y="8716"/>
                  </a:cubicBezTo>
                  <a:lnTo>
                    <a:pt x="15121" y="1519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5" name="Google Shape;1155;p33"/>
            <p:cNvSpPr/>
            <p:nvPr/>
          </p:nvSpPr>
          <p:spPr>
            <a:xfrm>
              <a:off x="7068318" y="2373030"/>
              <a:ext cx="17869" cy="10401"/>
            </a:xfrm>
            <a:custGeom>
              <a:avLst/>
              <a:gdLst/>
              <a:ahLst/>
              <a:cxnLst/>
              <a:rect l="l" t="t" r="r" b="b"/>
              <a:pathLst>
                <a:path w="6381" h="3714" extrusionOk="0">
                  <a:moveTo>
                    <a:pt x="3715" y="0"/>
                  </a:moveTo>
                  <a:lnTo>
                    <a:pt x="4191" y="286"/>
                  </a:lnTo>
                  <a:lnTo>
                    <a:pt x="2667" y="1143"/>
                  </a:lnTo>
                  <a:lnTo>
                    <a:pt x="4381" y="2191"/>
                  </a:lnTo>
                  <a:lnTo>
                    <a:pt x="5905" y="1333"/>
                  </a:lnTo>
                  <a:lnTo>
                    <a:pt x="6382" y="1619"/>
                  </a:lnTo>
                  <a:lnTo>
                    <a:pt x="2667" y="3715"/>
                  </a:lnTo>
                  <a:lnTo>
                    <a:pt x="2191" y="3429"/>
                  </a:lnTo>
                  <a:lnTo>
                    <a:pt x="3905" y="2477"/>
                  </a:lnTo>
                  <a:lnTo>
                    <a:pt x="2191" y="1524"/>
                  </a:lnTo>
                  <a:lnTo>
                    <a:pt x="476" y="2477"/>
                  </a:lnTo>
                  <a:lnTo>
                    <a:pt x="0" y="2191"/>
                  </a:lnTo>
                  <a:lnTo>
                    <a:pt x="3715" y="9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6" name="Google Shape;1156;p33"/>
            <p:cNvSpPr/>
            <p:nvPr/>
          </p:nvSpPr>
          <p:spPr>
            <a:xfrm>
              <a:off x="7086190" y="2391303"/>
              <a:ext cx="75748" cy="43809"/>
            </a:xfrm>
            <a:custGeom>
              <a:avLst/>
              <a:gdLst/>
              <a:ahLst/>
              <a:cxnLst/>
              <a:rect l="l" t="t" r="r" b="b"/>
              <a:pathLst>
                <a:path w="27050" h="15644" extrusionOk="0">
                  <a:moveTo>
                    <a:pt x="23622" y="5286"/>
                  </a:moveTo>
                  <a:lnTo>
                    <a:pt x="15145" y="429"/>
                  </a:lnTo>
                  <a:cubicBezTo>
                    <a:pt x="14288" y="-143"/>
                    <a:pt x="12763" y="-143"/>
                    <a:pt x="11906" y="429"/>
                  </a:cubicBezTo>
                  <a:lnTo>
                    <a:pt x="3429" y="5286"/>
                  </a:lnTo>
                  <a:lnTo>
                    <a:pt x="0" y="5286"/>
                  </a:lnTo>
                  <a:lnTo>
                    <a:pt x="0" y="7858"/>
                  </a:lnTo>
                  <a:cubicBezTo>
                    <a:pt x="0" y="7858"/>
                    <a:pt x="190" y="8525"/>
                    <a:pt x="667" y="8811"/>
                  </a:cubicBezTo>
                  <a:lnTo>
                    <a:pt x="11906" y="15288"/>
                  </a:lnTo>
                  <a:cubicBezTo>
                    <a:pt x="12763" y="15764"/>
                    <a:pt x="14288" y="15764"/>
                    <a:pt x="15145" y="15288"/>
                  </a:cubicBezTo>
                  <a:lnTo>
                    <a:pt x="26384" y="8811"/>
                  </a:lnTo>
                  <a:cubicBezTo>
                    <a:pt x="26384" y="8811"/>
                    <a:pt x="27051" y="8239"/>
                    <a:pt x="27051" y="7858"/>
                  </a:cubicBezTo>
                  <a:lnTo>
                    <a:pt x="27051" y="5286"/>
                  </a:lnTo>
                  <a:lnTo>
                    <a:pt x="23622"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7" name="Google Shape;1157;p33"/>
            <p:cNvSpPr/>
            <p:nvPr/>
          </p:nvSpPr>
          <p:spPr>
            <a:xfrm>
              <a:off x="7086055" y="2384033"/>
              <a:ext cx="75815" cy="43611"/>
            </a:xfrm>
            <a:custGeom>
              <a:avLst/>
              <a:gdLst/>
              <a:ahLst/>
              <a:cxnLst/>
              <a:rect l="l" t="t" r="r" b="b"/>
              <a:pathLst>
                <a:path w="27074" h="15573" extrusionOk="0">
                  <a:moveTo>
                    <a:pt x="15193" y="15216"/>
                  </a:moveTo>
                  <a:cubicBezTo>
                    <a:pt x="14335" y="15693"/>
                    <a:pt x="12811" y="15693"/>
                    <a:pt x="11954" y="15216"/>
                  </a:cubicBezTo>
                  <a:lnTo>
                    <a:pt x="714" y="8739"/>
                  </a:lnTo>
                  <a:cubicBezTo>
                    <a:pt x="-238" y="8168"/>
                    <a:pt x="-238" y="7406"/>
                    <a:pt x="714" y="6834"/>
                  </a:cubicBezTo>
                  <a:lnTo>
                    <a:pt x="11954" y="357"/>
                  </a:lnTo>
                  <a:cubicBezTo>
                    <a:pt x="12811" y="-119"/>
                    <a:pt x="14335" y="-119"/>
                    <a:pt x="15193" y="357"/>
                  </a:cubicBezTo>
                  <a:lnTo>
                    <a:pt x="26432" y="6834"/>
                  </a:lnTo>
                  <a:cubicBezTo>
                    <a:pt x="27289" y="7310"/>
                    <a:pt x="27289" y="8168"/>
                    <a:pt x="26432" y="8739"/>
                  </a:cubicBezTo>
                  <a:lnTo>
                    <a:pt x="15193"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8" name="Google Shape;1158;p33"/>
            <p:cNvSpPr/>
            <p:nvPr/>
          </p:nvSpPr>
          <p:spPr>
            <a:xfrm>
              <a:off x="7118105" y="2403706"/>
              <a:ext cx="14763" cy="5970"/>
            </a:xfrm>
            <a:custGeom>
              <a:avLst/>
              <a:gdLst/>
              <a:ahLst/>
              <a:cxnLst/>
              <a:rect l="l" t="t" r="r" b="b"/>
              <a:pathLst>
                <a:path w="5272" h="2132" extrusionOk="0">
                  <a:moveTo>
                    <a:pt x="33" y="857"/>
                  </a:moveTo>
                  <a:lnTo>
                    <a:pt x="605" y="857"/>
                  </a:lnTo>
                  <a:cubicBezTo>
                    <a:pt x="605" y="857"/>
                    <a:pt x="605" y="1334"/>
                    <a:pt x="890" y="1524"/>
                  </a:cubicBezTo>
                  <a:cubicBezTo>
                    <a:pt x="1272" y="1810"/>
                    <a:pt x="1748" y="1714"/>
                    <a:pt x="2224" y="1429"/>
                  </a:cubicBezTo>
                  <a:lnTo>
                    <a:pt x="4796" y="0"/>
                  </a:lnTo>
                  <a:lnTo>
                    <a:pt x="5272" y="286"/>
                  </a:lnTo>
                  <a:lnTo>
                    <a:pt x="2700" y="1810"/>
                  </a:lnTo>
                  <a:cubicBezTo>
                    <a:pt x="2033" y="2191"/>
                    <a:pt x="1272" y="2286"/>
                    <a:pt x="510" y="1810"/>
                  </a:cubicBezTo>
                  <a:cubicBezTo>
                    <a:pt x="33" y="1524"/>
                    <a:pt x="-62" y="1238"/>
                    <a:pt x="33" y="85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9" name="Google Shape;1159;p33"/>
            <p:cNvSpPr/>
            <p:nvPr/>
          </p:nvSpPr>
          <p:spPr>
            <a:xfrm>
              <a:off x="7134201" y="2419242"/>
              <a:ext cx="75748" cy="43611"/>
            </a:xfrm>
            <a:custGeom>
              <a:avLst/>
              <a:gdLst/>
              <a:ahLst/>
              <a:cxnLst/>
              <a:rect l="l" t="t" r="r" b="b"/>
              <a:pathLst>
                <a:path w="27050" h="15573" extrusionOk="0">
                  <a:moveTo>
                    <a:pt x="23622" y="5215"/>
                  </a:moveTo>
                  <a:lnTo>
                    <a:pt x="15145" y="357"/>
                  </a:lnTo>
                  <a:cubicBezTo>
                    <a:pt x="14288" y="-119"/>
                    <a:pt x="12763" y="-119"/>
                    <a:pt x="11906" y="357"/>
                  </a:cubicBezTo>
                  <a:lnTo>
                    <a:pt x="3429" y="5215"/>
                  </a:lnTo>
                  <a:lnTo>
                    <a:pt x="0" y="5215"/>
                  </a:lnTo>
                  <a:lnTo>
                    <a:pt x="0" y="7787"/>
                  </a:lnTo>
                  <a:cubicBezTo>
                    <a:pt x="0" y="7787"/>
                    <a:pt x="190" y="8453"/>
                    <a:pt x="667" y="8739"/>
                  </a:cubicBezTo>
                  <a:lnTo>
                    <a:pt x="11906" y="15216"/>
                  </a:lnTo>
                  <a:cubicBezTo>
                    <a:pt x="12763" y="15693"/>
                    <a:pt x="14288" y="15693"/>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0" name="Google Shape;1160;p33"/>
            <p:cNvSpPr/>
            <p:nvPr/>
          </p:nvSpPr>
          <p:spPr>
            <a:xfrm>
              <a:off x="7134268" y="2411575"/>
              <a:ext cx="75617" cy="43809"/>
            </a:xfrm>
            <a:custGeom>
              <a:avLst/>
              <a:gdLst/>
              <a:ahLst/>
              <a:cxnLst/>
              <a:rect l="l" t="t" r="r" b="b"/>
              <a:pathLst>
                <a:path w="27003" h="15644" extrusionOk="0">
                  <a:moveTo>
                    <a:pt x="15121" y="15288"/>
                  </a:moveTo>
                  <a:cubicBezTo>
                    <a:pt x="14264" y="15764"/>
                    <a:pt x="12740" y="15764"/>
                    <a:pt x="11882" y="15288"/>
                  </a:cubicBezTo>
                  <a:lnTo>
                    <a:pt x="643" y="8811"/>
                  </a:lnTo>
                  <a:cubicBezTo>
                    <a:pt x="-214" y="8335"/>
                    <a:pt x="-214" y="7477"/>
                    <a:pt x="643" y="6906"/>
                  </a:cubicBezTo>
                  <a:lnTo>
                    <a:pt x="11882" y="429"/>
                  </a:lnTo>
                  <a:cubicBezTo>
                    <a:pt x="12740" y="-143"/>
                    <a:pt x="14264" y="-143"/>
                    <a:pt x="15121" y="429"/>
                  </a:cubicBezTo>
                  <a:lnTo>
                    <a:pt x="26360" y="6906"/>
                  </a:lnTo>
                  <a:cubicBezTo>
                    <a:pt x="27217" y="7382"/>
                    <a:pt x="27217" y="8239"/>
                    <a:pt x="26360"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1" name="Google Shape;1161;p33"/>
            <p:cNvSpPr/>
            <p:nvPr/>
          </p:nvSpPr>
          <p:spPr>
            <a:xfrm>
              <a:off x="7164875" y="2428780"/>
              <a:ext cx="17337" cy="10401"/>
            </a:xfrm>
            <a:custGeom>
              <a:avLst/>
              <a:gdLst/>
              <a:ahLst/>
              <a:cxnLst/>
              <a:rect l="l" t="t" r="r" b="b"/>
              <a:pathLst>
                <a:path w="6191" h="3714" extrusionOk="0">
                  <a:moveTo>
                    <a:pt x="3620" y="0"/>
                  </a:moveTo>
                  <a:lnTo>
                    <a:pt x="4096" y="286"/>
                  </a:lnTo>
                  <a:lnTo>
                    <a:pt x="2286" y="1334"/>
                  </a:lnTo>
                  <a:lnTo>
                    <a:pt x="2286" y="1334"/>
                  </a:lnTo>
                  <a:lnTo>
                    <a:pt x="5715" y="1143"/>
                  </a:lnTo>
                  <a:lnTo>
                    <a:pt x="6191" y="1429"/>
                  </a:lnTo>
                  <a:lnTo>
                    <a:pt x="3620" y="1619"/>
                  </a:lnTo>
                  <a:lnTo>
                    <a:pt x="2667" y="3715"/>
                  </a:lnTo>
                  <a:lnTo>
                    <a:pt x="2191" y="3429"/>
                  </a:lnTo>
                  <a:lnTo>
                    <a:pt x="3048" y="1714"/>
                  </a:lnTo>
                  <a:lnTo>
                    <a:pt x="1619" y="1714"/>
                  </a:lnTo>
                  <a:cubicBezTo>
                    <a:pt x="1619" y="1714"/>
                    <a:pt x="476" y="2477"/>
                    <a:pt x="476" y="2477"/>
                  </a:cubicBezTo>
                  <a:lnTo>
                    <a:pt x="0" y="2191"/>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2" name="Google Shape;1162;p33"/>
            <p:cNvSpPr/>
            <p:nvPr/>
          </p:nvSpPr>
          <p:spPr>
            <a:xfrm>
              <a:off x="6990167" y="2336020"/>
              <a:ext cx="75748" cy="43809"/>
            </a:xfrm>
            <a:custGeom>
              <a:avLst/>
              <a:gdLst/>
              <a:ahLst/>
              <a:cxnLst/>
              <a:rect l="l" t="t" r="r" b="b"/>
              <a:pathLst>
                <a:path w="27050" h="15644" extrusionOk="0">
                  <a:moveTo>
                    <a:pt x="23622" y="5215"/>
                  </a:moveTo>
                  <a:lnTo>
                    <a:pt x="15145" y="357"/>
                  </a:lnTo>
                  <a:cubicBezTo>
                    <a:pt x="14288" y="-119"/>
                    <a:pt x="12763" y="-119"/>
                    <a:pt x="11906" y="357"/>
                  </a:cubicBezTo>
                  <a:lnTo>
                    <a:pt x="3429" y="5215"/>
                  </a:lnTo>
                  <a:lnTo>
                    <a:pt x="0" y="5215"/>
                  </a:lnTo>
                  <a:lnTo>
                    <a:pt x="0" y="7787"/>
                  </a:lnTo>
                  <a:cubicBezTo>
                    <a:pt x="0" y="7787"/>
                    <a:pt x="190" y="8453"/>
                    <a:pt x="667" y="8739"/>
                  </a:cubicBezTo>
                  <a:lnTo>
                    <a:pt x="11906" y="15216"/>
                  </a:lnTo>
                  <a:cubicBezTo>
                    <a:pt x="12763" y="15788"/>
                    <a:pt x="14288" y="15788"/>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3" name="Google Shape;1163;p33"/>
            <p:cNvSpPr/>
            <p:nvPr/>
          </p:nvSpPr>
          <p:spPr>
            <a:xfrm>
              <a:off x="6990235" y="2328551"/>
              <a:ext cx="75617" cy="43611"/>
            </a:xfrm>
            <a:custGeom>
              <a:avLst/>
              <a:gdLst/>
              <a:ahLst/>
              <a:cxnLst/>
              <a:rect l="l" t="t" r="r" b="b"/>
              <a:pathLst>
                <a:path w="27003" h="15573" extrusionOk="0">
                  <a:moveTo>
                    <a:pt x="15121" y="15216"/>
                  </a:moveTo>
                  <a:cubicBezTo>
                    <a:pt x="14264" y="15693"/>
                    <a:pt x="12740" y="15693"/>
                    <a:pt x="11883" y="15216"/>
                  </a:cubicBezTo>
                  <a:lnTo>
                    <a:pt x="643" y="8739"/>
                  </a:lnTo>
                  <a:cubicBezTo>
                    <a:pt x="-214" y="8263"/>
                    <a:pt x="-214" y="7406"/>
                    <a:pt x="643" y="6834"/>
                  </a:cubicBezTo>
                  <a:lnTo>
                    <a:pt x="11883" y="357"/>
                  </a:lnTo>
                  <a:cubicBezTo>
                    <a:pt x="12740" y="-119"/>
                    <a:pt x="14264" y="-119"/>
                    <a:pt x="15121" y="357"/>
                  </a:cubicBezTo>
                  <a:lnTo>
                    <a:pt x="26361" y="6834"/>
                  </a:lnTo>
                  <a:cubicBezTo>
                    <a:pt x="27218" y="7310"/>
                    <a:pt x="27218" y="8263"/>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4" name="Google Shape;1164;p33"/>
            <p:cNvSpPr/>
            <p:nvPr/>
          </p:nvSpPr>
          <p:spPr>
            <a:xfrm>
              <a:off x="7022637" y="2346787"/>
              <a:ext cx="14206" cy="8370"/>
            </a:xfrm>
            <a:custGeom>
              <a:avLst/>
              <a:gdLst/>
              <a:ahLst/>
              <a:cxnLst/>
              <a:rect l="l" t="t" r="r" b="b"/>
              <a:pathLst>
                <a:path w="5073" h="2989" extrusionOk="0">
                  <a:moveTo>
                    <a:pt x="883" y="513"/>
                  </a:moveTo>
                  <a:cubicBezTo>
                    <a:pt x="2121" y="-154"/>
                    <a:pt x="3550" y="-154"/>
                    <a:pt x="4502" y="417"/>
                  </a:cubicBezTo>
                  <a:cubicBezTo>
                    <a:pt x="4978" y="703"/>
                    <a:pt x="5074" y="1084"/>
                    <a:pt x="5074" y="1275"/>
                  </a:cubicBezTo>
                  <a:lnTo>
                    <a:pt x="4502" y="1275"/>
                  </a:lnTo>
                  <a:cubicBezTo>
                    <a:pt x="4502" y="1275"/>
                    <a:pt x="4502" y="798"/>
                    <a:pt x="4121" y="608"/>
                  </a:cubicBezTo>
                  <a:cubicBezTo>
                    <a:pt x="3359" y="132"/>
                    <a:pt x="2311" y="227"/>
                    <a:pt x="1359" y="798"/>
                  </a:cubicBezTo>
                  <a:cubicBezTo>
                    <a:pt x="406" y="1370"/>
                    <a:pt x="311" y="1941"/>
                    <a:pt x="1073" y="2418"/>
                  </a:cubicBezTo>
                  <a:cubicBezTo>
                    <a:pt x="1359" y="2608"/>
                    <a:pt x="1740" y="2703"/>
                    <a:pt x="1930" y="2703"/>
                  </a:cubicBezTo>
                  <a:lnTo>
                    <a:pt x="2883" y="2132"/>
                  </a:lnTo>
                  <a:lnTo>
                    <a:pt x="2121" y="1656"/>
                  </a:lnTo>
                  <a:lnTo>
                    <a:pt x="2502" y="1465"/>
                  </a:lnTo>
                  <a:lnTo>
                    <a:pt x="3740" y="2132"/>
                  </a:lnTo>
                  <a:lnTo>
                    <a:pt x="2216" y="2989"/>
                  </a:lnTo>
                  <a:cubicBezTo>
                    <a:pt x="2216" y="2989"/>
                    <a:pt x="1168" y="2894"/>
                    <a:pt x="692" y="2608"/>
                  </a:cubicBezTo>
                  <a:cubicBezTo>
                    <a:pt x="-260" y="2037"/>
                    <a:pt x="-260" y="1179"/>
                    <a:pt x="883" y="51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5" name="Google Shape;1165;p33"/>
            <p:cNvSpPr/>
            <p:nvPr/>
          </p:nvSpPr>
          <p:spPr>
            <a:xfrm>
              <a:off x="7230223" y="2474724"/>
              <a:ext cx="75748" cy="43611"/>
            </a:xfrm>
            <a:custGeom>
              <a:avLst/>
              <a:gdLst/>
              <a:ahLst/>
              <a:cxnLst/>
              <a:rect l="l" t="t" r="r" b="b"/>
              <a:pathLst>
                <a:path w="27050" h="15573" extrusionOk="0">
                  <a:moveTo>
                    <a:pt x="23622" y="5215"/>
                  </a:moveTo>
                  <a:lnTo>
                    <a:pt x="15145" y="357"/>
                  </a:lnTo>
                  <a:cubicBezTo>
                    <a:pt x="14288" y="-119"/>
                    <a:pt x="12763" y="-119"/>
                    <a:pt x="11906" y="357"/>
                  </a:cubicBezTo>
                  <a:lnTo>
                    <a:pt x="3429" y="5215"/>
                  </a:lnTo>
                  <a:lnTo>
                    <a:pt x="0" y="5215"/>
                  </a:lnTo>
                  <a:lnTo>
                    <a:pt x="0" y="7787"/>
                  </a:lnTo>
                  <a:cubicBezTo>
                    <a:pt x="0" y="7787"/>
                    <a:pt x="190" y="8453"/>
                    <a:pt x="667" y="8739"/>
                  </a:cubicBezTo>
                  <a:lnTo>
                    <a:pt x="11906" y="15216"/>
                  </a:lnTo>
                  <a:cubicBezTo>
                    <a:pt x="12763" y="15692"/>
                    <a:pt x="14288" y="15692"/>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6" name="Google Shape;1166;p33"/>
            <p:cNvSpPr/>
            <p:nvPr/>
          </p:nvSpPr>
          <p:spPr>
            <a:xfrm>
              <a:off x="7230290" y="2467255"/>
              <a:ext cx="75617" cy="43611"/>
            </a:xfrm>
            <a:custGeom>
              <a:avLst/>
              <a:gdLst/>
              <a:ahLst/>
              <a:cxnLst/>
              <a:rect l="l" t="t" r="r" b="b"/>
              <a:pathLst>
                <a:path w="27003" h="15573" extrusionOk="0">
                  <a:moveTo>
                    <a:pt x="15121" y="15216"/>
                  </a:moveTo>
                  <a:cubicBezTo>
                    <a:pt x="14264" y="15692"/>
                    <a:pt x="12740" y="15692"/>
                    <a:pt x="11883" y="15216"/>
                  </a:cubicBezTo>
                  <a:lnTo>
                    <a:pt x="643" y="8739"/>
                  </a:lnTo>
                  <a:cubicBezTo>
                    <a:pt x="-214" y="8263"/>
                    <a:pt x="-214" y="7406"/>
                    <a:pt x="643" y="6834"/>
                  </a:cubicBezTo>
                  <a:lnTo>
                    <a:pt x="11883" y="357"/>
                  </a:lnTo>
                  <a:cubicBezTo>
                    <a:pt x="12740" y="-119"/>
                    <a:pt x="14264" y="-119"/>
                    <a:pt x="15121" y="357"/>
                  </a:cubicBezTo>
                  <a:lnTo>
                    <a:pt x="26361" y="6834"/>
                  </a:lnTo>
                  <a:cubicBezTo>
                    <a:pt x="27218" y="7310"/>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7" name="Google Shape;1167;p33"/>
            <p:cNvSpPr/>
            <p:nvPr/>
          </p:nvSpPr>
          <p:spPr>
            <a:xfrm>
              <a:off x="7260363" y="2487608"/>
              <a:ext cx="11336" cy="5878"/>
            </a:xfrm>
            <a:custGeom>
              <a:avLst/>
              <a:gdLst/>
              <a:ahLst/>
              <a:cxnLst/>
              <a:rect l="l" t="t" r="r" b="b"/>
              <a:pathLst>
                <a:path w="4048" h="2099" extrusionOk="0">
                  <a:moveTo>
                    <a:pt x="95" y="1662"/>
                  </a:moveTo>
                  <a:cubicBezTo>
                    <a:pt x="95" y="1662"/>
                    <a:pt x="1048" y="1662"/>
                    <a:pt x="1333" y="1662"/>
                  </a:cubicBezTo>
                  <a:cubicBezTo>
                    <a:pt x="1333" y="1662"/>
                    <a:pt x="1333" y="1662"/>
                    <a:pt x="1333" y="1662"/>
                  </a:cubicBezTo>
                  <a:cubicBezTo>
                    <a:pt x="1143" y="1566"/>
                    <a:pt x="1143" y="1376"/>
                    <a:pt x="1333" y="1281"/>
                  </a:cubicBezTo>
                  <a:cubicBezTo>
                    <a:pt x="1524" y="1185"/>
                    <a:pt x="1809" y="1281"/>
                    <a:pt x="2000" y="1281"/>
                  </a:cubicBezTo>
                  <a:cubicBezTo>
                    <a:pt x="2191" y="1471"/>
                    <a:pt x="2191" y="1662"/>
                    <a:pt x="1809" y="1852"/>
                  </a:cubicBezTo>
                  <a:cubicBezTo>
                    <a:pt x="1333" y="2138"/>
                    <a:pt x="667" y="2138"/>
                    <a:pt x="0" y="2043"/>
                  </a:cubicBezTo>
                  <a:lnTo>
                    <a:pt x="190" y="1852"/>
                  </a:lnTo>
                  <a:close/>
                  <a:moveTo>
                    <a:pt x="3238" y="42"/>
                  </a:moveTo>
                  <a:cubicBezTo>
                    <a:pt x="3238" y="42"/>
                    <a:pt x="3715" y="-53"/>
                    <a:pt x="3905" y="42"/>
                  </a:cubicBezTo>
                  <a:cubicBezTo>
                    <a:pt x="4096" y="138"/>
                    <a:pt x="4096" y="328"/>
                    <a:pt x="3905" y="423"/>
                  </a:cubicBezTo>
                  <a:cubicBezTo>
                    <a:pt x="3715" y="519"/>
                    <a:pt x="3429" y="519"/>
                    <a:pt x="3238" y="423"/>
                  </a:cubicBezTo>
                  <a:cubicBezTo>
                    <a:pt x="3048" y="328"/>
                    <a:pt x="3048" y="138"/>
                    <a:pt x="3238" y="4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8" name="Google Shape;1168;p33"/>
            <p:cNvSpPr/>
            <p:nvPr/>
          </p:nvSpPr>
          <p:spPr>
            <a:xfrm>
              <a:off x="7278234" y="2502464"/>
              <a:ext cx="75748" cy="43345"/>
            </a:xfrm>
            <a:custGeom>
              <a:avLst/>
              <a:gdLst/>
              <a:ahLst/>
              <a:cxnLst/>
              <a:rect l="l" t="t" r="r" b="b"/>
              <a:pathLst>
                <a:path w="27050" h="15478" extrusionOk="0">
                  <a:moveTo>
                    <a:pt x="23622" y="5215"/>
                  </a:moveTo>
                  <a:lnTo>
                    <a:pt x="15145" y="357"/>
                  </a:lnTo>
                  <a:cubicBezTo>
                    <a:pt x="14288" y="-119"/>
                    <a:pt x="12763" y="-119"/>
                    <a:pt x="11906" y="357"/>
                  </a:cubicBezTo>
                  <a:lnTo>
                    <a:pt x="3429" y="5215"/>
                  </a:lnTo>
                  <a:lnTo>
                    <a:pt x="0" y="5215"/>
                  </a:lnTo>
                  <a:lnTo>
                    <a:pt x="0" y="7692"/>
                  </a:lnTo>
                  <a:cubicBezTo>
                    <a:pt x="0" y="7692"/>
                    <a:pt x="190" y="8358"/>
                    <a:pt x="667" y="8644"/>
                  </a:cubicBezTo>
                  <a:lnTo>
                    <a:pt x="11906" y="15121"/>
                  </a:lnTo>
                  <a:cubicBezTo>
                    <a:pt x="12763" y="15597"/>
                    <a:pt x="14288" y="15597"/>
                    <a:pt x="15145" y="15121"/>
                  </a:cubicBezTo>
                  <a:lnTo>
                    <a:pt x="26384" y="8644"/>
                  </a:lnTo>
                  <a:cubicBezTo>
                    <a:pt x="26384" y="8644"/>
                    <a:pt x="27051" y="8072"/>
                    <a:pt x="27051" y="7692"/>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9" name="Google Shape;1169;p33"/>
            <p:cNvSpPr/>
            <p:nvPr/>
          </p:nvSpPr>
          <p:spPr>
            <a:xfrm>
              <a:off x="7278302" y="2494996"/>
              <a:ext cx="75617" cy="43611"/>
            </a:xfrm>
            <a:custGeom>
              <a:avLst/>
              <a:gdLst/>
              <a:ahLst/>
              <a:cxnLst/>
              <a:rect l="l" t="t" r="r" b="b"/>
              <a:pathLst>
                <a:path w="27003" h="15573" extrusionOk="0">
                  <a:moveTo>
                    <a:pt x="15121" y="15216"/>
                  </a:moveTo>
                  <a:cubicBezTo>
                    <a:pt x="14264" y="15693"/>
                    <a:pt x="12740" y="15693"/>
                    <a:pt x="11882" y="15216"/>
                  </a:cubicBezTo>
                  <a:lnTo>
                    <a:pt x="643" y="8739"/>
                  </a:lnTo>
                  <a:cubicBezTo>
                    <a:pt x="-214" y="8263"/>
                    <a:pt x="-214" y="7406"/>
                    <a:pt x="643" y="6834"/>
                  </a:cubicBezTo>
                  <a:lnTo>
                    <a:pt x="11882" y="357"/>
                  </a:lnTo>
                  <a:cubicBezTo>
                    <a:pt x="12740" y="-119"/>
                    <a:pt x="14264" y="-119"/>
                    <a:pt x="15121" y="357"/>
                  </a:cubicBezTo>
                  <a:lnTo>
                    <a:pt x="26360" y="6834"/>
                  </a:lnTo>
                  <a:cubicBezTo>
                    <a:pt x="27218" y="7310"/>
                    <a:pt x="27218"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0" name="Google Shape;1170;p33"/>
            <p:cNvSpPr/>
            <p:nvPr/>
          </p:nvSpPr>
          <p:spPr>
            <a:xfrm>
              <a:off x="7318161" y="2513560"/>
              <a:ext cx="5419" cy="2109"/>
            </a:xfrm>
            <a:custGeom>
              <a:avLst/>
              <a:gdLst/>
              <a:ahLst/>
              <a:cxnLst/>
              <a:rect l="l" t="t" r="r" b="b"/>
              <a:pathLst>
                <a:path w="1935" h="753" extrusionOk="0">
                  <a:moveTo>
                    <a:pt x="316" y="301"/>
                  </a:moveTo>
                  <a:cubicBezTo>
                    <a:pt x="316" y="301"/>
                    <a:pt x="1268" y="-80"/>
                    <a:pt x="1935" y="15"/>
                  </a:cubicBezTo>
                  <a:lnTo>
                    <a:pt x="1935" y="206"/>
                  </a:lnTo>
                  <a:cubicBezTo>
                    <a:pt x="1364" y="206"/>
                    <a:pt x="1078" y="206"/>
                    <a:pt x="697" y="396"/>
                  </a:cubicBezTo>
                  <a:cubicBezTo>
                    <a:pt x="697" y="396"/>
                    <a:pt x="697" y="396"/>
                    <a:pt x="697" y="396"/>
                  </a:cubicBezTo>
                  <a:cubicBezTo>
                    <a:pt x="887" y="396"/>
                    <a:pt x="887" y="587"/>
                    <a:pt x="697" y="682"/>
                  </a:cubicBezTo>
                  <a:cubicBezTo>
                    <a:pt x="506" y="777"/>
                    <a:pt x="316" y="777"/>
                    <a:pt x="125" y="682"/>
                  </a:cubicBezTo>
                  <a:cubicBezTo>
                    <a:pt x="-65" y="587"/>
                    <a:pt x="-65" y="396"/>
                    <a:pt x="316" y="20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1" name="Google Shape;1171;p33"/>
            <p:cNvSpPr/>
            <p:nvPr/>
          </p:nvSpPr>
          <p:spPr>
            <a:xfrm>
              <a:off x="7182212" y="2446717"/>
              <a:ext cx="75482" cy="43543"/>
            </a:xfrm>
            <a:custGeom>
              <a:avLst/>
              <a:gdLst/>
              <a:ahLst/>
              <a:cxnLst/>
              <a:rect l="l" t="t" r="r" b="b"/>
              <a:pathLst>
                <a:path w="26955" h="15549" extrusionOk="0">
                  <a:moveTo>
                    <a:pt x="23622" y="5215"/>
                  </a:moveTo>
                  <a:lnTo>
                    <a:pt x="15145" y="357"/>
                  </a:lnTo>
                  <a:cubicBezTo>
                    <a:pt x="14192" y="-119"/>
                    <a:pt x="12763" y="-119"/>
                    <a:pt x="11906" y="357"/>
                  </a:cubicBezTo>
                  <a:lnTo>
                    <a:pt x="3429" y="5215"/>
                  </a:lnTo>
                  <a:lnTo>
                    <a:pt x="0" y="5215"/>
                  </a:lnTo>
                  <a:lnTo>
                    <a:pt x="0" y="7692"/>
                  </a:lnTo>
                  <a:cubicBezTo>
                    <a:pt x="0" y="7692"/>
                    <a:pt x="286" y="8358"/>
                    <a:pt x="667" y="8644"/>
                  </a:cubicBezTo>
                  <a:lnTo>
                    <a:pt x="11811" y="15121"/>
                  </a:lnTo>
                  <a:cubicBezTo>
                    <a:pt x="12668" y="15693"/>
                    <a:pt x="14192" y="15693"/>
                    <a:pt x="15050" y="15121"/>
                  </a:cubicBezTo>
                  <a:lnTo>
                    <a:pt x="26289" y="8644"/>
                  </a:lnTo>
                  <a:cubicBezTo>
                    <a:pt x="26289" y="8644"/>
                    <a:pt x="26956" y="8072"/>
                    <a:pt x="26956" y="7692"/>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2" name="Google Shape;1172;p33"/>
            <p:cNvSpPr/>
            <p:nvPr/>
          </p:nvSpPr>
          <p:spPr>
            <a:xfrm>
              <a:off x="7182346" y="2439248"/>
              <a:ext cx="75815" cy="43611"/>
            </a:xfrm>
            <a:custGeom>
              <a:avLst/>
              <a:gdLst/>
              <a:ahLst/>
              <a:cxnLst/>
              <a:rect l="l" t="t" r="r" b="b"/>
              <a:pathLst>
                <a:path w="27074" h="15573" extrusionOk="0">
                  <a:moveTo>
                    <a:pt x="15097" y="15216"/>
                  </a:moveTo>
                  <a:cubicBezTo>
                    <a:pt x="14145" y="15693"/>
                    <a:pt x="12716" y="15693"/>
                    <a:pt x="11859" y="15216"/>
                  </a:cubicBezTo>
                  <a:lnTo>
                    <a:pt x="714" y="8739"/>
                  </a:lnTo>
                  <a:cubicBezTo>
                    <a:pt x="-238" y="8263"/>
                    <a:pt x="-238" y="7406"/>
                    <a:pt x="714" y="6834"/>
                  </a:cubicBezTo>
                  <a:lnTo>
                    <a:pt x="11954" y="357"/>
                  </a:lnTo>
                  <a:cubicBezTo>
                    <a:pt x="12811" y="-119"/>
                    <a:pt x="14335" y="-119"/>
                    <a:pt x="15192" y="357"/>
                  </a:cubicBezTo>
                  <a:lnTo>
                    <a:pt x="26432" y="6834"/>
                  </a:lnTo>
                  <a:cubicBezTo>
                    <a:pt x="27289" y="7310"/>
                    <a:pt x="27289" y="8168"/>
                    <a:pt x="26432" y="8739"/>
                  </a:cubicBezTo>
                  <a:lnTo>
                    <a:pt x="15192"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3" name="Google Shape;1173;p33"/>
            <p:cNvSpPr/>
            <p:nvPr/>
          </p:nvSpPr>
          <p:spPr>
            <a:xfrm>
              <a:off x="7213687" y="2457053"/>
              <a:ext cx="11733" cy="9334"/>
            </a:xfrm>
            <a:custGeom>
              <a:avLst/>
              <a:gdLst/>
              <a:ahLst/>
              <a:cxnLst/>
              <a:rect l="l" t="t" r="r" b="b"/>
              <a:pathLst>
                <a:path w="4190" h="3333" extrusionOk="0">
                  <a:moveTo>
                    <a:pt x="3715" y="0"/>
                  </a:moveTo>
                  <a:lnTo>
                    <a:pt x="4191" y="286"/>
                  </a:lnTo>
                  <a:lnTo>
                    <a:pt x="857" y="2191"/>
                  </a:lnTo>
                  <a:lnTo>
                    <a:pt x="2476" y="3143"/>
                  </a:lnTo>
                  <a:lnTo>
                    <a:pt x="2096" y="3334"/>
                  </a:lnTo>
                  <a:lnTo>
                    <a:pt x="0" y="2191"/>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4" name="Google Shape;1174;p33"/>
            <p:cNvSpPr/>
            <p:nvPr/>
          </p:nvSpPr>
          <p:spPr>
            <a:xfrm>
              <a:off x="6819727" y="2295476"/>
              <a:ext cx="75482" cy="43543"/>
            </a:xfrm>
            <a:custGeom>
              <a:avLst/>
              <a:gdLst/>
              <a:ahLst/>
              <a:cxnLst/>
              <a:rect l="l" t="t" r="r" b="b"/>
              <a:pathLst>
                <a:path w="26955" h="15549" extrusionOk="0">
                  <a:moveTo>
                    <a:pt x="23622" y="5215"/>
                  </a:moveTo>
                  <a:lnTo>
                    <a:pt x="15145" y="357"/>
                  </a:lnTo>
                  <a:cubicBezTo>
                    <a:pt x="14288" y="-119"/>
                    <a:pt x="12764" y="-119"/>
                    <a:pt x="11906" y="357"/>
                  </a:cubicBezTo>
                  <a:lnTo>
                    <a:pt x="3429" y="5215"/>
                  </a:lnTo>
                  <a:lnTo>
                    <a:pt x="0" y="5215"/>
                  </a:lnTo>
                  <a:lnTo>
                    <a:pt x="0" y="7691"/>
                  </a:lnTo>
                  <a:cubicBezTo>
                    <a:pt x="0" y="7691"/>
                    <a:pt x="191" y="8358"/>
                    <a:pt x="667" y="8644"/>
                  </a:cubicBezTo>
                  <a:lnTo>
                    <a:pt x="11906" y="15121"/>
                  </a:lnTo>
                  <a:cubicBezTo>
                    <a:pt x="12764" y="15692"/>
                    <a:pt x="14288" y="15692"/>
                    <a:pt x="15145" y="15121"/>
                  </a:cubicBezTo>
                  <a:lnTo>
                    <a:pt x="26289" y="8644"/>
                  </a:lnTo>
                  <a:cubicBezTo>
                    <a:pt x="26289" y="8644"/>
                    <a:pt x="26956" y="8073"/>
                    <a:pt x="26956" y="7691"/>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5" name="Google Shape;1175;p33"/>
            <p:cNvSpPr/>
            <p:nvPr/>
          </p:nvSpPr>
          <p:spPr>
            <a:xfrm>
              <a:off x="6819794" y="2288007"/>
              <a:ext cx="75549" cy="43611"/>
            </a:xfrm>
            <a:custGeom>
              <a:avLst/>
              <a:gdLst/>
              <a:ahLst/>
              <a:cxnLst/>
              <a:rect l="l" t="t" r="r" b="b"/>
              <a:pathLst>
                <a:path w="26979" h="15573" extrusionOk="0">
                  <a:moveTo>
                    <a:pt x="15121" y="15216"/>
                  </a:moveTo>
                  <a:cubicBezTo>
                    <a:pt x="14264" y="15692"/>
                    <a:pt x="12740" y="15692"/>
                    <a:pt x="11882" y="15216"/>
                  </a:cubicBezTo>
                  <a:lnTo>
                    <a:pt x="643" y="8739"/>
                  </a:lnTo>
                  <a:cubicBezTo>
                    <a:pt x="-214" y="8263"/>
                    <a:pt x="-214" y="7406"/>
                    <a:pt x="643" y="6834"/>
                  </a:cubicBezTo>
                  <a:lnTo>
                    <a:pt x="11882" y="357"/>
                  </a:lnTo>
                  <a:cubicBezTo>
                    <a:pt x="12740" y="-119"/>
                    <a:pt x="14264" y="-119"/>
                    <a:pt x="15121" y="357"/>
                  </a:cubicBezTo>
                  <a:lnTo>
                    <a:pt x="26265" y="6834"/>
                  </a:lnTo>
                  <a:cubicBezTo>
                    <a:pt x="27218" y="7310"/>
                    <a:pt x="27218" y="8168"/>
                    <a:pt x="26265"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6" name="Google Shape;1176;p33"/>
            <p:cNvSpPr/>
            <p:nvPr/>
          </p:nvSpPr>
          <p:spPr>
            <a:xfrm>
              <a:off x="6849601" y="2304745"/>
              <a:ext cx="17337" cy="10401"/>
            </a:xfrm>
            <a:custGeom>
              <a:avLst/>
              <a:gdLst/>
              <a:ahLst/>
              <a:cxnLst/>
              <a:rect l="l" t="t" r="r" b="b"/>
              <a:pathLst>
                <a:path w="6191" h="3714" extrusionOk="0">
                  <a:moveTo>
                    <a:pt x="3048" y="1619"/>
                  </a:moveTo>
                  <a:lnTo>
                    <a:pt x="3810" y="0"/>
                  </a:lnTo>
                  <a:lnTo>
                    <a:pt x="4286" y="286"/>
                  </a:lnTo>
                  <a:lnTo>
                    <a:pt x="3810" y="1143"/>
                  </a:lnTo>
                  <a:cubicBezTo>
                    <a:pt x="3810" y="1143"/>
                    <a:pt x="3619" y="1429"/>
                    <a:pt x="3524" y="1619"/>
                  </a:cubicBezTo>
                  <a:lnTo>
                    <a:pt x="3524" y="1619"/>
                  </a:lnTo>
                  <a:cubicBezTo>
                    <a:pt x="3524" y="1619"/>
                    <a:pt x="4096" y="1524"/>
                    <a:pt x="4286" y="1524"/>
                  </a:cubicBezTo>
                  <a:lnTo>
                    <a:pt x="5715" y="1238"/>
                  </a:lnTo>
                  <a:lnTo>
                    <a:pt x="6191" y="1524"/>
                  </a:lnTo>
                  <a:lnTo>
                    <a:pt x="3334" y="2000"/>
                  </a:lnTo>
                  <a:lnTo>
                    <a:pt x="2572" y="3715"/>
                  </a:lnTo>
                  <a:lnTo>
                    <a:pt x="2096" y="3429"/>
                  </a:lnTo>
                  <a:lnTo>
                    <a:pt x="2572" y="2572"/>
                  </a:lnTo>
                  <a:cubicBezTo>
                    <a:pt x="2572" y="2572"/>
                    <a:pt x="2762" y="2286"/>
                    <a:pt x="2858" y="2000"/>
                  </a:cubicBezTo>
                  <a:lnTo>
                    <a:pt x="2858" y="2000"/>
                  </a:lnTo>
                  <a:cubicBezTo>
                    <a:pt x="2858" y="2000"/>
                    <a:pt x="2286" y="2096"/>
                    <a:pt x="2000" y="2191"/>
                  </a:cubicBezTo>
                  <a:lnTo>
                    <a:pt x="476" y="2476"/>
                  </a:lnTo>
                  <a:lnTo>
                    <a:pt x="0" y="2191"/>
                  </a:lnTo>
                  <a:lnTo>
                    <a:pt x="2953" y="171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7" name="Google Shape;1177;p33"/>
            <p:cNvSpPr/>
            <p:nvPr/>
          </p:nvSpPr>
          <p:spPr>
            <a:xfrm>
              <a:off x="6867738" y="2323216"/>
              <a:ext cx="75751" cy="43345"/>
            </a:xfrm>
            <a:custGeom>
              <a:avLst/>
              <a:gdLst/>
              <a:ahLst/>
              <a:cxnLst/>
              <a:rect l="l" t="t" r="r" b="b"/>
              <a:pathLst>
                <a:path w="27051" h="15478" extrusionOk="0">
                  <a:moveTo>
                    <a:pt x="23622" y="5215"/>
                  </a:moveTo>
                  <a:lnTo>
                    <a:pt x="15145" y="357"/>
                  </a:lnTo>
                  <a:cubicBezTo>
                    <a:pt x="14192" y="-119"/>
                    <a:pt x="12764" y="-119"/>
                    <a:pt x="11906" y="357"/>
                  </a:cubicBezTo>
                  <a:lnTo>
                    <a:pt x="3429" y="5215"/>
                  </a:lnTo>
                  <a:lnTo>
                    <a:pt x="0" y="5215"/>
                  </a:lnTo>
                  <a:lnTo>
                    <a:pt x="0" y="7692"/>
                  </a:lnTo>
                  <a:cubicBezTo>
                    <a:pt x="0" y="7692"/>
                    <a:pt x="286" y="8358"/>
                    <a:pt x="667" y="8644"/>
                  </a:cubicBezTo>
                  <a:lnTo>
                    <a:pt x="11906" y="15121"/>
                  </a:lnTo>
                  <a:cubicBezTo>
                    <a:pt x="12764" y="15597"/>
                    <a:pt x="14288" y="15597"/>
                    <a:pt x="15145" y="15121"/>
                  </a:cubicBezTo>
                  <a:lnTo>
                    <a:pt x="26384" y="8644"/>
                  </a:lnTo>
                  <a:cubicBezTo>
                    <a:pt x="26384" y="8644"/>
                    <a:pt x="27051" y="8073"/>
                    <a:pt x="27051" y="7692"/>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8" name="Google Shape;1178;p33"/>
            <p:cNvSpPr/>
            <p:nvPr/>
          </p:nvSpPr>
          <p:spPr>
            <a:xfrm>
              <a:off x="6867806" y="2315815"/>
              <a:ext cx="75617" cy="43745"/>
            </a:xfrm>
            <a:custGeom>
              <a:avLst/>
              <a:gdLst/>
              <a:ahLst/>
              <a:cxnLst/>
              <a:rect l="l" t="t" r="r" b="b"/>
              <a:pathLst>
                <a:path w="27003" h="15621" extrusionOk="0">
                  <a:moveTo>
                    <a:pt x="15121" y="15192"/>
                  </a:moveTo>
                  <a:cubicBezTo>
                    <a:pt x="14169" y="15764"/>
                    <a:pt x="12740" y="15764"/>
                    <a:pt x="11883" y="15192"/>
                  </a:cubicBezTo>
                  <a:lnTo>
                    <a:pt x="643" y="8715"/>
                  </a:lnTo>
                  <a:cubicBezTo>
                    <a:pt x="-214" y="8239"/>
                    <a:pt x="-214" y="7382"/>
                    <a:pt x="643" y="6906"/>
                  </a:cubicBezTo>
                  <a:lnTo>
                    <a:pt x="11883" y="429"/>
                  </a:lnTo>
                  <a:cubicBezTo>
                    <a:pt x="12740" y="-143"/>
                    <a:pt x="14264" y="-143"/>
                    <a:pt x="15121" y="429"/>
                  </a:cubicBezTo>
                  <a:lnTo>
                    <a:pt x="26360" y="6906"/>
                  </a:lnTo>
                  <a:cubicBezTo>
                    <a:pt x="27218" y="7382"/>
                    <a:pt x="27218" y="8239"/>
                    <a:pt x="26360" y="8715"/>
                  </a:cubicBezTo>
                  <a:lnTo>
                    <a:pt x="15121" y="1519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9" name="Google Shape;1179;p33"/>
            <p:cNvSpPr/>
            <p:nvPr/>
          </p:nvSpPr>
          <p:spPr>
            <a:xfrm>
              <a:off x="6899970" y="2333945"/>
              <a:ext cx="14444" cy="7875"/>
            </a:xfrm>
            <a:custGeom>
              <a:avLst/>
              <a:gdLst/>
              <a:ahLst/>
              <a:cxnLst/>
              <a:rect l="l" t="t" r="r" b="b"/>
              <a:pathLst>
                <a:path w="5158" h="2812" extrusionOk="0">
                  <a:moveTo>
                    <a:pt x="1063" y="527"/>
                  </a:moveTo>
                  <a:cubicBezTo>
                    <a:pt x="2301" y="-140"/>
                    <a:pt x="3635" y="-140"/>
                    <a:pt x="4587" y="337"/>
                  </a:cubicBezTo>
                  <a:cubicBezTo>
                    <a:pt x="5064" y="622"/>
                    <a:pt x="5159" y="908"/>
                    <a:pt x="5159" y="1194"/>
                  </a:cubicBezTo>
                  <a:lnTo>
                    <a:pt x="4587" y="1194"/>
                  </a:lnTo>
                  <a:cubicBezTo>
                    <a:pt x="4587" y="1194"/>
                    <a:pt x="4492" y="717"/>
                    <a:pt x="4206" y="527"/>
                  </a:cubicBezTo>
                  <a:cubicBezTo>
                    <a:pt x="3444" y="146"/>
                    <a:pt x="2492" y="146"/>
                    <a:pt x="1539" y="717"/>
                  </a:cubicBezTo>
                  <a:cubicBezTo>
                    <a:pt x="587" y="1289"/>
                    <a:pt x="492" y="1861"/>
                    <a:pt x="1158" y="2241"/>
                  </a:cubicBezTo>
                  <a:cubicBezTo>
                    <a:pt x="1539" y="2432"/>
                    <a:pt x="1920" y="2527"/>
                    <a:pt x="2397" y="2527"/>
                  </a:cubicBezTo>
                  <a:lnTo>
                    <a:pt x="2397" y="2813"/>
                  </a:lnTo>
                  <a:cubicBezTo>
                    <a:pt x="1730" y="2813"/>
                    <a:pt x="1158" y="2813"/>
                    <a:pt x="682" y="2432"/>
                  </a:cubicBezTo>
                  <a:cubicBezTo>
                    <a:pt x="-270" y="1861"/>
                    <a:pt x="-270" y="1098"/>
                    <a:pt x="968" y="43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0" name="Google Shape;1180;p33"/>
            <p:cNvSpPr/>
            <p:nvPr/>
          </p:nvSpPr>
          <p:spPr>
            <a:xfrm>
              <a:off x="6915483" y="2350758"/>
              <a:ext cx="75482" cy="43745"/>
            </a:xfrm>
            <a:custGeom>
              <a:avLst/>
              <a:gdLst/>
              <a:ahLst/>
              <a:cxnLst/>
              <a:rect l="l" t="t" r="r" b="b"/>
              <a:pathLst>
                <a:path w="26955" h="15621" extrusionOk="0">
                  <a:moveTo>
                    <a:pt x="23622" y="5286"/>
                  </a:moveTo>
                  <a:lnTo>
                    <a:pt x="15145" y="429"/>
                  </a:lnTo>
                  <a:cubicBezTo>
                    <a:pt x="14288" y="-143"/>
                    <a:pt x="12763" y="-143"/>
                    <a:pt x="11906" y="429"/>
                  </a:cubicBezTo>
                  <a:lnTo>
                    <a:pt x="3429" y="5286"/>
                  </a:lnTo>
                  <a:lnTo>
                    <a:pt x="0" y="5286"/>
                  </a:lnTo>
                  <a:lnTo>
                    <a:pt x="0" y="7763"/>
                  </a:lnTo>
                  <a:cubicBezTo>
                    <a:pt x="0" y="7763"/>
                    <a:pt x="191" y="8430"/>
                    <a:pt x="667" y="8715"/>
                  </a:cubicBezTo>
                  <a:lnTo>
                    <a:pt x="11811" y="15193"/>
                  </a:lnTo>
                  <a:cubicBezTo>
                    <a:pt x="12763" y="15764"/>
                    <a:pt x="14192" y="15764"/>
                    <a:pt x="15050" y="15193"/>
                  </a:cubicBezTo>
                  <a:lnTo>
                    <a:pt x="26289" y="8715"/>
                  </a:lnTo>
                  <a:cubicBezTo>
                    <a:pt x="26289" y="8715"/>
                    <a:pt x="26956" y="8144"/>
                    <a:pt x="26956" y="7763"/>
                  </a:cubicBezTo>
                  <a:lnTo>
                    <a:pt x="26956" y="5286"/>
                  </a:lnTo>
                  <a:lnTo>
                    <a:pt x="23527"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1" name="Google Shape;1181;p33"/>
            <p:cNvSpPr/>
            <p:nvPr/>
          </p:nvSpPr>
          <p:spPr>
            <a:xfrm>
              <a:off x="6915817" y="2343489"/>
              <a:ext cx="75617" cy="43611"/>
            </a:xfrm>
            <a:custGeom>
              <a:avLst/>
              <a:gdLst/>
              <a:ahLst/>
              <a:cxnLst/>
              <a:rect l="l" t="t" r="r" b="b"/>
              <a:pathLst>
                <a:path w="27003" h="15573" extrusionOk="0">
                  <a:moveTo>
                    <a:pt x="15025" y="15216"/>
                  </a:moveTo>
                  <a:cubicBezTo>
                    <a:pt x="14168" y="15693"/>
                    <a:pt x="12644" y="15693"/>
                    <a:pt x="11787" y="15216"/>
                  </a:cubicBezTo>
                  <a:lnTo>
                    <a:pt x="643" y="8739"/>
                  </a:lnTo>
                  <a:cubicBezTo>
                    <a:pt x="-214" y="8263"/>
                    <a:pt x="-214" y="7406"/>
                    <a:pt x="643" y="6834"/>
                  </a:cubicBezTo>
                  <a:lnTo>
                    <a:pt x="11882" y="357"/>
                  </a:lnTo>
                  <a:cubicBezTo>
                    <a:pt x="12835" y="-119"/>
                    <a:pt x="14264" y="-119"/>
                    <a:pt x="15121" y="357"/>
                  </a:cubicBezTo>
                  <a:lnTo>
                    <a:pt x="26360" y="6834"/>
                  </a:lnTo>
                  <a:cubicBezTo>
                    <a:pt x="27217" y="7310"/>
                    <a:pt x="27217"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2" name="Google Shape;1182;p33"/>
            <p:cNvSpPr/>
            <p:nvPr/>
          </p:nvSpPr>
          <p:spPr>
            <a:xfrm>
              <a:off x="6948558" y="2359961"/>
              <a:ext cx="15203" cy="8802"/>
            </a:xfrm>
            <a:custGeom>
              <a:avLst/>
              <a:gdLst/>
              <a:ahLst/>
              <a:cxnLst/>
              <a:rect l="l" t="t" r="r" b="b"/>
              <a:pathLst>
                <a:path w="5429" h="3143" extrusionOk="0">
                  <a:moveTo>
                    <a:pt x="2572" y="0"/>
                  </a:moveTo>
                  <a:lnTo>
                    <a:pt x="3048" y="286"/>
                  </a:lnTo>
                  <a:lnTo>
                    <a:pt x="1619" y="1809"/>
                  </a:lnTo>
                  <a:cubicBezTo>
                    <a:pt x="1619" y="1809"/>
                    <a:pt x="1048" y="2381"/>
                    <a:pt x="762" y="2762"/>
                  </a:cubicBezTo>
                  <a:lnTo>
                    <a:pt x="762" y="2762"/>
                  </a:lnTo>
                  <a:cubicBezTo>
                    <a:pt x="1333" y="2572"/>
                    <a:pt x="1810" y="2476"/>
                    <a:pt x="2381" y="2286"/>
                  </a:cubicBezTo>
                  <a:lnTo>
                    <a:pt x="4953" y="1429"/>
                  </a:lnTo>
                  <a:lnTo>
                    <a:pt x="5429" y="1714"/>
                  </a:lnTo>
                  <a:lnTo>
                    <a:pt x="571" y="3143"/>
                  </a:lnTo>
                  <a:lnTo>
                    <a:pt x="0" y="2857"/>
                  </a:lnTo>
                  <a:lnTo>
                    <a:pt x="2476"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3" name="Google Shape;1183;p33"/>
            <p:cNvSpPr/>
            <p:nvPr/>
          </p:nvSpPr>
          <p:spPr>
            <a:xfrm>
              <a:off x="6771716" y="2267735"/>
              <a:ext cx="75748" cy="43611"/>
            </a:xfrm>
            <a:custGeom>
              <a:avLst/>
              <a:gdLst/>
              <a:ahLst/>
              <a:cxnLst/>
              <a:rect l="l" t="t" r="r" b="b"/>
              <a:pathLst>
                <a:path w="27050" h="15573" extrusionOk="0">
                  <a:moveTo>
                    <a:pt x="23622" y="5215"/>
                  </a:moveTo>
                  <a:lnTo>
                    <a:pt x="15145" y="357"/>
                  </a:lnTo>
                  <a:cubicBezTo>
                    <a:pt x="14288" y="-119"/>
                    <a:pt x="12763" y="-119"/>
                    <a:pt x="11906" y="357"/>
                  </a:cubicBezTo>
                  <a:lnTo>
                    <a:pt x="3429" y="5215"/>
                  </a:lnTo>
                  <a:lnTo>
                    <a:pt x="0" y="5215"/>
                  </a:lnTo>
                  <a:lnTo>
                    <a:pt x="0" y="7787"/>
                  </a:lnTo>
                  <a:cubicBezTo>
                    <a:pt x="0" y="7787"/>
                    <a:pt x="190" y="8453"/>
                    <a:pt x="667" y="8739"/>
                  </a:cubicBezTo>
                  <a:lnTo>
                    <a:pt x="11906" y="15216"/>
                  </a:lnTo>
                  <a:cubicBezTo>
                    <a:pt x="12763" y="15692"/>
                    <a:pt x="14288" y="15692"/>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4" name="Google Shape;1184;p33"/>
            <p:cNvSpPr/>
            <p:nvPr/>
          </p:nvSpPr>
          <p:spPr>
            <a:xfrm>
              <a:off x="6771316" y="2260266"/>
              <a:ext cx="76017" cy="43611"/>
            </a:xfrm>
            <a:custGeom>
              <a:avLst/>
              <a:gdLst/>
              <a:ahLst/>
              <a:cxnLst/>
              <a:rect l="l" t="t" r="r" b="b"/>
              <a:pathLst>
                <a:path w="27146" h="15573" extrusionOk="0">
                  <a:moveTo>
                    <a:pt x="15192" y="15216"/>
                  </a:moveTo>
                  <a:cubicBezTo>
                    <a:pt x="14335" y="15692"/>
                    <a:pt x="12811" y="15692"/>
                    <a:pt x="11954" y="15216"/>
                  </a:cubicBezTo>
                  <a:lnTo>
                    <a:pt x="714" y="8739"/>
                  </a:lnTo>
                  <a:cubicBezTo>
                    <a:pt x="-238" y="8168"/>
                    <a:pt x="-238" y="7406"/>
                    <a:pt x="714" y="6834"/>
                  </a:cubicBezTo>
                  <a:lnTo>
                    <a:pt x="11954" y="357"/>
                  </a:lnTo>
                  <a:cubicBezTo>
                    <a:pt x="12811" y="-119"/>
                    <a:pt x="14335" y="-119"/>
                    <a:pt x="15192" y="357"/>
                  </a:cubicBezTo>
                  <a:lnTo>
                    <a:pt x="26432" y="6834"/>
                  </a:lnTo>
                  <a:cubicBezTo>
                    <a:pt x="27384" y="7406"/>
                    <a:pt x="27384" y="8168"/>
                    <a:pt x="26432" y="8739"/>
                  </a:cubicBezTo>
                  <a:lnTo>
                    <a:pt x="15192"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5" name="Google Shape;1185;p33"/>
            <p:cNvSpPr/>
            <p:nvPr/>
          </p:nvSpPr>
          <p:spPr>
            <a:xfrm>
              <a:off x="6801590" y="2277273"/>
              <a:ext cx="17603" cy="9600"/>
            </a:xfrm>
            <a:custGeom>
              <a:avLst/>
              <a:gdLst/>
              <a:ahLst/>
              <a:cxnLst/>
              <a:rect l="l" t="t" r="r" b="b"/>
              <a:pathLst>
                <a:path w="6286" h="3428" extrusionOk="0">
                  <a:moveTo>
                    <a:pt x="381" y="1905"/>
                  </a:moveTo>
                  <a:lnTo>
                    <a:pt x="5334" y="1238"/>
                  </a:lnTo>
                  <a:lnTo>
                    <a:pt x="3524" y="190"/>
                  </a:lnTo>
                  <a:lnTo>
                    <a:pt x="3905" y="0"/>
                  </a:lnTo>
                  <a:lnTo>
                    <a:pt x="6287" y="1333"/>
                  </a:lnTo>
                  <a:lnTo>
                    <a:pt x="6001" y="1524"/>
                  </a:lnTo>
                  <a:lnTo>
                    <a:pt x="1048" y="2096"/>
                  </a:lnTo>
                  <a:lnTo>
                    <a:pt x="2953" y="3238"/>
                  </a:lnTo>
                  <a:lnTo>
                    <a:pt x="2572" y="3429"/>
                  </a:lnTo>
                  <a:lnTo>
                    <a:pt x="0" y="2000"/>
                  </a:lnTo>
                  <a:lnTo>
                    <a:pt x="286" y="181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6" name="Google Shape;1186;p33"/>
            <p:cNvSpPr/>
            <p:nvPr/>
          </p:nvSpPr>
          <p:spPr>
            <a:xfrm>
              <a:off x="7011506" y="2406173"/>
              <a:ext cx="75482" cy="43611"/>
            </a:xfrm>
            <a:custGeom>
              <a:avLst/>
              <a:gdLst/>
              <a:ahLst/>
              <a:cxnLst/>
              <a:rect l="l" t="t" r="r" b="b"/>
              <a:pathLst>
                <a:path w="26955" h="15573" extrusionOk="0">
                  <a:moveTo>
                    <a:pt x="23622" y="5215"/>
                  </a:moveTo>
                  <a:lnTo>
                    <a:pt x="15145" y="357"/>
                  </a:lnTo>
                  <a:cubicBezTo>
                    <a:pt x="14288" y="-119"/>
                    <a:pt x="12763" y="-119"/>
                    <a:pt x="11906" y="357"/>
                  </a:cubicBezTo>
                  <a:lnTo>
                    <a:pt x="3429" y="5215"/>
                  </a:lnTo>
                  <a:lnTo>
                    <a:pt x="0" y="5215"/>
                  </a:lnTo>
                  <a:lnTo>
                    <a:pt x="0" y="7787"/>
                  </a:lnTo>
                  <a:cubicBezTo>
                    <a:pt x="0" y="7787"/>
                    <a:pt x="190" y="8453"/>
                    <a:pt x="667" y="8739"/>
                  </a:cubicBezTo>
                  <a:lnTo>
                    <a:pt x="11906" y="15216"/>
                  </a:lnTo>
                  <a:cubicBezTo>
                    <a:pt x="12859" y="15692"/>
                    <a:pt x="14288" y="15692"/>
                    <a:pt x="15145" y="15216"/>
                  </a:cubicBezTo>
                  <a:lnTo>
                    <a:pt x="26289" y="8739"/>
                  </a:lnTo>
                  <a:cubicBezTo>
                    <a:pt x="26289" y="8739"/>
                    <a:pt x="26956" y="8168"/>
                    <a:pt x="26956" y="7787"/>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7" name="Google Shape;1187;p33"/>
            <p:cNvSpPr/>
            <p:nvPr/>
          </p:nvSpPr>
          <p:spPr>
            <a:xfrm>
              <a:off x="7011573" y="2398704"/>
              <a:ext cx="75350" cy="43809"/>
            </a:xfrm>
            <a:custGeom>
              <a:avLst/>
              <a:gdLst/>
              <a:ahLst/>
              <a:cxnLst/>
              <a:rect l="l" t="t" r="r" b="b"/>
              <a:pathLst>
                <a:path w="26908" h="15644" extrusionOk="0">
                  <a:moveTo>
                    <a:pt x="15121" y="15216"/>
                  </a:moveTo>
                  <a:cubicBezTo>
                    <a:pt x="14264" y="15788"/>
                    <a:pt x="12740" y="15788"/>
                    <a:pt x="11882" y="15216"/>
                  </a:cubicBezTo>
                  <a:lnTo>
                    <a:pt x="643" y="8739"/>
                  </a:lnTo>
                  <a:cubicBezTo>
                    <a:pt x="-214" y="8168"/>
                    <a:pt x="-214" y="7311"/>
                    <a:pt x="643" y="6834"/>
                  </a:cubicBezTo>
                  <a:lnTo>
                    <a:pt x="11882" y="357"/>
                  </a:lnTo>
                  <a:cubicBezTo>
                    <a:pt x="12835" y="-119"/>
                    <a:pt x="14264" y="-119"/>
                    <a:pt x="15121" y="357"/>
                  </a:cubicBezTo>
                  <a:lnTo>
                    <a:pt x="26265" y="6834"/>
                  </a:lnTo>
                  <a:cubicBezTo>
                    <a:pt x="27122" y="7311"/>
                    <a:pt x="27122" y="8168"/>
                    <a:pt x="26265"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8" name="Google Shape;1188;p33"/>
            <p:cNvSpPr/>
            <p:nvPr/>
          </p:nvSpPr>
          <p:spPr>
            <a:xfrm>
              <a:off x="7041645" y="2415176"/>
              <a:ext cx="17603" cy="10401"/>
            </a:xfrm>
            <a:custGeom>
              <a:avLst/>
              <a:gdLst/>
              <a:ahLst/>
              <a:cxnLst/>
              <a:rect l="l" t="t" r="r" b="b"/>
              <a:pathLst>
                <a:path w="6286" h="3714" extrusionOk="0">
                  <a:moveTo>
                    <a:pt x="3620" y="95"/>
                  </a:moveTo>
                  <a:lnTo>
                    <a:pt x="4096" y="381"/>
                  </a:lnTo>
                  <a:lnTo>
                    <a:pt x="3143" y="2477"/>
                  </a:lnTo>
                  <a:lnTo>
                    <a:pt x="2762" y="3143"/>
                  </a:lnTo>
                  <a:lnTo>
                    <a:pt x="2762" y="3143"/>
                  </a:lnTo>
                  <a:cubicBezTo>
                    <a:pt x="2762" y="3143"/>
                    <a:pt x="3524" y="2667"/>
                    <a:pt x="3905" y="2477"/>
                  </a:cubicBezTo>
                  <a:lnTo>
                    <a:pt x="5810" y="1334"/>
                  </a:lnTo>
                  <a:lnTo>
                    <a:pt x="6287" y="1619"/>
                  </a:lnTo>
                  <a:lnTo>
                    <a:pt x="2572" y="3715"/>
                  </a:lnTo>
                  <a:lnTo>
                    <a:pt x="2096" y="3429"/>
                  </a:lnTo>
                  <a:lnTo>
                    <a:pt x="3143" y="1334"/>
                  </a:lnTo>
                  <a:lnTo>
                    <a:pt x="3524" y="667"/>
                  </a:lnTo>
                  <a:lnTo>
                    <a:pt x="3524" y="667"/>
                  </a:lnTo>
                  <a:cubicBezTo>
                    <a:pt x="3524" y="667"/>
                    <a:pt x="2857" y="1143"/>
                    <a:pt x="2381" y="1334"/>
                  </a:cubicBezTo>
                  <a:lnTo>
                    <a:pt x="476" y="2477"/>
                  </a:lnTo>
                  <a:lnTo>
                    <a:pt x="0" y="2191"/>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9" name="Google Shape;1189;p33"/>
            <p:cNvSpPr/>
            <p:nvPr/>
          </p:nvSpPr>
          <p:spPr>
            <a:xfrm>
              <a:off x="7059517" y="2433913"/>
              <a:ext cx="75748" cy="43543"/>
            </a:xfrm>
            <a:custGeom>
              <a:avLst/>
              <a:gdLst/>
              <a:ahLst/>
              <a:cxnLst/>
              <a:rect l="l" t="t" r="r" b="b"/>
              <a:pathLst>
                <a:path w="27050" h="15549" extrusionOk="0">
                  <a:moveTo>
                    <a:pt x="23622" y="5215"/>
                  </a:moveTo>
                  <a:lnTo>
                    <a:pt x="15145" y="357"/>
                  </a:lnTo>
                  <a:cubicBezTo>
                    <a:pt x="14288" y="-119"/>
                    <a:pt x="12763" y="-119"/>
                    <a:pt x="11906" y="357"/>
                  </a:cubicBezTo>
                  <a:lnTo>
                    <a:pt x="3429" y="5215"/>
                  </a:lnTo>
                  <a:lnTo>
                    <a:pt x="0" y="5215"/>
                  </a:lnTo>
                  <a:lnTo>
                    <a:pt x="0" y="7691"/>
                  </a:lnTo>
                  <a:cubicBezTo>
                    <a:pt x="0" y="7691"/>
                    <a:pt x="190" y="8358"/>
                    <a:pt x="667" y="8644"/>
                  </a:cubicBezTo>
                  <a:lnTo>
                    <a:pt x="11906" y="15121"/>
                  </a:lnTo>
                  <a:cubicBezTo>
                    <a:pt x="12763" y="15692"/>
                    <a:pt x="14288" y="15692"/>
                    <a:pt x="15145" y="15121"/>
                  </a:cubicBezTo>
                  <a:lnTo>
                    <a:pt x="26384" y="8644"/>
                  </a:lnTo>
                  <a:cubicBezTo>
                    <a:pt x="26384" y="8644"/>
                    <a:pt x="27051" y="7977"/>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0" name="Google Shape;1190;p33"/>
            <p:cNvSpPr/>
            <p:nvPr/>
          </p:nvSpPr>
          <p:spPr>
            <a:xfrm>
              <a:off x="7059315" y="2426445"/>
              <a:ext cx="75617" cy="43611"/>
            </a:xfrm>
            <a:custGeom>
              <a:avLst/>
              <a:gdLst/>
              <a:ahLst/>
              <a:cxnLst/>
              <a:rect l="l" t="t" r="r" b="b"/>
              <a:pathLst>
                <a:path w="27003" h="15573" extrusionOk="0">
                  <a:moveTo>
                    <a:pt x="15121" y="15216"/>
                  </a:moveTo>
                  <a:cubicBezTo>
                    <a:pt x="14264" y="15692"/>
                    <a:pt x="12740" y="15692"/>
                    <a:pt x="11883" y="15216"/>
                  </a:cubicBezTo>
                  <a:lnTo>
                    <a:pt x="643" y="8739"/>
                  </a:lnTo>
                  <a:cubicBezTo>
                    <a:pt x="-214" y="8168"/>
                    <a:pt x="-214" y="7406"/>
                    <a:pt x="643" y="6834"/>
                  </a:cubicBezTo>
                  <a:lnTo>
                    <a:pt x="11883" y="357"/>
                  </a:lnTo>
                  <a:cubicBezTo>
                    <a:pt x="12740" y="-119"/>
                    <a:pt x="14264" y="-119"/>
                    <a:pt x="15121" y="357"/>
                  </a:cubicBezTo>
                  <a:lnTo>
                    <a:pt x="26360" y="6834"/>
                  </a:lnTo>
                  <a:cubicBezTo>
                    <a:pt x="27218" y="7310"/>
                    <a:pt x="27218"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1" name="Google Shape;1191;p33"/>
            <p:cNvSpPr/>
            <p:nvPr/>
          </p:nvSpPr>
          <p:spPr>
            <a:xfrm>
              <a:off x="7089124" y="2442648"/>
              <a:ext cx="18936" cy="10936"/>
            </a:xfrm>
            <a:custGeom>
              <a:avLst/>
              <a:gdLst/>
              <a:ahLst/>
              <a:cxnLst/>
              <a:rect l="l" t="t" r="r" b="b"/>
              <a:pathLst>
                <a:path w="6762" h="3905" extrusionOk="0">
                  <a:moveTo>
                    <a:pt x="3620" y="0"/>
                  </a:moveTo>
                  <a:lnTo>
                    <a:pt x="4191" y="381"/>
                  </a:lnTo>
                  <a:lnTo>
                    <a:pt x="2953" y="1905"/>
                  </a:lnTo>
                  <a:cubicBezTo>
                    <a:pt x="2953" y="1905"/>
                    <a:pt x="2572" y="2286"/>
                    <a:pt x="2477" y="2477"/>
                  </a:cubicBezTo>
                  <a:lnTo>
                    <a:pt x="2477" y="2477"/>
                  </a:lnTo>
                  <a:cubicBezTo>
                    <a:pt x="2477" y="2477"/>
                    <a:pt x="3143" y="2286"/>
                    <a:pt x="3524" y="2191"/>
                  </a:cubicBezTo>
                  <a:lnTo>
                    <a:pt x="6191" y="1429"/>
                  </a:lnTo>
                  <a:lnTo>
                    <a:pt x="6763" y="1810"/>
                  </a:lnTo>
                  <a:lnTo>
                    <a:pt x="3048" y="3905"/>
                  </a:lnTo>
                  <a:lnTo>
                    <a:pt x="2572" y="3620"/>
                  </a:lnTo>
                  <a:lnTo>
                    <a:pt x="4572" y="2477"/>
                  </a:lnTo>
                  <a:cubicBezTo>
                    <a:pt x="4572" y="2477"/>
                    <a:pt x="5334" y="2096"/>
                    <a:pt x="5715" y="1905"/>
                  </a:cubicBezTo>
                  <a:lnTo>
                    <a:pt x="5715" y="1905"/>
                  </a:lnTo>
                  <a:cubicBezTo>
                    <a:pt x="5715" y="1905"/>
                    <a:pt x="4572" y="2191"/>
                    <a:pt x="4572" y="2191"/>
                  </a:cubicBezTo>
                  <a:lnTo>
                    <a:pt x="1905" y="2953"/>
                  </a:lnTo>
                  <a:lnTo>
                    <a:pt x="1619" y="2762"/>
                  </a:lnTo>
                  <a:lnTo>
                    <a:pt x="2857" y="1238"/>
                  </a:lnTo>
                  <a:lnTo>
                    <a:pt x="3429" y="571"/>
                  </a:lnTo>
                  <a:lnTo>
                    <a:pt x="3429" y="571"/>
                  </a:lnTo>
                  <a:cubicBezTo>
                    <a:pt x="3429" y="571"/>
                    <a:pt x="2762" y="1048"/>
                    <a:pt x="2381" y="1238"/>
                  </a:cubicBezTo>
                  <a:lnTo>
                    <a:pt x="381" y="2381"/>
                  </a:lnTo>
                  <a:lnTo>
                    <a:pt x="0" y="2096"/>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2" name="Google Shape;1192;p33"/>
            <p:cNvSpPr/>
            <p:nvPr/>
          </p:nvSpPr>
          <p:spPr>
            <a:xfrm>
              <a:off x="7107262" y="2461654"/>
              <a:ext cx="75748" cy="43345"/>
            </a:xfrm>
            <a:custGeom>
              <a:avLst/>
              <a:gdLst/>
              <a:ahLst/>
              <a:cxnLst/>
              <a:rect l="l" t="t" r="r" b="b"/>
              <a:pathLst>
                <a:path w="27050" h="15478" extrusionOk="0">
                  <a:moveTo>
                    <a:pt x="23622" y="5215"/>
                  </a:moveTo>
                  <a:lnTo>
                    <a:pt x="15145" y="357"/>
                  </a:lnTo>
                  <a:cubicBezTo>
                    <a:pt x="14192" y="-119"/>
                    <a:pt x="12763" y="-119"/>
                    <a:pt x="11906" y="357"/>
                  </a:cubicBezTo>
                  <a:lnTo>
                    <a:pt x="3429" y="5215"/>
                  </a:lnTo>
                  <a:lnTo>
                    <a:pt x="0" y="5215"/>
                  </a:lnTo>
                  <a:lnTo>
                    <a:pt x="0" y="7692"/>
                  </a:lnTo>
                  <a:cubicBezTo>
                    <a:pt x="0" y="7692"/>
                    <a:pt x="191" y="8358"/>
                    <a:pt x="667" y="8644"/>
                  </a:cubicBezTo>
                  <a:lnTo>
                    <a:pt x="11906" y="15121"/>
                  </a:lnTo>
                  <a:cubicBezTo>
                    <a:pt x="12763" y="15597"/>
                    <a:pt x="14288" y="15597"/>
                    <a:pt x="15145" y="15121"/>
                  </a:cubicBezTo>
                  <a:lnTo>
                    <a:pt x="26384" y="8644"/>
                  </a:lnTo>
                  <a:cubicBezTo>
                    <a:pt x="26384" y="8644"/>
                    <a:pt x="27051" y="8072"/>
                    <a:pt x="27051" y="7692"/>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3" name="Google Shape;1193;p33"/>
            <p:cNvSpPr/>
            <p:nvPr/>
          </p:nvSpPr>
          <p:spPr>
            <a:xfrm>
              <a:off x="7107329" y="2453987"/>
              <a:ext cx="75617" cy="43809"/>
            </a:xfrm>
            <a:custGeom>
              <a:avLst/>
              <a:gdLst/>
              <a:ahLst/>
              <a:cxnLst/>
              <a:rect l="l" t="t" r="r" b="b"/>
              <a:pathLst>
                <a:path w="27003" h="15644" extrusionOk="0">
                  <a:moveTo>
                    <a:pt x="15121" y="15288"/>
                  </a:moveTo>
                  <a:cubicBezTo>
                    <a:pt x="14169" y="15764"/>
                    <a:pt x="12740" y="15764"/>
                    <a:pt x="11882" y="15288"/>
                  </a:cubicBezTo>
                  <a:lnTo>
                    <a:pt x="643" y="8811"/>
                  </a:lnTo>
                  <a:cubicBezTo>
                    <a:pt x="-214" y="8239"/>
                    <a:pt x="-214" y="7477"/>
                    <a:pt x="643" y="6906"/>
                  </a:cubicBezTo>
                  <a:lnTo>
                    <a:pt x="11882" y="429"/>
                  </a:lnTo>
                  <a:cubicBezTo>
                    <a:pt x="12740" y="-143"/>
                    <a:pt x="14264" y="-143"/>
                    <a:pt x="15121" y="429"/>
                  </a:cubicBezTo>
                  <a:lnTo>
                    <a:pt x="26361" y="6906"/>
                  </a:lnTo>
                  <a:cubicBezTo>
                    <a:pt x="27218" y="7382"/>
                    <a:pt x="27218" y="8239"/>
                    <a:pt x="26361"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4" name="Google Shape;1194;p33"/>
            <p:cNvSpPr/>
            <p:nvPr/>
          </p:nvSpPr>
          <p:spPr>
            <a:xfrm>
              <a:off x="7143002" y="2474124"/>
              <a:ext cx="10400" cy="5867"/>
            </a:xfrm>
            <a:custGeom>
              <a:avLst/>
              <a:gdLst/>
              <a:ahLst/>
              <a:cxnLst/>
              <a:rect l="l" t="t" r="r" b="b"/>
              <a:pathLst>
                <a:path w="3714" h="2095" extrusionOk="0">
                  <a:moveTo>
                    <a:pt x="0" y="190"/>
                  </a:moveTo>
                  <a:lnTo>
                    <a:pt x="381" y="0"/>
                  </a:lnTo>
                  <a:lnTo>
                    <a:pt x="3715" y="857"/>
                  </a:lnTo>
                  <a:lnTo>
                    <a:pt x="3334" y="1143"/>
                  </a:lnTo>
                  <a:lnTo>
                    <a:pt x="1715" y="667"/>
                  </a:lnTo>
                  <a:lnTo>
                    <a:pt x="667" y="381"/>
                  </a:lnTo>
                  <a:lnTo>
                    <a:pt x="667" y="381"/>
                  </a:lnTo>
                  <a:cubicBezTo>
                    <a:pt x="667" y="381"/>
                    <a:pt x="1143" y="952"/>
                    <a:pt x="1143" y="952"/>
                  </a:cubicBezTo>
                  <a:lnTo>
                    <a:pt x="1905" y="1905"/>
                  </a:lnTo>
                  <a:lnTo>
                    <a:pt x="1524" y="2096"/>
                  </a:lnTo>
                  <a:lnTo>
                    <a:pt x="95" y="19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5" name="Google Shape;1195;p33"/>
            <p:cNvSpPr/>
            <p:nvPr/>
          </p:nvSpPr>
          <p:spPr>
            <a:xfrm>
              <a:off x="6963229" y="2378432"/>
              <a:ext cx="75482" cy="43611"/>
            </a:xfrm>
            <a:custGeom>
              <a:avLst/>
              <a:gdLst/>
              <a:ahLst/>
              <a:cxnLst/>
              <a:rect l="l" t="t" r="r" b="b"/>
              <a:pathLst>
                <a:path w="26955" h="15573" extrusionOk="0">
                  <a:moveTo>
                    <a:pt x="23622" y="5215"/>
                  </a:moveTo>
                  <a:lnTo>
                    <a:pt x="15145" y="357"/>
                  </a:lnTo>
                  <a:cubicBezTo>
                    <a:pt x="14288" y="-119"/>
                    <a:pt x="12763" y="-119"/>
                    <a:pt x="11906" y="357"/>
                  </a:cubicBezTo>
                  <a:lnTo>
                    <a:pt x="3429" y="5215"/>
                  </a:lnTo>
                  <a:lnTo>
                    <a:pt x="0" y="5215"/>
                  </a:lnTo>
                  <a:lnTo>
                    <a:pt x="0" y="7787"/>
                  </a:lnTo>
                  <a:cubicBezTo>
                    <a:pt x="0" y="7787"/>
                    <a:pt x="190" y="8453"/>
                    <a:pt x="667" y="8739"/>
                  </a:cubicBezTo>
                  <a:lnTo>
                    <a:pt x="11811" y="15216"/>
                  </a:lnTo>
                  <a:cubicBezTo>
                    <a:pt x="12668" y="15693"/>
                    <a:pt x="14192" y="15693"/>
                    <a:pt x="15049" y="15216"/>
                  </a:cubicBezTo>
                  <a:lnTo>
                    <a:pt x="26289" y="8739"/>
                  </a:lnTo>
                  <a:cubicBezTo>
                    <a:pt x="26289" y="8739"/>
                    <a:pt x="26956" y="8168"/>
                    <a:pt x="26956" y="7787"/>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6" name="Google Shape;1196;p33"/>
            <p:cNvSpPr/>
            <p:nvPr/>
          </p:nvSpPr>
          <p:spPr>
            <a:xfrm>
              <a:off x="6963562" y="2370963"/>
              <a:ext cx="75549" cy="43611"/>
            </a:xfrm>
            <a:custGeom>
              <a:avLst/>
              <a:gdLst/>
              <a:ahLst/>
              <a:cxnLst/>
              <a:rect l="l" t="t" r="r" b="b"/>
              <a:pathLst>
                <a:path w="26979" h="15573" extrusionOk="0">
                  <a:moveTo>
                    <a:pt x="15026" y="15216"/>
                  </a:moveTo>
                  <a:cubicBezTo>
                    <a:pt x="14169" y="15693"/>
                    <a:pt x="12645" y="15693"/>
                    <a:pt x="11787" y="15216"/>
                  </a:cubicBezTo>
                  <a:lnTo>
                    <a:pt x="643" y="8739"/>
                  </a:lnTo>
                  <a:cubicBezTo>
                    <a:pt x="-214" y="8168"/>
                    <a:pt x="-214" y="7310"/>
                    <a:pt x="643" y="6834"/>
                  </a:cubicBezTo>
                  <a:lnTo>
                    <a:pt x="11787" y="357"/>
                  </a:lnTo>
                  <a:cubicBezTo>
                    <a:pt x="12645" y="-119"/>
                    <a:pt x="14169" y="-119"/>
                    <a:pt x="15026" y="357"/>
                  </a:cubicBezTo>
                  <a:lnTo>
                    <a:pt x="26265" y="6834"/>
                  </a:lnTo>
                  <a:cubicBezTo>
                    <a:pt x="27218" y="7310"/>
                    <a:pt x="27218" y="8168"/>
                    <a:pt x="26265" y="8739"/>
                  </a:cubicBezTo>
                  <a:lnTo>
                    <a:pt x="15026"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7" name="Google Shape;1197;p33"/>
            <p:cNvSpPr/>
            <p:nvPr/>
          </p:nvSpPr>
          <p:spPr>
            <a:xfrm>
              <a:off x="6994169" y="2387701"/>
              <a:ext cx="15449" cy="9040"/>
            </a:xfrm>
            <a:custGeom>
              <a:avLst/>
              <a:gdLst/>
              <a:ahLst/>
              <a:cxnLst/>
              <a:rect l="l" t="t" r="r" b="b"/>
              <a:pathLst>
                <a:path w="5517" h="3228" extrusionOk="0">
                  <a:moveTo>
                    <a:pt x="3620" y="95"/>
                  </a:moveTo>
                  <a:lnTo>
                    <a:pt x="4763" y="667"/>
                  </a:lnTo>
                  <a:cubicBezTo>
                    <a:pt x="5524" y="1143"/>
                    <a:pt x="5810" y="1524"/>
                    <a:pt x="5144" y="1905"/>
                  </a:cubicBezTo>
                  <a:cubicBezTo>
                    <a:pt x="4763" y="2096"/>
                    <a:pt x="4286" y="2191"/>
                    <a:pt x="3810" y="2000"/>
                  </a:cubicBezTo>
                  <a:lnTo>
                    <a:pt x="3810" y="2000"/>
                  </a:lnTo>
                  <a:cubicBezTo>
                    <a:pt x="3810" y="2000"/>
                    <a:pt x="4191" y="2667"/>
                    <a:pt x="3715" y="2953"/>
                  </a:cubicBezTo>
                  <a:cubicBezTo>
                    <a:pt x="2953" y="3429"/>
                    <a:pt x="2096" y="3238"/>
                    <a:pt x="1238" y="2762"/>
                  </a:cubicBezTo>
                  <a:lnTo>
                    <a:pt x="0" y="2096"/>
                  </a:lnTo>
                  <a:lnTo>
                    <a:pt x="3715" y="0"/>
                  </a:lnTo>
                  <a:close/>
                  <a:moveTo>
                    <a:pt x="1429" y="2667"/>
                  </a:moveTo>
                  <a:cubicBezTo>
                    <a:pt x="2096" y="3048"/>
                    <a:pt x="2667" y="3143"/>
                    <a:pt x="3143" y="2858"/>
                  </a:cubicBezTo>
                  <a:cubicBezTo>
                    <a:pt x="3620" y="2572"/>
                    <a:pt x="3429" y="2286"/>
                    <a:pt x="2762" y="1905"/>
                  </a:cubicBezTo>
                  <a:lnTo>
                    <a:pt x="2096" y="1524"/>
                  </a:lnTo>
                  <a:lnTo>
                    <a:pt x="762" y="2286"/>
                  </a:lnTo>
                  <a:lnTo>
                    <a:pt x="1333" y="2667"/>
                  </a:lnTo>
                  <a:close/>
                  <a:moveTo>
                    <a:pt x="3048" y="1619"/>
                  </a:moveTo>
                  <a:cubicBezTo>
                    <a:pt x="3715" y="2000"/>
                    <a:pt x="4191" y="2000"/>
                    <a:pt x="4572" y="1810"/>
                  </a:cubicBezTo>
                  <a:cubicBezTo>
                    <a:pt x="4953" y="1619"/>
                    <a:pt x="4858" y="1334"/>
                    <a:pt x="4286" y="953"/>
                  </a:cubicBezTo>
                  <a:lnTo>
                    <a:pt x="3715" y="667"/>
                  </a:lnTo>
                  <a:lnTo>
                    <a:pt x="2477" y="1334"/>
                  </a:lnTo>
                  <a:lnTo>
                    <a:pt x="3048" y="1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8" name="Google Shape;1198;p33"/>
            <p:cNvSpPr/>
            <p:nvPr/>
          </p:nvSpPr>
          <p:spPr>
            <a:xfrm>
              <a:off x="7155273" y="2488927"/>
              <a:ext cx="75748" cy="43809"/>
            </a:xfrm>
            <a:custGeom>
              <a:avLst/>
              <a:gdLst/>
              <a:ahLst/>
              <a:cxnLst/>
              <a:rect l="l" t="t" r="r" b="b"/>
              <a:pathLst>
                <a:path w="27050" h="15644" extrusionOk="0">
                  <a:moveTo>
                    <a:pt x="23622" y="5286"/>
                  </a:moveTo>
                  <a:lnTo>
                    <a:pt x="15145" y="429"/>
                  </a:lnTo>
                  <a:cubicBezTo>
                    <a:pt x="14192" y="-143"/>
                    <a:pt x="12763" y="-143"/>
                    <a:pt x="11906" y="429"/>
                  </a:cubicBezTo>
                  <a:lnTo>
                    <a:pt x="3429" y="5286"/>
                  </a:lnTo>
                  <a:lnTo>
                    <a:pt x="0" y="5286"/>
                  </a:lnTo>
                  <a:lnTo>
                    <a:pt x="0" y="7858"/>
                  </a:lnTo>
                  <a:cubicBezTo>
                    <a:pt x="0" y="7858"/>
                    <a:pt x="190" y="8525"/>
                    <a:pt x="667" y="8811"/>
                  </a:cubicBezTo>
                  <a:lnTo>
                    <a:pt x="11906" y="15288"/>
                  </a:lnTo>
                  <a:cubicBezTo>
                    <a:pt x="12763" y="15764"/>
                    <a:pt x="14288" y="15764"/>
                    <a:pt x="15145" y="15288"/>
                  </a:cubicBezTo>
                  <a:lnTo>
                    <a:pt x="26384" y="8811"/>
                  </a:lnTo>
                  <a:cubicBezTo>
                    <a:pt x="26384" y="8811"/>
                    <a:pt x="27051" y="8239"/>
                    <a:pt x="27051" y="7858"/>
                  </a:cubicBezTo>
                  <a:lnTo>
                    <a:pt x="27051" y="5286"/>
                  </a:lnTo>
                  <a:lnTo>
                    <a:pt x="23622"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9" name="Google Shape;1199;p33"/>
            <p:cNvSpPr/>
            <p:nvPr/>
          </p:nvSpPr>
          <p:spPr>
            <a:xfrm>
              <a:off x="7155338" y="2481459"/>
              <a:ext cx="75617" cy="43809"/>
            </a:xfrm>
            <a:custGeom>
              <a:avLst/>
              <a:gdLst/>
              <a:ahLst/>
              <a:cxnLst/>
              <a:rect l="l" t="t" r="r" b="b"/>
              <a:pathLst>
                <a:path w="27003" h="15644" extrusionOk="0">
                  <a:moveTo>
                    <a:pt x="15121" y="15288"/>
                  </a:moveTo>
                  <a:cubicBezTo>
                    <a:pt x="14169" y="15764"/>
                    <a:pt x="12740" y="15764"/>
                    <a:pt x="11883" y="15288"/>
                  </a:cubicBezTo>
                  <a:lnTo>
                    <a:pt x="643" y="8811"/>
                  </a:lnTo>
                  <a:cubicBezTo>
                    <a:pt x="-214" y="8239"/>
                    <a:pt x="-214" y="7477"/>
                    <a:pt x="643" y="6906"/>
                  </a:cubicBezTo>
                  <a:lnTo>
                    <a:pt x="11883" y="429"/>
                  </a:lnTo>
                  <a:cubicBezTo>
                    <a:pt x="12740" y="-143"/>
                    <a:pt x="14264" y="-143"/>
                    <a:pt x="15121" y="429"/>
                  </a:cubicBezTo>
                  <a:lnTo>
                    <a:pt x="26361" y="6906"/>
                  </a:lnTo>
                  <a:cubicBezTo>
                    <a:pt x="27218" y="7382"/>
                    <a:pt x="27218" y="8239"/>
                    <a:pt x="26361"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0" name="Google Shape;1200;p33"/>
            <p:cNvSpPr/>
            <p:nvPr/>
          </p:nvSpPr>
          <p:spPr>
            <a:xfrm>
              <a:off x="7187813" y="2499997"/>
              <a:ext cx="10400" cy="6133"/>
            </a:xfrm>
            <a:custGeom>
              <a:avLst/>
              <a:gdLst/>
              <a:ahLst/>
              <a:cxnLst/>
              <a:rect l="l" t="t" r="r" b="b"/>
              <a:pathLst>
                <a:path w="3714" h="2190" extrusionOk="0">
                  <a:moveTo>
                    <a:pt x="476" y="1048"/>
                  </a:moveTo>
                  <a:lnTo>
                    <a:pt x="2096" y="1524"/>
                  </a:lnTo>
                  <a:lnTo>
                    <a:pt x="3143" y="1809"/>
                  </a:lnTo>
                  <a:lnTo>
                    <a:pt x="3143" y="1809"/>
                  </a:lnTo>
                  <a:cubicBezTo>
                    <a:pt x="3143" y="1809"/>
                    <a:pt x="2667" y="1238"/>
                    <a:pt x="2667" y="1238"/>
                  </a:cubicBezTo>
                  <a:lnTo>
                    <a:pt x="1905" y="286"/>
                  </a:lnTo>
                  <a:lnTo>
                    <a:pt x="2286" y="0"/>
                  </a:lnTo>
                  <a:lnTo>
                    <a:pt x="3715" y="2000"/>
                  </a:lnTo>
                  <a:lnTo>
                    <a:pt x="3334" y="2191"/>
                  </a:lnTo>
                  <a:lnTo>
                    <a:pt x="0" y="1333"/>
                  </a:lnTo>
                  <a:lnTo>
                    <a:pt x="381" y="114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1" name="Google Shape;1201;p33"/>
            <p:cNvSpPr/>
            <p:nvPr/>
          </p:nvSpPr>
          <p:spPr>
            <a:xfrm>
              <a:off x="7203284" y="2517136"/>
              <a:ext cx="75748" cy="43543"/>
            </a:xfrm>
            <a:custGeom>
              <a:avLst/>
              <a:gdLst/>
              <a:ahLst/>
              <a:cxnLst/>
              <a:rect l="l" t="t" r="r" b="b"/>
              <a:pathLst>
                <a:path w="27050" h="15549" extrusionOk="0">
                  <a:moveTo>
                    <a:pt x="23622" y="5215"/>
                  </a:moveTo>
                  <a:lnTo>
                    <a:pt x="15145" y="357"/>
                  </a:lnTo>
                  <a:cubicBezTo>
                    <a:pt x="14288" y="-119"/>
                    <a:pt x="12763" y="-119"/>
                    <a:pt x="11906" y="357"/>
                  </a:cubicBezTo>
                  <a:lnTo>
                    <a:pt x="3429" y="5215"/>
                  </a:lnTo>
                  <a:lnTo>
                    <a:pt x="0" y="5215"/>
                  </a:lnTo>
                  <a:lnTo>
                    <a:pt x="0" y="7691"/>
                  </a:lnTo>
                  <a:cubicBezTo>
                    <a:pt x="0" y="7691"/>
                    <a:pt x="190" y="8358"/>
                    <a:pt x="667" y="8644"/>
                  </a:cubicBezTo>
                  <a:lnTo>
                    <a:pt x="11906" y="15121"/>
                  </a:lnTo>
                  <a:cubicBezTo>
                    <a:pt x="12763" y="15692"/>
                    <a:pt x="14288" y="15692"/>
                    <a:pt x="15145" y="15121"/>
                  </a:cubicBezTo>
                  <a:lnTo>
                    <a:pt x="26384" y="8644"/>
                  </a:lnTo>
                  <a:cubicBezTo>
                    <a:pt x="26384" y="8644"/>
                    <a:pt x="27051" y="8073"/>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2" name="Google Shape;1202;p33"/>
            <p:cNvSpPr/>
            <p:nvPr/>
          </p:nvSpPr>
          <p:spPr>
            <a:xfrm>
              <a:off x="7203618" y="2509468"/>
              <a:ext cx="75617" cy="44011"/>
            </a:xfrm>
            <a:custGeom>
              <a:avLst/>
              <a:gdLst/>
              <a:ahLst/>
              <a:cxnLst/>
              <a:rect l="l" t="t" r="r" b="b"/>
              <a:pathLst>
                <a:path w="27003" h="15716" extrusionOk="0">
                  <a:moveTo>
                    <a:pt x="15121" y="15288"/>
                  </a:moveTo>
                  <a:cubicBezTo>
                    <a:pt x="14264" y="15859"/>
                    <a:pt x="12740" y="15859"/>
                    <a:pt x="11883" y="15288"/>
                  </a:cubicBezTo>
                  <a:lnTo>
                    <a:pt x="643" y="8811"/>
                  </a:lnTo>
                  <a:cubicBezTo>
                    <a:pt x="-214" y="8334"/>
                    <a:pt x="-214" y="7477"/>
                    <a:pt x="643" y="6906"/>
                  </a:cubicBezTo>
                  <a:lnTo>
                    <a:pt x="11883" y="429"/>
                  </a:lnTo>
                  <a:cubicBezTo>
                    <a:pt x="12740" y="-143"/>
                    <a:pt x="14264" y="-143"/>
                    <a:pt x="15121" y="429"/>
                  </a:cubicBezTo>
                  <a:lnTo>
                    <a:pt x="26361" y="6906"/>
                  </a:lnTo>
                  <a:cubicBezTo>
                    <a:pt x="27218" y="7477"/>
                    <a:pt x="27218" y="8239"/>
                    <a:pt x="26361"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3" name="Google Shape;1203;p33"/>
            <p:cNvSpPr/>
            <p:nvPr/>
          </p:nvSpPr>
          <p:spPr>
            <a:xfrm>
              <a:off x="7236490" y="2527206"/>
              <a:ext cx="12800" cy="7200"/>
            </a:xfrm>
            <a:custGeom>
              <a:avLst/>
              <a:gdLst/>
              <a:ahLst/>
              <a:cxnLst/>
              <a:rect l="l" t="t" r="r" b="b"/>
              <a:pathLst>
                <a:path w="4571" h="2571" extrusionOk="0">
                  <a:moveTo>
                    <a:pt x="143" y="2191"/>
                  </a:moveTo>
                  <a:cubicBezTo>
                    <a:pt x="143" y="2191"/>
                    <a:pt x="619" y="2096"/>
                    <a:pt x="810" y="2191"/>
                  </a:cubicBezTo>
                  <a:cubicBezTo>
                    <a:pt x="1000" y="2286"/>
                    <a:pt x="1000" y="2477"/>
                    <a:pt x="810" y="2572"/>
                  </a:cubicBezTo>
                  <a:cubicBezTo>
                    <a:pt x="619" y="2572"/>
                    <a:pt x="333" y="2572"/>
                    <a:pt x="143" y="2572"/>
                  </a:cubicBezTo>
                  <a:cubicBezTo>
                    <a:pt x="-48" y="2477"/>
                    <a:pt x="-48" y="2286"/>
                    <a:pt x="143" y="2191"/>
                  </a:cubicBezTo>
                  <a:close/>
                  <a:moveTo>
                    <a:pt x="3667" y="1143"/>
                  </a:moveTo>
                  <a:cubicBezTo>
                    <a:pt x="3667" y="1143"/>
                    <a:pt x="4048" y="762"/>
                    <a:pt x="3667" y="476"/>
                  </a:cubicBezTo>
                  <a:cubicBezTo>
                    <a:pt x="3381" y="381"/>
                    <a:pt x="3096" y="286"/>
                    <a:pt x="2715" y="286"/>
                  </a:cubicBezTo>
                  <a:lnTo>
                    <a:pt x="2715" y="0"/>
                  </a:lnTo>
                  <a:cubicBezTo>
                    <a:pt x="3191" y="0"/>
                    <a:pt x="3763" y="0"/>
                    <a:pt x="4143" y="286"/>
                  </a:cubicBezTo>
                  <a:cubicBezTo>
                    <a:pt x="4715" y="571"/>
                    <a:pt x="4715" y="1048"/>
                    <a:pt x="4143" y="1333"/>
                  </a:cubicBezTo>
                  <a:cubicBezTo>
                    <a:pt x="3381" y="1810"/>
                    <a:pt x="2239" y="1333"/>
                    <a:pt x="1476" y="1905"/>
                  </a:cubicBezTo>
                  <a:lnTo>
                    <a:pt x="1096" y="1714"/>
                  </a:lnTo>
                  <a:cubicBezTo>
                    <a:pt x="1857" y="1143"/>
                    <a:pt x="3096" y="1429"/>
                    <a:pt x="3667" y="114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4" name="Google Shape;1204;p33"/>
            <p:cNvSpPr/>
            <p:nvPr/>
          </p:nvSpPr>
          <p:spPr>
            <a:xfrm>
              <a:off x="7413732" y="2522204"/>
              <a:ext cx="102421" cy="59282"/>
            </a:xfrm>
            <a:custGeom>
              <a:avLst/>
              <a:gdLst/>
              <a:ahLst/>
              <a:cxnLst/>
              <a:rect l="l" t="t" r="r" b="b"/>
              <a:pathLst>
                <a:path w="36575" h="21169" extrusionOk="0">
                  <a:moveTo>
                    <a:pt x="33052" y="10740"/>
                  </a:moveTo>
                  <a:lnTo>
                    <a:pt x="15049" y="357"/>
                  </a:lnTo>
                  <a:cubicBezTo>
                    <a:pt x="14097" y="-119"/>
                    <a:pt x="12668" y="-119"/>
                    <a:pt x="11811" y="357"/>
                  </a:cubicBezTo>
                  <a:lnTo>
                    <a:pt x="3429" y="5215"/>
                  </a:lnTo>
                  <a:lnTo>
                    <a:pt x="0" y="5215"/>
                  </a:lnTo>
                  <a:lnTo>
                    <a:pt x="0" y="7787"/>
                  </a:lnTo>
                  <a:lnTo>
                    <a:pt x="0" y="7787"/>
                  </a:lnTo>
                  <a:cubicBezTo>
                    <a:pt x="0" y="7787"/>
                    <a:pt x="190" y="8454"/>
                    <a:pt x="667" y="8739"/>
                  </a:cubicBezTo>
                  <a:lnTo>
                    <a:pt x="21431" y="20741"/>
                  </a:lnTo>
                  <a:cubicBezTo>
                    <a:pt x="22288" y="21312"/>
                    <a:pt x="23813" y="21312"/>
                    <a:pt x="24670" y="20741"/>
                  </a:cubicBezTo>
                  <a:lnTo>
                    <a:pt x="35909" y="14264"/>
                  </a:lnTo>
                  <a:cubicBezTo>
                    <a:pt x="36385" y="13978"/>
                    <a:pt x="36576" y="13597"/>
                    <a:pt x="36576" y="13311"/>
                  </a:cubicBezTo>
                  <a:lnTo>
                    <a:pt x="36576" y="10835"/>
                  </a:lnTo>
                  <a:lnTo>
                    <a:pt x="33147" y="1083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5" name="Google Shape;1205;p33"/>
            <p:cNvSpPr/>
            <p:nvPr/>
          </p:nvSpPr>
          <p:spPr>
            <a:xfrm>
              <a:off x="7413534" y="2515002"/>
              <a:ext cx="102289" cy="59080"/>
            </a:xfrm>
            <a:custGeom>
              <a:avLst/>
              <a:gdLst/>
              <a:ahLst/>
              <a:cxnLst/>
              <a:rect l="l" t="t" r="r" b="b"/>
              <a:pathLst>
                <a:path w="36528" h="21097" extrusionOk="0">
                  <a:moveTo>
                    <a:pt x="24646" y="20741"/>
                  </a:moveTo>
                  <a:cubicBezTo>
                    <a:pt x="23693" y="21217"/>
                    <a:pt x="22265" y="21217"/>
                    <a:pt x="21407" y="20741"/>
                  </a:cubicBezTo>
                  <a:lnTo>
                    <a:pt x="643" y="8739"/>
                  </a:lnTo>
                  <a:cubicBezTo>
                    <a:pt x="-214" y="8263"/>
                    <a:pt x="-214" y="7406"/>
                    <a:pt x="643" y="6834"/>
                  </a:cubicBezTo>
                  <a:lnTo>
                    <a:pt x="11787" y="357"/>
                  </a:lnTo>
                  <a:cubicBezTo>
                    <a:pt x="12644" y="-119"/>
                    <a:pt x="14168" y="-119"/>
                    <a:pt x="15025" y="357"/>
                  </a:cubicBezTo>
                  <a:lnTo>
                    <a:pt x="35885" y="12359"/>
                  </a:lnTo>
                  <a:cubicBezTo>
                    <a:pt x="36742" y="12930"/>
                    <a:pt x="36742" y="13692"/>
                    <a:pt x="35885" y="14264"/>
                  </a:cubicBezTo>
                  <a:lnTo>
                    <a:pt x="24646" y="2074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6" name="Google Shape;1206;p33"/>
            <p:cNvSpPr/>
            <p:nvPr/>
          </p:nvSpPr>
          <p:spPr>
            <a:xfrm>
              <a:off x="7458277" y="2540275"/>
              <a:ext cx="10400" cy="10936"/>
            </a:xfrm>
            <a:custGeom>
              <a:avLst/>
              <a:gdLst/>
              <a:ahLst/>
              <a:cxnLst/>
              <a:rect l="l" t="t" r="r" b="b"/>
              <a:pathLst>
                <a:path w="3714" h="3905" extrusionOk="0">
                  <a:moveTo>
                    <a:pt x="3429" y="0"/>
                  </a:moveTo>
                  <a:lnTo>
                    <a:pt x="3715" y="191"/>
                  </a:lnTo>
                  <a:lnTo>
                    <a:pt x="286" y="3905"/>
                  </a:lnTo>
                  <a:lnTo>
                    <a:pt x="0" y="3715"/>
                  </a:lnTo>
                  <a:lnTo>
                    <a:pt x="342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7" name="Google Shape;1207;p33"/>
            <p:cNvSpPr/>
            <p:nvPr/>
          </p:nvSpPr>
          <p:spPr>
            <a:xfrm>
              <a:off x="7759413" y="2664109"/>
              <a:ext cx="75748" cy="43345"/>
            </a:xfrm>
            <a:custGeom>
              <a:avLst/>
              <a:gdLst/>
              <a:ahLst/>
              <a:cxnLst/>
              <a:rect l="l" t="t" r="r" b="b"/>
              <a:pathLst>
                <a:path w="27050" h="15478" extrusionOk="0">
                  <a:moveTo>
                    <a:pt x="23622" y="5215"/>
                  </a:moveTo>
                  <a:lnTo>
                    <a:pt x="15145" y="357"/>
                  </a:lnTo>
                  <a:cubicBezTo>
                    <a:pt x="14288" y="-119"/>
                    <a:pt x="12763" y="-119"/>
                    <a:pt x="11906" y="357"/>
                  </a:cubicBezTo>
                  <a:lnTo>
                    <a:pt x="3429" y="5215"/>
                  </a:lnTo>
                  <a:lnTo>
                    <a:pt x="0" y="5215"/>
                  </a:lnTo>
                  <a:lnTo>
                    <a:pt x="0" y="7692"/>
                  </a:lnTo>
                  <a:cubicBezTo>
                    <a:pt x="0" y="7692"/>
                    <a:pt x="190" y="8358"/>
                    <a:pt x="667" y="8644"/>
                  </a:cubicBezTo>
                  <a:lnTo>
                    <a:pt x="11906" y="15121"/>
                  </a:lnTo>
                  <a:cubicBezTo>
                    <a:pt x="12859" y="15597"/>
                    <a:pt x="14288" y="15597"/>
                    <a:pt x="15145" y="15121"/>
                  </a:cubicBezTo>
                  <a:lnTo>
                    <a:pt x="26384" y="8644"/>
                  </a:lnTo>
                  <a:cubicBezTo>
                    <a:pt x="26384" y="8644"/>
                    <a:pt x="27051" y="8073"/>
                    <a:pt x="27051" y="7692"/>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8" name="Google Shape;1208;p33"/>
            <p:cNvSpPr/>
            <p:nvPr/>
          </p:nvSpPr>
          <p:spPr>
            <a:xfrm>
              <a:off x="7759480" y="2656439"/>
              <a:ext cx="75617" cy="44011"/>
            </a:xfrm>
            <a:custGeom>
              <a:avLst/>
              <a:gdLst/>
              <a:ahLst/>
              <a:cxnLst/>
              <a:rect l="l" t="t" r="r" b="b"/>
              <a:pathLst>
                <a:path w="27003" h="15716" extrusionOk="0">
                  <a:moveTo>
                    <a:pt x="15121" y="15288"/>
                  </a:moveTo>
                  <a:cubicBezTo>
                    <a:pt x="14264" y="15859"/>
                    <a:pt x="12740" y="15859"/>
                    <a:pt x="11883" y="15288"/>
                  </a:cubicBezTo>
                  <a:lnTo>
                    <a:pt x="643" y="8811"/>
                  </a:lnTo>
                  <a:cubicBezTo>
                    <a:pt x="-214" y="8335"/>
                    <a:pt x="-214" y="7477"/>
                    <a:pt x="643" y="6906"/>
                  </a:cubicBezTo>
                  <a:lnTo>
                    <a:pt x="11883" y="429"/>
                  </a:lnTo>
                  <a:cubicBezTo>
                    <a:pt x="12740" y="-143"/>
                    <a:pt x="14264" y="-143"/>
                    <a:pt x="15121" y="429"/>
                  </a:cubicBezTo>
                  <a:lnTo>
                    <a:pt x="26360" y="6906"/>
                  </a:lnTo>
                  <a:cubicBezTo>
                    <a:pt x="27218" y="7477"/>
                    <a:pt x="27218" y="8239"/>
                    <a:pt x="26360"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9" name="Google Shape;1209;p33"/>
            <p:cNvSpPr/>
            <p:nvPr/>
          </p:nvSpPr>
          <p:spPr>
            <a:xfrm>
              <a:off x="7788754" y="2675778"/>
              <a:ext cx="18670" cy="6133"/>
            </a:xfrm>
            <a:custGeom>
              <a:avLst/>
              <a:gdLst/>
              <a:ahLst/>
              <a:cxnLst/>
              <a:rect l="l" t="t" r="r" b="b"/>
              <a:pathLst>
                <a:path w="6667" h="2190" extrusionOk="0">
                  <a:moveTo>
                    <a:pt x="6287" y="0"/>
                  </a:moveTo>
                  <a:lnTo>
                    <a:pt x="6667" y="190"/>
                  </a:lnTo>
                  <a:lnTo>
                    <a:pt x="286" y="2191"/>
                  </a:lnTo>
                  <a:lnTo>
                    <a:pt x="0" y="2000"/>
                  </a:lnTo>
                  <a:lnTo>
                    <a:pt x="638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0" name="Google Shape;1210;p33"/>
            <p:cNvSpPr/>
            <p:nvPr/>
          </p:nvSpPr>
          <p:spPr>
            <a:xfrm>
              <a:off x="7854634" y="2719056"/>
              <a:ext cx="75482" cy="43345"/>
            </a:xfrm>
            <a:custGeom>
              <a:avLst/>
              <a:gdLst/>
              <a:ahLst/>
              <a:cxnLst/>
              <a:rect l="l" t="t" r="r" b="b"/>
              <a:pathLst>
                <a:path w="26955" h="15478" extrusionOk="0">
                  <a:moveTo>
                    <a:pt x="23622" y="5215"/>
                  </a:moveTo>
                  <a:lnTo>
                    <a:pt x="15145" y="357"/>
                  </a:lnTo>
                  <a:cubicBezTo>
                    <a:pt x="14288" y="-119"/>
                    <a:pt x="12763" y="-119"/>
                    <a:pt x="11906" y="357"/>
                  </a:cubicBezTo>
                  <a:lnTo>
                    <a:pt x="3429" y="5215"/>
                  </a:lnTo>
                  <a:lnTo>
                    <a:pt x="0" y="5215"/>
                  </a:lnTo>
                  <a:lnTo>
                    <a:pt x="0" y="7691"/>
                  </a:lnTo>
                  <a:cubicBezTo>
                    <a:pt x="0" y="7691"/>
                    <a:pt x="190" y="8358"/>
                    <a:pt x="667" y="8644"/>
                  </a:cubicBezTo>
                  <a:lnTo>
                    <a:pt x="11811" y="15121"/>
                  </a:lnTo>
                  <a:cubicBezTo>
                    <a:pt x="12668" y="15597"/>
                    <a:pt x="14192" y="15597"/>
                    <a:pt x="15049" y="15121"/>
                  </a:cubicBezTo>
                  <a:lnTo>
                    <a:pt x="26289" y="8644"/>
                  </a:lnTo>
                  <a:cubicBezTo>
                    <a:pt x="26289" y="8644"/>
                    <a:pt x="26956" y="8073"/>
                    <a:pt x="26956" y="7691"/>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1" name="Google Shape;1211;p33"/>
            <p:cNvSpPr/>
            <p:nvPr/>
          </p:nvSpPr>
          <p:spPr>
            <a:xfrm>
              <a:off x="7854768" y="2711654"/>
              <a:ext cx="75549" cy="43809"/>
            </a:xfrm>
            <a:custGeom>
              <a:avLst/>
              <a:gdLst/>
              <a:ahLst/>
              <a:cxnLst/>
              <a:rect l="l" t="t" r="r" b="b"/>
              <a:pathLst>
                <a:path w="26979" h="15644" extrusionOk="0">
                  <a:moveTo>
                    <a:pt x="15097" y="15288"/>
                  </a:moveTo>
                  <a:cubicBezTo>
                    <a:pt x="14240" y="15764"/>
                    <a:pt x="12716" y="15764"/>
                    <a:pt x="11859" y="15288"/>
                  </a:cubicBezTo>
                  <a:lnTo>
                    <a:pt x="714" y="8811"/>
                  </a:lnTo>
                  <a:cubicBezTo>
                    <a:pt x="-238" y="8239"/>
                    <a:pt x="-238" y="7477"/>
                    <a:pt x="714" y="6906"/>
                  </a:cubicBezTo>
                  <a:lnTo>
                    <a:pt x="11859" y="429"/>
                  </a:lnTo>
                  <a:cubicBezTo>
                    <a:pt x="12716" y="-143"/>
                    <a:pt x="14240" y="-143"/>
                    <a:pt x="15097" y="429"/>
                  </a:cubicBezTo>
                  <a:lnTo>
                    <a:pt x="26337" y="6906"/>
                  </a:lnTo>
                  <a:cubicBezTo>
                    <a:pt x="27194" y="7382"/>
                    <a:pt x="27194" y="8239"/>
                    <a:pt x="26337" y="8811"/>
                  </a:cubicBezTo>
                  <a:lnTo>
                    <a:pt x="15097"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2" name="Google Shape;1212;p33"/>
            <p:cNvSpPr/>
            <p:nvPr/>
          </p:nvSpPr>
          <p:spPr>
            <a:xfrm>
              <a:off x="7890377" y="2732593"/>
              <a:ext cx="4800" cy="2666"/>
            </a:xfrm>
            <a:custGeom>
              <a:avLst/>
              <a:gdLst/>
              <a:ahLst/>
              <a:cxnLst/>
              <a:rect l="l" t="t" r="r" b="b"/>
              <a:pathLst>
                <a:path w="1714" h="952" extrusionOk="0">
                  <a:moveTo>
                    <a:pt x="381" y="0"/>
                  </a:moveTo>
                  <a:lnTo>
                    <a:pt x="1714" y="762"/>
                  </a:lnTo>
                  <a:lnTo>
                    <a:pt x="1333" y="952"/>
                  </a:lnTo>
                  <a:lnTo>
                    <a:pt x="0" y="190"/>
                  </a:lnTo>
                  <a:lnTo>
                    <a:pt x="381"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3" name="Google Shape;1213;p33"/>
            <p:cNvSpPr/>
            <p:nvPr/>
          </p:nvSpPr>
          <p:spPr>
            <a:xfrm>
              <a:off x="7807158" y="2691850"/>
              <a:ext cx="75748" cy="43345"/>
            </a:xfrm>
            <a:custGeom>
              <a:avLst/>
              <a:gdLst/>
              <a:ahLst/>
              <a:cxnLst/>
              <a:rect l="l" t="t" r="r" b="b"/>
              <a:pathLst>
                <a:path w="27050" h="15478" extrusionOk="0">
                  <a:moveTo>
                    <a:pt x="23622" y="5215"/>
                  </a:moveTo>
                  <a:lnTo>
                    <a:pt x="15145" y="357"/>
                  </a:lnTo>
                  <a:cubicBezTo>
                    <a:pt x="14288" y="-119"/>
                    <a:pt x="12763" y="-119"/>
                    <a:pt x="11906" y="357"/>
                  </a:cubicBezTo>
                  <a:lnTo>
                    <a:pt x="3429" y="5215"/>
                  </a:lnTo>
                  <a:lnTo>
                    <a:pt x="0" y="5215"/>
                  </a:lnTo>
                  <a:lnTo>
                    <a:pt x="0" y="7692"/>
                  </a:lnTo>
                  <a:cubicBezTo>
                    <a:pt x="0" y="7692"/>
                    <a:pt x="190" y="8358"/>
                    <a:pt x="667" y="8644"/>
                  </a:cubicBezTo>
                  <a:lnTo>
                    <a:pt x="11906" y="15121"/>
                  </a:lnTo>
                  <a:cubicBezTo>
                    <a:pt x="12763" y="15597"/>
                    <a:pt x="14288" y="15597"/>
                    <a:pt x="15145" y="15121"/>
                  </a:cubicBezTo>
                  <a:lnTo>
                    <a:pt x="26384" y="8644"/>
                  </a:lnTo>
                  <a:cubicBezTo>
                    <a:pt x="26384" y="8644"/>
                    <a:pt x="27051" y="7977"/>
                    <a:pt x="27051" y="7692"/>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4" name="Google Shape;1214;p33"/>
            <p:cNvSpPr/>
            <p:nvPr/>
          </p:nvSpPr>
          <p:spPr>
            <a:xfrm>
              <a:off x="7807222" y="2684381"/>
              <a:ext cx="75617" cy="43809"/>
            </a:xfrm>
            <a:custGeom>
              <a:avLst/>
              <a:gdLst/>
              <a:ahLst/>
              <a:cxnLst/>
              <a:rect l="l" t="t" r="r" b="b"/>
              <a:pathLst>
                <a:path w="27003" h="15644" extrusionOk="0">
                  <a:moveTo>
                    <a:pt x="15121" y="15216"/>
                  </a:moveTo>
                  <a:cubicBezTo>
                    <a:pt x="14264" y="15788"/>
                    <a:pt x="12740" y="15788"/>
                    <a:pt x="11883" y="15216"/>
                  </a:cubicBezTo>
                  <a:lnTo>
                    <a:pt x="643" y="8739"/>
                  </a:lnTo>
                  <a:cubicBezTo>
                    <a:pt x="-214" y="8263"/>
                    <a:pt x="-214" y="7406"/>
                    <a:pt x="643" y="6834"/>
                  </a:cubicBezTo>
                  <a:lnTo>
                    <a:pt x="11883" y="357"/>
                  </a:lnTo>
                  <a:cubicBezTo>
                    <a:pt x="12740" y="-119"/>
                    <a:pt x="14264" y="-119"/>
                    <a:pt x="15121" y="357"/>
                  </a:cubicBezTo>
                  <a:lnTo>
                    <a:pt x="26361" y="6834"/>
                  </a:lnTo>
                  <a:cubicBezTo>
                    <a:pt x="27218" y="7310"/>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5" name="Google Shape;1215;p33"/>
            <p:cNvSpPr/>
            <p:nvPr/>
          </p:nvSpPr>
          <p:spPr>
            <a:xfrm>
              <a:off x="7835430" y="2701385"/>
              <a:ext cx="18936" cy="10936"/>
            </a:xfrm>
            <a:custGeom>
              <a:avLst/>
              <a:gdLst/>
              <a:ahLst/>
              <a:cxnLst/>
              <a:rect l="l" t="t" r="r" b="b"/>
              <a:pathLst>
                <a:path w="6762" h="3905" extrusionOk="0">
                  <a:moveTo>
                    <a:pt x="0" y="1905"/>
                  </a:moveTo>
                  <a:lnTo>
                    <a:pt x="2381" y="1524"/>
                  </a:lnTo>
                  <a:lnTo>
                    <a:pt x="1524" y="286"/>
                  </a:lnTo>
                  <a:lnTo>
                    <a:pt x="2476" y="0"/>
                  </a:lnTo>
                  <a:lnTo>
                    <a:pt x="3715" y="1143"/>
                  </a:lnTo>
                  <a:lnTo>
                    <a:pt x="5524" y="286"/>
                  </a:lnTo>
                  <a:lnTo>
                    <a:pt x="6287" y="762"/>
                  </a:lnTo>
                  <a:lnTo>
                    <a:pt x="4763" y="1810"/>
                  </a:lnTo>
                  <a:lnTo>
                    <a:pt x="6763" y="2477"/>
                  </a:lnTo>
                  <a:lnTo>
                    <a:pt x="6287" y="3048"/>
                  </a:lnTo>
                  <a:lnTo>
                    <a:pt x="4191" y="2572"/>
                  </a:lnTo>
                  <a:lnTo>
                    <a:pt x="3619" y="3905"/>
                  </a:lnTo>
                  <a:lnTo>
                    <a:pt x="2572" y="3905"/>
                  </a:lnTo>
                  <a:cubicBezTo>
                    <a:pt x="2572" y="3905"/>
                    <a:pt x="2857" y="2381"/>
                    <a:pt x="2857" y="2381"/>
                  </a:cubicBezTo>
                  <a:lnTo>
                    <a:pt x="381" y="2572"/>
                  </a:lnTo>
                  <a:lnTo>
                    <a:pt x="190" y="190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6" name="Google Shape;1216;p33"/>
            <p:cNvSpPr/>
            <p:nvPr/>
          </p:nvSpPr>
          <p:spPr>
            <a:xfrm>
              <a:off x="7104859" y="2286408"/>
              <a:ext cx="75748" cy="43611"/>
            </a:xfrm>
            <a:custGeom>
              <a:avLst/>
              <a:gdLst/>
              <a:ahLst/>
              <a:cxnLst/>
              <a:rect l="l" t="t" r="r" b="b"/>
              <a:pathLst>
                <a:path w="27050" h="15573" extrusionOk="0">
                  <a:moveTo>
                    <a:pt x="23622" y="5215"/>
                  </a:moveTo>
                  <a:lnTo>
                    <a:pt x="15145" y="357"/>
                  </a:lnTo>
                  <a:cubicBezTo>
                    <a:pt x="14288" y="-119"/>
                    <a:pt x="12763" y="-119"/>
                    <a:pt x="11906" y="357"/>
                  </a:cubicBezTo>
                  <a:lnTo>
                    <a:pt x="3429" y="5215"/>
                  </a:lnTo>
                  <a:lnTo>
                    <a:pt x="0" y="5215"/>
                  </a:lnTo>
                  <a:lnTo>
                    <a:pt x="0" y="7787"/>
                  </a:lnTo>
                  <a:cubicBezTo>
                    <a:pt x="0" y="7787"/>
                    <a:pt x="190" y="8453"/>
                    <a:pt x="667" y="8739"/>
                  </a:cubicBezTo>
                  <a:lnTo>
                    <a:pt x="11906" y="15216"/>
                  </a:lnTo>
                  <a:cubicBezTo>
                    <a:pt x="12763" y="15692"/>
                    <a:pt x="14288" y="15692"/>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7" name="Google Shape;1217;p33"/>
            <p:cNvSpPr/>
            <p:nvPr/>
          </p:nvSpPr>
          <p:spPr>
            <a:xfrm>
              <a:off x="7104728" y="2278472"/>
              <a:ext cx="75815" cy="44011"/>
            </a:xfrm>
            <a:custGeom>
              <a:avLst/>
              <a:gdLst/>
              <a:ahLst/>
              <a:cxnLst/>
              <a:rect l="l" t="t" r="r" b="b"/>
              <a:pathLst>
                <a:path w="27074" h="15716" extrusionOk="0">
                  <a:moveTo>
                    <a:pt x="15192" y="15288"/>
                  </a:moveTo>
                  <a:cubicBezTo>
                    <a:pt x="14335" y="15859"/>
                    <a:pt x="12811" y="15859"/>
                    <a:pt x="11954" y="15288"/>
                  </a:cubicBezTo>
                  <a:lnTo>
                    <a:pt x="714" y="8811"/>
                  </a:lnTo>
                  <a:cubicBezTo>
                    <a:pt x="-238" y="8334"/>
                    <a:pt x="-238" y="7477"/>
                    <a:pt x="714" y="6906"/>
                  </a:cubicBezTo>
                  <a:lnTo>
                    <a:pt x="11954" y="429"/>
                  </a:lnTo>
                  <a:cubicBezTo>
                    <a:pt x="12811" y="-143"/>
                    <a:pt x="14335" y="-143"/>
                    <a:pt x="15192" y="429"/>
                  </a:cubicBezTo>
                  <a:lnTo>
                    <a:pt x="26432" y="6906"/>
                  </a:lnTo>
                  <a:cubicBezTo>
                    <a:pt x="27289" y="7382"/>
                    <a:pt x="27289" y="8239"/>
                    <a:pt x="26432" y="8811"/>
                  </a:cubicBezTo>
                  <a:lnTo>
                    <a:pt x="15192"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8" name="Google Shape;1218;p33"/>
            <p:cNvSpPr/>
            <p:nvPr/>
          </p:nvSpPr>
          <p:spPr>
            <a:xfrm>
              <a:off x="7137735" y="2297027"/>
              <a:ext cx="13268" cy="7186"/>
            </a:xfrm>
            <a:custGeom>
              <a:avLst/>
              <a:gdLst/>
              <a:ahLst/>
              <a:cxnLst/>
              <a:rect l="l" t="t" r="r" b="b"/>
              <a:pathLst>
                <a:path w="4738" h="2566" extrusionOk="0">
                  <a:moveTo>
                    <a:pt x="929" y="661"/>
                  </a:moveTo>
                  <a:cubicBezTo>
                    <a:pt x="2358" y="-196"/>
                    <a:pt x="3596" y="-101"/>
                    <a:pt x="4262" y="280"/>
                  </a:cubicBezTo>
                  <a:cubicBezTo>
                    <a:pt x="4643" y="471"/>
                    <a:pt x="4739" y="757"/>
                    <a:pt x="4739" y="1042"/>
                  </a:cubicBezTo>
                  <a:lnTo>
                    <a:pt x="4167" y="1042"/>
                  </a:lnTo>
                  <a:cubicBezTo>
                    <a:pt x="4167" y="1042"/>
                    <a:pt x="4167" y="661"/>
                    <a:pt x="3882" y="566"/>
                  </a:cubicBezTo>
                  <a:cubicBezTo>
                    <a:pt x="3405" y="280"/>
                    <a:pt x="2548" y="280"/>
                    <a:pt x="1405" y="852"/>
                  </a:cubicBezTo>
                  <a:cubicBezTo>
                    <a:pt x="1881" y="852"/>
                    <a:pt x="2453" y="852"/>
                    <a:pt x="2643" y="1042"/>
                  </a:cubicBezTo>
                  <a:cubicBezTo>
                    <a:pt x="3310" y="1423"/>
                    <a:pt x="3310" y="1900"/>
                    <a:pt x="2643" y="2280"/>
                  </a:cubicBezTo>
                  <a:cubicBezTo>
                    <a:pt x="1976" y="2661"/>
                    <a:pt x="1024" y="2661"/>
                    <a:pt x="452" y="2280"/>
                  </a:cubicBezTo>
                  <a:cubicBezTo>
                    <a:pt x="-214" y="1900"/>
                    <a:pt x="-214" y="1233"/>
                    <a:pt x="929" y="566"/>
                  </a:cubicBezTo>
                  <a:close/>
                  <a:moveTo>
                    <a:pt x="2262" y="2090"/>
                  </a:moveTo>
                  <a:cubicBezTo>
                    <a:pt x="2738" y="1804"/>
                    <a:pt x="2834" y="1518"/>
                    <a:pt x="2262" y="1233"/>
                  </a:cubicBezTo>
                  <a:cubicBezTo>
                    <a:pt x="2072" y="1042"/>
                    <a:pt x="1595" y="1042"/>
                    <a:pt x="1024" y="1042"/>
                  </a:cubicBezTo>
                  <a:cubicBezTo>
                    <a:pt x="357" y="1423"/>
                    <a:pt x="262" y="1900"/>
                    <a:pt x="738" y="2090"/>
                  </a:cubicBezTo>
                  <a:cubicBezTo>
                    <a:pt x="1119" y="2280"/>
                    <a:pt x="1691" y="2280"/>
                    <a:pt x="2167" y="209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9" name="Google Shape;1219;p33"/>
            <p:cNvSpPr/>
            <p:nvPr/>
          </p:nvSpPr>
          <p:spPr>
            <a:xfrm>
              <a:off x="7152873" y="2313681"/>
              <a:ext cx="75748" cy="43742"/>
            </a:xfrm>
            <a:custGeom>
              <a:avLst/>
              <a:gdLst/>
              <a:ahLst/>
              <a:cxnLst/>
              <a:rect l="l" t="t" r="r" b="b"/>
              <a:pathLst>
                <a:path w="27050" h="15620" extrusionOk="0">
                  <a:moveTo>
                    <a:pt x="23622" y="5286"/>
                  </a:moveTo>
                  <a:lnTo>
                    <a:pt x="15145" y="429"/>
                  </a:lnTo>
                  <a:cubicBezTo>
                    <a:pt x="14288" y="-143"/>
                    <a:pt x="12763" y="-143"/>
                    <a:pt x="11906" y="429"/>
                  </a:cubicBezTo>
                  <a:lnTo>
                    <a:pt x="3429" y="5286"/>
                  </a:lnTo>
                  <a:lnTo>
                    <a:pt x="0" y="5286"/>
                  </a:lnTo>
                  <a:lnTo>
                    <a:pt x="0" y="7763"/>
                  </a:lnTo>
                  <a:cubicBezTo>
                    <a:pt x="0" y="7763"/>
                    <a:pt x="190" y="8430"/>
                    <a:pt x="667" y="8715"/>
                  </a:cubicBezTo>
                  <a:lnTo>
                    <a:pt x="11906" y="15192"/>
                  </a:lnTo>
                  <a:cubicBezTo>
                    <a:pt x="12763" y="15764"/>
                    <a:pt x="14288" y="15764"/>
                    <a:pt x="15145" y="15192"/>
                  </a:cubicBezTo>
                  <a:lnTo>
                    <a:pt x="26384" y="8715"/>
                  </a:lnTo>
                  <a:cubicBezTo>
                    <a:pt x="26384" y="8715"/>
                    <a:pt x="27051" y="8144"/>
                    <a:pt x="27051" y="7763"/>
                  </a:cubicBezTo>
                  <a:lnTo>
                    <a:pt x="27051" y="5286"/>
                  </a:lnTo>
                  <a:lnTo>
                    <a:pt x="23622"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0" name="Google Shape;1220;p33"/>
            <p:cNvSpPr/>
            <p:nvPr/>
          </p:nvSpPr>
          <p:spPr>
            <a:xfrm>
              <a:off x="7152672" y="2306414"/>
              <a:ext cx="75815" cy="43611"/>
            </a:xfrm>
            <a:custGeom>
              <a:avLst/>
              <a:gdLst/>
              <a:ahLst/>
              <a:cxnLst/>
              <a:rect l="l" t="t" r="r" b="b"/>
              <a:pathLst>
                <a:path w="27074" h="15573" extrusionOk="0">
                  <a:moveTo>
                    <a:pt x="15121" y="15216"/>
                  </a:moveTo>
                  <a:cubicBezTo>
                    <a:pt x="14264" y="15692"/>
                    <a:pt x="12740" y="15692"/>
                    <a:pt x="11883" y="15216"/>
                  </a:cubicBezTo>
                  <a:lnTo>
                    <a:pt x="643" y="8739"/>
                  </a:lnTo>
                  <a:cubicBezTo>
                    <a:pt x="-214" y="8263"/>
                    <a:pt x="-214" y="7406"/>
                    <a:pt x="643" y="6834"/>
                  </a:cubicBezTo>
                  <a:lnTo>
                    <a:pt x="11883" y="357"/>
                  </a:lnTo>
                  <a:cubicBezTo>
                    <a:pt x="12740" y="-119"/>
                    <a:pt x="14264" y="-119"/>
                    <a:pt x="15121" y="357"/>
                  </a:cubicBezTo>
                  <a:lnTo>
                    <a:pt x="26360" y="6834"/>
                  </a:lnTo>
                  <a:cubicBezTo>
                    <a:pt x="27313" y="7310"/>
                    <a:pt x="27313"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1" name="Google Shape;1221;p33"/>
            <p:cNvSpPr/>
            <p:nvPr/>
          </p:nvSpPr>
          <p:spPr>
            <a:xfrm>
              <a:off x="7185679" y="2323418"/>
              <a:ext cx="14402" cy="7735"/>
            </a:xfrm>
            <a:custGeom>
              <a:avLst/>
              <a:gdLst/>
              <a:ahLst/>
              <a:cxnLst/>
              <a:rect l="l" t="t" r="r" b="b"/>
              <a:pathLst>
                <a:path w="5143" h="2762" extrusionOk="0">
                  <a:moveTo>
                    <a:pt x="4286" y="1238"/>
                  </a:moveTo>
                  <a:lnTo>
                    <a:pt x="2477" y="191"/>
                  </a:lnTo>
                  <a:lnTo>
                    <a:pt x="2858" y="0"/>
                  </a:lnTo>
                  <a:lnTo>
                    <a:pt x="5144" y="1334"/>
                  </a:lnTo>
                  <a:lnTo>
                    <a:pt x="4858" y="1524"/>
                  </a:lnTo>
                  <a:cubicBezTo>
                    <a:pt x="2953" y="1715"/>
                    <a:pt x="1905" y="2000"/>
                    <a:pt x="476" y="2762"/>
                  </a:cubicBezTo>
                  <a:lnTo>
                    <a:pt x="0" y="2477"/>
                  </a:lnTo>
                  <a:cubicBezTo>
                    <a:pt x="1429" y="1715"/>
                    <a:pt x="2572" y="1334"/>
                    <a:pt x="4191" y="123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2" name="Google Shape;1222;p33"/>
            <p:cNvSpPr/>
            <p:nvPr/>
          </p:nvSpPr>
          <p:spPr>
            <a:xfrm>
              <a:off x="7200616" y="2341422"/>
              <a:ext cx="75748" cy="43809"/>
            </a:xfrm>
            <a:custGeom>
              <a:avLst/>
              <a:gdLst/>
              <a:ahLst/>
              <a:cxnLst/>
              <a:rect l="l" t="t" r="r" b="b"/>
              <a:pathLst>
                <a:path w="27050" h="15644" extrusionOk="0">
                  <a:moveTo>
                    <a:pt x="23622" y="5286"/>
                  </a:moveTo>
                  <a:lnTo>
                    <a:pt x="15145" y="429"/>
                  </a:lnTo>
                  <a:cubicBezTo>
                    <a:pt x="14288" y="-143"/>
                    <a:pt x="12763" y="-143"/>
                    <a:pt x="11906" y="429"/>
                  </a:cubicBezTo>
                  <a:lnTo>
                    <a:pt x="3429" y="5286"/>
                  </a:lnTo>
                  <a:lnTo>
                    <a:pt x="0" y="5286"/>
                  </a:lnTo>
                  <a:lnTo>
                    <a:pt x="0" y="7858"/>
                  </a:lnTo>
                  <a:cubicBezTo>
                    <a:pt x="0" y="7858"/>
                    <a:pt x="191" y="8525"/>
                    <a:pt x="667" y="8811"/>
                  </a:cubicBezTo>
                  <a:lnTo>
                    <a:pt x="11906" y="15288"/>
                  </a:lnTo>
                  <a:cubicBezTo>
                    <a:pt x="12763" y="15764"/>
                    <a:pt x="14288" y="15764"/>
                    <a:pt x="15145" y="15288"/>
                  </a:cubicBezTo>
                  <a:lnTo>
                    <a:pt x="26384" y="8811"/>
                  </a:lnTo>
                  <a:cubicBezTo>
                    <a:pt x="26384" y="8811"/>
                    <a:pt x="27051" y="8239"/>
                    <a:pt x="27051" y="7858"/>
                  </a:cubicBezTo>
                  <a:lnTo>
                    <a:pt x="27051" y="5286"/>
                  </a:lnTo>
                  <a:lnTo>
                    <a:pt x="23622"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3" name="Google Shape;1223;p33"/>
            <p:cNvSpPr/>
            <p:nvPr/>
          </p:nvSpPr>
          <p:spPr>
            <a:xfrm>
              <a:off x="7200683" y="2333953"/>
              <a:ext cx="75815" cy="43809"/>
            </a:xfrm>
            <a:custGeom>
              <a:avLst/>
              <a:gdLst/>
              <a:ahLst/>
              <a:cxnLst/>
              <a:rect l="l" t="t" r="r" b="b"/>
              <a:pathLst>
                <a:path w="27074" h="15644" extrusionOk="0">
                  <a:moveTo>
                    <a:pt x="15121" y="15288"/>
                  </a:moveTo>
                  <a:cubicBezTo>
                    <a:pt x="14264" y="15764"/>
                    <a:pt x="12740" y="15764"/>
                    <a:pt x="11882" y="15288"/>
                  </a:cubicBezTo>
                  <a:lnTo>
                    <a:pt x="643" y="8811"/>
                  </a:lnTo>
                  <a:cubicBezTo>
                    <a:pt x="-214" y="8239"/>
                    <a:pt x="-214" y="7477"/>
                    <a:pt x="643" y="6906"/>
                  </a:cubicBezTo>
                  <a:lnTo>
                    <a:pt x="11882" y="429"/>
                  </a:lnTo>
                  <a:cubicBezTo>
                    <a:pt x="12740" y="-143"/>
                    <a:pt x="14264" y="-143"/>
                    <a:pt x="15121" y="429"/>
                  </a:cubicBezTo>
                  <a:lnTo>
                    <a:pt x="26361" y="6906"/>
                  </a:lnTo>
                  <a:cubicBezTo>
                    <a:pt x="27313" y="7382"/>
                    <a:pt x="27313" y="8239"/>
                    <a:pt x="26361"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4" name="Google Shape;1224;p33"/>
            <p:cNvSpPr/>
            <p:nvPr/>
          </p:nvSpPr>
          <p:spPr>
            <a:xfrm>
              <a:off x="7232906" y="2351893"/>
              <a:ext cx="13187" cy="7572"/>
            </a:xfrm>
            <a:custGeom>
              <a:avLst/>
              <a:gdLst/>
              <a:ahLst/>
              <a:cxnLst/>
              <a:rect l="l" t="t" r="r" b="b"/>
              <a:pathLst>
                <a:path w="4709" h="2704" extrusionOk="0">
                  <a:moveTo>
                    <a:pt x="375" y="1167"/>
                  </a:moveTo>
                  <a:cubicBezTo>
                    <a:pt x="375" y="1167"/>
                    <a:pt x="1518" y="881"/>
                    <a:pt x="1995" y="976"/>
                  </a:cubicBezTo>
                  <a:lnTo>
                    <a:pt x="1995" y="976"/>
                  </a:lnTo>
                  <a:cubicBezTo>
                    <a:pt x="1995" y="976"/>
                    <a:pt x="1995" y="405"/>
                    <a:pt x="2280" y="215"/>
                  </a:cubicBezTo>
                  <a:cubicBezTo>
                    <a:pt x="2852" y="-72"/>
                    <a:pt x="3709" y="-72"/>
                    <a:pt x="4280" y="215"/>
                  </a:cubicBezTo>
                  <a:cubicBezTo>
                    <a:pt x="4852" y="595"/>
                    <a:pt x="4852" y="976"/>
                    <a:pt x="4280" y="1357"/>
                  </a:cubicBezTo>
                  <a:cubicBezTo>
                    <a:pt x="3899" y="1548"/>
                    <a:pt x="3328" y="1643"/>
                    <a:pt x="2947" y="1548"/>
                  </a:cubicBezTo>
                  <a:lnTo>
                    <a:pt x="2947" y="1548"/>
                  </a:lnTo>
                  <a:cubicBezTo>
                    <a:pt x="2947" y="1548"/>
                    <a:pt x="3138" y="2215"/>
                    <a:pt x="2661" y="2500"/>
                  </a:cubicBezTo>
                  <a:cubicBezTo>
                    <a:pt x="2090" y="2786"/>
                    <a:pt x="1232" y="2786"/>
                    <a:pt x="566" y="2405"/>
                  </a:cubicBezTo>
                  <a:cubicBezTo>
                    <a:pt x="-101" y="2024"/>
                    <a:pt x="-196" y="1453"/>
                    <a:pt x="375" y="1167"/>
                  </a:cubicBezTo>
                  <a:close/>
                  <a:moveTo>
                    <a:pt x="2280" y="2215"/>
                  </a:moveTo>
                  <a:cubicBezTo>
                    <a:pt x="2280" y="2215"/>
                    <a:pt x="2471" y="1548"/>
                    <a:pt x="2185" y="1167"/>
                  </a:cubicBezTo>
                  <a:cubicBezTo>
                    <a:pt x="1709" y="1167"/>
                    <a:pt x="1232" y="1167"/>
                    <a:pt x="852" y="1357"/>
                  </a:cubicBezTo>
                  <a:cubicBezTo>
                    <a:pt x="471" y="1548"/>
                    <a:pt x="471" y="1929"/>
                    <a:pt x="852" y="2119"/>
                  </a:cubicBezTo>
                  <a:cubicBezTo>
                    <a:pt x="1232" y="2405"/>
                    <a:pt x="1804" y="2405"/>
                    <a:pt x="2185" y="2119"/>
                  </a:cubicBezTo>
                  <a:close/>
                  <a:moveTo>
                    <a:pt x="3995" y="1167"/>
                  </a:moveTo>
                  <a:cubicBezTo>
                    <a:pt x="3995" y="1167"/>
                    <a:pt x="4376" y="691"/>
                    <a:pt x="3995" y="405"/>
                  </a:cubicBezTo>
                  <a:cubicBezTo>
                    <a:pt x="3614" y="215"/>
                    <a:pt x="3138" y="215"/>
                    <a:pt x="2852" y="405"/>
                  </a:cubicBezTo>
                  <a:cubicBezTo>
                    <a:pt x="2471" y="691"/>
                    <a:pt x="2661" y="976"/>
                    <a:pt x="2852" y="1357"/>
                  </a:cubicBezTo>
                  <a:cubicBezTo>
                    <a:pt x="3328" y="1357"/>
                    <a:pt x="3709" y="1357"/>
                    <a:pt x="3899" y="116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5" name="Google Shape;1225;p33"/>
            <p:cNvSpPr/>
            <p:nvPr/>
          </p:nvSpPr>
          <p:spPr>
            <a:xfrm>
              <a:off x="7056582" y="2258401"/>
              <a:ext cx="75748" cy="43809"/>
            </a:xfrm>
            <a:custGeom>
              <a:avLst/>
              <a:gdLst/>
              <a:ahLst/>
              <a:cxnLst/>
              <a:rect l="l" t="t" r="r" b="b"/>
              <a:pathLst>
                <a:path w="27050" h="15644" extrusionOk="0">
                  <a:moveTo>
                    <a:pt x="23622" y="5215"/>
                  </a:moveTo>
                  <a:lnTo>
                    <a:pt x="15145" y="357"/>
                  </a:lnTo>
                  <a:cubicBezTo>
                    <a:pt x="14288" y="-119"/>
                    <a:pt x="12763" y="-119"/>
                    <a:pt x="11906" y="357"/>
                  </a:cubicBezTo>
                  <a:lnTo>
                    <a:pt x="3429" y="5215"/>
                  </a:lnTo>
                  <a:lnTo>
                    <a:pt x="0" y="5215"/>
                  </a:lnTo>
                  <a:lnTo>
                    <a:pt x="0" y="7787"/>
                  </a:lnTo>
                  <a:cubicBezTo>
                    <a:pt x="0" y="7787"/>
                    <a:pt x="190" y="8453"/>
                    <a:pt x="667" y="8739"/>
                  </a:cubicBezTo>
                  <a:lnTo>
                    <a:pt x="11906" y="15216"/>
                  </a:lnTo>
                  <a:cubicBezTo>
                    <a:pt x="12763" y="15788"/>
                    <a:pt x="14288" y="15788"/>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6" name="Google Shape;1226;p33"/>
            <p:cNvSpPr/>
            <p:nvPr/>
          </p:nvSpPr>
          <p:spPr>
            <a:xfrm>
              <a:off x="7056649" y="2250933"/>
              <a:ext cx="75617" cy="43611"/>
            </a:xfrm>
            <a:custGeom>
              <a:avLst/>
              <a:gdLst/>
              <a:ahLst/>
              <a:cxnLst/>
              <a:rect l="l" t="t" r="r" b="b"/>
              <a:pathLst>
                <a:path w="27003" h="15573" extrusionOk="0">
                  <a:moveTo>
                    <a:pt x="15121" y="15216"/>
                  </a:moveTo>
                  <a:cubicBezTo>
                    <a:pt x="14264" y="15693"/>
                    <a:pt x="12740" y="15693"/>
                    <a:pt x="11882" y="15216"/>
                  </a:cubicBezTo>
                  <a:lnTo>
                    <a:pt x="643" y="8739"/>
                  </a:lnTo>
                  <a:cubicBezTo>
                    <a:pt x="-214" y="8263"/>
                    <a:pt x="-214" y="7406"/>
                    <a:pt x="643" y="6834"/>
                  </a:cubicBezTo>
                  <a:lnTo>
                    <a:pt x="11882" y="357"/>
                  </a:lnTo>
                  <a:cubicBezTo>
                    <a:pt x="12740" y="-119"/>
                    <a:pt x="14264" y="-119"/>
                    <a:pt x="15121" y="357"/>
                  </a:cubicBezTo>
                  <a:lnTo>
                    <a:pt x="26360" y="6834"/>
                  </a:lnTo>
                  <a:cubicBezTo>
                    <a:pt x="27218" y="7310"/>
                    <a:pt x="27218"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7" name="Google Shape;1227;p33"/>
            <p:cNvSpPr/>
            <p:nvPr/>
          </p:nvSpPr>
          <p:spPr>
            <a:xfrm>
              <a:off x="7088324" y="2269004"/>
              <a:ext cx="15203" cy="8104"/>
            </a:xfrm>
            <a:custGeom>
              <a:avLst/>
              <a:gdLst/>
              <a:ahLst/>
              <a:cxnLst/>
              <a:rect l="l" t="t" r="r" b="b"/>
              <a:pathLst>
                <a:path w="5429" h="2894" extrusionOk="0">
                  <a:moveTo>
                    <a:pt x="95" y="1429"/>
                  </a:moveTo>
                  <a:lnTo>
                    <a:pt x="667" y="1429"/>
                  </a:lnTo>
                  <a:cubicBezTo>
                    <a:pt x="667" y="1429"/>
                    <a:pt x="667" y="1905"/>
                    <a:pt x="1143" y="2191"/>
                  </a:cubicBezTo>
                  <a:cubicBezTo>
                    <a:pt x="1619" y="2476"/>
                    <a:pt x="2286" y="2476"/>
                    <a:pt x="2762" y="2191"/>
                  </a:cubicBezTo>
                  <a:cubicBezTo>
                    <a:pt x="3238" y="1905"/>
                    <a:pt x="3238" y="1524"/>
                    <a:pt x="2762" y="1333"/>
                  </a:cubicBezTo>
                  <a:cubicBezTo>
                    <a:pt x="2477" y="1143"/>
                    <a:pt x="2286" y="1143"/>
                    <a:pt x="1905" y="1143"/>
                  </a:cubicBezTo>
                  <a:lnTo>
                    <a:pt x="1905" y="952"/>
                  </a:lnTo>
                  <a:cubicBezTo>
                    <a:pt x="1905" y="952"/>
                    <a:pt x="3620" y="0"/>
                    <a:pt x="3620" y="0"/>
                  </a:cubicBezTo>
                  <a:lnTo>
                    <a:pt x="5429" y="1048"/>
                  </a:lnTo>
                  <a:lnTo>
                    <a:pt x="5048" y="1238"/>
                  </a:lnTo>
                  <a:lnTo>
                    <a:pt x="3620" y="476"/>
                  </a:lnTo>
                  <a:lnTo>
                    <a:pt x="2477" y="1048"/>
                  </a:lnTo>
                  <a:cubicBezTo>
                    <a:pt x="2477" y="1048"/>
                    <a:pt x="2953" y="1143"/>
                    <a:pt x="3143" y="1238"/>
                  </a:cubicBezTo>
                  <a:cubicBezTo>
                    <a:pt x="3715" y="1619"/>
                    <a:pt x="3905" y="2096"/>
                    <a:pt x="3143" y="2572"/>
                  </a:cubicBezTo>
                  <a:cubicBezTo>
                    <a:pt x="2381" y="3048"/>
                    <a:pt x="1333" y="2953"/>
                    <a:pt x="667" y="2572"/>
                  </a:cubicBezTo>
                  <a:cubicBezTo>
                    <a:pt x="95" y="2286"/>
                    <a:pt x="0" y="1905"/>
                    <a:pt x="0" y="16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8" name="Google Shape;1228;p33"/>
            <p:cNvSpPr/>
            <p:nvPr/>
          </p:nvSpPr>
          <p:spPr>
            <a:xfrm>
              <a:off x="7296638" y="2396903"/>
              <a:ext cx="75482" cy="43809"/>
            </a:xfrm>
            <a:custGeom>
              <a:avLst/>
              <a:gdLst/>
              <a:ahLst/>
              <a:cxnLst/>
              <a:rect l="l" t="t" r="r" b="b"/>
              <a:pathLst>
                <a:path w="26955" h="15644" extrusionOk="0">
                  <a:moveTo>
                    <a:pt x="23622" y="5286"/>
                  </a:moveTo>
                  <a:lnTo>
                    <a:pt x="15145" y="429"/>
                  </a:lnTo>
                  <a:cubicBezTo>
                    <a:pt x="14288" y="-143"/>
                    <a:pt x="12763" y="-143"/>
                    <a:pt x="11906" y="429"/>
                  </a:cubicBezTo>
                  <a:lnTo>
                    <a:pt x="3429" y="5286"/>
                  </a:lnTo>
                  <a:lnTo>
                    <a:pt x="0" y="5286"/>
                  </a:lnTo>
                  <a:lnTo>
                    <a:pt x="0" y="7858"/>
                  </a:lnTo>
                  <a:cubicBezTo>
                    <a:pt x="0" y="7858"/>
                    <a:pt x="190" y="8525"/>
                    <a:pt x="667" y="8811"/>
                  </a:cubicBezTo>
                  <a:lnTo>
                    <a:pt x="11906" y="15288"/>
                  </a:lnTo>
                  <a:cubicBezTo>
                    <a:pt x="12763" y="15764"/>
                    <a:pt x="14288" y="15764"/>
                    <a:pt x="15145" y="15288"/>
                  </a:cubicBezTo>
                  <a:lnTo>
                    <a:pt x="26289" y="8811"/>
                  </a:lnTo>
                  <a:cubicBezTo>
                    <a:pt x="26289" y="8811"/>
                    <a:pt x="26956" y="8239"/>
                    <a:pt x="26956" y="7858"/>
                  </a:cubicBezTo>
                  <a:lnTo>
                    <a:pt x="26956" y="5286"/>
                  </a:lnTo>
                  <a:lnTo>
                    <a:pt x="23527"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9" name="Google Shape;1229;p33"/>
            <p:cNvSpPr/>
            <p:nvPr/>
          </p:nvSpPr>
          <p:spPr>
            <a:xfrm>
              <a:off x="7296772" y="2389435"/>
              <a:ext cx="75549" cy="43809"/>
            </a:xfrm>
            <a:custGeom>
              <a:avLst/>
              <a:gdLst/>
              <a:ahLst/>
              <a:cxnLst/>
              <a:rect l="l" t="t" r="r" b="b"/>
              <a:pathLst>
                <a:path w="26979" h="15644" extrusionOk="0">
                  <a:moveTo>
                    <a:pt x="15192" y="15288"/>
                  </a:moveTo>
                  <a:cubicBezTo>
                    <a:pt x="14335" y="15764"/>
                    <a:pt x="12811" y="15764"/>
                    <a:pt x="11954" y="15288"/>
                  </a:cubicBezTo>
                  <a:lnTo>
                    <a:pt x="714" y="8811"/>
                  </a:lnTo>
                  <a:cubicBezTo>
                    <a:pt x="-238" y="8239"/>
                    <a:pt x="-238" y="7382"/>
                    <a:pt x="714" y="6906"/>
                  </a:cubicBezTo>
                  <a:lnTo>
                    <a:pt x="11954" y="429"/>
                  </a:lnTo>
                  <a:cubicBezTo>
                    <a:pt x="12811" y="-143"/>
                    <a:pt x="14335" y="-143"/>
                    <a:pt x="15192" y="429"/>
                  </a:cubicBezTo>
                  <a:lnTo>
                    <a:pt x="26336" y="6906"/>
                  </a:lnTo>
                  <a:cubicBezTo>
                    <a:pt x="27194" y="7382"/>
                    <a:pt x="27194" y="8239"/>
                    <a:pt x="26336" y="8811"/>
                  </a:cubicBezTo>
                  <a:lnTo>
                    <a:pt x="15192"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0" name="Google Shape;1230;p33"/>
            <p:cNvSpPr/>
            <p:nvPr/>
          </p:nvSpPr>
          <p:spPr>
            <a:xfrm>
              <a:off x="7329589" y="2407500"/>
              <a:ext cx="12666" cy="7418"/>
            </a:xfrm>
            <a:custGeom>
              <a:avLst/>
              <a:gdLst/>
              <a:ahLst/>
              <a:cxnLst/>
              <a:rect l="l" t="t" r="r" b="b"/>
              <a:pathLst>
                <a:path w="4523" h="2649" extrusionOk="0">
                  <a:moveTo>
                    <a:pt x="1092" y="645"/>
                  </a:moveTo>
                  <a:cubicBezTo>
                    <a:pt x="2330" y="-21"/>
                    <a:pt x="3378" y="-212"/>
                    <a:pt x="4140" y="265"/>
                  </a:cubicBezTo>
                  <a:cubicBezTo>
                    <a:pt x="4807" y="645"/>
                    <a:pt x="4616" y="1312"/>
                    <a:pt x="3473" y="1979"/>
                  </a:cubicBezTo>
                  <a:cubicBezTo>
                    <a:pt x="2235" y="2646"/>
                    <a:pt x="1187" y="2836"/>
                    <a:pt x="425" y="2455"/>
                  </a:cubicBezTo>
                  <a:cubicBezTo>
                    <a:pt x="-337" y="1979"/>
                    <a:pt x="-51" y="1408"/>
                    <a:pt x="1092" y="741"/>
                  </a:cubicBezTo>
                  <a:close/>
                  <a:moveTo>
                    <a:pt x="2997" y="1693"/>
                  </a:moveTo>
                  <a:cubicBezTo>
                    <a:pt x="4045" y="1122"/>
                    <a:pt x="4140" y="645"/>
                    <a:pt x="3759" y="455"/>
                  </a:cubicBezTo>
                  <a:cubicBezTo>
                    <a:pt x="3378" y="169"/>
                    <a:pt x="2616" y="265"/>
                    <a:pt x="1568" y="836"/>
                  </a:cubicBezTo>
                  <a:cubicBezTo>
                    <a:pt x="521" y="1408"/>
                    <a:pt x="330" y="1884"/>
                    <a:pt x="806" y="2074"/>
                  </a:cubicBezTo>
                  <a:cubicBezTo>
                    <a:pt x="1187" y="2360"/>
                    <a:pt x="1949" y="2265"/>
                    <a:pt x="2997" y="159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1" name="Google Shape;1231;p33"/>
            <p:cNvSpPr/>
            <p:nvPr/>
          </p:nvSpPr>
          <p:spPr>
            <a:xfrm>
              <a:off x="7344649" y="2424644"/>
              <a:ext cx="75751" cy="43745"/>
            </a:xfrm>
            <a:custGeom>
              <a:avLst/>
              <a:gdLst/>
              <a:ahLst/>
              <a:cxnLst/>
              <a:rect l="l" t="t" r="r" b="b"/>
              <a:pathLst>
                <a:path w="27051" h="15621" extrusionOk="0">
                  <a:moveTo>
                    <a:pt x="23622" y="5286"/>
                  </a:moveTo>
                  <a:lnTo>
                    <a:pt x="15145" y="429"/>
                  </a:lnTo>
                  <a:cubicBezTo>
                    <a:pt x="14288" y="-143"/>
                    <a:pt x="12764" y="-143"/>
                    <a:pt x="11906" y="429"/>
                  </a:cubicBezTo>
                  <a:lnTo>
                    <a:pt x="3429" y="5286"/>
                  </a:lnTo>
                  <a:lnTo>
                    <a:pt x="0" y="5286"/>
                  </a:lnTo>
                  <a:lnTo>
                    <a:pt x="0" y="7763"/>
                  </a:lnTo>
                  <a:cubicBezTo>
                    <a:pt x="0" y="7763"/>
                    <a:pt x="191" y="8430"/>
                    <a:pt x="667" y="8716"/>
                  </a:cubicBezTo>
                  <a:lnTo>
                    <a:pt x="11906" y="15192"/>
                  </a:lnTo>
                  <a:cubicBezTo>
                    <a:pt x="12859" y="15764"/>
                    <a:pt x="14288" y="15764"/>
                    <a:pt x="15145" y="15192"/>
                  </a:cubicBezTo>
                  <a:lnTo>
                    <a:pt x="26384" y="8716"/>
                  </a:lnTo>
                  <a:cubicBezTo>
                    <a:pt x="26384" y="8716"/>
                    <a:pt x="27051" y="8144"/>
                    <a:pt x="27051" y="7763"/>
                  </a:cubicBezTo>
                  <a:lnTo>
                    <a:pt x="27051" y="5286"/>
                  </a:lnTo>
                  <a:lnTo>
                    <a:pt x="23622"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2" name="Google Shape;1232;p33"/>
            <p:cNvSpPr/>
            <p:nvPr/>
          </p:nvSpPr>
          <p:spPr>
            <a:xfrm>
              <a:off x="7344716" y="2417377"/>
              <a:ext cx="75617" cy="43611"/>
            </a:xfrm>
            <a:custGeom>
              <a:avLst/>
              <a:gdLst/>
              <a:ahLst/>
              <a:cxnLst/>
              <a:rect l="l" t="t" r="r" b="b"/>
              <a:pathLst>
                <a:path w="27003" h="15573" extrusionOk="0">
                  <a:moveTo>
                    <a:pt x="15121" y="15216"/>
                  </a:moveTo>
                  <a:cubicBezTo>
                    <a:pt x="14264" y="15693"/>
                    <a:pt x="12740" y="15693"/>
                    <a:pt x="11882" y="15216"/>
                  </a:cubicBezTo>
                  <a:lnTo>
                    <a:pt x="643" y="8739"/>
                  </a:lnTo>
                  <a:cubicBezTo>
                    <a:pt x="-214" y="8263"/>
                    <a:pt x="-214" y="7406"/>
                    <a:pt x="643" y="6834"/>
                  </a:cubicBezTo>
                  <a:lnTo>
                    <a:pt x="11882" y="357"/>
                  </a:lnTo>
                  <a:cubicBezTo>
                    <a:pt x="12835" y="-119"/>
                    <a:pt x="14264" y="-119"/>
                    <a:pt x="15121" y="357"/>
                  </a:cubicBezTo>
                  <a:lnTo>
                    <a:pt x="26361" y="6834"/>
                  </a:lnTo>
                  <a:cubicBezTo>
                    <a:pt x="27218" y="7406"/>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3" name="Google Shape;1233;p33"/>
            <p:cNvSpPr/>
            <p:nvPr/>
          </p:nvSpPr>
          <p:spPr>
            <a:xfrm>
              <a:off x="7380658" y="2438114"/>
              <a:ext cx="4534" cy="2666"/>
            </a:xfrm>
            <a:custGeom>
              <a:avLst/>
              <a:gdLst/>
              <a:ahLst/>
              <a:cxnLst/>
              <a:rect l="l" t="t" r="r" b="b"/>
              <a:pathLst>
                <a:path w="1619" h="952" extrusionOk="0">
                  <a:moveTo>
                    <a:pt x="286" y="0"/>
                  </a:moveTo>
                  <a:lnTo>
                    <a:pt x="1619" y="762"/>
                  </a:lnTo>
                  <a:lnTo>
                    <a:pt x="1238" y="953"/>
                  </a:lnTo>
                  <a:lnTo>
                    <a:pt x="0" y="190"/>
                  </a:lnTo>
                  <a:lnTo>
                    <a:pt x="381"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4" name="Google Shape;1234;p33"/>
            <p:cNvSpPr/>
            <p:nvPr/>
          </p:nvSpPr>
          <p:spPr>
            <a:xfrm>
              <a:off x="7392660" y="2452318"/>
              <a:ext cx="75482" cy="43345"/>
            </a:xfrm>
            <a:custGeom>
              <a:avLst/>
              <a:gdLst/>
              <a:ahLst/>
              <a:cxnLst/>
              <a:rect l="l" t="t" r="r" b="b"/>
              <a:pathLst>
                <a:path w="26955" h="15478" extrusionOk="0">
                  <a:moveTo>
                    <a:pt x="23622" y="5215"/>
                  </a:moveTo>
                  <a:lnTo>
                    <a:pt x="15145" y="357"/>
                  </a:lnTo>
                  <a:cubicBezTo>
                    <a:pt x="14192" y="-119"/>
                    <a:pt x="12763" y="-119"/>
                    <a:pt x="11906" y="357"/>
                  </a:cubicBezTo>
                  <a:lnTo>
                    <a:pt x="3429" y="5215"/>
                  </a:lnTo>
                  <a:lnTo>
                    <a:pt x="0" y="5215"/>
                  </a:lnTo>
                  <a:lnTo>
                    <a:pt x="0" y="7691"/>
                  </a:lnTo>
                  <a:cubicBezTo>
                    <a:pt x="0" y="7691"/>
                    <a:pt x="190" y="8358"/>
                    <a:pt x="667" y="8644"/>
                  </a:cubicBezTo>
                  <a:lnTo>
                    <a:pt x="11906" y="15121"/>
                  </a:lnTo>
                  <a:cubicBezTo>
                    <a:pt x="12763" y="15597"/>
                    <a:pt x="14288" y="15597"/>
                    <a:pt x="15145" y="15121"/>
                  </a:cubicBezTo>
                  <a:lnTo>
                    <a:pt x="26289" y="8644"/>
                  </a:lnTo>
                  <a:cubicBezTo>
                    <a:pt x="26289" y="8644"/>
                    <a:pt x="26956" y="8073"/>
                    <a:pt x="26956" y="7691"/>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5" name="Google Shape;1235;p33"/>
            <p:cNvSpPr/>
            <p:nvPr/>
          </p:nvSpPr>
          <p:spPr>
            <a:xfrm>
              <a:off x="7392529" y="2444650"/>
              <a:ext cx="75549" cy="43809"/>
            </a:xfrm>
            <a:custGeom>
              <a:avLst/>
              <a:gdLst/>
              <a:ahLst/>
              <a:cxnLst/>
              <a:rect l="l" t="t" r="r" b="b"/>
              <a:pathLst>
                <a:path w="26979" h="15644" extrusionOk="0">
                  <a:moveTo>
                    <a:pt x="15192" y="15288"/>
                  </a:moveTo>
                  <a:cubicBezTo>
                    <a:pt x="14240" y="15764"/>
                    <a:pt x="12811" y="15764"/>
                    <a:pt x="11954" y="15288"/>
                  </a:cubicBezTo>
                  <a:lnTo>
                    <a:pt x="714" y="8811"/>
                  </a:lnTo>
                  <a:cubicBezTo>
                    <a:pt x="-238" y="8334"/>
                    <a:pt x="-238" y="7477"/>
                    <a:pt x="714" y="6906"/>
                  </a:cubicBezTo>
                  <a:lnTo>
                    <a:pt x="11954" y="429"/>
                  </a:lnTo>
                  <a:cubicBezTo>
                    <a:pt x="12811" y="-143"/>
                    <a:pt x="14335" y="-143"/>
                    <a:pt x="15192" y="429"/>
                  </a:cubicBezTo>
                  <a:lnTo>
                    <a:pt x="26337" y="6906"/>
                  </a:lnTo>
                  <a:cubicBezTo>
                    <a:pt x="27194" y="7382"/>
                    <a:pt x="27194" y="8239"/>
                    <a:pt x="26337" y="8811"/>
                  </a:cubicBezTo>
                  <a:lnTo>
                    <a:pt x="15192"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6" name="Google Shape;1236;p33"/>
            <p:cNvSpPr/>
            <p:nvPr/>
          </p:nvSpPr>
          <p:spPr>
            <a:xfrm>
              <a:off x="7426801" y="2464522"/>
              <a:ext cx="8535" cy="4800"/>
            </a:xfrm>
            <a:custGeom>
              <a:avLst/>
              <a:gdLst/>
              <a:ahLst/>
              <a:cxnLst/>
              <a:rect l="l" t="t" r="r" b="b"/>
              <a:pathLst>
                <a:path w="3048" h="1714" extrusionOk="0">
                  <a:moveTo>
                    <a:pt x="1143" y="857"/>
                  </a:moveTo>
                  <a:lnTo>
                    <a:pt x="95" y="286"/>
                  </a:lnTo>
                  <a:lnTo>
                    <a:pt x="476" y="95"/>
                  </a:lnTo>
                  <a:lnTo>
                    <a:pt x="1524" y="667"/>
                  </a:lnTo>
                  <a:lnTo>
                    <a:pt x="2667" y="0"/>
                  </a:lnTo>
                  <a:lnTo>
                    <a:pt x="3048" y="190"/>
                  </a:lnTo>
                  <a:lnTo>
                    <a:pt x="1905" y="857"/>
                  </a:lnTo>
                  <a:lnTo>
                    <a:pt x="2953" y="1429"/>
                  </a:lnTo>
                  <a:lnTo>
                    <a:pt x="2572" y="1619"/>
                  </a:lnTo>
                  <a:lnTo>
                    <a:pt x="1524" y="1048"/>
                  </a:lnTo>
                  <a:lnTo>
                    <a:pt x="381" y="1714"/>
                  </a:lnTo>
                  <a:lnTo>
                    <a:pt x="0" y="1524"/>
                  </a:lnTo>
                  <a:lnTo>
                    <a:pt x="1048" y="85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7" name="Google Shape;1237;p33"/>
            <p:cNvSpPr/>
            <p:nvPr/>
          </p:nvSpPr>
          <p:spPr>
            <a:xfrm>
              <a:off x="7248627" y="2369364"/>
              <a:ext cx="75748" cy="43345"/>
            </a:xfrm>
            <a:custGeom>
              <a:avLst/>
              <a:gdLst/>
              <a:ahLst/>
              <a:cxnLst/>
              <a:rect l="l" t="t" r="r" b="b"/>
              <a:pathLst>
                <a:path w="27050" h="15478" extrusionOk="0">
                  <a:moveTo>
                    <a:pt x="23622" y="5215"/>
                  </a:moveTo>
                  <a:lnTo>
                    <a:pt x="15145" y="357"/>
                  </a:lnTo>
                  <a:cubicBezTo>
                    <a:pt x="14288" y="-119"/>
                    <a:pt x="12763" y="-119"/>
                    <a:pt x="11906" y="357"/>
                  </a:cubicBezTo>
                  <a:lnTo>
                    <a:pt x="3429" y="5215"/>
                  </a:lnTo>
                  <a:lnTo>
                    <a:pt x="0" y="5215"/>
                  </a:lnTo>
                  <a:lnTo>
                    <a:pt x="0" y="7691"/>
                  </a:lnTo>
                  <a:cubicBezTo>
                    <a:pt x="0" y="7691"/>
                    <a:pt x="190" y="8358"/>
                    <a:pt x="667" y="8644"/>
                  </a:cubicBezTo>
                  <a:lnTo>
                    <a:pt x="11906" y="15121"/>
                  </a:lnTo>
                  <a:cubicBezTo>
                    <a:pt x="12763" y="15597"/>
                    <a:pt x="14288" y="15597"/>
                    <a:pt x="15145" y="15121"/>
                  </a:cubicBezTo>
                  <a:lnTo>
                    <a:pt x="26384" y="8644"/>
                  </a:lnTo>
                  <a:cubicBezTo>
                    <a:pt x="26384" y="8644"/>
                    <a:pt x="27051" y="8072"/>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8" name="Google Shape;1238;p33"/>
            <p:cNvSpPr/>
            <p:nvPr/>
          </p:nvSpPr>
          <p:spPr>
            <a:xfrm>
              <a:off x="7248694" y="2361896"/>
              <a:ext cx="75617" cy="43809"/>
            </a:xfrm>
            <a:custGeom>
              <a:avLst/>
              <a:gdLst/>
              <a:ahLst/>
              <a:cxnLst/>
              <a:rect l="l" t="t" r="r" b="b"/>
              <a:pathLst>
                <a:path w="27003" h="15644" extrusionOk="0">
                  <a:moveTo>
                    <a:pt x="15121" y="15216"/>
                  </a:moveTo>
                  <a:cubicBezTo>
                    <a:pt x="14264" y="15788"/>
                    <a:pt x="12740" y="15788"/>
                    <a:pt x="11883" y="15216"/>
                  </a:cubicBezTo>
                  <a:lnTo>
                    <a:pt x="643" y="8739"/>
                  </a:lnTo>
                  <a:cubicBezTo>
                    <a:pt x="-214" y="8263"/>
                    <a:pt x="-214" y="7406"/>
                    <a:pt x="643" y="6834"/>
                  </a:cubicBezTo>
                  <a:lnTo>
                    <a:pt x="11883" y="357"/>
                  </a:lnTo>
                  <a:cubicBezTo>
                    <a:pt x="12740" y="-119"/>
                    <a:pt x="14264" y="-119"/>
                    <a:pt x="15121" y="357"/>
                  </a:cubicBezTo>
                  <a:lnTo>
                    <a:pt x="26361" y="6834"/>
                  </a:lnTo>
                  <a:cubicBezTo>
                    <a:pt x="27218" y="7310"/>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9" name="Google Shape;1239;p33"/>
            <p:cNvSpPr/>
            <p:nvPr/>
          </p:nvSpPr>
          <p:spPr>
            <a:xfrm>
              <a:off x="7280102" y="2379698"/>
              <a:ext cx="13380" cy="7452"/>
            </a:xfrm>
            <a:custGeom>
              <a:avLst/>
              <a:gdLst/>
              <a:ahLst/>
              <a:cxnLst/>
              <a:rect l="l" t="t" r="r" b="b"/>
              <a:pathLst>
                <a:path w="4778" h="2661" extrusionOk="0">
                  <a:moveTo>
                    <a:pt x="95" y="1524"/>
                  </a:moveTo>
                  <a:lnTo>
                    <a:pt x="667" y="1524"/>
                  </a:lnTo>
                  <a:cubicBezTo>
                    <a:pt x="667" y="1524"/>
                    <a:pt x="667" y="1905"/>
                    <a:pt x="953" y="2000"/>
                  </a:cubicBezTo>
                  <a:cubicBezTo>
                    <a:pt x="1429" y="2286"/>
                    <a:pt x="2286" y="2286"/>
                    <a:pt x="3429" y="1715"/>
                  </a:cubicBezTo>
                  <a:cubicBezTo>
                    <a:pt x="2953" y="1715"/>
                    <a:pt x="2381" y="1715"/>
                    <a:pt x="2096" y="1524"/>
                  </a:cubicBezTo>
                  <a:cubicBezTo>
                    <a:pt x="1429" y="1143"/>
                    <a:pt x="1429" y="762"/>
                    <a:pt x="2096" y="286"/>
                  </a:cubicBezTo>
                  <a:cubicBezTo>
                    <a:pt x="2762" y="-95"/>
                    <a:pt x="3715" y="-95"/>
                    <a:pt x="4286" y="286"/>
                  </a:cubicBezTo>
                  <a:cubicBezTo>
                    <a:pt x="5048" y="667"/>
                    <a:pt x="4953" y="1333"/>
                    <a:pt x="3810" y="2000"/>
                  </a:cubicBezTo>
                  <a:cubicBezTo>
                    <a:pt x="2381" y="2857"/>
                    <a:pt x="1143" y="2762"/>
                    <a:pt x="476" y="2381"/>
                  </a:cubicBezTo>
                  <a:cubicBezTo>
                    <a:pt x="95" y="2191"/>
                    <a:pt x="0" y="1905"/>
                    <a:pt x="0" y="1619"/>
                  </a:cubicBezTo>
                  <a:close/>
                  <a:moveTo>
                    <a:pt x="3810" y="1524"/>
                  </a:moveTo>
                  <a:cubicBezTo>
                    <a:pt x="4477" y="1048"/>
                    <a:pt x="4572" y="667"/>
                    <a:pt x="4096" y="476"/>
                  </a:cubicBezTo>
                  <a:cubicBezTo>
                    <a:pt x="3715" y="286"/>
                    <a:pt x="3143" y="286"/>
                    <a:pt x="2667" y="572"/>
                  </a:cubicBezTo>
                  <a:cubicBezTo>
                    <a:pt x="2191" y="857"/>
                    <a:pt x="2096" y="1143"/>
                    <a:pt x="2667" y="1429"/>
                  </a:cubicBezTo>
                  <a:cubicBezTo>
                    <a:pt x="2953" y="1524"/>
                    <a:pt x="3334" y="1619"/>
                    <a:pt x="3905" y="16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0" name="Google Shape;1240;p33"/>
            <p:cNvSpPr/>
            <p:nvPr/>
          </p:nvSpPr>
          <p:spPr>
            <a:xfrm>
              <a:off x="7658857" y="2721991"/>
              <a:ext cx="75751" cy="43543"/>
            </a:xfrm>
            <a:custGeom>
              <a:avLst/>
              <a:gdLst/>
              <a:ahLst/>
              <a:cxnLst/>
              <a:rect l="l" t="t" r="r" b="b"/>
              <a:pathLst>
                <a:path w="27051" h="15549" extrusionOk="0">
                  <a:moveTo>
                    <a:pt x="23622" y="5215"/>
                  </a:moveTo>
                  <a:lnTo>
                    <a:pt x="15145" y="357"/>
                  </a:lnTo>
                  <a:cubicBezTo>
                    <a:pt x="14192" y="-119"/>
                    <a:pt x="12764" y="-119"/>
                    <a:pt x="11906" y="357"/>
                  </a:cubicBezTo>
                  <a:lnTo>
                    <a:pt x="3429" y="5215"/>
                  </a:lnTo>
                  <a:lnTo>
                    <a:pt x="0" y="5215"/>
                  </a:lnTo>
                  <a:lnTo>
                    <a:pt x="0" y="7691"/>
                  </a:lnTo>
                  <a:cubicBezTo>
                    <a:pt x="0" y="7691"/>
                    <a:pt x="191" y="8358"/>
                    <a:pt x="667" y="8644"/>
                  </a:cubicBezTo>
                  <a:lnTo>
                    <a:pt x="11906" y="15121"/>
                  </a:lnTo>
                  <a:cubicBezTo>
                    <a:pt x="12764" y="15693"/>
                    <a:pt x="14288" y="15693"/>
                    <a:pt x="15145" y="15121"/>
                  </a:cubicBezTo>
                  <a:lnTo>
                    <a:pt x="26384" y="8644"/>
                  </a:lnTo>
                  <a:cubicBezTo>
                    <a:pt x="26384" y="8644"/>
                    <a:pt x="27051" y="8072"/>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1" name="Google Shape;1241;p33"/>
            <p:cNvSpPr/>
            <p:nvPr/>
          </p:nvSpPr>
          <p:spPr>
            <a:xfrm>
              <a:off x="7659190" y="2714788"/>
              <a:ext cx="75617" cy="43611"/>
            </a:xfrm>
            <a:custGeom>
              <a:avLst/>
              <a:gdLst/>
              <a:ahLst/>
              <a:cxnLst/>
              <a:rect l="l" t="t" r="r" b="b"/>
              <a:pathLst>
                <a:path w="27003" h="15573" extrusionOk="0">
                  <a:moveTo>
                    <a:pt x="15121" y="15216"/>
                  </a:moveTo>
                  <a:cubicBezTo>
                    <a:pt x="14168" y="15692"/>
                    <a:pt x="12740" y="15692"/>
                    <a:pt x="11882" y="15216"/>
                  </a:cubicBezTo>
                  <a:lnTo>
                    <a:pt x="643" y="8739"/>
                  </a:lnTo>
                  <a:cubicBezTo>
                    <a:pt x="-214" y="8168"/>
                    <a:pt x="-214" y="7406"/>
                    <a:pt x="643" y="6834"/>
                  </a:cubicBezTo>
                  <a:lnTo>
                    <a:pt x="11882" y="357"/>
                  </a:lnTo>
                  <a:cubicBezTo>
                    <a:pt x="12740" y="-119"/>
                    <a:pt x="14264" y="-119"/>
                    <a:pt x="15121" y="357"/>
                  </a:cubicBezTo>
                  <a:lnTo>
                    <a:pt x="26361" y="6834"/>
                  </a:lnTo>
                  <a:cubicBezTo>
                    <a:pt x="27218" y="7310"/>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2" name="Google Shape;1242;p33"/>
            <p:cNvSpPr/>
            <p:nvPr/>
          </p:nvSpPr>
          <p:spPr>
            <a:xfrm>
              <a:off x="7690329" y="2732061"/>
              <a:ext cx="14934" cy="8370"/>
            </a:xfrm>
            <a:custGeom>
              <a:avLst/>
              <a:gdLst/>
              <a:ahLst/>
              <a:cxnLst/>
              <a:rect l="l" t="t" r="r" b="b"/>
              <a:pathLst>
                <a:path w="5333" h="2989" extrusionOk="0">
                  <a:moveTo>
                    <a:pt x="0" y="1619"/>
                  </a:moveTo>
                  <a:lnTo>
                    <a:pt x="571" y="1619"/>
                  </a:lnTo>
                  <a:cubicBezTo>
                    <a:pt x="571" y="1619"/>
                    <a:pt x="571" y="2096"/>
                    <a:pt x="1048" y="2286"/>
                  </a:cubicBezTo>
                  <a:cubicBezTo>
                    <a:pt x="1429" y="2572"/>
                    <a:pt x="2191" y="2572"/>
                    <a:pt x="2667" y="2286"/>
                  </a:cubicBezTo>
                  <a:cubicBezTo>
                    <a:pt x="3143" y="2000"/>
                    <a:pt x="3143" y="1619"/>
                    <a:pt x="2667" y="1429"/>
                  </a:cubicBezTo>
                  <a:cubicBezTo>
                    <a:pt x="2381" y="1238"/>
                    <a:pt x="2191" y="1238"/>
                    <a:pt x="1810" y="1143"/>
                  </a:cubicBezTo>
                  <a:lnTo>
                    <a:pt x="1810" y="953"/>
                  </a:lnTo>
                  <a:cubicBezTo>
                    <a:pt x="1810" y="953"/>
                    <a:pt x="3524" y="0"/>
                    <a:pt x="3524" y="0"/>
                  </a:cubicBezTo>
                  <a:lnTo>
                    <a:pt x="5334" y="1048"/>
                  </a:lnTo>
                  <a:lnTo>
                    <a:pt x="4953" y="1334"/>
                  </a:lnTo>
                  <a:lnTo>
                    <a:pt x="3524" y="476"/>
                  </a:lnTo>
                  <a:lnTo>
                    <a:pt x="2381" y="1048"/>
                  </a:lnTo>
                  <a:cubicBezTo>
                    <a:pt x="2381" y="1048"/>
                    <a:pt x="2857" y="1143"/>
                    <a:pt x="3048" y="1334"/>
                  </a:cubicBezTo>
                  <a:cubicBezTo>
                    <a:pt x="3620" y="1714"/>
                    <a:pt x="3810" y="2191"/>
                    <a:pt x="3048" y="2667"/>
                  </a:cubicBezTo>
                  <a:cubicBezTo>
                    <a:pt x="2286" y="3143"/>
                    <a:pt x="1238" y="3048"/>
                    <a:pt x="667" y="2667"/>
                  </a:cubicBezTo>
                  <a:cubicBezTo>
                    <a:pt x="95" y="2286"/>
                    <a:pt x="0" y="2000"/>
                    <a:pt x="0" y="171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3" name="Google Shape;1243;p33"/>
            <p:cNvSpPr/>
            <p:nvPr/>
          </p:nvSpPr>
          <p:spPr>
            <a:xfrm>
              <a:off x="7754879" y="2748197"/>
              <a:ext cx="125896" cy="72886"/>
            </a:xfrm>
            <a:custGeom>
              <a:avLst/>
              <a:gdLst/>
              <a:ahLst/>
              <a:cxnLst/>
              <a:rect l="l" t="t" r="r" b="b"/>
              <a:pathLst>
                <a:path w="44958" h="26027" extrusionOk="0">
                  <a:moveTo>
                    <a:pt x="44958" y="5382"/>
                  </a:moveTo>
                  <a:lnTo>
                    <a:pt x="42577" y="5953"/>
                  </a:lnTo>
                  <a:lnTo>
                    <a:pt x="33052" y="429"/>
                  </a:lnTo>
                  <a:cubicBezTo>
                    <a:pt x="32099" y="-143"/>
                    <a:pt x="30671" y="-143"/>
                    <a:pt x="29813" y="429"/>
                  </a:cubicBezTo>
                  <a:lnTo>
                    <a:pt x="5905" y="14240"/>
                  </a:lnTo>
                  <a:lnTo>
                    <a:pt x="0" y="15573"/>
                  </a:lnTo>
                  <a:lnTo>
                    <a:pt x="0" y="18241"/>
                  </a:lnTo>
                  <a:lnTo>
                    <a:pt x="0" y="18241"/>
                  </a:lnTo>
                  <a:cubicBezTo>
                    <a:pt x="0" y="18241"/>
                    <a:pt x="286" y="18907"/>
                    <a:pt x="667" y="19193"/>
                  </a:cubicBezTo>
                  <a:lnTo>
                    <a:pt x="11906" y="25670"/>
                  </a:lnTo>
                  <a:cubicBezTo>
                    <a:pt x="12763" y="26146"/>
                    <a:pt x="14288" y="26146"/>
                    <a:pt x="15145" y="25670"/>
                  </a:cubicBezTo>
                  <a:lnTo>
                    <a:pt x="44291" y="8906"/>
                  </a:lnTo>
                  <a:cubicBezTo>
                    <a:pt x="44291" y="8906"/>
                    <a:pt x="44958" y="8335"/>
                    <a:pt x="44958" y="7953"/>
                  </a:cubicBezTo>
                  <a:lnTo>
                    <a:pt x="44958" y="7953"/>
                  </a:lnTo>
                  <a:lnTo>
                    <a:pt x="44958" y="547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4" name="Google Shape;1244;p33"/>
            <p:cNvSpPr/>
            <p:nvPr/>
          </p:nvSpPr>
          <p:spPr>
            <a:xfrm>
              <a:off x="7754946" y="2740930"/>
              <a:ext cx="125761" cy="72418"/>
            </a:xfrm>
            <a:custGeom>
              <a:avLst/>
              <a:gdLst/>
              <a:ahLst/>
              <a:cxnLst/>
              <a:rect l="l" t="t" r="r" b="b"/>
              <a:pathLst>
                <a:path w="44910" h="25860" extrusionOk="0">
                  <a:moveTo>
                    <a:pt x="643" y="19121"/>
                  </a:moveTo>
                  <a:cubicBezTo>
                    <a:pt x="-214" y="18550"/>
                    <a:pt x="-214" y="17693"/>
                    <a:pt x="643" y="17217"/>
                  </a:cubicBezTo>
                  <a:lnTo>
                    <a:pt x="29789" y="357"/>
                  </a:lnTo>
                  <a:cubicBezTo>
                    <a:pt x="30742" y="-119"/>
                    <a:pt x="32171" y="-119"/>
                    <a:pt x="33028" y="357"/>
                  </a:cubicBezTo>
                  <a:lnTo>
                    <a:pt x="44267" y="6834"/>
                  </a:lnTo>
                  <a:cubicBezTo>
                    <a:pt x="45125" y="7310"/>
                    <a:pt x="45125" y="8168"/>
                    <a:pt x="44267" y="8739"/>
                  </a:cubicBezTo>
                  <a:lnTo>
                    <a:pt x="15121" y="25503"/>
                  </a:lnTo>
                  <a:cubicBezTo>
                    <a:pt x="14264" y="25979"/>
                    <a:pt x="12740" y="25979"/>
                    <a:pt x="11882" y="25503"/>
                  </a:cubicBezTo>
                  <a:lnTo>
                    <a:pt x="643" y="1902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5" name="Google Shape;1245;p33"/>
            <p:cNvSpPr/>
            <p:nvPr/>
          </p:nvSpPr>
          <p:spPr>
            <a:xfrm>
              <a:off x="7814626" y="2774739"/>
              <a:ext cx="8266" cy="4800"/>
            </a:xfrm>
            <a:custGeom>
              <a:avLst/>
              <a:gdLst/>
              <a:ahLst/>
              <a:cxnLst/>
              <a:rect l="l" t="t" r="r" b="b"/>
              <a:pathLst>
                <a:path w="2952" h="1714" extrusionOk="0">
                  <a:moveTo>
                    <a:pt x="1143" y="857"/>
                  </a:moveTo>
                  <a:lnTo>
                    <a:pt x="95" y="286"/>
                  </a:lnTo>
                  <a:lnTo>
                    <a:pt x="476" y="95"/>
                  </a:lnTo>
                  <a:lnTo>
                    <a:pt x="1524" y="667"/>
                  </a:lnTo>
                  <a:lnTo>
                    <a:pt x="2572" y="0"/>
                  </a:lnTo>
                  <a:lnTo>
                    <a:pt x="2953" y="190"/>
                  </a:lnTo>
                  <a:lnTo>
                    <a:pt x="1810" y="857"/>
                  </a:lnTo>
                  <a:lnTo>
                    <a:pt x="2857" y="1429"/>
                  </a:lnTo>
                  <a:lnTo>
                    <a:pt x="2476" y="1619"/>
                  </a:lnTo>
                  <a:lnTo>
                    <a:pt x="1429" y="1048"/>
                  </a:lnTo>
                  <a:lnTo>
                    <a:pt x="381" y="1714"/>
                  </a:lnTo>
                  <a:lnTo>
                    <a:pt x="0" y="1524"/>
                  </a:lnTo>
                  <a:lnTo>
                    <a:pt x="1143" y="85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6" name="Google Shape;1246;p33"/>
            <p:cNvSpPr/>
            <p:nvPr/>
          </p:nvSpPr>
          <p:spPr>
            <a:xfrm>
              <a:off x="6803191" y="2111960"/>
              <a:ext cx="89621" cy="51611"/>
            </a:xfrm>
            <a:custGeom>
              <a:avLst/>
              <a:gdLst/>
              <a:ahLst/>
              <a:cxnLst/>
              <a:rect l="l" t="t" r="r" b="b"/>
              <a:pathLst>
                <a:path w="32004" h="18430" extrusionOk="0">
                  <a:moveTo>
                    <a:pt x="31909" y="8073"/>
                  </a:moveTo>
                  <a:lnTo>
                    <a:pt x="28480" y="8073"/>
                  </a:lnTo>
                  <a:cubicBezTo>
                    <a:pt x="28480" y="8073"/>
                    <a:pt x="15050" y="357"/>
                    <a:pt x="15050" y="357"/>
                  </a:cubicBezTo>
                  <a:cubicBezTo>
                    <a:pt x="14192" y="-119"/>
                    <a:pt x="12668" y="-119"/>
                    <a:pt x="11811" y="357"/>
                  </a:cubicBezTo>
                  <a:lnTo>
                    <a:pt x="2858" y="5596"/>
                  </a:lnTo>
                  <a:lnTo>
                    <a:pt x="2858" y="5310"/>
                  </a:lnTo>
                  <a:lnTo>
                    <a:pt x="0" y="5310"/>
                  </a:lnTo>
                  <a:lnTo>
                    <a:pt x="0" y="7787"/>
                  </a:lnTo>
                  <a:lnTo>
                    <a:pt x="0" y="7787"/>
                  </a:lnTo>
                  <a:cubicBezTo>
                    <a:pt x="0" y="7787"/>
                    <a:pt x="191" y="8454"/>
                    <a:pt x="667" y="8739"/>
                  </a:cubicBezTo>
                  <a:lnTo>
                    <a:pt x="16859" y="18074"/>
                  </a:lnTo>
                  <a:cubicBezTo>
                    <a:pt x="17717" y="18550"/>
                    <a:pt x="19241" y="18550"/>
                    <a:pt x="20098" y="18074"/>
                  </a:cubicBezTo>
                  <a:lnTo>
                    <a:pt x="31337" y="11597"/>
                  </a:lnTo>
                  <a:cubicBezTo>
                    <a:pt x="31337" y="11597"/>
                    <a:pt x="32004" y="11025"/>
                    <a:pt x="32004" y="10644"/>
                  </a:cubicBezTo>
                  <a:lnTo>
                    <a:pt x="32004" y="10644"/>
                  </a:lnTo>
                  <a:lnTo>
                    <a:pt x="32004" y="807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7" name="Google Shape;1247;p33"/>
            <p:cNvSpPr/>
            <p:nvPr/>
          </p:nvSpPr>
          <p:spPr>
            <a:xfrm>
              <a:off x="6803259" y="2104558"/>
              <a:ext cx="89685" cy="51813"/>
            </a:xfrm>
            <a:custGeom>
              <a:avLst/>
              <a:gdLst/>
              <a:ahLst/>
              <a:cxnLst/>
              <a:rect l="l" t="t" r="r" b="b"/>
              <a:pathLst>
                <a:path w="32027" h="18502" extrusionOk="0">
                  <a:moveTo>
                    <a:pt x="20074" y="18145"/>
                  </a:moveTo>
                  <a:cubicBezTo>
                    <a:pt x="19121" y="18621"/>
                    <a:pt x="17693" y="18621"/>
                    <a:pt x="16835" y="18145"/>
                  </a:cubicBezTo>
                  <a:lnTo>
                    <a:pt x="643" y="8811"/>
                  </a:lnTo>
                  <a:cubicBezTo>
                    <a:pt x="-214" y="8334"/>
                    <a:pt x="-214" y="7477"/>
                    <a:pt x="643" y="6906"/>
                  </a:cubicBezTo>
                  <a:lnTo>
                    <a:pt x="11882" y="429"/>
                  </a:lnTo>
                  <a:cubicBezTo>
                    <a:pt x="12835" y="-143"/>
                    <a:pt x="14264" y="-143"/>
                    <a:pt x="15121" y="429"/>
                  </a:cubicBezTo>
                  <a:lnTo>
                    <a:pt x="31314" y="9763"/>
                  </a:lnTo>
                  <a:cubicBezTo>
                    <a:pt x="32266" y="10240"/>
                    <a:pt x="32266" y="11097"/>
                    <a:pt x="31314" y="11668"/>
                  </a:cubicBezTo>
                  <a:lnTo>
                    <a:pt x="20074" y="181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8" name="Google Shape;1248;p33"/>
            <p:cNvSpPr/>
            <p:nvPr/>
          </p:nvSpPr>
          <p:spPr>
            <a:xfrm>
              <a:off x="6839733" y="2126883"/>
              <a:ext cx="15469" cy="8163"/>
            </a:xfrm>
            <a:custGeom>
              <a:avLst/>
              <a:gdLst/>
              <a:ahLst/>
              <a:cxnLst/>
              <a:rect l="l" t="t" r="r" b="b"/>
              <a:pathLst>
                <a:path w="5524" h="2915" extrusionOk="0">
                  <a:moveTo>
                    <a:pt x="1905" y="743"/>
                  </a:moveTo>
                  <a:cubicBezTo>
                    <a:pt x="1905" y="743"/>
                    <a:pt x="1048" y="458"/>
                    <a:pt x="191" y="648"/>
                  </a:cubicBezTo>
                  <a:lnTo>
                    <a:pt x="0" y="77"/>
                  </a:lnTo>
                  <a:cubicBezTo>
                    <a:pt x="1238" y="-114"/>
                    <a:pt x="2096" y="77"/>
                    <a:pt x="2667" y="362"/>
                  </a:cubicBezTo>
                  <a:cubicBezTo>
                    <a:pt x="3620" y="934"/>
                    <a:pt x="3143" y="1791"/>
                    <a:pt x="3810" y="2172"/>
                  </a:cubicBezTo>
                  <a:cubicBezTo>
                    <a:pt x="4191" y="2363"/>
                    <a:pt x="4667" y="2458"/>
                    <a:pt x="5525" y="2267"/>
                  </a:cubicBezTo>
                  <a:lnTo>
                    <a:pt x="5525" y="2839"/>
                  </a:lnTo>
                  <a:cubicBezTo>
                    <a:pt x="4477" y="3029"/>
                    <a:pt x="3524" y="2839"/>
                    <a:pt x="3048" y="2553"/>
                  </a:cubicBezTo>
                  <a:cubicBezTo>
                    <a:pt x="2096" y="1982"/>
                    <a:pt x="2572" y="1124"/>
                    <a:pt x="1905" y="64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9" name="Google Shape;1249;p33"/>
            <p:cNvSpPr/>
            <p:nvPr/>
          </p:nvSpPr>
          <p:spPr>
            <a:xfrm>
              <a:off x="7028842" y="2159441"/>
              <a:ext cx="75748" cy="43345"/>
            </a:xfrm>
            <a:custGeom>
              <a:avLst/>
              <a:gdLst/>
              <a:ahLst/>
              <a:cxnLst/>
              <a:rect l="l" t="t" r="r" b="b"/>
              <a:pathLst>
                <a:path w="27050" h="15478" extrusionOk="0">
                  <a:moveTo>
                    <a:pt x="23622" y="5215"/>
                  </a:moveTo>
                  <a:lnTo>
                    <a:pt x="15145" y="357"/>
                  </a:lnTo>
                  <a:cubicBezTo>
                    <a:pt x="14192" y="-119"/>
                    <a:pt x="12763" y="-119"/>
                    <a:pt x="11906" y="357"/>
                  </a:cubicBezTo>
                  <a:lnTo>
                    <a:pt x="3429" y="5215"/>
                  </a:lnTo>
                  <a:lnTo>
                    <a:pt x="0" y="5215"/>
                  </a:lnTo>
                  <a:lnTo>
                    <a:pt x="0" y="7691"/>
                  </a:lnTo>
                  <a:cubicBezTo>
                    <a:pt x="0" y="7691"/>
                    <a:pt x="286" y="8358"/>
                    <a:pt x="667" y="8644"/>
                  </a:cubicBezTo>
                  <a:lnTo>
                    <a:pt x="11906" y="15121"/>
                  </a:lnTo>
                  <a:cubicBezTo>
                    <a:pt x="12763" y="15597"/>
                    <a:pt x="14288" y="15597"/>
                    <a:pt x="15145" y="15121"/>
                  </a:cubicBezTo>
                  <a:lnTo>
                    <a:pt x="26384" y="8644"/>
                  </a:lnTo>
                  <a:cubicBezTo>
                    <a:pt x="26384" y="8644"/>
                    <a:pt x="27051" y="8072"/>
                    <a:pt x="27051" y="7691"/>
                  </a:cubicBezTo>
                  <a:lnTo>
                    <a:pt x="27051" y="5120"/>
                  </a:lnTo>
                  <a:lnTo>
                    <a:pt x="23622" y="512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0" name="Google Shape;1250;p33"/>
            <p:cNvSpPr/>
            <p:nvPr/>
          </p:nvSpPr>
          <p:spPr>
            <a:xfrm>
              <a:off x="7028711" y="2151972"/>
              <a:ext cx="75815" cy="43809"/>
            </a:xfrm>
            <a:custGeom>
              <a:avLst/>
              <a:gdLst/>
              <a:ahLst/>
              <a:cxnLst/>
              <a:rect l="l" t="t" r="r" b="b"/>
              <a:pathLst>
                <a:path w="27074" h="15644" extrusionOk="0">
                  <a:moveTo>
                    <a:pt x="15192" y="15216"/>
                  </a:moveTo>
                  <a:cubicBezTo>
                    <a:pt x="14240" y="15788"/>
                    <a:pt x="12811" y="15788"/>
                    <a:pt x="11954" y="15216"/>
                  </a:cubicBezTo>
                  <a:lnTo>
                    <a:pt x="714" y="8739"/>
                  </a:lnTo>
                  <a:cubicBezTo>
                    <a:pt x="-238" y="8263"/>
                    <a:pt x="-238" y="7406"/>
                    <a:pt x="714" y="6834"/>
                  </a:cubicBezTo>
                  <a:lnTo>
                    <a:pt x="11954" y="357"/>
                  </a:lnTo>
                  <a:cubicBezTo>
                    <a:pt x="12811" y="-119"/>
                    <a:pt x="14335" y="-119"/>
                    <a:pt x="15192" y="357"/>
                  </a:cubicBezTo>
                  <a:lnTo>
                    <a:pt x="26432" y="6834"/>
                  </a:lnTo>
                  <a:cubicBezTo>
                    <a:pt x="27289" y="7311"/>
                    <a:pt x="27289" y="8168"/>
                    <a:pt x="26432" y="8739"/>
                  </a:cubicBezTo>
                  <a:lnTo>
                    <a:pt x="15192"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251" name="Google Shape;1251;p33"/>
            <p:cNvGrpSpPr/>
            <p:nvPr/>
          </p:nvGrpSpPr>
          <p:grpSpPr>
            <a:xfrm>
              <a:off x="7055515" y="2167643"/>
              <a:ext cx="21405" cy="13602"/>
              <a:chOff x="2822889" y="5067892"/>
              <a:chExt cx="7644" cy="4857"/>
            </a:xfrm>
          </p:grpSpPr>
          <p:sp>
            <p:nvSpPr>
              <p:cNvPr id="1252" name="Google Shape;1252;p33"/>
              <p:cNvSpPr/>
              <p:nvPr/>
            </p:nvSpPr>
            <p:spPr>
              <a:xfrm>
                <a:off x="2822889" y="5067892"/>
                <a:ext cx="5715" cy="2381"/>
              </a:xfrm>
              <a:custGeom>
                <a:avLst/>
                <a:gdLst/>
                <a:ahLst/>
                <a:cxnLst/>
                <a:rect l="l" t="t" r="r" b="b"/>
                <a:pathLst>
                  <a:path w="5715" h="2381" extrusionOk="0">
                    <a:moveTo>
                      <a:pt x="3620" y="0"/>
                    </a:moveTo>
                    <a:lnTo>
                      <a:pt x="5715" y="1238"/>
                    </a:lnTo>
                    <a:lnTo>
                      <a:pt x="5334" y="1429"/>
                    </a:lnTo>
                    <a:lnTo>
                      <a:pt x="3715" y="476"/>
                    </a:lnTo>
                    <a:lnTo>
                      <a:pt x="2477" y="1238"/>
                    </a:lnTo>
                    <a:lnTo>
                      <a:pt x="3905" y="2000"/>
                    </a:lnTo>
                    <a:lnTo>
                      <a:pt x="3524" y="2286"/>
                    </a:lnTo>
                    <a:lnTo>
                      <a:pt x="2096" y="1429"/>
                    </a:lnTo>
                    <a:lnTo>
                      <a:pt x="476" y="2381"/>
                    </a:lnTo>
                    <a:lnTo>
                      <a:pt x="0" y="2096"/>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3" name="Google Shape;1253;p33"/>
              <p:cNvSpPr/>
              <p:nvPr/>
            </p:nvSpPr>
            <p:spPr>
              <a:xfrm>
                <a:off x="2825366" y="5069606"/>
                <a:ext cx="5167" cy="3143"/>
              </a:xfrm>
              <a:custGeom>
                <a:avLst/>
                <a:gdLst/>
                <a:ahLst/>
                <a:cxnLst/>
                <a:rect l="l" t="t" r="r" b="b"/>
                <a:pathLst>
                  <a:path w="5167" h="3143" extrusionOk="0">
                    <a:moveTo>
                      <a:pt x="190" y="1619"/>
                    </a:moveTo>
                    <a:cubicBezTo>
                      <a:pt x="2381" y="1619"/>
                      <a:pt x="3620" y="1619"/>
                      <a:pt x="4191" y="1238"/>
                    </a:cubicBezTo>
                    <a:cubicBezTo>
                      <a:pt x="4572" y="1048"/>
                      <a:pt x="4667" y="762"/>
                      <a:pt x="4191" y="476"/>
                    </a:cubicBezTo>
                    <a:cubicBezTo>
                      <a:pt x="3905" y="286"/>
                      <a:pt x="3429" y="286"/>
                      <a:pt x="3048" y="286"/>
                    </a:cubicBezTo>
                    <a:lnTo>
                      <a:pt x="3048" y="0"/>
                    </a:lnTo>
                    <a:cubicBezTo>
                      <a:pt x="3715" y="0"/>
                      <a:pt x="4191" y="0"/>
                      <a:pt x="4667" y="286"/>
                    </a:cubicBezTo>
                    <a:cubicBezTo>
                      <a:pt x="5334" y="667"/>
                      <a:pt x="5334" y="1143"/>
                      <a:pt x="4667" y="1524"/>
                    </a:cubicBezTo>
                    <a:cubicBezTo>
                      <a:pt x="4001" y="1905"/>
                      <a:pt x="2762" y="1905"/>
                      <a:pt x="953" y="2000"/>
                    </a:cubicBezTo>
                    <a:cubicBezTo>
                      <a:pt x="1143" y="2000"/>
                      <a:pt x="1429" y="2191"/>
                      <a:pt x="1619" y="2381"/>
                    </a:cubicBezTo>
                    <a:lnTo>
                      <a:pt x="2667" y="2953"/>
                    </a:lnTo>
                    <a:lnTo>
                      <a:pt x="2286" y="3143"/>
                    </a:lnTo>
                    <a:lnTo>
                      <a:pt x="0" y="1809"/>
                    </a:lnTo>
                    <a:lnTo>
                      <a:pt x="286" y="1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54" name="Google Shape;1254;p33"/>
            <p:cNvSpPr/>
            <p:nvPr/>
          </p:nvSpPr>
          <p:spPr>
            <a:xfrm>
              <a:off x="7076588" y="2186915"/>
              <a:ext cx="75482" cy="43809"/>
            </a:xfrm>
            <a:custGeom>
              <a:avLst/>
              <a:gdLst/>
              <a:ahLst/>
              <a:cxnLst/>
              <a:rect l="l" t="t" r="r" b="b"/>
              <a:pathLst>
                <a:path w="26955" h="15644" extrusionOk="0">
                  <a:moveTo>
                    <a:pt x="23622" y="5310"/>
                  </a:moveTo>
                  <a:lnTo>
                    <a:pt x="15145" y="357"/>
                  </a:lnTo>
                  <a:cubicBezTo>
                    <a:pt x="14288" y="-119"/>
                    <a:pt x="12763" y="-119"/>
                    <a:pt x="11906" y="357"/>
                  </a:cubicBezTo>
                  <a:lnTo>
                    <a:pt x="3429" y="5310"/>
                  </a:lnTo>
                  <a:lnTo>
                    <a:pt x="0" y="5310"/>
                  </a:lnTo>
                  <a:lnTo>
                    <a:pt x="0" y="7787"/>
                  </a:lnTo>
                  <a:cubicBezTo>
                    <a:pt x="0" y="7787"/>
                    <a:pt x="190" y="8453"/>
                    <a:pt x="667" y="8739"/>
                  </a:cubicBezTo>
                  <a:lnTo>
                    <a:pt x="11811" y="15216"/>
                  </a:lnTo>
                  <a:cubicBezTo>
                    <a:pt x="12763" y="15788"/>
                    <a:pt x="14192" y="15788"/>
                    <a:pt x="15049" y="15216"/>
                  </a:cubicBezTo>
                  <a:lnTo>
                    <a:pt x="26289" y="8739"/>
                  </a:lnTo>
                  <a:cubicBezTo>
                    <a:pt x="26289" y="8739"/>
                    <a:pt x="26956" y="8168"/>
                    <a:pt x="26956" y="7787"/>
                  </a:cubicBezTo>
                  <a:lnTo>
                    <a:pt x="26956" y="5310"/>
                  </a:lnTo>
                  <a:lnTo>
                    <a:pt x="23527" y="531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5" name="Google Shape;1255;p33"/>
            <p:cNvSpPr/>
            <p:nvPr/>
          </p:nvSpPr>
          <p:spPr>
            <a:xfrm>
              <a:off x="7076921" y="2179713"/>
              <a:ext cx="75350" cy="43611"/>
            </a:xfrm>
            <a:custGeom>
              <a:avLst/>
              <a:gdLst/>
              <a:ahLst/>
              <a:cxnLst/>
              <a:rect l="l" t="t" r="r" b="b"/>
              <a:pathLst>
                <a:path w="26908" h="15573" extrusionOk="0">
                  <a:moveTo>
                    <a:pt x="15026" y="15216"/>
                  </a:moveTo>
                  <a:cubicBezTo>
                    <a:pt x="14169" y="15692"/>
                    <a:pt x="12645" y="15692"/>
                    <a:pt x="11787" y="15216"/>
                  </a:cubicBezTo>
                  <a:lnTo>
                    <a:pt x="643" y="8739"/>
                  </a:lnTo>
                  <a:cubicBezTo>
                    <a:pt x="-214" y="8263"/>
                    <a:pt x="-214" y="7406"/>
                    <a:pt x="643" y="6834"/>
                  </a:cubicBezTo>
                  <a:lnTo>
                    <a:pt x="11787" y="357"/>
                  </a:lnTo>
                  <a:cubicBezTo>
                    <a:pt x="12740" y="-119"/>
                    <a:pt x="14169" y="-119"/>
                    <a:pt x="15026" y="357"/>
                  </a:cubicBezTo>
                  <a:lnTo>
                    <a:pt x="26265" y="6834"/>
                  </a:lnTo>
                  <a:cubicBezTo>
                    <a:pt x="27123" y="7406"/>
                    <a:pt x="27123" y="8263"/>
                    <a:pt x="26265" y="8739"/>
                  </a:cubicBezTo>
                  <a:lnTo>
                    <a:pt x="15026"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256" name="Google Shape;1256;p33"/>
            <p:cNvGrpSpPr/>
            <p:nvPr/>
          </p:nvGrpSpPr>
          <p:grpSpPr>
            <a:xfrm>
              <a:off x="7103526" y="2195115"/>
              <a:ext cx="21453" cy="12705"/>
              <a:chOff x="2840034" y="5077702"/>
              <a:chExt cx="7661" cy="4537"/>
            </a:xfrm>
          </p:grpSpPr>
          <p:sp>
            <p:nvSpPr>
              <p:cNvPr id="1257" name="Google Shape;1257;p33"/>
              <p:cNvSpPr/>
              <p:nvPr/>
            </p:nvSpPr>
            <p:spPr>
              <a:xfrm>
                <a:off x="2840034" y="5077702"/>
                <a:ext cx="5715" cy="2381"/>
              </a:xfrm>
              <a:custGeom>
                <a:avLst/>
                <a:gdLst/>
                <a:ahLst/>
                <a:cxnLst/>
                <a:rect l="l" t="t" r="r" b="b"/>
                <a:pathLst>
                  <a:path w="5715" h="2381" extrusionOk="0">
                    <a:moveTo>
                      <a:pt x="3524" y="0"/>
                    </a:moveTo>
                    <a:lnTo>
                      <a:pt x="5715" y="1238"/>
                    </a:lnTo>
                    <a:lnTo>
                      <a:pt x="5334" y="1429"/>
                    </a:lnTo>
                    <a:lnTo>
                      <a:pt x="3715" y="476"/>
                    </a:lnTo>
                    <a:lnTo>
                      <a:pt x="2476" y="1238"/>
                    </a:lnTo>
                    <a:lnTo>
                      <a:pt x="3905" y="2000"/>
                    </a:lnTo>
                    <a:lnTo>
                      <a:pt x="3524" y="2286"/>
                    </a:lnTo>
                    <a:lnTo>
                      <a:pt x="2096" y="1429"/>
                    </a:lnTo>
                    <a:lnTo>
                      <a:pt x="476" y="2381"/>
                    </a:lnTo>
                    <a:lnTo>
                      <a:pt x="0" y="2096"/>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8" name="Google Shape;1258;p33"/>
              <p:cNvSpPr/>
              <p:nvPr/>
            </p:nvSpPr>
            <p:spPr>
              <a:xfrm>
                <a:off x="2842701" y="5079417"/>
                <a:ext cx="4994" cy="2822"/>
              </a:xfrm>
              <a:custGeom>
                <a:avLst/>
                <a:gdLst/>
                <a:ahLst/>
                <a:cxnLst/>
                <a:rect l="l" t="t" r="r" b="b"/>
                <a:pathLst>
                  <a:path w="4994" h="2822" extrusionOk="0">
                    <a:moveTo>
                      <a:pt x="0" y="1524"/>
                    </a:moveTo>
                    <a:lnTo>
                      <a:pt x="571" y="1524"/>
                    </a:lnTo>
                    <a:cubicBezTo>
                      <a:pt x="571" y="1524"/>
                      <a:pt x="571" y="2000"/>
                      <a:pt x="1048" y="2286"/>
                    </a:cubicBezTo>
                    <a:cubicBezTo>
                      <a:pt x="1429" y="2572"/>
                      <a:pt x="2096" y="2572"/>
                      <a:pt x="2381" y="2286"/>
                    </a:cubicBezTo>
                    <a:cubicBezTo>
                      <a:pt x="2857" y="2000"/>
                      <a:pt x="2857" y="1714"/>
                      <a:pt x="2000" y="1238"/>
                    </a:cubicBezTo>
                    <a:lnTo>
                      <a:pt x="2381" y="1048"/>
                    </a:lnTo>
                    <a:cubicBezTo>
                      <a:pt x="3143" y="1524"/>
                      <a:pt x="3715" y="1429"/>
                      <a:pt x="4096" y="1238"/>
                    </a:cubicBezTo>
                    <a:cubicBezTo>
                      <a:pt x="4477" y="1048"/>
                      <a:pt x="4381" y="762"/>
                      <a:pt x="4096" y="571"/>
                    </a:cubicBezTo>
                    <a:cubicBezTo>
                      <a:pt x="3810" y="381"/>
                      <a:pt x="3429" y="286"/>
                      <a:pt x="2953" y="286"/>
                    </a:cubicBezTo>
                    <a:lnTo>
                      <a:pt x="2953" y="0"/>
                    </a:lnTo>
                    <a:cubicBezTo>
                      <a:pt x="3524" y="0"/>
                      <a:pt x="4096" y="95"/>
                      <a:pt x="4477" y="381"/>
                    </a:cubicBezTo>
                    <a:cubicBezTo>
                      <a:pt x="5048" y="762"/>
                      <a:pt x="5239" y="1238"/>
                      <a:pt x="4572" y="1524"/>
                    </a:cubicBezTo>
                    <a:cubicBezTo>
                      <a:pt x="4191" y="1809"/>
                      <a:pt x="3620" y="1809"/>
                      <a:pt x="3048" y="1619"/>
                    </a:cubicBezTo>
                    <a:lnTo>
                      <a:pt x="3048" y="1619"/>
                    </a:lnTo>
                    <a:cubicBezTo>
                      <a:pt x="3048" y="1619"/>
                      <a:pt x="3429" y="2286"/>
                      <a:pt x="2953" y="2572"/>
                    </a:cubicBezTo>
                    <a:cubicBezTo>
                      <a:pt x="2286" y="2953"/>
                      <a:pt x="1429" y="2857"/>
                      <a:pt x="762" y="2572"/>
                    </a:cubicBezTo>
                    <a:cubicBezTo>
                      <a:pt x="190" y="2191"/>
                      <a:pt x="95" y="1905"/>
                      <a:pt x="95" y="16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59" name="Google Shape;1259;p33"/>
            <p:cNvSpPr/>
            <p:nvPr/>
          </p:nvSpPr>
          <p:spPr>
            <a:xfrm>
              <a:off x="7124599" y="2214656"/>
              <a:ext cx="75751" cy="43345"/>
            </a:xfrm>
            <a:custGeom>
              <a:avLst/>
              <a:gdLst/>
              <a:ahLst/>
              <a:cxnLst/>
              <a:rect l="l" t="t" r="r" b="b"/>
              <a:pathLst>
                <a:path w="27051" h="15478" extrusionOk="0">
                  <a:moveTo>
                    <a:pt x="23622" y="5215"/>
                  </a:moveTo>
                  <a:lnTo>
                    <a:pt x="15145" y="357"/>
                  </a:lnTo>
                  <a:cubicBezTo>
                    <a:pt x="14288" y="-119"/>
                    <a:pt x="12764" y="-119"/>
                    <a:pt x="11906" y="357"/>
                  </a:cubicBezTo>
                  <a:lnTo>
                    <a:pt x="3429" y="5215"/>
                  </a:lnTo>
                  <a:lnTo>
                    <a:pt x="0" y="5215"/>
                  </a:lnTo>
                  <a:lnTo>
                    <a:pt x="0" y="7691"/>
                  </a:lnTo>
                  <a:cubicBezTo>
                    <a:pt x="0" y="7691"/>
                    <a:pt x="191" y="8358"/>
                    <a:pt x="667" y="8644"/>
                  </a:cubicBezTo>
                  <a:lnTo>
                    <a:pt x="11906" y="15121"/>
                  </a:lnTo>
                  <a:cubicBezTo>
                    <a:pt x="12764" y="15597"/>
                    <a:pt x="14288" y="15597"/>
                    <a:pt x="15145" y="15121"/>
                  </a:cubicBezTo>
                  <a:lnTo>
                    <a:pt x="26384" y="8644"/>
                  </a:lnTo>
                  <a:cubicBezTo>
                    <a:pt x="26384" y="8644"/>
                    <a:pt x="27051" y="7977"/>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0" name="Google Shape;1260;p33"/>
            <p:cNvSpPr/>
            <p:nvPr/>
          </p:nvSpPr>
          <p:spPr>
            <a:xfrm>
              <a:off x="7124666" y="2207187"/>
              <a:ext cx="75617" cy="43611"/>
            </a:xfrm>
            <a:custGeom>
              <a:avLst/>
              <a:gdLst/>
              <a:ahLst/>
              <a:cxnLst/>
              <a:rect l="l" t="t" r="r" b="b"/>
              <a:pathLst>
                <a:path w="27003" h="15573" extrusionOk="0">
                  <a:moveTo>
                    <a:pt x="15121" y="15216"/>
                  </a:moveTo>
                  <a:cubicBezTo>
                    <a:pt x="14264" y="15692"/>
                    <a:pt x="12740" y="15692"/>
                    <a:pt x="11882" y="15216"/>
                  </a:cubicBezTo>
                  <a:lnTo>
                    <a:pt x="643" y="8739"/>
                  </a:lnTo>
                  <a:cubicBezTo>
                    <a:pt x="-214" y="8263"/>
                    <a:pt x="-214" y="7406"/>
                    <a:pt x="643" y="6834"/>
                  </a:cubicBezTo>
                  <a:lnTo>
                    <a:pt x="11882" y="357"/>
                  </a:lnTo>
                  <a:cubicBezTo>
                    <a:pt x="12740" y="-119"/>
                    <a:pt x="14264" y="-119"/>
                    <a:pt x="15121" y="357"/>
                  </a:cubicBezTo>
                  <a:lnTo>
                    <a:pt x="26361" y="6834"/>
                  </a:lnTo>
                  <a:cubicBezTo>
                    <a:pt x="27218" y="7310"/>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261" name="Google Shape;1261;p33"/>
            <p:cNvGrpSpPr/>
            <p:nvPr/>
          </p:nvGrpSpPr>
          <p:grpSpPr>
            <a:xfrm>
              <a:off x="7151006" y="2222590"/>
              <a:ext cx="22136" cy="12801"/>
              <a:chOff x="2856989" y="5087513"/>
              <a:chExt cx="7905" cy="4571"/>
            </a:xfrm>
          </p:grpSpPr>
          <p:sp>
            <p:nvSpPr>
              <p:cNvPr id="1262" name="Google Shape;1262;p33"/>
              <p:cNvSpPr/>
              <p:nvPr/>
            </p:nvSpPr>
            <p:spPr>
              <a:xfrm>
                <a:off x="2856989" y="5087513"/>
                <a:ext cx="5810" cy="2381"/>
              </a:xfrm>
              <a:custGeom>
                <a:avLst/>
                <a:gdLst/>
                <a:ahLst/>
                <a:cxnLst/>
                <a:rect l="l" t="t" r="r" b="b"/>
                <a:pathLst>
                  <a:path w="5810" h="2381" extrusionOk="0">
                    <a:moveTo>
                      <a:pt x="3715" y="95"/>
                    </a:moveTo>
                    <a:lnTo>
                      <a:pt x="5810" y="1334"/>
                    </a:lnTo>
                    <a:lnTo>
                      <a:pt x="5429" y="1524"/>
                    </a:lnTo>
                    <a:lnTo>
                      <a:pt x="3715" y="571"/>
                    </a:lnTo>
                    <a:lnTo>
                      <a:pt x="2476" y="1238"/>
                    </a:lnTo>
                    <a:lnTo>
                      <a:pt x="3905" y="2096"/>
                    </a:lnTo>
                    <a:lnTo>
                      <a:pt x="3524" y="2286"/>
                    </a:lnTo>
                    <a:lnTo>
                      <a:pt x="2096" y="1429"/>
                    </a:lnTo>
                    <a:lnTo>
                      <a:pt x="476" y="2381"/>
                    </a:lnTo>
                    <a:lnTo>
                      <a:pt x="0" y="2096"/>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3" name="Google Shape;1263;p33"/>
              <p:cNvSpPr/>
              <p:nvPr/>
            </p:nvSpPr>
            <p:spPr>
              <a:xfrm>
                <a:off x="2860323" y="5089799"/>
                <a:ext cx="4571" cy="2285"/>
              </a:xfrm>
              <a:custGeom>
                <a:avLst/>
                <a:gdLst/>
                <a:ahLst/>
                <a:cxnLst/>
                <a:rect l="l" t="t" r="r" b="b"/>
                <a:pathLst>
                  <a:path w="4571" h="2285" extrusionOk="0">
                    <a:moveTo>
                      <a:pt x="1619" y="1619"/>
                    </a:moveTo>
                    <a:lnTo>
                      <a:pt x="0" y="667"/>
                    </a:lnTo>
                    <a:lnTo>
                      <a:pt x="286" y="476"/>
                    </a:lnTo>
                    <a:lnTo>
                      <a:pt x="4096" y="0"/>
                    </a:lnTo>
                    <a:lnTo>
                      <a:pt x="4572" y="286"/>
                    </a:lnTo>
                    <a:lnTo>
                      <a:pt x="2381" y="1524"/>
                    </a:lnTo>
                    <a:lnTo>
                      <a:pt x="2857" y="1810"/>
                    </a:lnTo>
                    <a:lnTo>
                      <a:pt x="2476" y="2000"/>
                    </a:lnTo>
                    <a:lnTo>
                      <a:pt x="2000" y="1714"/>
                    </a:lnTo>
                    <a:lnTo>
                      <a:pt x="1048" y="2286"/>
                    </a:lnTo>
                    <a:lnTo>
                      <a:pt x="571" y="2000"/>
                    </a:lnTo>
                    <a:lnTo>
                      <a:pt x="1524" y="1429"/>
                    </a:lnTo>
                    <a:close/>
                    <a:moveTo>
                      <a:pt x="2000" y="1429"/>
                    </a:moveTo>
                    <a:lnTo>
                      <a:pt x="3048" y="762"/>
                    </a:lnTo>
                    <a:cubicBezTo>
                      <a:pt x="3048" y="762"/>
                      <a:pt x="3524" y="476"/>
                      <a:pt x="3715" y="381"/>
                    </a:cubicBezTo>
                    <a:lnTo>
                      <a:pt x="3715" y="381"/>
                    </a:lnTo>
                    <a:cubicBezTo>
                      <a:pt x="3715" y="381"/>
                      <a:pt x="3143" y="381"/>
                      <a:pt x="2953" y="476"/>
                    </a:cubicBezTo>
                    <a:lnTo>
                      <a:pt x="857" y="667"/>
                    </a:lnTo>
                    <a:lnTo>
                      <a:pt x="2000" y="133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64" name="Google Shape;1264;p33"/>
            <p:cNvSpPr/>
            <p:nvPr/>
          </p:nvSpPr>
          <p:spPr>
            <a:xfrm>
              <a:off x="6980565" y="2131232"/>
              <a:ext cx="75482" cy="43543"/>
            </a:xfrm>
            <a:custGeom>
              <a:avLst/>
              <a:gdLst/>
              <a:ahLst/>
              <a:cxnLst/>
              <a:rect l="l" t="t" r="r" b="b"/>
              <a:pathLst>
                <a:path w="26955" h="15549" extrusionOk="0">
                  <a:moveTo>
                    <a:pt x="23622" y="5286"/>
                  </a:moveTo>
                  <a:lnTo>
                    <a:pt x="15145" y="429"/>
                  </a:lnTo>
                  <a:cubicBezTo>
                    <a:pt x="14288" y="-143"/>
                    <a:pt x="12763" y="-143"/>
                    <a:pt x="11906" y="429"/>
                  </a:cubicBezTo>
                  <a:lnTo>
                    <a:pt x="3429" y="5286"/>
                  </a:lnTo>
                  <a:lnTo>
                    <a:pt x="0" y="5286"/>
                  </a:lnTo>
                  <a:lnTo>
                    <a:pt x="0" y="7763"/>
                  </a:lnTo>
                  <a:cubicBezTo>
                    <a:pt x="0" y="7763"/>
                    <a:pt x="191" y="8430"/>
                    <a:pt x="667" y="8716"/>
                  </a:cubicBezTo>
                  <a:lnTo>
                    <a:pt x="11906" y="15192"/>
                  </a:lnTo>
                  <a:cubicBezTo>
                    <a:pt x="12859" y="15669"/>
                    <a:pt x="14288" y="15669"/>
                    <a:pt x="15145" y="15192"/>
                  </a:cubicBezTo>
                  <a:lnTo>
                    <a:pt x="26289" y="8716"/>
                  </a:lnTo>
                  <a:cubicBezTo>
                    <a:pt x="26289" y="8716"/>
                    <a:pt x="26956" y="8144"/>
                    <a:pt x="26956" y="7763"/>
                  </a:cubicBezTo>
                  <a:lnTo>
                    <a:pt x="26956" y="5286"/>
                  </a:lnTo>
                  <a:lnTo>
                    <a:pt x="23527"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5" name="Google Shape;1265;p33"/>
            <p:cNvSpPr/>
            <p:nvPr/>
          </p:nvSpPr>
          <p:spPr>
            <a:xfrm>
              <a:off x="6980632" y="2123764"/>
              <a:ext cx="75549" cy="43809"/>
            </a:xfrm>
            <a:custGeom>
              <a:avLst/>
              <a:gdLst/>
              <a:ahLst/>
              <a:cxnLst/>
              <a:rect l="l" t="t" r="r" b="b"/>
              <a:pathLst>
                <a:path w="26979" h="15644" extrusionOk="0">
                  <a:moveTo>
                    <a:pt x="15121" y="15288"/>
                  </a:moveTo>
                  <a:cubicBezTo>
                    <a:pt x="14264" y="15764"/>
                    <a:pt x="12740" y="15764"/>
                    <a:pt x="11882" y="15288"/>
                  </a:cubicBezTo>
                  <a:lnTo>
                    <a:pt x="643" y="8811"/>
                  </a:lnTo>
                  <a:cubicBezTo>
                    <a:pt x="-214" y="8335"/>
                    <a:pt x="-214" y="7477"/>
                    <a:pt x="643" y="6906"/>
                  </a:cubicBezTo>
                  <a:lnTo>
                    <a:pt x="11882" y="429"/>
                  </a:lnTo>
                  <a:cubicBezTo>
                    <a:pt x="12835" y="-143"/>
                    <a:pt x="14264" y="-143"/>
                    <a:pt x="15121" y="429"/>
                  </a:cubicBezTo>
                  <a:lnTo>
                    <a:pt x="26265" y="6906"/>
                  </a:lnTo>
                  <a:cubicBezTo>
                    <a:pt x="27218" y="7382"/>
                    <a:pt x="27218" y="8239"/>
                    <a:pt x="26265"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266" name="Google Shape;1266;p33"/>
            <p:cNvGrpSpPr/>
            <p:nvPr/>
          </p:nvGrpSpPr>
          <p:grpSpPr>
            <a:xfrm>
              <a:off x="7007238" y="2139367"/>
              <a:ext cx="21335" cy="13602"/>
              <a:chOff x="2805649" y="5057795"/>
              <a:chExt cx="7619" cy="4857"/>
            </a:xfrm>
          </p:grpSpPr>
          <p:sp>
            <p:nvSpPr>
              <p:cNvPr id="1267" name="Google Shape;1267;p33"/>
              <p:cNvSpPr/>
              <p:nvPr/>
            </p:nvSpPr>
            <p:spPr>
              <a:xfrm>
                <a:off x="2805649" y="5057795"/>
                <a:ext cx="5715" cy="2381"/>
              </a:xfrm>
              <a:custGeom>
                <a:avLst/>
                <a:gdLst/>
                <a:ahLst/>
                <a:cxnLst/>
                <a:rect l="l" t="t" r="r" b="b"/>
                <a:pathLst>
                  <a:path w="5715" h="2381" extrusionOk="0">
                    <a:moveTo>
                      <a:pt x="3620" y="95"/>
                    </a:moveTo>
                    <a:lnTo>
                      <a:pt x="5715" y="1334"/>
                    </a:lnTo>
                    <a:lnTo>
                      <a:pt x="5334" y="1524"/>
                    </a:lnTo>
                    <a:lnTo>
                      <a:pt x="3715" y="571"/>
                    </a:lnTo>
                    <a:lnTo>
                      <a:pt x="2477" y="1238"/>
                    </a:lnTo>
                    <a:lnTo>
                      <a:pt x="3905" y="2000"/>
                    </a:lnTo>
                    <a:lnTo>
                      <a:pt x="3524" y="2286"/>
                    </a:lnTo>
                    <a:lnTo>
                      <a:pt x="2096" y="1429"/>
                    </a:lnTo>
                    <a:lnTo>
                      <a:pt x="476" y="2381"/>
                    </a:lnTo>
                    <a:lnTo>
                      <a:pt x="0" y="2096"/>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8" name="Google Shape;1268;p33"/>
              <p:cNvSpPr/>
              <p:nvPr/>
            </p:nvSpPr>
            <p:spPr>
              <a:xfrm>
                <a:off x="2808411" y="5059795"/>
                <a:ext cx="4857" cy="2857"/>
              </a:xfrm>
              <a:custGeom>
                <a:avLst/>
                <a:gdLst/>
                <a:ahLst/>
                <a:cxnLst/>
                <a:rect l="l" t="t" r="r" b="b"/>
                <a:pathLst>
                  <a:path w="4857" h="2857" extrusionOk="0">
                    <a:moveTo>
                      <a:pt x="286" y="1619"/>
                    </a:moveTo>
                    <a:lnTo>
                      <a:pt x="1143" y="2096"/>
                    </a:lnTo>
                    <a:lnTo>
                      <a:pt x="3810" y="572"/>
                    </a:lnTo>
                    <a:lnTo>
                      <a:pt x="3143" y="191"/>
                    </a:lnTo>
                    <a:lnTo>
                      <a:pt x="3429" y="0"/>
                    </a:lnTo>
                    <a:cubicBezTo>
                      <a:pt x="3429" y="0"/>
                      <a:pt x="4096" y="191"/>
                      <a:pt x="4477" y="286"/>
                    </a:cubicBezTo>
                    <a:lnTo>
                      <a:pt x="4858" y="476"/>
                    </a:lnTo>
                    <a:lnTo>
                      <a:pt x="1619" y="2286"/>
                    </a:lnTo>
                    <a:lnTo>
                      <a:pt x="2381" y="2667"/>
                    </a:lnTo>
                    <a:lnTo>
                      <a:pt x="2000" y="2858"/>
                    </a:lnTo>
                    <a:lnTo>
                      <a:pt x="0" y="1715"/>
                    </a:lnTo>
                    <a:lnTo>
                      <a:pt x="381" y="152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69" name="Google Shape;1269;p33"/>
            <p:cNvSpPr/>
            <p:nvPr/>
          </p:nvSpPr>
          <p:spPr>
            <a:xfrm>
              <a:off x="7248361" y="2286142"/>
              <a:ext cx="75482" cy="43543"/>
            </a:xfrm>
            <a:custGeom>
              <a:avLst/>
              <a:gdLst/>
              <a:ahLst/>
              <a:cxnLst/>
              <a:rect l="l" t="t" r="r" b="b"/>
              <a:pathLst>
                <a:path w="26955" h="15549" extrusionOk="0">
                  <a:moveTo>
                    <a:pt x="23622" y="5215"/>
                  </a:moveTo>
                  <a:lnTo>
                    <a:pt x="15145" y="357"/>
                  </a:lnTo>
                  <a:cubicBezTo>
                    <a:pt x="14192" y="-119"/>
                    <a:pt x="12763" y="-119"/>
                    <a:pt x="11906" y="357"/>
                  </a:cubicBezTo>
                  <a:lnTo>
                    <a:pt x="3429" y="5215"/>
                  </a:lnTo>
                  <a:lnTo>
                    <a:pt x="0" y="5215"/>
                  </a:lnTo>
                  <a:lnTo>
                    <a:pt x="0" y="7691"/>
                  </a:lnTo>
                  <a:cubicBezTo>
                    <a:pt x="0" y="7691"/>
                    <a:pt x="190" y="8358"/>
                    <a:pt x="667" y="8644"/>
                  </a:cubicBezTo>
                  <a:lnTo>
                    <a:pt x="11811" y="15121"/>
                  </a:lnTo>
                  <a:cubicBezTo>
                    <a:pt x="12763" y="15692"/>
                    <a:pt x="14192" y="15692"/>
                    <a:pt x="15049" y="15121"/>
                  </a:cubicBezTo>
                  <a:lnTo>
                    <a:pt x="26289" y="8644"/>
                  </a:lnTo>
                  <a:cubicBezTo>
                    <a:pt x="26289" y="8644"/>
                    <a:pt x="26956" y="8072"/>
                    <a:pt x="26956" y="7691"/>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0" name="Google Shape;1270;p33"/>
            <p:cNvSpPr/>
            <p:nvPr/>
          </p:nvSpPr>
          <p:spPr>
            <a:xfrm>
              <a:off x="7248694" y="2278671"/>
              <a:ext cx="75350" cy="43611"/>
            </a:xfrm>
            <a:custGeom>
              <a:avLst/>
              <a:gdLst/>
              <a:ahLst/>
              <a:cxnLst/>
              <a:rect l="l" t="t" r="r" b="b"/>
              <a:pathLst>
                <a:path w="26908" h="15573" extrusionOk="0">
                  <a:moveTo>
                    <a:pt x="15026" y="15216"/>
                  </a:moveTo>
                  <a:cubicBezTo>
                    <a:pt x="14073" y="15692"/>
                    <a:pt x="12645" y="15692"/>
                    <a:pt x="11787" y="15216"/>
                  </a:cubicBezTo>
                  <a:lnTo>
                    <a:pt x="643" y="8739"/>
                  </a:lnTo>
                  <a:cubicBezTo>
                    <a:pt x="-214" y="8263"/>
                    <a:pt x="-214" y="7406"/>
                    <a:pt x="643" y="6834"/>
                  </a:cubicBezTo>
                  <a:lnTo>
                    <a:pt x="11787" y="357"/>
                  </a:lnTo>
                  <a:cubicBezTo>
                    <a:pt x="12740" y="-119"/>
                    <a:pt x="14169" y="-119"/>
                    <a:pt x="15026" y="357"/>
                  </a:cubicBezTo>
                  <a:lnTo>
                    <a:pt x="26265" y="6834"/>
                  </a:lnTo>
                  <a:cubicBezTo>
                    <a:pt x="27122" y="7311"/>
                    <a:pt x="27122" y="8263"/>
                    <a:pt x="26265" y="8739"/>
                  </a:cubicBezTo>
                  <a:lnTo>
                    <a:pt x="15026"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271" name="Google Shape;1271;p33"/>
            <p:cNvGrpSpPr/>
            <p:nvPr/>
          </p:nvGrpSpPr>
          <p:grpSpPr>
            <a:xfrm>
              <a:off x="7275300" y="2293809"/>
              <a:ext cx="21870" cy="13336"/>
              <a:chOff x="2901375" y="5112945"/>
              <a:chExt cx="7810" cy="4762"/>
            </a:xfrm>
          </p:grpSpPr>
          <p:sp>
            <p:nvSpPr>
              <p:cNvPr id="1272" name="Google Shape;1272;p33"/>
              <p:cNvSpPr/>
              <p:nvPr/>
            </p:nvSpPr>
            <p:spPr>
              <a:xfrm>
                <a:off x="2901375" y="5112945"/>
                <a:ext cx="5714" cy="2476"/>
              </a:xfrm>
              <a:custGeom>
                <a:avLst/>
                <a:gdLst/>
                <a:ahLst/>
                <a:cxnLst/>
                <a:rect l="l" t="t" r="r" b="b"/>
                <a:pathLst>
                  <a:path w="5714" h="2476" extrusionOk="0">
                    <a:moveTo>
                      <a:pt x="3524" y="190"/>
                    </a:moveTo>
                    <a:lnTo>
                      <a:pt x="5715" y="1429"/>
                    </a:lnTo>
                    <a:lnTo>
                      <a:pt x="5334" y="1619"/>
                    </a:lnTo>
                    <a:lnTo>
                      <a:pt x="3715" y="667"/>
                    </a:lnTo>
                    <a:lnTo>
                      <a:pt x="2476" y="1429"/>
                    </a:lnTo>
                    <a:lnTo>
                      <a:pt x="3905" y="2191"/>
                    </a:lnTo>
                    <a:lnTo>
                      <a:pt x="3524" y="2381"/>
                    </a:lnTo>
                    <a:lnTo>
                      <a:pt x="2096" y="1524"/>
                    </a:lnTo>
                    <a:lnTo>
                      <a:pt x="476" y="2477"/>
                    </a:lnTo>
                    <a:lnTo>
                      <a:pt x="0" y="2191"/>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3" name="Google Shape;1273;p33"/>
              <p:cNvSpPr/>
              <p:nvPr/>
            </p:nvSpPr>
            <p:spPr>
              <a:xfrm>
                <a:off x="2904447" y="5115046"/>
                <a:ext cx="4738" cy="2661"/>
              </a:xfrm>
              <a:custGeom>
                <a:avLst/>
                <a:gdLst/>
                <a:ahLst/>
                <a:cxnLst/>
                <a:rect l="l" t="t" r="r" b="b"/>
                <a:pathLst>
                  <a:path w="4738" h="2661" extrusionOk="0">
                    <a:moveTo>
                      <a:pt x="929" y="661"/>
                    </a:moveTo>
                    <a:cubicBezTo>
                      <a:pt x="2357" y="-196"/>
                      <a:pt x="3596" y="-101"/>
                      <a:pt x="4262" y="280"/>
                    </a:cubicBezTo>
                    <a:cubicBezTo>
                      <a:pt x="4644" y="471"/>
                      <a:pt x="4739" y="756"/>
                      <a:pt x="4739" y="1042"/>
                    </a:cubicBezTo>
                    <a:lnTo>
                      <a:pt x="4167" y="1042"/>
                    </a:lnTo>
                    <a:cubicBezTo>
                      <a:pt x="4167" y="1042"/>
                      <a:pt x="4167" y="661"/>
                      <a:pt x="3881" y="566"/>
                    </a:cubicBezTo>
                    <a:cubicBezTo>
                      <a:pt x="3405" y="280"/>
                      <a:pt x="2548" y="280"/>
                      <a:pt x="1405" y="947"/>
                    </a:cubicBezTo>
                    <a:cubicBezTo>
                      <a:pt x="1881" y="947"/>
                      <a:pt x="2357" y="947"/>
                      <a:pt x="2643" y="1137"/>
                    </a:cubicBezTo>
                    <a:cubicBezTo>
                      <a:pt x="3310" y="1518"/>
                      <a:pt x="3310" y="1899"/>
                      <a:pt x="2643" y="2376"/>
                    </a:cubicBezTo>
                    <a:cubicBezTo>
                      <a:pt x="1977" y="2757"/>
                      <a:pt x="1024" y="2757"/>
                      <a:pt x="452" y="2376"/>
                    </a:cubicBezTo>
                    <a:cubicBezTo>
                      <a:pt x="-214" y="1995"/>
                      <a:pt x="-214" y="1328"/>
                      <a:pt x="929" y="661"/>
                    </a:cubicBezTo>
                    <a:close/>
                    <a:moveTo>
                      <a:pt x="2262" y="2090"/>
                    </a:moveTo>
                    <a:cubicBezTo>
                      <a:pt x="2262" y="2090"/>
                      <a:pt x="2834" y="1518"/>
                      <a:pt x="2262" y="1328"/>
                    </a:cubicBezTo>
                    <a:cubicBezTo>
                      <a:pt x="2072" y="1137"/>
                      <a:pt x="1595" y="1137"/>
                      <a:pt x="1024" y="1137"/>
                    </a:cubicBezTo>
                    <a:cubicBezTo>
                      <a:pt x="357" y="1518"/>
                      <a:pt x="262" y="1899"/>
                      <a:pt x="738" y="2185"/>
                    </a:cubicBezTo>
                    <a:cubicBezTo>
                      <a:pt x="1119" y="2376"/>
                      <a:pt x="1691" y="2376"/>
                      <a:pt x="2167" y="209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74" name="Google Shape;1274;p33"/>
            <p:cNvSpPr/>
            <p:nvPr/>
          </p:nvSpPr>
          <p:spPr>
            <a:xfrm>
              <a:off x="7296372" y="2313883"/>
              <a:ext cx="75482" cy="43611"/>
            </a:xfrm>
            <a:custGeom>
              <a:avLst/>
              <a:gdLst/>
              <a:ahLst/>
              <a:cxnLst/>
              <a:rect l="l" t="t" r="r" b="b"/>
              <a:pathLst>
                <a:path w="26955" h="15573" extrusionOk="0">
                  <a:moveTo>
                    <a:pt x="23622" y="5215"/>
                  </a:moveTo>
                  <a:lnTo>
                    <a:pt x="15145" y="357"/>
                  </a:lnTo>
                  <a:cubicBezTo>
                    <a:pt x="14288" y="-119"/>
                    <a:pt x="12763" y="-119"/>
                    <a:pt x="11906" y="357"/>
                  </a:cubicBezTo>
                  <a:lnTo>
                    <a:pt x="3429" y="5215"/>
                  </a:lnTo>
                  <a:lnTo>
                    <a:pt x="0" y="5215"/>
                  </a:lnTo>
                  <a:lnTo>
                    <a:pt x="0" y="7787"/>
                  </a:lnTo>
                  <a:cubicBezTo>
                    <a:pt x="0" y="7787"/>
                    <a:pt x="191" y="8453"/>
                    <a:pt x="667" y="8739"/>
                  </a:cubicBezTo>
                  <a:lnTo>
                    <a:pt x="11906" y="15216"/>
                  </a:lnTo>
                  <a:cubicBezTo>
                    <a:pt x="12763" y="15692"/>
                    <a:pt x="14288" y="15692"/>
                    <a:pt x="15145" y="15216"/>
                  </a:cubicBezTo>
                  <a:lnTo>
                    <a:pt x="26289" y="8739"/>
                  </a:lnTo>
                  <a:cubicBezTo>
                    <a:pt x="26289" y="8739"/>
                    <a:pt x="26956" y="8168"/>
                    <a:pt x="26956" y="7787"/>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5" name="Google Shape;1275;p33"/>
            <p:cNvSpPr/>
            <p:nvPr/>
          </p:nvSpPr>
          <p:spPr>
            <a:xfrm>
              <a:off x="7296439" y="2306414"/>
              <a:ext cx="75350" cy="43611"/>
            </a:xfrm>
            <a:custGeom>
              <a:avLst/>
              <a:gdLst/>
              <a:ahLst/>
              <a:cxnLst/>
              <a:rect l="l" t="t" r="r" b="b"/>
              <a:pathLst>
                <a:path w="26908" h="15573" extrusionOk="0">
                  <a:moveTo>
                    <a:pt x="15121" y="15216"/>
                  </a:moveTo>
                  <a:cubicBezTo>
                    <a:pt x="14264" y="15692"/>
                    <a:pt x="12740" y="15692"/>
                    <a:pt x="11882" y="15216"/>
                  </a:cubicBezTo>
                  <a:lnTo>
                    <a:pt x="643" y="8739"/>
                  </a:lnTo>
                  <a:cubicBezTo>
                    <a:pt x="-214" y="8168"/>
                    <a:pt x="-214" y="7406"/>
                    <a:pt x="643" y="6834"/>
                  </a:cubicBezTo>
                  <a:lnTo>
                    <a:pt x="11882" y="357"/>
                  </a:lnTo>
                  <a:cubicBezTo>
                    <a:pt x="12740" y="-119"/>
                    <a:pt x="14264" y="-119"/>
                    <a:pt x="15121" y="357"/>
                  </a:cubicBezTo>
                  <a:lnTo>
                    <a:pt x="26265" y="6834"/>
                  </a:lnTo>
                  <a:cubicBezTo>
                    <a:pt x="27122" y="7406"/>
                    <a:pt x="27122" y="8168"/>
                    <a:pt x="26265"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276" name="Google Shape;1276;p33"/>
            <p:cNvGrpSpPr/>
            <p:nvPr/>
          </p:nvGrpSpPr>
          <p:grpSpPr>
            <a:xfrm>
              <a:off x="7322779" y="2322085"/>
              <a:ext cx="23469" cy="12269"/>
              <a:chOff x="2918330" y="5123042"/>
              <a:chExt cx="8381" cy="4381"/>
            </a:xfrm>
          </p:grpSpPr>
          <p:sp>
            <p:nvSpPr>
              <p:cNvPr id="1277" name="Google Shape;1277;p33"/>
              <p:cNvSpPr/>
              <p:nvPr/>
            </p:nvSpPr>
            <p:spPr>
              <a:xfrm>
                <a:off x="2918330" y="5123042"/>
                <a:ext cx="5810" cy="2476"/>
              </a:xfrm>
              <a:custGeom>
                <a:avLst/>
                <a:gdLst/>
                <a:ahLst/>
                <a:cxnLst/>
                <a:rect l="l" t="t" r="r" b="b"/>
                <a:pathLst>
                  <a:path w="5810" h="2476" extrusionOk="0">
                    <a:moveTo>
                      <a:pt x="3715" y="0"/>
                    </a:moveTo>
                    <a:lnTo>
                      <a:pt x="5810" y="1238"/>
                    </a:lnTo>
                    <a:lnTo>
                      <a:pt x="5429" y="1524"/>
                    </a:lnTo>
                    <a:lnTo>
                      <a:pt x="3715" y="571"/>
                    </a:lnTo>
                    <a:lnTo>
                      <a:pt x="2476" y="1334"/>
                    </a:lnTo>
                    <a:lnTo>
                      <a:pt x="3905" y="2191"/>
                    </a:lnTo>
                    <a:lnTo>
                      <a:pt x="3524" y="2381"/>
                    </a:lnTo>
                    <a:lnTo>
                      <a:pt x="2096" y="1524"/>
                    </a:lnTo>
                    <a:lnTo>
                      <a:pt x="476" y="2477"/>
                    </a:lnTo>
                    <a:lnTo>
                      <a:pt x="0" y="2191"/>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8" name="Google Shape;1278;p33"/>
              <p:cNvSpPr/>
              <p:nvPr/>
            </p:nvSpPr>
            <p:spPr>
              <a:xfrm>
                <a:off x="2921568" y="5124566"/>
                <a:ext cx="5143" cy="2857"/>
              </a:xfrm>
              <a:custGeom>
                <a:avLst/>
                <a:gdLst/>
                <a:ahLst/>
                <a:cxnLst/>
                <a:rect l="l" t="t" r="r" b="b"/>
                <a:pathLst>
                  <a:path w="5143" h="2857" extrusionOk="0">
                    <a:moveTo>
                      <a:pt x="4286" y="1238"/>
                    </a:moveTo>
                    <a:lnTo>
                      <a:pt x="2476" y="190"/>
                    </a:lnTo>
                    <a:lnTo>
                      <a:pt x="2857" y="0"/>
                    </a:lnTo>
                    <a:lnTo>
                      <a:pt x="5144" y="1333"/>
                    </a:lnTo>
                    <a:lnTo>
                      <a:pt x="4858" y="1524"/>
                    </a:lnTo>
                    <a:cubicBezTo>
                      <a:pt x="2953" y="1619"/>
                      <a:pt x="2000" y="2000"/>
                      <a:pt x="476" y="2857"/>
                    </a:cubicBezTo>
                    <a:lnTo>
                      <a:pt x="0" y="2572"/>
                    </a:lnTo>
                    <a:cubicBezTo>
                      <a:pt x="1429" y="1810"/>
                      <a:pt x="2572" y="1524"/>
                      <a:pt x="4191" y="133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79" name="Google Shape;1279;p33"/>
            <p:cNvSpPr/>
            <p:nvPr/>
          </p:nvSpPr>
          <p:spPr>
            <a:xfrm>
              <a:off x="7344117" y="2341355"/>
              <a:ext cx="75748" cy="43611"/>
            </a:xfrm>
            <a:custGeom>
              <a:avLst/>
              <a:gdLst/>
              <a:ahLst/>
              <a:cxnLst/>
              <a:rect l="l" t="t" r="r" b="b"/>
              <a:pathLst>
                <a:path w="27050" h="15573" extrusionOk="0">
                  <a:moveTo>
                    <a:pt x="23622" y="5215"/>
                  </a:moveTo>
                  <a:lnTo>
                    <a:pt x="15145" y="357"/>
                  </a:lnTo>
                  <a:cubicBezTo>
                    <a:pt x="14192" y="-119"/>
                    <a:pt x="12763" y="-119"/>
                    <a:pt x="11906" y="357"/>
                  </a:cubicBezTo>
                  <a:lnTo>
                    <a:pt x="3429" y="5215"/>
                  </a:lnTo>
                  <a:lnTo>
                    <a:pt x="0" y="5215"/>
                  </a:lnTo>
                  <a:lnTo>
                    <a:pt x="0" y="7787"/>
                  </a:lnTo>
                  <a:cubicBezTo>
                    <a:pt x="0" y="7787"/>
                    <a:pt x="190" y="8453"/>
                    <a:pt x="667" y="8739"/>
                  </a:cubicBezTo>
                  <a:lnTo>
                    <a:pt x="11906" y="15216"/>
                  </a:lnTo>
                  <a:cubicBezTo>
                    <a:pt x="12763" y="15692"/>
                    <a:pt x="14288" y="15692"/>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0" name="Google Shape;1280;p33"/>
            <p:cNvSpPr/>
            <p:nvPr/>
          </p:nvSpPr>
          <p:spPr>
            <a:xfrm>
              <a:off x="7344450" y="2334155"/>
              <a:ext cx="75617" cy="43611"/>
            </a:xfrm>
            <a:custGeom>
              <a:avLst/>
              <a:gdLst/>
              <a:ahLst/>
              <a:cxnLst/>
              <a:rect l="l" t="t" r="r" b="b"/>
              <a:pathLst>
                <a:path w="27003" h="15573" extrusionOk="0">
                  <a:moveTo>
                    <a:pt x="15121" y="15216"/>
                  </a:moveTo>
                  <a:cubicBezTo>
                    <a:pt x="14168" y="15693"/>
                    <a:pt x="12740" y="15693"/>
                    <a:pt x="11883" y="15216"/>
                  </a:cubicBezTo>
                  <a:lnTo>
                    <a:pt x="643" y="8739"/>
                  </a:lnTo>
                  <a:cubicBezTo>
                    <a:pt x="-214" y="8263"/>
                    <a:pt x="-214" y="7406"/>
                    <a:pt x="643" y="6834"/>
                  </a:cubicBezTo>
                  <a:lnTo>
                    <a:pt x="11883" y="357"/>
                  </a:lnTo>
                  <a:cubicBezTo>
                    <a:pt x="12740" y="-119"/>
                    <a:pt x="14264" y="-119"/>
                    <a:pt x="15121" y="357"/>
                  </a:cubicBezTo>
                  <a:lnTo>
                    <a:pt x="26360" y="6834"/>
                  </a:lnTo>
                  <a:cubicBezTo>
                    <a:pt x="27218" y="7310"/>
                    <a:pt x="27218"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281" name="Google Shape;1281;p33"/>
            <p:cNvGrpSpPr/>
            <p:nvPr/>
          </p:nvGrpSpPr>
          <p:grpSpPr>
            <a:xfrm>
              <a:off x="7370790" y="2349826"/>
              <a:ext cx="21470" cy="12302"/>
              <a:chOff x="2935475" y="5132948"/>
              <a:chExt cx="7667" cy="4393"/>
            </a:xfrm>
          </p:grpSpPr>
          <p:sp>
            <p:nvSpPr>
              <p:cNvPr id="1282" name="Google Shape;1282;p33"/>
              <p:cNvSpPr/>
              <p:nvPr/>
            </p:nvSpPr>
            <p:spPr>
              <a:xfrm>
                <a:off x="2935475" y="5132948"/>
                <a:ext cx="5810" cy="2381"/>
              </a:xfrm>
              <a:custGeom>
                <a:avLst/>
                <a:gdLst/>
                <a:ahLst/>
                <a:cxnLst/>
                <a:rect l="l" t="t" r="r" b="b"/>
                <a:pathLst>
                  <a:path w="5810" h="2381" extrusionOk="0">
                    <a:moveTo>
                      <a:pt x="3715" y="0"/>
                    </a:moveTo>
                    <a:lnTo>
                      <a:pt x="5810" y="1238"/>
                    </a:lnTo>
                    <a:lnTo>
                      <a:pt x="5429" y="1429"/>
                    </a:lnTo>
                    <a:lnTo>
                      <a:pt x="3715" y="476"/>
                    </a:lnTo>
                    <a:lnTo>
                      <a:pt x="2477" y="1238"/>
                    </a:lnTo>
                    <a:lnTo>
                      <a:pt x="3905" y="2096"/>
                    </a:lnTo>
                    <a:lnTo>
                      <a:pt x="3524" y="2286"/>
                    </a:lnTo>
                    <a:lnTo>
                      <a:pt x="2096" y="1429"/>
                    </a:lnTo>
                    <a:lnTo>
                      <a:pt x="476" y="2381"/>
                    </a:lnTo>
                    <a:lnTo>
                      <a:pt x="0" y="2096"/>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3" name="Google Shape;1283;p33"/>
              <p:cNvSpPr/>
              <p:nvPr/>
            </p:nvSpPr>
            <p:spPr>
              <a:xfrm>
                <a:off x="2938433" y="5134733"/>
                <a:ext cx="4709" cy="2608"/>
              </a:xfrm>
              <a:custGeom>
                <a:avLst/>
                <a:gdLst/>
                <a:ahLst/>
                <a:cxnLst/>
                <a:rect l="l" t="t" r="r" b="b"/>
                <a:pathLst>
                  <a:path w="4709" h="2608" extrusionOk="0">
                    <a:moveTo>
                      <a:pt x="471" y="1167"/>
                    </a:moveTo>
                    <a:cubicBezTo>
                      <a:pt x="471" y="1167"/>
                      <a:pt x="1614" y="881"/>
                      <a:pt x="2090" y="976"/>
                    </a:cubicBezTo>
                    <a:lnTo>
                      <a:pt x="2090" y="976"/>
                    </a:lnTo>
                    <a:cubicBezTo>
                      <a:pt x="2090" y="976"/>
                      <a:pt x="2090" y="405"/>
                      <a:pt x="2375" y="214"/>
                    </a:cubicBezTo>
                    <a:cubicBezTo>
                      <a:pt x="2947" y="-71"/>
                      <a:pt x="3709" y="-71"/>
                      <a:pt x="4281" y="214"/>
                    </a:cubicBezTo>
                    <a:cubicBezTo>
                      <a:pt x="4852" y="595"/>
                      <a:pt x="4852" y="1072"/>
                      <a:pt x="4281" y="1357"/>
                    </a:cubicBezTo>
                    <a:cubicBezTo>
                      <a:pt x="3900" y="1548"/>
                      <a:pt x="3328" y="1643"/>
                      <a:pt x="2947" y="1548"/>
                    </a:cubicBezTo>
                    <a:lnTo>
                      <a:pt x="2947" y="1548"/>
                    </a:lnTo>
                    <a:cubicBezTo>
                      <a:pt x="2947" y="1548"/>
                      <a:pt x="3138" y="2119"/>
                      <a:pt x="2661" y="2405"/>
                    </a:cubicBezTo>
                    <a:cubicBezTo>
                      <a:pt x="2090" y="2691"/>
                      <a:pt x="1233" y="2691"/>
                      <a:pt x="566" y="2310"/>
                    </a:cubicBezTo>
                    <a:cubicBezTo>
                      <a:pt x="-101" y="1929"/>
                      <a:pt x="-196" y="1357"/>
                      <a:pt x="375" y="1072"/>
                    </a:cubicBezTo>
                    <a:close/>
                    <a:moveTo>
                      <a:pt x="2375" y="2310"/>
                    </a:moveTo>
                    <a:cubicBezTo>
                      <a:pt x="2375" y="2310"/>
                      <a:pt x="2566" y="1643"/>
                      <a:pt x="2280" y="1262"/>
                    </a:cubicBezTo>
                    <a:cubicBezTo>
                      <a:pt x="1804" y="1262"/>
                      <a:pt x="1328" y="1262"/>
                      <a:pt x="947" y="1453"/>
                    </a:cubicBezTo>
                    <a:cubicBezTo>
                      <a:pt x="566" y="1643"/>
                      <a:pt x="566" y="2024"/>
                      <a:pt x="947" y="2310"/>
                    </a:cubicBezTo>
                    <a:cubicBezTo>
                      <a:pt x="1328" y="2500"/>
                      <a:pt x="1899" y="2596"/>
                      <a:pt x="2280" y="2310"/>
                    </a:cubicBezTo>
                    <a:close/>
                    <a:moveTo>
                      <a:pt x="4090" y="1262"/>
                    </a:moveTo>
                    <a:cubicBezTo>
                      <a:pt x="4090" y="1262"/>
                      <a:pt x="4471" y="786"/>
                      <a:pt x="4090" y="500"/>
                    </a:cubicBezTo>
                    <a:cubicBezTo>
                      <a:pt x="3709" y="310"/>
                      <a:pt x="3233" y="310"/>
                      <a:pt x="2947" y="500"/>
                    </a:cubicBezTo>
                    <a:cubicBezTo>
                      <a:pt x="2566" y="786"/>
                      <a:pt x="2757" y="1072"/>
                      <a:pt x="2947" y="1453"/>
                    </a:cubicBezTo>
                    <a:cubicBezTo>
                      <a:pt x="3423" y="1453"/>
                      <a:pt x="3804" y="1453"/>
                      <a:pt x="4090" y="126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84" name="Google Shape;1284;p33"/>
            <p:cNvSpPr/>
            <p:nvPr/>
          </p:nvSpPr>
          <p:spPr>
            <a:xfrm>
              <a:off x="7200084" y="2258401"/>
              <a:ext cx="75748" cy="43611"/>
            </a:xfrm>
            <a:custGeom>
              <a:avLst/>
              <a:gdLst/>
              <a:ahLst/>
              <a:cxnLst/>
              <a:rect l="l" t="t" r="r" b="b"/>
              <a:pathLst>
                <a:path w="27050" h="15573" extrusionOk="0">
                  <a:moveTo>
                    <a:pt x="23622" y="5215"/>
                  </a:moveTo>
                  <a:lnTo>
                    <a:pt x="15145" y="357"/>
                  </a:lnTo>
                  <a:cubicBezTo>
                    <a:pt x="14288" y="-119"/>
                    <a:pt x="12763" y="-119"/>
                    <a:pt x="11906" y="357"/>
                  </a:cubicBezTo>
                  <a:lnTo>
                    <a:pt x="3429" y="5215"/>
                  </a:lnTo>
                  <a:lnTo>
                    <a:pt x="0" y="5215"/>
                  </a:lnTo>
                  <a:lnTo>
                    <a:pt x="0" y="7787"/>
                  </a:lnTo>
                  <a:cubicBezTo>
                    <a:pt x="0" y="7787"/>
                    <a:pt x="190" y="8453"/>
                    <a:pt x="667" y="8739"/>
                  </a:cubicBezTo>
                  <a:lnTo>
                    <a:pt x="11906" y="15216"/>
                  </a:lnTo>
                  <a:cubicBezTo>
                    <a:pt x="12763" y="15693"/>
                    <a:pt x="14288" y="15693"/>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5" name="Google Shape;1285;p33"/>
            <p:cNvSpPr/>
            <p:nvPr/>
          </p:nvSpPr>
          <p:spPr>
            <a:xfrm>
              <a:off x="7200151" y="2250933"/>
              <a:ext cx="75617" cy="43611"/>
            </a:xfrm>
            <a:custGeom>
              <a:avLst/>
              <a:gdLst/>
              <a:ahLst/>
              <a:cxnLst/>
              <a:rect l="l" t="t" r="r" b="b"/>
              <a:pathLst>
                <a:path w="27003" h="15573" extrusionOk="0">
                  <a:moveTo>
                    <a:pt x="15121" y="15216"/>
                  </a:moveTo>
                  <a:cubicBezTo>
                    <a:pt x="14264" y="15693"/>
                    <a:pt x="12740" y="15693"/>
                    <a:pt x="11882" y="15216"/>
                  </a:cubicBezTo>
                  <a:lnTo>
                    <a:pt x="643" y="8739"/>
                  </a:lnTo>
                  <a:cubicBezTo>
                    <a:pt x="-214" y="8263"/>
                    <a:pt x="-214" y="7406"/>
                    <a:pt x="643" y="6834"/>
                  </a:cubicBezTo>
                  <a:lnTo>
                    <a:pt x="11882" y="357"/>
                  </a:lnTo>
                  <a:cubicBezTo>
                    <a:pt x="12740" y="-119"/>
                    <a:pt x="14264" y="-119"/>
                    <a:pt x="15121" y="357"/>
                  </a:cubicBezTo>
                  <a:lnTo>
                    <a:pt x="26360" y="6834"/>
                  </a:lnTo>
                  <a:cubicBezTo>
                    <a:pt x="27217" y="7406"/>
                    <a:pt x="27217"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286" name="Google Shape;1286;p33"/>
            <p:cNvGrpSpPr/>
            <p:nvPr/>
          </p:nvGrpSpPr>
          <p:grpSpPr>
            <a:xfrm>
              <a:off x="7227022" y="2266604"/>
              <a:ext cx="22937" cy="13170"/>
              <a:chOff x="2884135" y="5103230"/>
              <a:chExt cx="8191" cy="4703"/>
            </a:xfrm>
          </p:grpSpPr>
          <p:sp>
            <p:nvSpPr>
              <p:cNvPr id="1287" name="Google Shape;1287;p33"/>
              <p:cNvSpPr/>
              <p:nvPr/>
            </p:nvSpPr>
            <p:spPr>
              <a:xfrm>
                <a:off x="2884135" y="5103230"/>
                <a:ext cx="5714" cy="2381"/>
              </a:xfrm>
              <a:custGeom>
                <a:avLst/>
                <a:gdLst/>
                <a:ahLst/>
                <a:cxnLst/>
                <a:rect l="l" t="t" r="r" b="b"/>
                <a:pathLst>
                  <a:path w="5714" h="2381" extrusionOk="0">
                    <a:moveTo>
                      <a:pt x="3524" y="0"/>
                    </a:moveTo>
                    <a:lnTo>
                      <a:pt x="5715" y="1238"/>
                    </a:lnTo>
                    <a:lnTo>
                      <a:pt x="5334" y="1429"/>
                    </a:lnTo>
                    <a:lnTo>
                      <a:pt x="3715" y="476"/>
                    </a:lnTo>
                    <a:lnTo>
                      <a:pt x="2476" y="1238"/>
                    </a:lnTo>
                    <a:lnTo>
                      <a:pt x="3905" y="2096"/>
                    </a:lnTo>
                    <a:lnTo>
                      <a:pt x="3524" y="2286"/>
                    </a:lnTo>
                    <a:lnTo>
                      <a:pt x="2096" y="1429"/>
                    </a:lnTo>
                    <a:lnTo>
                      <a:pt x="476" y="2381"/>
                    </a:lnTo>
                    <a:lnTo>
                      <a:pt x="0" y="2096"/>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8" name="Google Shape;1288;p33"/>
              <p:cNvSpPr/>
              <p:nvPr/>
            </p:nvSpPr>
            <p:spPr>
              <a:xfrm>
                <a:off x="2886897" y="5104849"/>
                <a:ext cx="5429" cy="3084"/>
              </a:xfrm>
              <a:custGeom>
                <a:avLst/>
                <a:gdLst/>
                <a:ahLst/>
                <a:cxnLst/>
                <a:rect l="l" t="t" r="r" b="b"/>
                <a:pathLst>
                  <a:path w="5429" h="3084" extrusionOk="0">
                    <a:moveTo>
                      <a:pt x="0" y="1619"/>
                    </a:moveTo>
                    <a:lnTo>
                      <a:pt x="571" y="1619"/>
                    </a:lnTo>
                    <a:cubicBezTo>
                      <a:pt x="571" y="1619"/>
                      <a:pt x="571" y="2096"/>
                      <a:pt x="1048" y="2286"/>
                    </a:cubicBezTo>
                    <a:cubicBezTo>
                      <a:pt x="1524" y="2572"/>
                      <a:pt x="2191" y="2572"/>
                      <a:pt x="2667" y="2286"/>
                    </a:cubicBezTo>
                    <a:cubicBezTo>
                      <a:pt x="3143" y="2000"/>
                      <a:pt x="3143" y="1619"/>
                      <a:pt x="2667" y="1429"/>
                    </a:cubicBezTo>
                    <a:cubicBezTo>
                      <a:pt x="2381" y="1334"/>
                      <a:pt x="2191" y="1238"/>
                      <a:pt x="1810" y="1238"/>
                    </a:cubicBezTo>
                    <a:lnTo>
                      <a:pt x="1810" y="953"/>
                    </a:lnTo>
                    <a:cubicBezTo>
                      <a:pt x="1810" y="953"/>
                      <a:pt x="3620" y="0"/>
                      <a:pt x="3620" y="0"/>
                    </a:cubicBezTo>
                    <a:lnTo>
                      <a:pt x="5429" y="1048"/>
                    </a:lnTo>
                    <a:lnTo>
                      <a:pt x="5048" y="1334"/>
                    </a:lnTo>
                    <a:lnTo>
                      <a:pt x="3620" y="571"/>
                    </a:lnTo>
                    <a:lnTo>
                      <a:pt x="2477" y="1143"/>
                    </a:lnTo>
                    <a:cubicBezTo>
                      <a:pt x="2477" y="1143"/>
                      <a:pt x="2953" y="1238"/>
                      <a:pt x="3143" y="1429"/>
                    </a:cubicBezTo>
                    <a:cubicBezTo>
                      <a:pt x="3810" y="1810"/>
                      <a:pt x="3905" y="2286"/>
                      <a:pt x="3143" y="2762"/>
                    </a:cubicBezTo>
                    <a:cubicBezTo>
                      <a:pt x="2381" y="3238"/>
                      <a:pt x="1334" y="3143"/>
                      <a:pt x="762" y="2762"/>
                    </a:cubicBezTo>
                    <a:cubicBezTo>
                      <a:pt x="191" y="2381"/>
                      <a:pt x="95" y="2096"/>
                      <a:pt x="95" y="181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89" name="Google Shape;1289;p33"/>
            <p:cNvSpPr/>
            <p:nvPr/>
          </p:nvSpPr>
          <p:spPr>
            <a:xfrm>
              <a:off x="7466543" y="2412040"/>
              <a:ext cx="75482" cy="43345"/>
            </a:xfrm>
            <a:custGeom>
              <a:avLst/>
              <a:gdLst/>
              <a:ahLst/>
              <a:cxnLst/>
              <a:rect l="l" t="t" r="r" b="b"/>
              <a:pathLst>
                <a:path w="26955" h="15478" extrusionOk="0">
                  <a:moveTo>
                    <a:pt x="23622" y="5215"/>
                  </a:moveTo>
                  <a:lnTo>
                    <a:pt x="15145" y="357"/>
                  </a:lnTo>
                  <a:cubicBezTo>
                    <a:pt x="14192" y="-119"/>
                    <a:pt x="12763" y="-119"/>
                    <a:pt x="11906" y="357"/>
                  </a:cubicBezTo>
                  <a:lnTo>
                    <a:pt x="3429" y="5215"/>
                  </a:lnTo>
                  <a:lnTo>
                    <a:pt x="0" y="5215"/>
                  </a:lnTo>
                  <a:lnTo>
                    <a:pt x="0" y="7691"/>
                  </a:lnTo>
                  <a:cubicBezTo>
                    <a:pt x="0" y="7691"/>
                    <a:pt x="191" y="8358"/>
                    <a:pt x="667" y="8644"/>
                  </a:cubicBezTo>
                  <a:lnTo>
                    <a:pt x="11811" y="15121"/>
                  </a:lnTo>
                  <a:cubicBezTo>
                    <a:pt x="12668" y="15597"/>
                    <a:pt x="14192" y="15597"/>
                    <a:pt x="15050" y="15121"/>
                  </a:cubicBezTo>
                  <a:lnTo>
                    <a:pt x="26289" y="8644"/>
                  </a:lnTo>
                  <a:cubicBezTo>
                    <a:pt x="26289" y="8644"/>
                    <a:pt x="26956" y="8073"/>
                    <a:pt x="26956" y="7691"/>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0" name="Google Shape;1290;p33"/>
            <p:cNvSpPr/>
            <p:nvPr/>
          </p:nvSpPr>
          <p:spPr>
            <a:xfrm>
              <a:off x="7466678" y="2404372"/>
              <a:ext cx="75549" cy="43809"/>
            </a:xfrm>
            <a:custGeom>
              <a:avLst/>
              <a:gdLst/>
              <a:ahLst/>
              <a:cxnLst/>
              <a:rect l="l" t="t" r="r" b="b"/>
              <a:pathLst>
                <a:path w="26979" h="15644" extrusionOk="0">
                  <a:moveTo>
                    <a:pt x="15097" y="15288"/>
                  </a:moveTo>
                  <a:cubicBezTo>
                    <a:pt x="14145" y="15764"/>
                    <a:pt x="12716" y="15764"/>
                    <a:pt x="11859" y="15288"/>
                  </a:cubicBezTo>
                  <a:lnTo>
                    <a:pt x="714" y="8811"/>
                  </a:lnTo>
                  <a:cubicBezTo>
                    <a:pt x="-238" y="8239"/>
                    <a:pt x="-238" y="7477"/>
                    <a:pt x="714" y="6906"/>
                  </a:cubicBezTo>
                  <a:lnTo>
                    <a:pt x="11859" y="429"/>
                  </a:lnTo>
                  <a:cubicBezTo>
                    <a:pt x="12716" y="-143"/>
                    <a:pt x="14240" y="-143"/>
                    <a:pt x="15097" y="429"/>
                  </a:cubicBezTo>
                  <a:lnTo>
                    <a:pt x="26337" y="6906"/>
                  </a:lnTo>
                  <a:cubicBezTo>
                    <a:pt x="27194" y="7382"/>
                    <a:pt x="27194" y="8239"/>
                    <a:pt x="26337" y="8811"/>
                  </a:cubicBezTo>
                  <a:lnTo>
                    <a:pt x="15097"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291" name="Google Shape;1291;p33"/>
            <p:cNvGrpSpPr/>
            <p:nvPr/>
          </p:nvGrpSpPr>
          <p:grpSpPr>
            <a:xfrm>
              <a:off x="7489217" y="2418111"/>
              <a:ext cx="29344" cy="17010"/>
              <a:chOff x="2977766" y="5157332"/>
              <a:chExt cx="10479" cy="6074"/>
            </a:xfrm>
          </p:grpSpPr>
          <p:sp>
            <p:nvSpPr>
              <p:cNvPr id="1292" name="Google Shape;1292;p33"/>
              <p:cNvSpPr/>
              <p:nvPr/>
            </p:nvSpPr>
            <p:spPr>
              <a:xfrm>
                <a:off x="2977766" y="5157332"/>
                <a:ext cx="5715" cy="2476"/>
              </a:xfrm>
              <a:custGeom>
                <a:avLst/>
                <a:gdLst/>
                <a:ahLst/>
                <a:cxnLst/>
                <a:rect l="l" t="t" r="r" b="b"/>
                <a:pathLst>
                  <a:path w="5715" h="2476" extrusionOk="0">
                    <a:moveTo>
                      <a:pt x="3620" y="0"/>
                    </a:moveTo>
                    <a:lnTo>
                      <a:pt x="5715" y="1238"/>
                    </a:lnTo>
                    <a:lnTo>
                      <a:pt x="5334" y="1429"/>
                    </a:lnTo>
                    <a:lnTo>
                      <a:pt x="3715" y="476"/>
                    </a:lnTo>
                    <a:lnTo>
                      <a:pt x="2477" y="1238"/>
                    </a:lnTo>
                    <a:lnTo>
                      <a:pt x="3905" y="2096"/>
                    </a:lnTo>
                    <a:lnTo>
                      <a:pt x="3524" y="2286"/>
                    </a:lnTo>
                    <a:lnTo>
                      <a:pt x="2096" y="1524"/>
                    </a:lnTo>
                    <a:lnTo>
                      <a:pt x="476" y="2476"/>
                    </a:lnTo>
                    <a:lnTo>
                      <a:pt x="0" y="2191"/>
                    </a:lnTo>
                    <a:lnTo>
                      <a:pt x="3715" y="9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3" name="Google Shape;1293;p33"/>
              <p:cNvSpPr/>
              <p:nvPr/>
            </p:nvSpPr>
            <p:spPr>
              <a:xfrm>
                <a:off x="2980528" y="5159141"/>
                <a:ext cx="4857" cy="2952"/>
              </a:xfrm>
              <a:custGeom>
                <a:avLst/>
                <a:gdLst/>
                <a:ahLst/>
                <a:cxnLst/>
                <a:rect l="l" t="t" r="r" b="b"/>
                <a:pathLst>
                  <a:path w="4857" h="2952" extrusionOk="0">
                    <a:moveTo>
                      <a:pt x="286" y="1619"/>
                    </a:moveTo>
                    <a:lnTo>
                      <a:pt x="1143" y="2096"/>
                    </a:lnTo>
                    <a:lnTo>
                      <a:pt x="3810" y="571"/>
                    </a:lnTo>
                    <a:lnTo>
                      <a:pt x="3143" y="190"/>
                    </a:lnTo>
                    <a:lnTo>
                      <a:pt x="3429" y="0"/>
                    </a:lnTo>
                    <a:cubicBezTo>
                      <a:pt x="3429" y="0"/>
                      <a:pt x="4191" y="190"/>
                      <a:pt x="4477" y="286"/>
                    </a:cubicBezTo>
                    <a:lnTo>
                      <a:pt x="4858" y="476"/>
                    </a:lnTo>
                    <a:lnTo>
                      <a:pt x="1619" y="2286"/>
                    </a:lnTo>
                    <a:lnTo>
                      <a:pt x="2381" y="2762"/>
                    </a:lnTo>
                    <a:lnTo>
                      <a:pt x="2000" y="2953"/>
                    </a:lnTo>
                    <a:lnTo>
                      <a:pt x="0" y="1810"/>
                    </a:lnTo>
                    <a:lnTo>
                      <a:pt x="381" y="1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4" name="Google Shape;1294;p33"/>
              <p:cNvSpPr/>
              <p:nvPr/>
            </p:nvSpPr>
            <p:spPr>
              <a:xfrm>
                <a:off x="2983727" y="5160782"/>
                <a:ext cx="4518" cy="2624"/>
              </a:xfrm>
              <a:custGeom>
                <a:avLst/>
                <a:gdLst/>
                <a:ahLst/>
                <a:cxnLst/>
                <a:rect l="l" t="t" r="r" b="b"/>
                <a:pathLst>
                  <a:path w="4518" h="2624" extrusionOk="0">
                    <a:moveTo>
                      <a:pt x="1087" y="646"/>
                    </a:moveTo>
                    <a:cubicBezTo>
                      <a:pt x="2325" y="-21"/>
                      <a:pt x="3373" y="-212"/>
                      <a:pt x="4135" y="264"/>
                    </a:cubicBezTo>
                    <a:cubicBezTo>
                      <a:pt x="4802" y="646"/>
                      <a:pt x="4611" y="1312"/>
                      <a:pt x="3468" y="1979"/>
                    </a:cubicBezTo>
                    <a:cubicBezTo>
                      <a:pt x="2230" y="2646"/>
                      <a:pt x="1182" y="2836"/>
                      <a:pt x="420" y="2360"/>
                    </a:cubicBezTo>
                    <a:cubicBezTo>
                      <a:pt x="-342" y="1979"/>
                      <a:pt x="-56" y="1312"/>
                      <a:pt x="1182" y="646"/>
                    </a:cubicBezTo>
                    <a:close/>
                    <a:moveTo>
                      <a:pt x="2992" y="1693"/>
                    </a:moveTo>
                    <a:cubicBezTo>
                      <a:pt x="4040" y="1122"/>
                      <a:pt x="4230" y="646"/>
                      <a:pt x="3754" y="455"/>
                    </a:cubicBezTo>
                    <a:cubicBezTo>
                      <a:pt x="3373" y="169"/>
                      <a:pt x="2611" y="264"/>
                      <a:pt x="1563" y="931"/>
                    </a:cubicBezTo>
                    <a:cubicBezTo>
                      <a:pt x="516" y="1503"/>
                      <a:pt x="325" y="1979"/>
                      <a:pt x="706" y="2170"/>
                    </a:cubicBezTo>
                    <a:cubicBezTo>
                      <a:pt x="1087" y="2455"/>
                      <a:pt x="1849" y="2265"/>
                      <a:pt x="2897" y="169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95" name="Google Shape;1295;p33"/>
            <p:cNvSpPr/>
            <p:nvPr/>
          </p:nvSpPr>
          <p:spPr>
            <a:xfrm>
              <a:off x="7514288" y="2439783"/>
              <a:ext cx="75748" cy="43345"/>
            </a:xfrm>
            <a:custGeom>
              <a:avLst/>
              <a:gdLst/>
              <a:ahLst/>
              <a:cxnLst/>
              <a:rect l="l" t="t" r="r" b="b"/>
              <a:pathLst>
                <a:path w="27050" h="15478" extrusionOk="0">
                  <a:moveTo>
                    <a:pt x="23622" y="5215"/>
                  </a:moveTo>
                  <a:lnTo>
                    <a:pt x="15145" y="357"/>
                  </a:lnTo>
                  <a:cubicBezTo>
                    <a:pt x="14288" y="-119"/>
                    <a:pt x="12763" y="-119"/>
                    <a:pt x="11906" y="357"/>
                  </a:cubicBezTo>
                  <a:lnTo>
                    <a:pt x="3429" y="5215"/>
                  </a:lnTo>
                  <a:lnTo>
                    <a:pt x="0" y="5215"/>
                  </a:lnTo>
                  <a:lnTo>
                    <a:pt x="0" y="7691"/>
                  </a:lnTo>
                  <a:cubicBezTo>
                    <a:pt x="0" y="7691"/>
                    <a:pt x="190" y="8358"/>
                    <a:pt x="667" y="8644"/>
                  </a:cubicBezTo>
                  <a:lnTo>
                    <a:pt x="11906" y="15121"/>
                  </a:lnTo>
                  <a:cubicBezTo>
                    <a:pt x="12763" y="15597"/>
                    <a:pt x="14288" y="15597"/>
                    <a:pt x="15145" y="15121"/>
                  </a:cubicBezTo>
                  <a:lnTo>
                    <a:pt x="26384" y="8644"/>
                  </a:lnTo>
                  <a:cubicBezTo>
                    <a:pt x="26384" y="8644"/>
                    <a:pt x="27051" y="8073"/>
                    <a:pt x="27051" y="7691"/>
                  </a:cubicBezTo>
                  <a:lnTo>
                    <a:pt x="27051" y="5120"/>
                  </a:lnTo>
                  <a:lnTo>
                    <a:pt x="23622" y="512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6" name="Google Shape;1296;p33"/>
            <p:cNvSpPr/>
            <p:nvPr/>
          </p:nvSpPr>
          <p:spPr>
            <a:xfrm>
              <a:off x="7514356" y="2432314"/>
              <a:ext cx="75617" cy="43611"/>
            </a:xfrm>
            <a:custGeom>
              <a:avLst/>
              <a:gdLst/>
              <a:ahLst/>
              <a:cxnLst/>
              <a:rect l="l" t="t" r="r" b="b"/>
              <a:pathLst>
                <a:path w="27003" h="15573" extrusionOk="0">
                  <a:moveTo>
                    <a:pt x="15121" y="15216"/>
                  </a:moveTo>
                  <a:cubicBezTo>
                    <a:pt x="14264" y="15692"/>
                    <a:pt x="12740" y="15692"/>
                    <a:pt x="11882" y="15216"/>
                  </a:cubicBezTo>
                  <a:lnTo>
                    <a:pt x="643" y="8739"/>
                  </a:lnTo>
                  <a:cubicBezTo>
                    <a:pt x="-214" y="8263"/>
                    <a:pt x="-214" y="7406"/>
                    <a:pt x="643" y="6834"/>
                  </a:cubicBezTo>
                  <a:lnTo>
                    <a:pt x="11882" y="357"/>
                  </a:lnTo>
                  <a:cubicBezTo>
                    <a:pt x="12740" y="-119"/>
                    <a:pt x="14264" y="-119"/>
                    <a:pt x="15121" y="357"/>
                  </a:cubicBezTo>
                  <a:lnTo>
                    <a:pt x="26360" y="6834"/>
                  </a:lnTo>
                  <a:cubicBezTo>
                    <a:pt x="27217" y="7310"/>
                    <a:pt x="27217"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297" name="Google Shape;1297;p33"/>
            <p:cNvGrpSpPr/>
            <p:nvPr/>
          </p:nvGrpSpPr>
          <p:grpSpPr>
            <a:xfrm>
              <a:off x="7537228" y="2445583"/>
              <a:ext cx="28804" cy="18138"/>
              <a:chOff x="2994911" y="5167142"/>
              <a:chExt cx="10286" cy="6477"/>
            </a:xfrm>
          </p:grpSpPr>
          <p:sp>
            <p:nvSpPr>
              <p:cNvPr id="1298" name="Google Shape;1298;p33"/>
              <p:cNvSpPr/>
              <p:nvPr/>
            </p:nvSpPr>
            <p:spPr>
              <a:xfrm>
                <a:off x="2994911" y="5167142"/>
                <a:ext cx="5715" cy="2476"/>
              </a:xfrm>
              <a:custGeom>
                <a:avLst/>
                <a:gdLst/>
                <a:ahLst/>
                <a:cxnLst/>
                <a:rect l="l" t="t" r="r" b="b"/>
                <a:pathLst>
                  <a:path w="5715" h="2476" extrusionOk="0">
                    <a:moveTo>
                      <a:pt x="3620" y="0"/>
                    </a:moveTo>
                    <a:lnTo>
                      <a:pt x="5715" y="1238"/>
                    </a:lnTo>
                    <a:lnTo>
                      <a:pt x="5334" y="1429"/>
                    </a:lnTo>
                    <a:lnTo>
                      <a:pt x="3715" y="476"/>
                    </a:lnTo>
                    <a:lnTo>
                      <a:pt x="2477" y="1238"/>
                    </a:lnTo>
                    <a:lnTo>
                      <a:pt x="3905" y="2096"/>
                    </a:lnTo>
                    <a:lnTo>
                      <a:pt x="3524" y="2286"/>
                    </a:lnTo>
                    <a:lnTo>
                      <a:pt x="2096" y="1524"/>
                    </a:lnTo>
                    <a:lnTo>
                      <a:pt x="476" y="2477"/>
                    </a:lnTo>
                    <a:lnTo>
                      <a:pt x="0" y="2191"/>
                    </a:lnTo>
                    <a:lnTo>
                      <a:pt x="3715" y="9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9" name="Google Shape;1299;p33"/>
              <p:cNvSpPr/>
              <p:nvPr/>
            </p:nvSpPr>
            <p:spPr>
              <a:xfrm>
                <a:off x="2997673" y="5169047"/>
                <a:ext cx="4762" cy="2953"/>
              </a:xfrm>
              <a:custGeom>
                <a:avLst/>
                <a:gdLst/>
                <a:ahLst/>
                <a:cxnLst/>
                <a:rect l="l" t="t" r="r" b="b"/>
                <a:pathLst>
                  <a:path w="4762" h="2953" extrusionOk="0">
                    <a:moveTo>
                      <a:pt x="190" y="1619"/>
                    </a:moveTo>
                    <a:lnTo>
                      <a:pt x="1048" y="2096"/>
                    </a:lnTo>
                    <a:lnTo>
                      <a:pt x="3715" y="572"/>
                    </a:lnTo>
                    <a:lnTo>
                      <a:pt x="3048" y="191"/>
                    </a:lnTo>
                    <a:lnTo>
                      <a:pt x="3334" y="0"/>
                    </a:lnTo>
                    <a:cubicBezTo>
                      <a:pt x="3334" y="0"/>
                      <a:pt x="4001" y="286"/>
                      <a:pt x="4381" y="286"/>
                    </a:cubicBezTo>
                    <a:lnTo>
                      <a:pt x="4763" y="476"/>
                    </a:lnTo>
                    <a:lnTo>
                      <a:pt x="1619" y="2286"/>
                    </a:lnTo>
                    <a:lnTo>
                      <a:pt x="2381" y="2762"/>
                    </a:lnTo>
                    <a:lnTo>
                      <a:pt x="2000" y="2953"/>
                    </a:lnTo>
                    <a:lnTo>
                      <a:pt x="0" y="1810"/>
                    </a:lnTo>
                    <a:lnTo>
                      <a:pt x="381" y="1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0" name="Google Shape;1300;p33"/>
              <p:cNvSpPr/>
              <p:nvPr/>
            </p:nvSpPr>
            <p:spPr>
              <a:xfrm>
                <a:off x="3000340" y="5170667"/>
                <a:ext cx="4857" cy="2952"/>
              </a:xfrm>
              <a:custGeom>
                <a:avLst/>
                <a:gdLst/>
                <a:ahLst/>
                <a:cxnLst/>
                <a:rect l="l" t="t" r="r" b="b"/>
                <a:pathLst>
                  <a:path w="4857" h="2952" extrusionOk="0">
                    <a:moveTo>
                      <a:pt x="381" y="1619"/>
                    </a:moveTo>
                    <a:lnTo>
                      <a:pt x="1238" y="2096"/>
                    </a:lnTo>
                    <a:lnTo>
                      <a:pt x="3905" y="571"/>
                    </a:lnTo>
                    <a:lnTo>
                      <a:pt x="3238" y="190"/>
                    </a:lnTo>
                    <a:lnTo>
                      <a:pt x="3524" y="0"/>
                    </a:lnTo>
                    <a:cubicBezTo>
                      <a:pt x="3524" y="0"/>
                      <a:pt x="4191" y="190"/>
                      <a:pt x="4477" y="286"/>
                    </a:cubicBezTo>
                    <a:lnTo>
                      <a:pt x="4858" y="476"/>
                    </a:lnTo>
                    <a:lnTo>
                      <a:pt x="1619" y="2381"/>
                    </a:lnTo>
                    <a:lnTo>
                      <a:pt x="2381" y="2762"/>
                    </a:lnTo>
                    <a:lnTo>
                      <a:pt x="2000" y="2953"/>
                    </a:lnTo>
                    <a:lnTo>
                      <a:pt x="0" y="1810"/>
                    </a:lnTo>
                    <a:lnTo>
                      <a:pt x="381" y="1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01" name="Google Shape;1301;p33"/>
            <p:cNvSpPr/>
            <p:nvPr/>
          </p:nvSpPr>
          <p:spPr>
            <a:xfrm>
              <a:off x="7562300" y="2467255"/>
              <a:ext cx="75748" cy="43611"/>
            </a:xfrm>
            <a:custGeom>
              <a:avLst/>
              <a:gdLst/>
              <a:ahLst/>
              <a:cxnLst/>
              <a:rect l="l" t="t" r="r" b="b"/>
              <a:pathLst>
                <a:path w="27050" h="15573" extrusionOk="0">
                  <a:moveTo>
                    <a:pt x="23622" y="5310"/>
                  </a:moveTo>
                  <a:lnTo>
                    <a:pt x="15145" y="357"/>
                  </a:lnTo>
                  <a:cubicBezTo>
                    <a:pt x="14288" y="-119"/>
                    <a:pt x="12763" y="-119"/>
                    <a:pt x="11906" y="357"/>
                  </a:cubicBezTo>
                  <a:lnTo>
                    <a:pt x="3429" y="5310"/>
                  </a:lnTo>
                  <a:lnTo>
                    <a:pt x="0" y="5310"/>
                  </a:lnTo>
                  <a:lnTo>
                    <a:pt x="0" y="7787"/>
                  </a:lnTo>
                  <a:cubicBezTo>
                    <a:pt x="0" y="7787"/>
                    <a:pt x="191" y="8453"/>
                    <a:pt x="667" y="8739"/>
                  </a:cubicBezTo>
                  <a:lnTo>
                    <a:pt x="11906" y="15216"/>
                  </a:lnTo>
                  <a:cubicBezTo>
                    <a:pt x="12859" y="15692"/>
                    <a:pt x="14288" y="15692"/>
                    <a:pt x="15145" y="15216"/>
                  </a:cubicBezTo>
                  <a:lnTo>
                    <a:pt x="26384" y="8739"/>
                  </a:lnTo>
                  <a:cubicBezTo>
                    <a:pt x="26384" y="8739"/>
                    <a:pt x="27051" y="8168"/>
                    <a:pt x="27051" y="7787"/>
                  </a:cubicBezTo>
                  <a:lnTo>
                    <a:pt x="27051" y="5310"/>
                  </a:lnTo>
                  <a:lnTo>
                    <a:pt x="23622" y="531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2" name="Google Shape;1302;p33"/>
            <p:cNvSpPr/>
            <p:nvPr/>
          </p:nvSpPr>
          <p:spPr>
            <a:xfrm>
              <a:off x="7562367" y="2459786"/>
              <a:ext cx="75617" cy="43809"/>
            </a:xfrm>
            <a:custGeom>
              <a:avLst/>
              <a:gdLst/>
              <a:ahLst/>
              <a:cxnLst/>
              <a:rect l="l" t="t" r="r" b="b"/>
              <a:pathLst>
                <a:path w="27003" h="15644" extrusionOk="0">
                  <a:moveTo>
                    <a:pt x="15121" y="15216"/>
                  </a:moveTo>
                  <a:cubicBezTo>
                    <a:pt x="14264" y="15788"/>
                    <a:pt x="12740" y="15788"/>
                    <a:pt x="11882" y="15216"/>
                  </a:cubicBezTo>
                  <a:lnTo>
                    <a:pt x="643" y="8739"/>
                  </a:lnTo>
                  <a:cubicBezTo>
                    <a:pt x="-214" y="8263"/>
                    <a:pt x="-214" y="7406"/>
                    <a:pt x="643" y="6834"/>
                  </a:cubicBezTo>
                  <a:lnTo>
                    <a:pt x="11882" y="357"/>
                  </a:lnTo>
                  <a:cubicBezTo>
                    <a:pt x="12835" y="-119"/>
                    <a:pt x="14264" y="-119"/>
                    <a:pt x="15121" y="357"/>
                  </a:cubicBezTo>
                  <a:lnTo>
                    <a:pt x="26361" y="6834"/>
                  </a:lnTo>
                  <a:cubicBezTo>
                    <a:pt x="27218" y="7310"/>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03" name="Google Shape;1303;p33"/>
            <p:cNvGrpSpPr/>
            <p:nvPr/>
          </p:nvGrpSpPr>
          <p:grpSpPr>
            <a:xfrm>
              <a:off x="7584971" y="2473057"/>
              <a:ext cx="29406" cy="18670"/>
              <a:chOff x="3011960" y="5176953"/>
              <a:chExt cx="10501" cy="6667"/>
            </a:xfrm>
          </p:grpSpPr>
          <p:sp>
            <p:nvSpPr>
              <p:cNvPr id="1304" name="Google Shape;1304;p33"/>
              <p:cNvSpPr/>
              <p:nvPr/>
            </p:nvSpPr>
            <p:spPr>
              <a:xfrm>
                <a:off x="3011960" y="5176953"/>
                <a:ext cx="5715" cy="2381"/>
              </a:xfrm>
              <a:custGeom>
                <a:avLst/>
                <a:gdLst/>
                <a:ahLst/>
                <a:cxnLst/>
                <a:rect l="l" t="t" r="r" b="b"/>
                <a:pathLst>
                  <a:path w="5715" h="2381" extrusionOk="0">
                    <a:moveTo>
                      <a:pt x="3620" y="95"/>
                    </a:moveTo>
                    <a:lnTo>
                      <a:pt x="5715" y="1333"/>
                    </a:lnTo>
                    <a:lnTo>
                      <a:pt x="5334" y="1524"/>
                    </a:lnTo>
                    <a:lnTo>
                      <a:pt x="3715" y="571"/>
                    </a:lnTo>
                    <a:lnTo>
                      <a:pt x="2477" y="1333"/>
                    </a:lnTo>
                    <a:lnTo>
                      <a:pt x="3905" y="2096"/>
                    </a:lnTo>
                    <a:lnTo>
                      <a:pt x="3524" y="2286"/>
                    </a:lnTo>
                    <a:lnTo>
                      <a:pt x="2096" y="1429"/>
                    </a:lnTo>
                    <a:lnTo>
                      <a:pt x="476" y="2381"/>
                    </a:lnTo>
                    <a:lnTo>
                      <a:pt x="0" y="2096"/>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5" name="Google Shape;1305;p33"/>
              <p:cNvSpPr/>
              <p:nvPr/>
            </p:nvSpPr>
            <p:spPr>
              <a:xfrm>
                <a:off x="3014818" y="5178858"/>
                <a:ext cx="4762" cy="2953"/>
              </a:xfrm>
              <a:custGeom>
                <a:avLst/>
                <a:gdLst/>
                <a:ahLst/>
                <a:cxnLst/>
                <a:rect l="l" t="t" r="r" b="b"/>
                <a:pathLst>
                  <a:path w="4762" h="2953" extrusionOk="0">
                    <a:moveTo>
                      <a:pt x="190" y="1619"/>
                    </a:moveTo>
                    <a:lnTo>
                      <a:pt x="1048" y="2096"/>
                    </a:lnTo>
                    <a:lnTo>
                      <a:pt x="3715" y="572"/>
                    </a:lnTo>
                    <a:lnTo>
                      <a:pt x="3048" y="191"/>
                    </a:lnTo>
                    <a:lnTo>
                      <a:pt x="3334" y="0"/>
                    </a:lnTo>
                    <a:cubicBezTo>
                      <a:pt x="3334" y="0"/>
                      <a:pt x="4000" y="286"/>
                      <a:pt x="4381" y="286"/>
                    </a:cubicBezTo>
                    <a:lnTo>
                      <a:pt x="4763" y="476"/>
                    </a:lnTo>
                    <a:lnTo>
                      <a:pt x="1619" y="2381"/>
                    </a:lnTo>
                    <a:lnTo>
                      <a:pt x="2381" y="2762"/>
                    </a:lnTo>
                    <a:lnTo>
                      <a:pt x="2000" y="2953"/>
                    </a:lnTo>
                    <a:lnTo>
                      <a:pt x="0" y="1810"/>
                    </a:lnTo>
                    <a:lnTo>
                      <a:pt x="381" y="1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6" name="Google Shape;1306;p33"/>
              <p:cNvSpPr/>
              <p:nvPr/>
            </p:nvSpPr>
            <p:spPr>
              <a:xfrm>
                <a:off x="3017294" y="5180477"/>
                <a:ext cx="5167" cy="3143"/>
              </a:xfrm>
              <a:custGeom>
                <a:avLst/>
                <a:gdLst/>
                <a:ahLst/>
                <a:cxnLst/>
                <a:rect l="l" t="t" r="r" b="b"/>
                <a:pathLst>
                  <a:path w="5167" h="3143" extrusionOk="0">
                    <a:moveTo>
                      <a:pt x="191" y="1619"/>
                    </a:moveTo>
                    <a:cubicBezTo>
                      <a:pt x="2381" y="1619"/>
                      <a:pt x="3620" y="1619"/>
                      <a:pt x="4191" y="1238"/>
                    </a:cubicBezTo>
                    <a:cubicBezTo>
                      <a:pt x="4572" y="953"/>
                      <a:pt x="4667" y="667"/>
                      <a:pt x="4191" y="476"/>
                    </a:cubicBezTo>
                    <a:cubicBezTo>
                      <a:pt x="3905" y="286"/>
                      <a:pt x="3429" y="286"/>
                      <a:pt x="3048" y="286"/>
                    </a:cubicBezTo>
                    <a:lnTo>
                      <a:pt x="3048" y="0"/>
                    </a:lnTo>
                    <a:cubicBezTo>
                      <a:pt x="3620" y="0"/>
                      <a:pt x="4191" y="0"/>
                      <a:pt x="4667" y="286"/>
                    </a:cubicBezTo>
                    <a:cubicBezTo>
                      <a:pt x="5334" y="667"/>
                      <a:pt x="5334" y="1143"/>
                      <a:pt x="4667" y="1524"/>
                    </a:cubicBezTo>
                    <a:cubicBezTo>
                      <a:pt x="4001" y="1905"/>
                      <a:pt x="2667" y="2000"/>
                      <a:pt x="953" y="2000"/>
                    </a:cubicBezTo>
                    <a:cubicBezTo>
                      <a:pt x="1143" y="2000"/>
                      <a:pt x="1429" y="2191"/>
                      <a:pt x="1619" y="2286"/>
                    </a:cubicBezTo>
                    <a:lnTo>
                      <a:pt x="2667" y="2857"/>
                    </a:lnTo>
                    <a:lnTo>
                      <a:pt x="2286" y="3143"/>
                    </a:lnTo>
                    <a:lnTo>
                      <a:pt x="0" y="1810"/>
                    </a:lnTo>
                    <a:lnTo>
                      <a:pt x="286" y="1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07" name="Google Shape;1307;p33"/>
            <p:cNvSpPr/>
            <p:nvPr/>
          </p:nvSpPr>
          <p:spPr>
            <a:xfrm>
              <a:off x="7418266" y="2384302"/>
              <a:ext cx="75748" cy="43611"/>
            </a:xfrm>
            <a:custGeom>
              <a:avLst/>
              <a:gdLst/>
              <a:ahLst/>
              <a:cxnLst/>
              <a:rect l="l" t="t" r="r" b="b"/>
              <a:pathLst>
                <a:path w="27050" h="15573" extrusionOk="0">
                  <a:moveTo>
                    <a:pt x="23622" y="5215"/>
                  </a:moveTo>
                  <a:lnTo>
                    <a:pt x="15145" y="357"/>
                  </a:lnTo>
                  <a:cubicBezTo>
                    <a:pt x="14192" y="-119"/>
                    <a:pt x="12763" y="-119"/>
                    <a:pt x="11906" y="357"/>
                  </a:cubicBezTo>
                  <a:lnTo>
                    <a:pt x="3429" y="5215"/>
                  </a:lnTo>
                  <a:lnTo>
                    <a:pt x="0" y="5215"/>
                  </a:lnTo>
                  <a:lnTo>
                    <a:pt x="0" y="7787"/>
                  </a:lnTo>
                  <a:cubicBezTo>
                    <a:pt x="0" y="7787"/>
                    <a:pt x="286" y="8453"/>
                    <a:pt x="667" y="8739"/>
                  </a:cubicBezTo>
                  <a:lnTo>
                    <a:pt x="11906" y="15216"/>
                  </a:lnTo>
                  <a:cubicBezTo>
                    <a:pt x="12763" y="15693"/>
                    <a:pt x="14288" y="15693"/>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8" name="Google Shape;1308;p33"/>
            <p:cNvSpPr/>
            <p:nvPr/>
          </p:nvSpPr>
          <p:spPr>
            <a:xfrm>
              <a:off x="7418333" y="2376631"/>
              <a:ext cx="75350" cy="43809"/>
            </a:xfrm>
            <a:custGeom>
              <a:avLst/>
              <a:gdLst/>
              <a:ahLst/>
              <a:cxnLst/>
              <a:rect l="l" t="t" r="r" b="b"/>
              <a:pathLst>
                <a:path w="26908" h="15644" extrusionOk="0">
                  <a:moveTo>
                    <a:pt x="15121" y="15288"/>
                  </a:moveTo>
                  <a:cubicBezTo>
                    <a:pt x="14168" y="15764"/>
                    <a:pt x="12740" y="15764"/>
                    <a:pt x="11882" y="15288"/>
                  </a:cubicBezTo>
                  <a:lnTo>
                    <a:pt x="643" y="8811"/>
                  </a:lnTo>
                  <a:cubicBezTo>
                    <a:pt x="-214" y="8335"/>
                    <a:pt x="-214" y="7382"/>
                    <a:pt x="643" y="6906"/>
                  </a:cubicBezTo>
                  <a:lnTo>
                    <a:pt x="11787" y="429"/>
                  </a:lnTo>
                  <a:cubicBezTo>
                    <a:pt x="12740" y="-143"/>
                    <a:pt x="14168" y="-143"/>
                    <a:pt x="15026" y="429"/>
                  </a:cubicBezTo>
                  <a:lnTo>
                    <a:pt x="26265" y="6906"/>
                  </a:lnTo>
                  <a:cubicBezTo>
                    <a:pt x="27122" y="7382"/>
                    <a:pt x="27122" y="8335"/>
                    <a:pt x="26265" y="8811"/>
                  </a:cubicBezTo>
                  <a:lnTo>
                    <a:pt x="15026"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09" name="Google Shape;1309;p33"/>
            <p:cNvGrpSpPr/>
            <p:nvPr/>
          </p:nvGrpSpPr>
          <p:grpSpPr>
            <a:xfrm>
              <a:off x="7444939" y="2392504"/>
              <a:ext cx="20848" cy="12518"/>
              <a:chOff x="2961954" y="5148188"/>
              <a:chExt cx="7445" cy="4470"/>
            </a:xfrm>
          </p:grpSpPr>
          <p:sp>
            <p:nvSpPr>
              <p:cNvPr id="1310" name="Google Shape;1310;p33"/>
              <p:cNvSpPr/>
              <p:nvPr/>
            </p:nvSpPr>
            <p:spPr>
              <a:xfrm>
                <a:off x="2961954" y="5148188"/>
                <a:ext cx="5715" cy="2476"/>
              </a:xfrm>
              <a:custGeom>
                <a:avLst/>
                <a:gdLst/>
                <a:ahLst/>
                <a:cxnLst/>
                <a:rect l="l" t="t" r="r" b="b"/>
                <a:pathLst>
                  <a:path w="5715" h="2476" extrusionOk="0">
                    <a:moveTo>
                      <a:pt x="3620" y="0"/>
                    </a:moveTo>
                    <a:lnTo>
                      <a:pt x="5715" y="1238"/>
                    </a:lnTo>
                    <a:lnTo>
                      <a:pt x="5334" y="1429"/>
                    </a:lnTo>
                    <a:lnTo>
                      <a:pt x="3715" y="476"/>
                    </a:lnTo>
                    <a:lnTo>
                      <a:pt x="2477" y="1238"/>
                    </a:lnTo>
                    <a:lnTo>
                      <a:pt x="3905" y="2095"/>
                    </a:lnTo>
                    <a:lnTo>
                      <a:pt x="3524" y="2286"/>
                    </a:lnTo>
                    <a:lnTo>
                      <a:pt x="2096" y="1524"/>
                    </a:lnTo>
                    <a:lnTo>
                      <a:pt x="476" y="2476"/>
                    </a:lnTo>
                    <a:lnTo>
                      <a:pt x="0" y="2191"/>
                    </a:lnTo>
                    <a:lnTo>
                      <a:pt x="3715" y="9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1" name="Google Shape;1311;p33"/>
              <p:cNvSpPr/>
              <p:nvPr/>
            </p:nvSpPr>
            <p:spPr>
              <a:xfrm>
                <a:off x="2964621" y="5149997"/>
                <a:ext cx="4778" cy="2661"/>
              </a:xfrm>
              <a:custGeom>
                <a:avLst/>
                <a:gdLst/>
                <a:ahLst/>
                <a:cxnLst/>
                <a:rect l="l" t="t" r="r" b="b"/>
                <a:pathLst>
                  <a:path w="4778" h="2661" extrusionOk="0">
                    <a:moveTo>
                      <a:pt x="95" y="1619"/>
                    </a:moveTo>
                    <a:lnTo>
                      <a:pt x="667" y="1619"/>
                    </a:lnTo>
                    <a:cubicBezTo>
                      <a:pt x="667" y="1619"/>
                      <a:pt x="667" y="2000"/>
                      <a:pt x="953" y="2095"/>
                    </a:cubicBezTo>
                    <a:cubicBezTo>
                      <a:pt x="1429" y="2381"/>
                      <a:pt x="2286" y="2381"/>
                      <a:pt x="3429" y="1715"/>
                    </a:cubicBezTo>
                    <a:cubicBezTo>
                      <a:pt x="2953" y="1715"/>
                      <a:pt x="2477" y="1715"/>
                      <a:pt x="2096" y="1524"/>
                    </a:cubicBezTo>
                    <a:cubicBezTo>
                      <a:pt x="1524" y="1143"/>
                      <a:pt x="1429" y="762"/>
                      <a:pt x="2096" y="286"/>
                    </a:cubicBezTo>
                    <a:cubicBezTo>
                      <a:pt x="2762" y="-95"/>
                      <a:pt x="3715" y="-95"/>
                      <a:pt x="4286" y="286"/>
                    </a:cubicBezTo>
                    <a:cubicBezTo>
                      <a:pt x="5048" y="667"/>
                      <a:pt x="4953" y="1333"/>
                      <a:pt x="3810" y="2000"/>
                    </a:cubicBezTo>
                    <a:cubicBezTo>
                      <a:pt x="2381" y="2858"/>
                      <a:pt x="1143" y="2762"/>
                      <a:pt x="476" y="2381"/>
                    </a:cubicBezTo>
                    <a:cubicBezTo>
                      <a:pt x="95" y="2191"/>
                      <a:pt x="0" y="1905"/>
                      <a:pt x="0" y="1619"/>
                    </a:cubicBezTo>
                    <a:close/>
                    <a:moveTo>
                      <a:pt x="3810" y="1619"/>
                    </a:moveTo>
                    <a:cubicBezTo>
                      <a:pt x="4381" y="1143"/>
                      <a:pt x="4572" y="857"/>
                      <a:pt x="4096" y="572"/>
                    </a:cubicBezTo>
                    <a:cubicBezTo>
                      <a:pt x="3715" y="381"/>
                      <a:pt x="3143" y="381"/>
                      <a:pt x="2667" y="572"/>
                    </a:cubicBezTo>
                    <a:cubicBezTo>
                      <a:pt x="2191" y="857"/>
                      <a:pt x="2096" y="1143"/>
                      <a:pt x="2572" y="1429"/>
                    </a:cubicBezTo>
                    <a:cubicBezTo>
                      <a:pt x="2858" y="1524"/>
                      <a:pt x="3238" y="1619"/>
                      <a:pt x="3810" y="16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12" name="Google Shape;1312;p33"/>
            <p:cNvSpPr/>
            <p:nvPr/>
          </p:nvSpPr>
          <p:spPr>
            <a:xfrm>
              <a:off x="6753312" y="2141036"/>
              <a:ext cx="112023" cy="64684"/>
            </a:xfrm>
            <a:custGeom>
              <a:avLst/>
              <a:gdLst/>
              <a:ahLst/>
              <a:cxnLst/>
              <a:rect l="l" t="t" r="r" b="b"/>
              <a:pathLst>
                <a:path w="40004" h="23098" extrusionOk="0">
                  <a:moveTo>
                    <a:pt x="40005" y="15311"/>
                  </a:moveTo>
                  <a:lnTo>
                    <a:pt x="40005" y="12739"/>
                  </a:lnTo>
                  <a:lnTo>
                    <a:pt x="36481" y="12739"/>
                  </a:lnTo>
                  <a:lnTo>
                    <a:pt x="15050" y="357"/>
                  </a:lnTo>
                  <a:cubicBezTo>
                    <a:pt x="14097" y="-119"/>
                    <a:pt x="12668" y="-119"/>
                    <a:pt x="11811" y="357"/>
                  </a:cubicBezTo>
                  <a:lnTo>
                    <a:pt x="2476" y="5786"/>
                  </a:lnTo>
                  <a:lnTo>
                    <a:pt x="2476" y="5215"/>
                  </a:lnTo>
                  <a:lnTo>
                    <a:pt x="0" y="5215"/>
                  </a:lnTo>
                  <a:lnTo>
                    <a:pt x="0" y="7787"/>
                  </a:lnTo>
                  <a:cubicBezTo>
                    <a:pt x="0" y="7787"/>
                    <a:pt x="190" y="8453"/>
                    <a:pt x="667" y="8739"/>
                  </a:cubicBezTo>
                  <a:lnTo>
                    <a:pt x="24860" y="22741"/>
                  </a:lnTo>
                  <a:cubicBezTo>
                    <a:pt x="25813" y="23217"/>
                    <a:pt x="27242" y="23217"/>
                    <a:pt x="28099" y="22741"/>
                  </a:cubicBezTo>
                  <a:lnTo>
                    <a:pt x="39338" y="16264"/>
                  </a:lnTo>
                  <a:cubicBezTo>
                    <a:pt x="39338" y="16264"/>
                    <a:pt x="40005" y="15692"/>
                    <a:pt x="40005" y="1531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3" name="Google Shape;1313;p33"/>
            <p:cNvSpPr/>
            <p:nvPr/>
          </p:nvSpPr>
          <p:spPr>
            <a:xfrm>
              <a:off x="6753380" y="2133568"/>
              <a:ext cx="112359" cy="64684"/>
            </a:xfrm>
            <a:custGeom>
              <a:avLst/>
              <a:gdLst/>
              <a:ahLst/>
              <a:cxnLst/>
              <a:rect l="l" t="t" r="r" b="b"/>
              <a:pathLst>
                <a:path w="40124" h="23098" extrusionOk="0">
                  <a:moveTo>
                    <a:pt x="28075" y="22741"/>
                  </a:moveTo>
                  <a:cubicBezTo>
                    <a:pt x="27122" y="23217"/>
                    <a:pt x="25694" y="23217"/>
                    <a:pt x="24836" y="22741"/>
                  </a:cubicBezTo>
                  <a:lnTo>
                    <a:pt x="643" y="8739"/>
                  </a:lnTo>
                  <a:cubicBezTo>
                    <a:pt x="-214" y="8263"/>
                    <a:pt x="-214" y="7406"/>
                    <a:pt x="643" y="6834"/>
                  </a:cubicBezTo>
                  <a:lnTo>
                    <a:pt x="11882" y="357"/>
                  </a:lnTo>
                  <a:cubicBezTo>
                    <a:pt x="12740" y="-119"/>
                    <a:pt x="14264" y="-119"/>
                    <a:pt x="15121" y="357"/>
                  </a:cubicBezTo>
                  <a:lnTo>
                    <a:pt x="39410" y="14359"/>
                  </a:lnTo>
                  <a:cubicBezTo>
                    <a:pt x="40362" y="14835"/>
                    <a:pt x="40362" y="15692"/>
                    <a:pt x="39410" y="16264"/>
                  </a:cubicBezTo>
                  <a:lnTo>
                    <a:pt x="28170" y="2274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14" name="Google Shape;1314;p33"/>
            <p:cNvGrpSpPr/>
            <p:nvPr/>
          </p:nvGrpSpPr>
          <p:grpSpPr>
            <a:xfrm>
              <a:off x="6770383" y="2151104"/>
              <a:ext cx="25945" cy="18418"/>
              <a:chOff x="2721067" y="5061986"/>
              <a:chExt cx="9265" cy="6577"/>
            </a:xfrm>
          </p:grpSpPr>
          <p:sp>
            <p:nvSpPr>
              <p:cNvPr id="1315" name="Google Shape;1315;p33"/>
              <p:cNvSpPr/>
              <p:nvPr/>
            </p:nvSpPr>
            <p:spPr>
              <a:xfrm>
                <a:off x="2721067" y="5061986"/>
                <a:ext cx="5333" cy="3048"/>
              </a:xfrm>
              <a:custGeom>
                <a:avLst/>
                <a:gdLst/>
                <a:ahLst/>
                <a:cxnLst/>
                <a:rect l="l" t="t" r="r" b="b"/>
                <a:pathLst>
                  <a:path w="5333" h="3048" extrusionOk="0">
                    <a:moveTo>
                      <a:pt x="3429" y="857"/>
                    </a:moveTo>
                    <a:lnTo>
                      <a:pt x="2286" y="190"/>
                    </a:lnTo>
                    <a:lnTo>
                      <a:pt x="2667" y="0"/>
                    </a:lnTo>
                    <a:lnTo>
                      <a:pt x="5334" y="1619"/>
                    </a:lnTo>
                    <a:lnTo>
                      <a:pt x="4953" y="1810"/>
                    </a:lnTo>
                    <a:lnTo>
                      <a:pt x="3810" y="1143"/>
                    </a:lnTo>
                    <a:lnTo>
                      <a:pt x="476" y="3048"/>
                    </a:lnTo>
                    <a:lnTo>
                      <a:pt x="0" y="2762"/>
                    </a:lnTo>
                    <a:lnTo>
                      <a:pt x="3334" y="85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6" name="Google Shape;1316;p33"/>
              <p:cNvSpPr/>
              <p:nvPr/>
            </p:nvSpPr>
            <p:spPr>
              <a:xfrm>
                <a:off x="2723091" y="5064463"/>
                <a:ext cx="4105" cy="2571"/>
              </a:xfrm>
              <a:custGeom>
                <a:avLst/>
                <a:gdLst/>
                <a:ahLst/>
                <a:cxnLst/>
                <a:rect l="l" t="t" r="r" b="b"/>
                <a:pathLst>
                  <a:path w="4105" h="2571" extrusionOk="0">
                    <a:moveTo>
                      <a:pt x="452" y="857"/>
                    </a:moveTo>
                    <a:cubicBezTo>
                      <a:pt x="1024" y="571"/>
                      <a:pt x="1881" y="667"/>
                      <a:pt x="3119" y="1238"/>
                    </a:cubicBezTo>
                    <a:cubicBezTo>
                      <a:pt x="3500" y="1048"/>
                      <a:pt x="3691" y="762"/>
                      <a:pt x="3215" y="571"/>
                    </a:cubicBezTo>
                    <a:cubicBezTo>
                      <a:pt x="2929" y="381"/>
                      <a:pt x="2453" y="286"/>
                      <a:pt x="2072" y="286"/>
                    </a:cubicBezTo>
                    <a:lnTo>
                      <a:pt x="2262" y="0"/>
                    </a:lnTo>
                    <a:cubicBezTo>
                      <a:pt x="2262" y="0"/>
                      <a:pt x="3215" y="190"/>
                      <a:pt x="3691" y="381"/>
                    </a:cubicBezTo>
                    <a:cubicBezTo>
                      <a:pt x="4358" y="762"/>
                      <a:pt x="4167" y="1238"/>
                      <a:pt x="3500" y="1619"/>
                    </a:cubicBezTo>
                    <a:lnTo>
                      <a:pt x="1786" y="2572"/>
                    </a:lnTo>
                    <a:lnTo>
                      <a:pt x="1405" y="2381"/>
                    </a:lnTo>
                    <a:lnTo>
                      <a:pt x="1691" y="2191"/>
                    </a:lnTo>
                    <a:lnTo>
                      <a:pt x="1691" y="2191"/>
                    </a:lnTo>
                    <a:cubicBezTo>
                      <a:pt x="1214" y="2191"/>
                      <a:pt x="738" y="2096"/>
                      <a:pt x="357" y="1905"/>
                    </a:cubicBezTo>
                    <a:cubicBezTo>
                      <a:pt x="-119" y="1619"/>
                      <a:pt x="-119" y="1238"/>
                      <a:pt x="357" y="953"/>
                    </a:cubicBezTo>
                    <a:close/>
                    <a:moveTo>
                      <a:pt x="2072" y="1905"/>
                    </a:moveTo>
                    <a:lnTo>
                      <a:pt x="2834" y="1429"/>
                    </a:lnTo>
                    <a:cubicBezTo>
                      <a:pt x="1786" y="953"/>
                      <a:pt x="1310" y="953"/>
                      <a:pt x="929" y="1143"/>
                    </a:cubicBezTo>
                    <a:cubicBezTo>
                      <a:pt x="643" y="1333"/>
                      <a:pt x="738" y="1524"/>
                      <a:pt x="929" y="1714"/>
                    </a:cubicBezTo>
                    <a:cubicBezTo>
                      <a:pt x="1214" y="1905"/>
                      <a:pt x="1500" y="1905"/>
                      <a:pt x="1976" y="190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7" name="Google Shape;1317;p33"/>
              <p:cNvSpPr/>
              <p:nvPr/>
            </p:nvSpPr>
            <p:spPr>
              <a:xfrm>
                <a:off x="2725734" y="5065225"/>
                <a:ext cx="4598" cy="3338"/>
              </a:xfrm>
              <a:custGeom>
                <a:avLst/>
                <a:gdLst/>
                <a:ahLst/>
                <a:cxnLst/>
                <a:rect l="l" t="t" r="r" b="b"/>
                <a:pathLst>
                  <a:path w="4598" h="3338" extrusionOk="0">
                    <a:moveTo>
                      <a:pt x="762" y="2286"/>
                    </a:moveTo>
                    <a:lnTo>
                      <a:pt x="381" y="2286"/>
                    </a:lnTo>
                    <a:cubicBezTo>
                      <a:pt x="381" y="2286"/>
                      <a:pt x="0" y="2286"/>
                      <a:pt x="0" y="2286"/>
                    </a:cubicBezTo>
                    <a:lnTo>
                      <a:pt x="4001" y="0"/>
                    </a:lnTo>
                    <a:lnTo>
                      <a:pt x="4477" y="286"/>
                    </a:lnTo>
                    <a:lnTo>
                      <a:pt x="3429" y="953"/>
                    </a:lnTo>
                    <a:lnTo>
                      <a:pt x="2953" y="1238"/>
                    </a:lnTo>
                    <a:cubicBezTo>
                      <a:pt x="2953" y="1238"/>
                      <a:pt x="3905" y="1238"/>
                      <a:pt x="4191" y="1524"/>
                    </a:cubicBezTo>
                    <a:cubicBezTo>
                      <a:pt x="4858" y="1905"/>
                      <a:pt x="4667" y="2477"/>
                      <a:pt x="3905" y="2953"/>
                    </a:cubicBezTo>
                    <a:cubicBezTo>
                      <a:pt x="2953" y="3429"/>
                      <a:pt x="1905" y="3429"/>
                      <a:pt x="1238" y="3143"/>
                    </a:cubicBezTo>
                    <a:cubicBezTo>
                      <a:pt x="1048" y="2953"/>
                      <a:pt x="857" y="2762"/>
                      <a:pt x="857" y="2477"/>
                    </a:cubicBezTo>
                    <a:close/>
                    <a:moveTo>
                      <a:pt x="3334" y="2477"/>
                    </a:moveTo>
                    <a:cubicBezTo>
                      <a:pt x="3905" y="2191"/>
                      <a:pt x="4096" y="1810"/>
                      <a:pt x="3620" y="1524"/>
                    </a:cubicBezTo>
                    <a:cubicBezTo>
                      <a:pt x="3429" y="1334"/>
                      <a:pt x="3048" y="1334"/>
                      <a:pt x="2477" y="1334"/>
                    </a:cubicBezTo>
                    <a:lnTo>
                      <a:pt x="1048" y="2191"/>
                    </a:lnTo>
                    <a:cubicBezTo>
                      <a:pt x="1048" y="2191"/>
                      <a:pt x="1238" y="2572"/>
                      <a:pt x="1429" y="2667"/>
                    </a:cubicBezTo>
                    <a:cubicBezTo>
                      <a:pt x="1905" y="2953"/>
                      <a:pt x="2572" y="2858"/>
                      <a:pt x="3334" y="247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18" name="Google Shape;1318;p33"/>
            <p:cNvSpPr/>
            <p:nvPr/>
          </p:nvSpPr>
          <p:spPr>
            <a:xfrm>
              <a:off x="6703702" y="2170642"/>
              <a:ext cx="122692" cy="70817"/>
            </a:xfrm>
            <a:custGeom>
              <a:avLst/>
              <a:gdLst/>
              <a:ahLst/>
              <a:cxnLst/>
              <a:rect l="l" t="t" r="r" b="b"/>
              <a:pathLst>
                <a:path w="43814" h="25288" extrusionOk="0">
                  <a:moveTo>
                    <a:pt x="41053" y="14835"/>
                  </a:moveTo>
                  <a:lnTo>
                    <a:pt x="41053" y="15311"/>
                  </a:lnTo>
                  <a:lnTo>
                    <a:pt x="15145" y="357"/>
                  </a:lnTo>
                  <a:cubicBezTo>
                    <a:pt x="14288" y="-119"/>
                    <a:pt x="12763" y="-119"/>
                    <a:pt x="11906" y="357"/>
                  </a:cubicBezTo>
                  <a:lnTo>
                    <a:pt x="3524" y="5215"/>
                  </a:lnTo>
                  <a:lnTo>
                    <a:pt x="0" y="5215"/>
                  </a:lnTo>
                  <a:lnTo>
                    <a:pt x="0" y="7787"/>
                  </a:lnTo>
                  <a:cubicBezTo>
                    <a:pt x="0" y="7787"/>
                    <a:pt x="286" y="8453"/>
                    <a:pt x="667" y="8739"/>
                  </a:cubicBezTo>
                  <a:lnTo>
                    <a:pt x="28670" y="24932"/>
                  </a:lnTo>
                  <a:cubicBezTo>
                    <a:pt x="29527" y="25408"/>
                    <a:pt x="31051" y="25408"/>
                    <a:pt x="31909" y="24932"/>
                  </a:cubicBezTo>
                  <a:lnTo>
                    <a:pt x="43148" y="18455"/>
                  </a:lnTo>
                  <a:cubicBezTo>
                    <a:pt x="43148" y="18455"/>
                    <a:pt x="43815" y="17883"/>
                    <a:pt x="43815" y="17502"/>
                  </a:cubicBezTo>
                  <a:lnTo>
                    <a:pt x="43815" y="17502"/>
                  </a:lnTo>
                  <a:lnTo>
                    <a:pt x="43815" y="14931"/>
                  </a:lnTo>
                  <a:lnTo>
                    <a:pt x="41053" y="149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9" name="Google Shape;1319;p33"/>
            <p:cNvSpPr/>
            <p:nvPr/>
          </p:nvSpPr>
          <p:spPr>
            <a:xfrm>
              <a:off x="6703767" y="2162908"/>
              <a:ext cx="122760" cy="70819"/>
            </a:xfrm>
            <a:custGeom>
              <a:avLst/>
              <a:gdLst/>
              <a:ahLst/>
              <a:cxnLst/>
              <a:rect l="l" t="t" r="r" b="b"/>
              <a:pathLst>
                <a:path w="43838" h="25289" extrusionOk="0">
                  <a:moveTo>
                    <a:pt x="31885" y="24932"/>
                  </a:moveTo>
                  <a:cubicBezTo>
                    <a:pt x="31028" y="25408"/>
                    <a:pt x="29504" y="25408"/>
                    <a:pt x="28646" y="24932"/>
                  </a:cubicBezTo>
                  <a:lnTo>
                    <a:pt x="643" y="8739"/>
                  </a:lnTo>
                  <a:cubicBezTo>
                    <a:pt x="-214" y="8168"/>
                    <a:pt x="-214" y="7310"/>
                    <a:pt x="643" y="6834"/>
                  </a:cubicBezTo>
                  <a:lnTo>
                    <a:pt x="11882" y="357"/>
                  </a:lnTo>
                  <a:cubicBezTo>
                    <a:pt x="12740" y="-119"/>
                    <a:pt x="14264" y="-119"/>
                    <a:pt x="15121" y="357"/>
                  </a:cubicBezTo>
                  <a:lnTo>
                    <a:pt x="43124" y="16550"/>
                  </a:lnTo>
                  <a:cubicBezTo>
                    <a:pt x="44077" y="17026"/>
                    <a:pt x="44077" y="17883"/>
                    <a:pt x="43124" y="18455"/>
                  </a:cubicBezTo>
                  <a:lnTo>
                    <a:pt x="31885" y="2493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20" name="Google Shape;1320;p33"/>
            <p:cNvGrpSpPr/>
            <p:nvPr/>
          </p:nvGrpSpPr>
          <p:grpSpPr>
            <a:xfrm>
              <a:off x="6720555" y="2181637"/>
              <a:ext cx="69834" cy="42020"/>
              <a:chOff x="2703273" y="5072889"/>
              <a:chExt cx="24938" cy="15005"/>
            </a:xfrm>
          </p:grpSpPr>
          <p:sp>
            <p:nvSpPr>
              <p:cNvPr id="1321" name="Google Shape;1321;p33"/>
              <p:cNvSpPr/>
              <p:nvPr/>
            </p:nvSpPr>
            <p:spPr>
              <a:xfrm>
                <a:off x="2703273" y="5072889"/>
                <a:ext cx="5126" cy="2812"/>
              </a:xfrm>
              <a:custGeom>
                <a:avLst/>
                <a:gdLst/>
                <a:ahLst/>
                <a:cxnLst/>
                <a:rect l="l" t="t" r="r" b="b"/>
                <a:pathLst>
                  <a:path w="5126" h="2812" extrusionOk="0">
                    <a:moveTo>
                      <a:pt x="1030" y="527"/>
                    </a:moveTo>
                    <a:cubicBezTo>
                      <a:pt x="2173" y="-140"/>
                      <a:pt x="3698" y="-140"/>
                      <a:pt x="4555" y="336"/>
                    </a:cubicBezTo>
                    <a:cubicBezTo>
                      <a:pt x="5031" y="622"/>
                      <a:pt x="5126" y="908"/>
                      <a:pt x="5126" y="1193"/>
                    </a:cubicBezTo>
                    <a:lnTo>
                      <a:pt x="4555" y="1193"/>
                    </a:lnTo>
                    <a:cubicBezTo>
                      <a:pt x="4555" y="1193"/>
                      <a:pt x="4555" y="717"/>
                      <a:pt x="4174" y="527"/>
                    </a:cubicBezTo>
                    <a:cubicBezTo>
                      <a:pt x="3507" y="146"/>
                      <a:pt x="2459" y="146"/>
                      <a:pt x="1507" y="717"/>
                    </a:cubicBezTo>
                    <a:cubicBezTo>
                      <a:pt x="554" y="1289"/>
                      <a:pt x="459" y="1860"/>
                      <a:pt x="1126" y="2241"/>
                    </a:cubicBezTo>
                    <a:cubicBezTo>
                      <a:pt x="1507" y="2432"/>
                      <a:pt x="1888" y="2527"/>
                      <a:pt x="2364" y="2527"/>
                    </a:cubicBezTo>
                    <a:lnTo>
                      <a:pt x="2364" y="2813"/>
                    </a:lnTo>
                    <a:cubicBezTo>
                      <a:pt x="1697" y="2813"/>
                      <a:pt x="1126" y="2813"/>
                      <a:pt x="649" y="2432"/>
                    </a:cubicBezTo>
                    <a:cubicBezTo>
                      <a:pt x="-303" y="1956"/>
                      <a:pt x="-208" y="1098"/>
                      <a:pt x="935" y="43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2" name="Google Shape;1322;p33"/>
              <p:cNvSpPr/>
              <p:nvPr/>
            </p:nvSpPr>
            <p:spPr>
              <a:xfrm>
                <a:off x="2705946" y="5074940"/>
                <a:ext cx="4010" cy="2571"/>
              </a:xfrm>
              <a:custGeom>
                <a:avLst/>
                <a:gdLst/>
                <a:ahLst/>
                <a:cxnLst/>
                <a:rect l="l" t="t" r="r" b="b"/>
                <a:pathLst>
                  <a:path w="4010" h="2571" extrusionOk="0">
                    <a:moveTo>
                      <a:pt x="357" y="952"/>
                    </a:moveTo>
                    <a:cubicBezTo>
                      <a:pt x="929" y="571"/>
                      <a:pt x="1786" y="762"/>
                      <a:pt x="3024" y="1333"/>
                    </a:cubicBezTo>
                    <a:cubicBezTo>
                      <a:pt x="3405" y="1143"/>
                      <a:pt x="3596" y="857"/>
                      <a:pt x="3119" y="571"/>
                    </a:cubicBezTo>
                    <a:cubicBezTo>
                      <a:pt x="2834" y="381"/>
                      <a:pt x="2358" y="286"/>
                      <a:pt x="1976" y="286"/>
                    </a:cubicBezTo>
                    <a:lnTo>
                      <a:pt x="1976" y="0"/>
                    </a:lnTo>
                    <a:cubicBezTo>
                      <a:pt x="2548" y="0"/>
                      <a:pt x="3119" y="190"/>
                      <a:pt x="3596" y="381"/>
                    </a:cubicBezTo>
                    <a:cubicBezTo>
                      <a:pt x="4262" y="762"/>
                      <a:pt x="4072" y="1238"/>
                      <a:pt x="3405" y="1619"/>
                    </a:cubicBezTo>
                    <a:lnTo>
                      <a:pt x="1786" y="2572"/>
                    </a:lnTo>
                    <a:lnTo>
                      <a:pt x="1405" y="2381"/>
                    </a:lnTo>
                    <a:lnTo>
                      <a:pt x="1691" y="2191"/>
                    </a:lnTo>
                    <a:lnTo>
                      <a:pt x="1691" y="2191"/>
                    </a:lnTo>
                    <a:cubicBezTo>
                      <a:pt x="1214" y="2191"/>
                      <a:pt x="738" y="2096"/>
                      <a:pt x="357" y="1905"/>
                    </a:cubicBezTo>
                    <a:cubicBezTo>
                      <a:pt x="-119" y="1619"/>
                      <a:pt x="-119" y="1238"/>
                      <a:pt x="357" y="952"/>
                    </a:cubicBezTo>
                    <a:close/>
                    <a:moveTo>
                      <a:pt x="1976" y="1905"/>
                    </a:moveTo>
                    <a:lnTo>
                      <a:pt x="2738" y="1429"/>
                    </a:lnTo>
                    <a:cubicBezTo>
                      <a:pt x="1691" y="952"/>
                      <a:pt x="1214" y="952"/>
                      <a:pt x="833" y="1143"/>
                    </a:cubicBezTo>
                    <a:cubicBezTo>
                      <a:pt x="548" y="1333"/>
                      <a:pt x="643" y="1524"/>
                      <a:pt x="833" y="1619"/>
                    </a:cubicBezTo>
                    <a:cubicBezTo>
                      <a:pt x="1119" y="1810"/>
                      <a:pt x="1405" y="1810"/>
                      <a:pt x="1976" y="181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3" name="Google Shape;1323;p33"/>
              <p:cNvSpPr/>
              <p:nvPr/>
            </p:nvSpPr>
            <p:spPr>
              <a:xfrm>
                <a:off x="2707446" y="5076369"/>
                <a:ext cx="5676" cy="2646"/>
              </a:xfrm>
              <a:custGeom>
                <a:avLst/>
                <a:gdLst/>
                <a:ahLst/>
                <a:cxnLst/>
                <a:rect l="l" t="t" r="r" b="b"/>
                <a:pathLst>
                  <a:path w="5676" h="2646" extrusionOk="0">
                    <a:moveTo>
                      <a:pt x="3905" y="95"/>
                    </a:moveTo>
                    <a:lnTo>
                      <a:pt x="4286" y="286"/>
                    </a:lnTo>
                    <a:lnTo>
                      <a:pt x="4000" y="476"/>
                    </a:lnTo>
                    <a:lnTo>
                      <a:pt x="4000" y="476"/>
                    </a:lnTo>
                    <a:cubicBezTo>
                      <a:pt x="4000" y="476"/>
                      <a:pt x="4953" y="571"/>
                      <a:pt x="5239" y="762"/>
                    </a:cubicBezTo>
                    <a:cubicBezTo>
                      <a:pt x="5906" y="1143"/>
                      <a:pt x="5810" y="1714"/>
                      <a:pt x="4953" y="2191"/>
                    </a:cubicBezTo>
                    <a:cubicBezTo>
                      <a:pt x="4000" y="2762"/>
                      <a:pt x="2953" y="2762"/>
                      <a:pt x="2286" y="2381"/>
                    </a:cubicBezTo>
                    <a:cubicBezTo>
                      <a:pt x="2096" y="2286"/>
                      <a:pt x="1905" y="2000"/>
                      <a:pt x="1905" y="1714"/>
                    </a:cubicBezTo>
                    <a:lnTo>
                      <a:pt x="1429" y="2000"/>
                    </a:lnTo>
                    <a:lnTo>
                      <a:pt x="476" y="2572"/>
                    </a:lnTo>
                    <a:lnTo>
                      <a:pt x="0" y="2286"/>
                    </a:lnTo>
                    <a:lnTo>
                      <a:pt x="3905" y="0"/>
                    </a:lnTo>
                    <a:close/>
                    <a:moveTo>
                      <a:pt x="4477" y="2000"/>
                    </a:moveTo>
                    <a:cubicBezTo>
                      <a:pt x="5048" y="1619"/>
                      <a:pt x="5239" y="1238"/>
                      <a:pt x="4763" y="953"/>
                    </a:cubicBezTo>
                    <a:cubicBezTo>
                      <a:pt x="4477" y="857"/>
                      <a:pt x="4191" y="762"/>
                      <a:pt x="3620" y="762"/>
                    </a:cubicBezTo>
                    <a:lnTo>
                      <a:pt x="2191" y="1619"/>
                    </a:lnTo>
                    <a:cubicBezTo>
                      <a:pt x="2191" y="1619"/>
                      <a:pt x="2381" y="2096"/>
                      <a:pt x="2572" y="2191"/>
                    </a:cubicBezTo>
                    <a:cubicBezTo>
                      <a:pt x="3048" y="2476"/>
                      <a:pt x="3810" y="2381"/>
                      <a:pt x="4477" y="200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4" name="Google Shape;1324;p33"/>
              <p:cNvSpPr/>
              <p:nvPr/>
            </p:nvSpPr>
            <p:spPr>
              <a:xfrm>
                <a:off x="2711733" y="5078261"/>
                <a:ext cx="4286" cy="2217"/>
              </a:xfrm>
              <a:custGeom>
                <a:avLst/>
                <a:gdLst/>
                <a:ahLst/>
                <a:cxnLst/>
                <a:rect l="l" t="t" r="r" b="b"/>
                <a:pathLst>
                  <a:path w="4286" h="2217" extrusionOk="0">
                    <a:moveTo>
                      <a:pt x="0" y="1251"/>
                    </a:moveTo>
                    <a:lnTo>
                      <a:pt x="571" y="1251"/>
                    </a:lnTo>
                    <a:cubicBezTo>
                      <a:pt x="571" y="1251"/>
                      <a:pt x="667" y="1632"/>
                      <a:pt x="1048" y="1823"/>
                    </a:cubicBezTo>
                    <a:cubicBezTo>
                      <a:pt x="1429" y="2013"/>
                      <a:pt x="1810" y="2013"/>
                      <a:pt x="2000" y="1823"/>
                    </a:cubicBezTo>
                    <a:cubicBezTo>
                      <a:pt x="2286" y="1632"/>
                      <a:pt x="2000" y="1347"/>
                      <a:pt x="2000" y="1156"/>
                    </a:cubicBezTo>
                    <a:cubicBezTo>
                      <a:pt x="1714" y="871"/>
                      <a:pt x="1524" y="489"/>
                      <a:pt x="2000" y="204"/>
                    </a:cubicBezTo>
                    <a:cubicBezTo>
                      <a:pt x="2476" y="-82"/>
                      <a:pt x="3143" y="-82"/>
                      <a:pt x="3715" y="299"/>
                    </a:cubicBezTo>
                    <a:cubicBezTo>
                      <a:pt x="4096" y="489"/>
                      <a:pt x="4286" y="775"/>
                      <a:pt x="4286" y="966"/>
                    </a:cubicBezTo>
                    <a:lnTo>
                      <a:pt x="3715" y="966"/>
                    </a:lnTo>
                    <a:cubicBezTo>
                      <a:pt x="3715" y="966"/>
                      <a:pt x="3619" y="584"/>
                      <a:pt x="3334" y="489"/>
                    </a:cubicBezTo>
                    <a:cubicBezTo>
                      <a:pt x="2953" y="299"/>
                      <a:pt x="2667" y="299"/>
                      <a:pt x="2476" y="489"/>
                    </a:cubicBezTo>
                    <a:cubicBezTo>
                      <a:pt x="2191" y="680"/>
                      <a:pt x="2476" y="871"/>
                      <a:pt x="2572" y="1061"/>
                    </a:cubicBezTo>
                    <a:cubicBezTo>
                      <a:pt x="2857" y="1347"/>
                      <a:pt x="3143" y="1728"/>
                      <a:pt x="2572" y="2013"/>
                    </a:cubicBezTo>
                    <a:cubicBezTo>
                      <a:pt x="2095" y="2299"/>
                      <a:pt x="1429" y="2299"/>
                      <a:pt x="762" y="1918"/>
                    </a:cubicBezTo>
                    <a:cubicBezTo>
                      <a:pt x="381" y="1728"/>
                      <a:pt x="190" y="1347"/>
                      <a:pt x="95" y="115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5" name="Google Shape;1325;p33"/>
              <p:cNvSpPr/>
              <p:nvPr/>
            </p:nvSpPr>
            <p:spPr>
              <a:xfrm>
                <a:off x="2715257" y="5079703"/>
                <a:ext cx="4191" cy="3428"/>
              </a:xfrm>
              <a:custGeom>
                <a:avLst/>
                <a:gdLst/>
                <a:ahLst/>
                <a:cxnLst/>
                <a:rect l="l" t="t" r="r" b="b"/>
                <a:pathLst>
                  <a:path w="4191" h="3428" extrusionOk="0">
                    <a:moveTo>
                      <a:pt x="3715" y="0"/>
                    </a:moveTo>
                    <a:lnTo>
                      <a:pt x="4191" y="286"/>
                    </a:lnTo>
                    <a:lnTo>
                      <a:pt x="857" y="2191"/>
                    </a:lnTo>
                    <a:lnTo>
                      <a:pt x="2476" y="3143"/>
                    </a:lnTo>
                    <a:lnTo>
                      <a:pt x="2096" y="3429"/>
                    </a:lnTo>
                    <a:lnTo>
                      <a:pt x="0" y="2191"/>
                    </a:lnTo>
                    <a:lnTo>
                      <a:pt x="3715"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6" name="Google Shape;1326;p33"/>
              <p:cNvSpPr/>
              <p:nvPr/>
            </p:nvSpPr>
            <p:spPr>
              <a:xfrm>
                <a:off x="2718364" y="5082060"/>
                <a:ext cx="3882" cy="2286"/>
              </a:xfrm>
              <a:custGeom>
                <a:avLst/>
                <a:gdLst/>
                <a:ahLst/>
                <a:cxnLst/>
                <a:rect l="l" t="t" r="r" b="b"/>
                <a:pathLst>
                  <a:path w="3882" h="2286" extrusionOk="0">
                    <a:moveTo>
                      <a:pt x="608" y="405"/>
                    </a:moveTo>
                    <a:cubicBezTo>
                      <a:pt x="1560" y="-167"/>
                      <a:pt x="2608" y="-71"/>
                      <a:pt x="3370" y="310"/>
                    </a:cubicBezTo>
                    <a:cubicBezTo>
                      <a:pt x="4037" y="690"/>
                      <a:pt x="4132" y="1357"/>
                      <a:pt x="3180" y="1929"/>
                    </a:cubicBezTo>
                    <a:cubicBezTo>
                      <a:pt x="2227" y="2405"/>
                      <a:pt x="1179" y="2405"/>
                      <a:pt x="513" y="1929"/>
                    </a:cubicBezTo>
                    <a:cubicBezTo>
                      <a:pt x="-154" y="1548"/>
                      <a:pt x="-249" y="881"/>
                      <a:pt x="703" y="405"/>
                    </a:cubicBezTo>
                    <a:close/>
                    <a:moveTo>
                      <a:pt x="2703" y="1548"/>
                    </a:moveTo>
                    <a:cubicBezTo>
                      <a:pt x="3370" y="1167"/>
                      <a:pt x="3465" y="786"/>
                      <a:pt x="2989" y="500"/>
                    </a:cubicBezTo>
                    <a:cubicBezTo>
                      <a:pt x="2513" y="214"/>
                      <a:pt x="1751" y="310"/>
                      <a:pt x="1084" y="690"/>
                    </a:cubicBezTo>
                    <a:cubicBezTo>
                      <a:pt x="513" y="1072"/>
                      <a:pt x="322" y="1453"/>
                      <a:pt x="798" y="1738"/>
                    </a:cubicBezTo>
                    <a:cubicBezTo>
                      <a:pt x="1274" y="2024"/>
                      <a:pt x="2036" y="1929"/>
                      <a:pt x="2608" y="154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7" name="Google Shape;1327;p33"/>
              <p:cNvSpPr/>
              <p:nvPr/>
            </p:nvSpPr>
            <p:spPr>
              <a:xfrm>
                <a:off x="2721375" y="5083822"/>
                <a:ext cx="3883" cy="2262"/>
              </a:xfrm>
              <a:custGeom>
                <a:avLst/>
                <a:gdLst/>
                <a:ahLst/>
                <a:cxnLst/>
                <a:rect l="l" t="t" r="r" b="b"/>
                <a:pathLst>
                  <a:path w="3883" h="2262" extrusionOk="0">
                    <a:moveTo>
                      <a:pt x="645" y="357"/>
                    </a:moveTo>
                    <a:cubicBezTo>
                      <a:pt x="1597" y="-119"/>
                      <a:pt x="2645" y="-119"/>
                      <a:pt x="3407" y="357"/>
                    </a:cubicBezTo>
                    <a:cubicBezTo>
                      <a:pt x="3788" y="548"/>
                      <a:pt x="3883" y="738"/>
                      <a:pt x="3883" y="1024"/>
                    </a:cubicBezTo>
                    <a:lnTo>
                      <a:pt x="3312" y="1024"/>
                    </a:lnTo>
                    <a:cubicBezTo>
                      <a:pt x="3312" y="1024"/>
                      <a:pt x="3217" y="738"/>
                      <a:pt x="3026" y="643"/>
                    </a:cubicBezTo>
                    <a:cubicBezTo>
                      <a:pt x="2550" y="357"/>
                      <a:pt x="1788" y="357"/>
                      <a:pt x="1121" y="738"/>
                    </a:cubicBezTo>
                    <a:cubicBezTo>
                      <a:pt x="454" y="1119"/>
                      <a:pt x="454" y="1500"/>
                      <a:pt x="931" y="1786"/>
                    </a:cubicBezTo>
                    <a:cubicBezTo>
                      <a:pt x="1217" y="1976"/>
                      <a:pt x="1502" y="1976"/>
                      <a:pt x="1883" y="1976"/>
                    </a:cubicBezTo>
                    <a:lnTo>
                      <a:pt x="1883" y="2262"/>
                    </a:lnTo>
                    <a:cubicBezTo>
                      <a:pt x="1312" y="2262"/>
                      <a:pt x="835" y="2167"/>
                      <a:pt x="550" y="1976"/>
                    </a:cubicBezTo>
                    <a:cubicBezTo>
                      <a:pt x="-212" y="1595"/>
                      <a:pt x="-212" y="929"/>
                      <a:pt x="740" y="35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8" name="Google Shape;1328;p33"/>
              <p:cNvSpPr/>
              <p:nvPr/>
            </p:nvSpPr>
            <p:spPr>
              <a:xfrm>
                <a:off x="2723258" y="5084275"/>
                <a:ext cx="4953" cy="3619"/>
              </a:xfrm>
              <a:custGeom>
                <a:avLst/>
                <a:gdLst/>
                <a:ahLst/>
                <a:cxnLst/>
                <a:rect l="l" t="t" r="r" b="b"/>
                <a:pathLst>
                  <a:path w="4953" h="3619" extrusionOk="0">
                    <a:moveTo>
                      <a:pt x="4191" y="0"/>
                    </a:moveTo>
                    <a:lnTo>
                      <a:pt x="4667" y="286"/>
                    </a:lnTo>
                    <a:lnTo>
                      <a:pt x="1905" y="1810"/>
                    </a:lnTo>
                    <a:lnTo>
                      <a:pt x="1905" y="1810"/>
                    </a:lnTo>
                    <a:cubicBezTo>
                      <a:pt x="1905" y="1810"/>
                      <a:pt x="4477" y="1714"/>
                      <a:pt x="4477" y="1714"/>
                    </a:cubicBezTo>
                    <a:lnTo>
                      <a:pt x="4953" y="2000"/>
                    </a:lnTo>
                    <a:lnTo>
                      <a:pt x="2953" y="2000"/>
                    </a:lnTo>
                    <a:cubicBezTo>
                      <a:pt x="2953" y="2000"/>
                      <a:pt x="2381" y="3620"/>
                      <a:pt x="2381" y="3620"/>
                    </a:cubicBezTo>
                    <a:lnTo>
                      <a:pt x="1905" y="3334"/>
                    </a:lnTo>
                    <a:lnTo>
                      <a:pt x="2381" y="2096"/>
                    </a:lnTo>
                    <a:lnTo>
                      <a:pt x="1238" y="2096"/>
                    </a:lnTo>
                    <a:cubicBezTo>
                      <a:pt x="1238" y="2096"/>
                      <a:pt x="476" y="2572"/>
                      <a:pt x="476" y="2572"/>
                    </a:cubicBezTo>
                    <a:lnTo>
                      <a:pt x="0" y="2286"/>
                    </a:lnTo>
                    <a:lnTo>
                      <a:pt x="4000"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29" name="Google Shape;1329;p33"/>
            <p:cNvSpPr/>
            <p:nvPr/>
          </p:nvSpPr>
          <p:spPr>
            <a:xfrm>
              <a:off x="7326512" y="2529939"/>
              <a:ext cx="139497" cy="80419"/>
            </a:xfrm>
            <a:custGeom>
              <a:avLst/>
              <a:gdLst/>
              <a:ahLst/>
              <a:cxnLst/>
              <a:rect l="l" t="t" r="r" b="b"/>
              <a:pathLst>
                <a:path w="49815" h="28717" extrusionOk="0">
                  <a:moveTo>
                    <a:pt x="46292" y="18359"/>
                  </a:moveTo>
                  <a:lnTo>
                    <a:pt x="15050" y="357"/>
                  </a:lnTo>
                  <a:cubicBezTo>
                    <a:pt x="14192" y="-119"/>
                    <a:pt x="12668" y="-119"/>
                    <a:pt x="11811" y="357"/>
                  </a:cubicBezTo>
                  <a:lnTo>
                    <a:pt x="3429" y="5215"/>
                  </a:lnTo>
                  <a:lnTo>
                    <a:pt x="0" y="5215"/>
                  </a:lnTo>
                  <a:lnTo>
                    <a:pt x="0" y="7787"/>
                  </a:lnTo>
                  <a:lnTo>
                    <a:pt x="0" y="7787"/>
                  </a:lnTo>
                  <a:cubicBezTo>
                    <a:pt x="0" y="7787"/>
                    <a:pt x="191" y="8453"/>
                    <a:pt x="667" y="8739"/>
                  </a:cubicBezTo>
                  <a:lnTo>
                    <a:pt x="34671" y="28361"/>
                  </a:lnTo>
                  <a:cubicBezTo>
                    <a:pt x="35624" y="28837"/>
                    <a:pt x="37052" y="28837"/>
                    <a:pt x="37910" y="28361"/>
                  </a:cubicBezTo>
                  <a:lnTo>
                    <a:pt x="49149" y="21884"/>
                  </a:lnTo>
                  <a:cubicBezTo>
                    <a:pt x="49625" y="21598"/>
                    <a:pt x="49816" y="21217"/>
                    <a:pt x="49816" y="20836"/>
                  </a:cubicBezTo>
                  <a:lnTo>
                    <a:pt x="49816" y="18359"/>
                  </a:lnTo>
                  <a:lnTo>
                    <a:pt x="46387" y="1835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0" name="Google Shape;1330;p33"/>
            <p:cNvSpPr/>
            <p:nvPr/>
          </p:nvSpPr>
          <p:spPr>
            <a:xfrm>
              <a:off x="7326313" y="2522471"/>
              <a:ext cx="139365" cy="80621"/>
            </a:xfrm>
            <a:custGeom>
              <a:avLst/>
              <a:gdLst/>
              <a:ahLst/>
              <a:cxnLst/>
              <a:rect l="l" t="t" r="r" b="b"/>
              <a:pathLst>
                <a:path w="49768" h="28789" extrusionOk="0">
                  <a:moveTo>
                    <a:pt x="37886" y="28361"/>
                  </a:moveTo>
                  <a:cubicBezTo>
                    <a:pt x="37028" y="28932"/>
                    <a:pt x="35504" y="28932"/>
                    <a:pt x="34647" y="28361"/>
                  </a:cubicBezTo>
                  <a:lnTo>
                    <a:pt x="643" y="8739"/>
                  </a:lnTo>
                  <a:cubicBezTo>
                    <a:pt x="-214" y="8263"/>
                    <a:pt x="-214" y="7406"/>
                    <a:pt x="643" y="6834"/>
                  </a:cubicBezTo>
                  <a:lnTo>
                    <a:pt x="11883" y="357"/>
                  </a:lnTo>
                  <a:cubicBezTo>
                    <a:pt x="12740" y="-119"/>
                    <a:pt x="14264" y="-119"/>
                    <a:pt x="15121" y="357"/>
                  </a:cubicBezTo>
                  <a:lnTo>
                    <a:pt x="49125" y="19979"/>
                  </a:lnTo>
                  <a:cubicBezTo>
                    <a:pt x="49983" y="20455"/>
                    <a:pt x="49983" y="21312"/>
                    <a:pt x="49125" y="21884"/>
                  </a:cubicBezTo>
                  <a:lnTo>
                    <a:pt x="37886" y="2836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31" name="Google Shape;1331;p33"/>
            <p:cNvGrpSpPr/>
            <p:nvPr/>
          </p:nvGrpSpPr>
          <p:grpSpPr>
            <a:xfrm>
              <a:off x="7343582" y="2541076"/>
              <a:ext cx="41078" cy="23739"/>
              <a:chOff x="2925759" y="5201242"/>
              <a:chExt cx="14669" cy="8477"/>
            </a:xfrm>
          </p:grpSpPr>
          <p:sp>
            <p:nvSpPr>
              <p:cNvPr id="1332" name="Google Shape;1332;p33"/>
              <p:cNvSpPr/>
              <p:nvPr/>
            </p:nvSpPr>
            <p:spPr>
              <a:xfrm>
                <a:off x="2925759" y="5201242"/>
                <a:ext cx="5715" cy="3429"/>
              </a:xfrm>
              <a:custGeom>
                <a:avLst/>
                <a:gdLst/>
                <a:ahLst/>
                <a:cxnLst/>
                <a:rect l="l" t="t" r="r" b="b"/>
                <a:pathLst>
                  <a:path w="5715" h="3429" extrusionOk="0">
                    <a:moveTo>
                      <a:pt x="3620" y="0"/>
                    </a:moveTo>
                    <a:lnTo>
                      <a:pt x="5715" y="1238"/>
                    </a:lnTo>
                    <a:lnTo>
                      <a:pt x="5334" y="1429"/>
                    </a:lnTo>
                    <a:lnTo>
                      <a:pt x="3715" y="476"/>
                    </a:lnTo>
                    <a:lnTo>
                      <a:pt x="2572" y="1143"/>
                    </a:lnTo>
                    <a:lnTo>
                      <a:pt x="4000" y="2000"/>
                    </a:lnTo>
                    <a:lnTo>
                      <a:pt x="3620" y="2191"/>
                    </a:lnTo>
                    <a:lnTo>
                      <a:pt x="2191" y="1429"/>
                    </a:lnTo>
                    <a:lnTo>
                      <a:pt x="857" y="2191"/>
                    </a:lnTo>
                    <a:lnTo>
                      <a:pt x="2572" y="3143"/>
                    </a:lnTo>
                    <a:lnTo>
                      <a:pt x="2191" y="3429"/>
                    </a:lnTo>
                    <a:lnTo>
                      <a:pt x="0" y="2191"/>
                    </a:lnTo>
                    <a:lnTo>
                      <a:pt x="3715" y="9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3" name="Google Shape;1333;p33"/>
              <p:cNvSpPr/>
              <p:nvPr/>
            </p:nvSpPr>
            <p:spPr>
              <a:xfrm>
                <a:off x="2928426" y="5203433"/>
                <a:ext cx="4558" cy="2857"/>
              </a:xfrm>
              <a:custGeom>
                <a:avLst/>
                <a:gdLst/>
                <a:ahLst/>
                <a:cxnLst/>
                <a:rect l="l" t="t" r="r" b="b"/>
                <a:pathLst>
                  <a:path w="4558" h="2857" extrusionOk="0">
                    <a:moveTo>
                      <a:pt x="2857" y="0"/>
                    </a:moveTo>
                    <a:lnTo>
                      <a:pt x="3238" y="190"/>
                    </a:lnTo>
                    <a:lnTo>
                      <a:pt x="2857" y="476"/>
                    </a:lnTo>
                    <a:lnTo>
                      <a:pt x="2857" y="476"/>
                    </a:lnTo>
                    <a:cubicBezTo>
                      <a:pt x="3334" y="476"/>
                      <a:pt x="3810" y="476"/>
                      <a:pt x="4191" y="762"/>
                    </a:cubicBezTo>
                    <a:cubicBezTo>
                      <a:pt x="4763" y="1143"/>
                      <a:pt x="4667" y="1429"/>
                      <a:pt x="3905" y="1905"/>
                    </a:cubicBezTo>
                    <a:lnTo>
                      <a:pt x="2191" y="2857"/>
                    </a:lnTo>
                    <a:lnTo>
                      <a:pt x="1714" y="2572"/>
                    </a:lnTo>
                    <a:lnTo>
                      <a:pt x="3429" y="1619"/>
                    </a:lnTo>
                    <a:cubicBezTo>
                      <a:pt x="3905" y="1333"/>
                      <a:pt x="4000" y="1143"/>
                      <a:pt x="3620" y="953"/>
                    </a:cubicBezTo>
                    <a:cubicBezTo>
                      <a:pt x="3334" y="762"/>
                      <a:pt x="3048" y="762"/>
                      <a:pt x="2476" y="762"/>
                    </a:cubicBezTo>
                    <a:lnTo>
                      <a:pt x="476" y="1905"/>
                    </a:lnTo>
                    <a:lnTo>
                      <a:pt x="0" y="1619"/>
                    </a:lnTo>
                    <a:lnTo>
                      <a:pt x="276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4" name="Google Shape;1334;p33"/>
              <p:cNvSpPr/>
              <p:nvPr/>
            </p:nvSpPr>
            <p:spPr>
              <a:xfrm>
                <a:off x="2932170" y="5204957"/>
                <a:ext cx="3590" cy="2762"/>
              </a:xfrm>
              <a:custGeom>
                <a:avLst/>
                <a:gdLst/>
                <a:ahLst/>
                <a:cxnLst/>
                <a:rect l="l" t="t" r="r" b="b"/>
                <a:pathLst>
                  <a:path w="3590" h="2762" extrusionOk="0">
                    <a:moveTo>
                      <a:pt x="352" y="1429"/>
                    </a:moveTo>
                    <a:lnTo>
                      <a:pt x="1876" y="571"/>
                    </a:lnTo>
                    <a:lnTo>
                      <a:pt x="1495" y="381"/>
                    </a:lnTo>
                    <a:lnTo>
                      <a:pt x="1876" y="190"/>
                    </a:lnTo>
                    <a:lnTo>
                      <a:pt x="2353" y="381"/>
                    </a:lnTo>
                    <a:lnTo>
                      <a:pt x="3210" y="0"/>
                    </a:lnTo>
                    <a:lnTo>
                      <a:pt x="3591" y="190"/>
                    </a:lnTo>
                    <a:lnTo>
                      <a:pt x="2829" y="667"/>
                    </a:lnTo>
                    <a:lnTo>
                      <a:pt x="3591" y="1143"/>
                    </a:lnTo>
                    <a:lnTo>
                      <a:pt x="3210" y="1333"/>
                    </a:lnTo>
                    <a:lnTo>
                      <a:pt x="2448" y="953"/>
                    </a:lnTo>
                    <a:lnTo>
                      <a:pt x="924" y="1810"/>
                    </a:lnTo>
                    <a:cubicBezTo>
                      <a:pt x="924" y="1810"/>
                      <a:pt x="543" y="2191"/>
                      <a:pt x="829" y="2381"/>
                    </a:cubicBezTo>
                    <a:cubicBezTo>
                      <a:pt x="924" y="2381"/>
                      <a:pt x="1114" y="2381"/>
                      <a:pt x="1210" y="2476"/>
                    </a:cubicBezTo>
                    <a:lnTo>
                      <a:pt x="924" y="2762"/>
                    </a:lnTo>
                    <a:cubicBezTo>
                      <a:pt x="924" y="2762"/>
                      <a:pt x="448" y="2572"/>
                      <a:pt x="352" y="2476"/>
                    </a:cubicBezTo>
                    <a:cubicBezTo>
                      <a:pt x="-219" y="2096"/>
                      <a:pt x="-29" y="1810"/>
                      <a:pt x="448" y="152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5" name="Google Shape;1335;p33"/>
              <p:cNvSpPr/>
              <p:nvPr/>
            </p:nvSpPr>
            <p:spPr>
              <a:xfrm>
                <a:off x="2933962" y="5206587"/>
                <a:ext cx="3768" cy="2370"/>
              </a:xfrm>
              <a:custGeom>
                <a:avLst/>
                <a:gdLst/>
                <a:ahLst/>
                <a:cxnLst/>
                <a:rect l="l" t="t" r="r" b="b"/>
                <a:pathLst>
                  <a:path w="3768" h="2370" extrusionOk="0">
                    <a:moveTo>
                      <a:pt x="655" y="370"/>
                    </a:moveTo>
                    <a:cubicBezTo>
                      <a:pt x="1513" y="-106"/>
                      <a:pt x="2656" y="-106"/>
                      <a:pt x="3322" y="275"/>
                    </a:cubicBezTo>
                    <a:cubicBezTo>
                      <a:pt x="3989" y="656"/>
                      <a:pt x="3894" y="1227"/>
                      <a:pt x="3132" y="1608"/>
                    </a:cubicBezTo>
                    <a:cubicBezTo>
                      <a:pt x="3037" y="1608"/>
                      <a:pt x="2941" y="1704"/>
                      <a:pt x="2846" y="1799"/>
                    </a:cubicBezTo>
                    <a:lnTo>
                      <a:pt x="1036" y="751"/>
                    </a:lnTo>
                    <a:cubicBezTo>
                      <a:pt x="465" y="1132"/>
                      <a:pt x="465" y="1513"/>
                      <a:pt x="1036" y="1799"/>
                    </a:cubicBezTo>
                    <a:cubicBezTo>
                      <a:pt x="1322" y="1989"/>
                      <a:pt x="1608" y="2084"/>
                      <a:pt x="1894" y="2084"/>
                    </a:cubicBezTo>
                    <a:lnTo>
                      <a:pt x="1894" y="2370"/>
                    </a:lnTo>
                    <a:cubicBezTo>
                      <a:pt x="1322" y="2370"/>
                      <a:pt x="941" y="2180"/>
                      <a:pt x="560" y="1989"/>
                    </a:cubicBezTo>
                    <a:cubicBezTo>
                      <a:pt x="-202" y="1608"/>
                      <a:pt x="-202" y="941"/>
                      <a:pt x="655" y="370"/>
                    </a:cubicBezTo>
                    <a:close/>
                    <a:moveTo>
                      <a:pt x="2751" y="1323"/>
                    </a:moveTo>
                    <a:cubicBezTo>
                      <a:pt x="3322" y="1037"/>
                      <a:pt x="3322" y="656"/>
                      <a:pt x="2941" y="465"/>
                    </a:cubicBezTo>
                    <a:cubicBezTo>
                      <a:pt x="2560" y="275"/>
                      <a:pt x="1894" y="180"/>
                      <a:pt x="1322" y="465"/>
                    </a:cubicBezTo>
                    <a:lnTo>
                      <a:pt x="2751" y="132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6" name="Google Shape;1336;p33"/>
              <p:cNvSpPr/>
              <p:nvPr/>
            </p:nvSpPr>
            <p:spPr>
              <a:xfrm>
                <a:off x="2936142" y="5207814"/>
                <a:ext cx="4286" cy="1905"/>
              </a:xfrm>
              <a:custGeom>
                <a:avLst/>
                <a:gdLst/>
                <a:ahLst/>
                <a:cxnLst/>
                <a:rect l="l" t="t" r="r" b="b"/>
                <a:pathLst>
                  <a:path w="4286" h="1905" extrusionOk="0">
                    <a:moveTo>
                      <a:pt x="2857" y="95"/>
                    </a:moveTo>
                    <a:lnTo>
                      <a:pt x="3238" y="286"/>
                    </a:lnTo>
                    <a:lnTo>
                      <a:pt x="2762" y="571"/>
                    </a:lnTo>
                    <a:lnTo>
                      <a:pt x="2762" y="571"/>
                    </a:lnTo>
                    <a:cubicBezTo>
                      <a:pt x="3238" y="571"/>
                      <a:pt x="3810" y="571"/>
                      <a:pt x="4096" y="667"/>
                    </a:cubicBezTo>
                    <a:cubicBezTo>
                      <a:pt x="4191" y="667"/>
                      <a:pt x="4286" y="762"/>
                      <a:pt x="4286" y="857"/>
                    </a:cubicBezTo>
                    <a:lnTo>
                      <a:pt x="3810" y="1048"/>
                    </a:lnTo>
                    <a:cubicBezTo>
                      <a:pt x="3810" y="1048"/>
                      <a:pt x="3715" y="953"/>
                      <a:pt x="3620" y="857"/>
                    </a:cubicBezTo>
                    <a:cubicBezTo>
                      <a:pt x="3334" y="762"/>
                      <a:pt x="2953" y="667"/>
                      <a:pt x="2286" y="857"/>
                    </a:cubicBezTo>
                    <a:lnTo>
                      <a:pt x="476" y="1905"/>
                    </a:lnTo>
                    <a:lnTo>
                      <a:pt x="0" y="1619"/>
                    </a:lnTo>
                    <a:lnTo>
                      <a:pt x="276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37" name="Google Shape;1337;p33"/>
            <p:cNvSpPr/>
            <p:nvPr/>
          </p:nvSpPr>
          <p:spPr>
            <a:xfrm>
              <a:off x="7654323" y="2806081"/>
              <a:ext cx="125896" cy="72617"/>
            </a:xfrm>
            <a:custGeom>
              <a:avLst/>
              <a:gdLst/>
              <a:ahLst/>
              <a:cxnLst/>
              <a:rect l="l" t="t" r="r" b="b"/>
              <a:pathLst>
                <a:path w="44958" h="25931" extrusionOk="0">
                  <a:moveTo>
                    <a:pt x="44958" y="5382"/>
                  </a:moveTo>
                  <a:lnTo>
                    <a:pt x="42577" y="5953"/>
                  </a:lnTo>
                  <a:lnTo>
                    <a:pt x="33052" y="429"/>
                  </a:lnTo>
                  <a:cubicBezTo>
                    <a:pt x="32099" y="-143"/>
                    <a:pt x="30671" y="-143"/>
                    <a:pt x="29813" y="429"/>
                  </a:cubicBezTo>
                  <a:lnTo>
                    <a:pt x="5905" y="14240"/>
                  </a:lnTo>
                  <a:lnTo>
                    <a:pt x="0" y="15573"/>
                  </a:lnTo>
                  <a:lnTo>
                    <a:pt x="0" y="18145"/>
                  </a:lnTo>
                  <a:lnTo>
                    <a:pt x="0" y="18145"/>
                  </a:lnTo>
                  <a:cubicBezTo>
                    <a:pt x="0" y="18145"/>
                    <a:pt x="190" y="18812"/>
                    <a:pt x="667" y="19098"/>
                  </a:cubicBezTo>
                  <a:lnTo>
                    <a:pt x="11906" y="25574"/>
                  </a:lnTo>
                  <a:cubicBezTo>
                    <a:pt x="12763" y="26051"/>
                    <a:pt x="14288" y="26051"/>
                    <a:pt x="15145" y="25574"/>
                  </a:cubicBezTo>
                  <a:lnTo>
                    <a:pt x="44291" y="8715"/>
                  </a:lnTo>
                  <a:cubicBezTo>
                    <a:pt x="44291" y="8715"/>
                    <a:pt x="44958" y="8144"/>
                    <a:pt x="44958" y="7763"/>
                  </a:cubicBezTo>
                  <a:lnTo>
                    <a:pt x="44958" y="7763"/>
                  </a:lnTo>
                  <a:lnTo>
                    <a:pt x="44958"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8" name="Google Shape;1338;p33"/>
            <p:cNvSpPr/>
            <p:nvPr/>
          </p:nvSpPr>
          <p:spPr>
            <a:xfrm>
              <a:off x="7654653" y="2798811"/>
              <a:ext cx="125960" cy="72684"/>
            </a:xfrm>
            <a:custGeom>
              <a:avLst/>
              <a:gdLst/>
              <a:ahLst/>
              <a:cxnLst/>
              <a:rect l="l" t="t" r="r" b="b"/>
              <a:pathLst>
                <a:path w="44981" h="25955" extrusionOk="0">
                  <a:moveTo>
                    <a:pt x="643" y="19122"/>
                  </a:moveTo>
                  <a:cubicBezTo>
                    <a:pt x="-214" y="18550"/>
                    <a:pt x="-214" y="17693"/>
                    <a:pt x="643" y="17216"/>
                  </a:cubicBezTo>
                  <a:lnTo>
                    <a:pt x="29789" y="357"/>
                  </a:lnTo>
                  <a:cubicBezTo>
                    <a:pt x="30647" y="-119"/>
                    <a:pt x="32171" y="-119"/>
                    <a:pt x="33028" y="357"/>
                  </a:cubicBezTo>
                  <a:lnTo>
                    <a:pt x="44268" y="6834"/>
                  </a:lnTo>
                  <a:cubicBezTo>
                    <a:pt x="45220" y="7311"/>
                    <a:pt x="45220" y="8168"/>
                    <a:pt x="44268" y="8739"/>
                  </a:cubicBezTo>
                  <a:lnTo>
                    <a:pt x="15121" y="25599"/>
                  </a:lnTo>
                  <a:cubicBezTo>
                    <a:pt x="14264" y="26075"/>
                    <a:pt x="12740" y="26075"/>
                    <a:pt x="11883" y="25599"/>
                  </a:cubicBezTo>
                  <a:lnTo>
                    <a:pt x="643" y="1912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39" name="Google Shape;1339;p33"/>
            <p:cNvGrpSpPr/>
            <p:nvPr/>
          </p:nvGrpSpPr>
          <p:grpSpPr>
            <a:xfrm>
              <a:off x="7706067" y="2827552"/>
              <a:ext cx="24805" cy="13868"/>
              <a:chOff x="3055204" y="5303540"/>
              <a:chExt cx="8858" cy="4952"/>
            </a:xfrm>
          </p:grpSpPr>
          <p:sp>
            <p:nvSpPr>
              <p:cNvPr id="1340" name="Google Shape;1340;p33"/>
              <p:cNvSpPr/>
              <p:nvPr/>
            </p:nvSpPr>
            <p:spPr>
              <a:xfrm>
                <a:off x="3055204" y="5303540"/>
                <a:ext cx="3428" cy="2000"/>
              </a:xfrm>
              <a:custGeom>
                <a:avLst/>
                <a:gdLst/>
                <a:ahLst/>
                <a:cxnLst/>
                <a:rect l="l" t="t" r="r" b="b"/>
                <a:pathLst>
                  <a:path w="3428" h="2000" extrusionOk="0">
                    <a:moveTo>
                      <a:pt x="2191" y="0"/>
                    </a:moveTo>
                    <a:lnTo>
                      <a:pt x="3429" y="762"/>
                    </a:lnTo>
                    <a:lnTo>
                      <a:pt x="3143" y="762"/>
                    </a:lnTo>
                    <a:cubicBezTo>
                      <a:pt x="3143" y="762"/>
                      <a:pt x="2191" y="286"/>
                      <a:pt x="2191" y="286"/>
                    </a:cubicBezTo>
                    <a:lnTo>
                      <a:pt x="1524" y="667"/>
                    </a:lnTo>
                    <a:lnTo>
                      <a:pt x="2381" y="1143"/>
                    </a:lnTo>
                    <a:lnTo>
                      <a:pt x="2191" y="1143"/>
                    </a:lnTo>
                    <a:cubicBezTo>
                      <a:pt x="2191" y="1143"/>
                      <a:pt x="1333" y="762"/>
                      <a:pt x="1333" y="762"/>
                    </a:cubicBezTo>
                    <a:lnTo>
                      <a:pt x="571" y="1238"/>
                    </a:lnTo>
                    <a:lnTo>
                      <a:pt x="1619" y="1810"/>
                    </a:lnTo>
                    <a:lnTo>
                      <a:pt x="1333" y="2000"/>
                    </a:lnTo>
                    <a:lnTo>
                      <a:pt x="0" y="1238"/>
                    </a:lnTo>
                    <a:lnTo>
                      <a:pt x="2191"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1" name="Google Shape;1341;p33"/>
              <p:cNvSpPr/>
              <p:nvPr/>
            </p:nvSpPr>
            <p:spPr>
              <a:xfrm>
                <a:off x="3057014" y="5304778"/>
                <a:ext cx="2711" cy="1809"/>
              </a:xfrm>
              <a:custGeom>
                <a:avLst/>
                <a:gdLst/>
                <a:ahLst/>
                <a:cxnLst/>
                <a:rect l="l" t="t" r="r" b="b"/>
                <a:pathLst>
                  <a:path w="2711" h="1809" extrusionOk="0">
                    <a:moveTo>
                      <a:pt x="1524" y="95"/>
                    </a:moveTo>
                    <a:lnTo>
                      <a:pt x="1810" y="95"/>
                    </a:lnTo>
                    <a:cubicBezTo>
                      <a:pt x="1810" y="95"/>
                      <a:pt x="1619" y="381"/>
                      <a:pt x="1619" y="381"/>
                    </a:cubicBezTo>
                    <a:lnTo>
                      <a:pt x="1619" y="381"/>
                    </a:lnTo>
                    <a:cubicBezTo>
                      <a:pt x="1619" y="381"/>
                      <a:pt x="2191" y="381"/>
                      <a:pt x="2476" y="572"/>
                    </a:cubicBezTo>
                    <a:cubicBezTo>
                      <a:pt x="2857" y="762"/>
                      <a:pt x="2762" y="953"/>
                      <a:pt x="2286" y="1238"/>
                    </a:cubicBezTo>
                    <a:lnTo>
                      <a:pt x="1238" y="1810"/>
                    </a:lnTo>
                    <a:lnTo>
                      <a:pt x="953" y="1619"/>
                    </a:lnTo>
                    <a:lnTo>
                      <a:pt x="2000" y="1048"/>
                    </a:lnTo>
                    <a:cubicBezTo>
                      <a:pt x="2000" y="1048"/>
                      <a:pt x="2286" y="762"/>
                      <a:pt x="2096" y="572"/>
                    </a:cubicBezTo>
                    <a:cubicBezTo>
                      <a:pt x="1905" y="572"/>
                      <a:pt x="1714" y="476"/>
                      <a:pt x="1429" y="476"/>
                    </a:cubicBezTo>
                    <a:lnTo>
                      <a:pt x="286" y="1143"/>
                    </a:lnTo>
                    <a:lnTo>
                      <a:pt x="0" y="953"/>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2" name="Google Shape;1342;p33"/>
              <p:cNvSpPr/>
              <p:nvPr/>
            </p:nvSpPr>
            <p:spPr>
              <a:xfrm>
                <a:off x="3058858" y="5305636"/>
                <a:ext cx="2156" cy="1428"/>
              </a:xfrm>
              <a:custGeom>
                <a:avLst/>
                <a:gdLst/>
                <a:ahLst/>
                <a:cxnLst/>
                <a:rect l="l" t="t" r="r" b="b"/>
                <a:pathLst>
                  <a:path w="2156" h="1428" extrusionOk="0">
                    <a:moveTo>
                      <a:pt x="442" y="952"/>
                    </a:moveTo>
                    <a:lnTo>
                      <a:pt x="1299" y="381"/>
                    </a:lnTo>
                    <a:lnTo>
                      <a:pt x="1013" y="381"/>
                    </a:lnTo>
                    <a:cubicBezTo>
                      <a:pt x="1013" y="381"/>
                      <a:pt x="1204" y="95"/>
                      <a:pt x="1204" y="95"/>
                    </a:cubicBezTo>
                    <a:lnTo>
                      <a:pt x="1490" y="95"/>
                    </a:lnTo>
                    <a:cubicBezTo>
                      <a:pt x="1490" y="95"/>
                      <a:pt x="1966" y="0"/>
                      <a:pt x="1966" y="0"/>
                    </a:cubicBezTo>
                    <a:lnTo>
                      <a:pt x="2156" y="0"/>
                    </a:lnTo>
                    <a:cubicBezTo>
                      <a:pt x="2156" y="0"/>
                      <a:pt x="1680" y="381"/>
                      <a:pt x="1680" y="381"/>
                    </a:cubicBezTo>
                    <a:lnTo>
                      <a:pt x="2156" y="667"/>
                    </a:lnTo>
                    <a:lnTo>
                      <a:pt x="1966" y="667"/>
                    </a:lnTo>
                    <a:cubicBezTo>
                      <a:pt x="1966" y="667"/>
                      <a:pt x="1490" y="571"/>
                      <a:pt x="1490" y="571"/>
                    </a:cubicBezTo>
                    <a:lnTo>
                      <a:pt x="537" y="1048"/>
                    </a:lnTo>
                    <a:cubicBezTo>
                      <a:pt x="537" y="1048"/>
                      <a:pt x="346" y="1333"/>
                      <a:pt x="537" y="1429"/>
                    </a:cubicBezTo>
                    <a:cubicBezTo>
                      <a:pt x="537" y="1429"/>
                      <a:pt x="727" y="1429"/>
                      <a:pt x="823" y="1429"/>
                    </a:cubicBezTo>
                    <a:lnTo>
                      <a:pt x="632" y="1429"/>
                    </a:lnTo>
                    <a:cubicBezTo>
                      <a:pt x="632" y="1429"/>
                      <a:pt x="346" y="1429"/>
                      <a:pt x="251" y="1429"/>
                    </a:cubicBezTo>
                    <a:cubicBezTo>
                      <a:pt x="-130" y="1238"/>
                      <a:pt x="-34" y="1048"/>
                      <a:pt x="251" y="85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3" name="Google Shape;1343;p33"/>
              <p:cNvSpPr/>
              <p:nvPr/>
            </p:nvSpPr>
            <p:spPr>
              <a:xfrm>
                <a:off x="3060311" y="5306755"/>
                <a:ext cx="2159" cy="1452"/>
              </a:xfrm>
              <a:custGeom>
                <a:avLst/>
                <a:gdLst/>
                <a:ahLst/>
                <a:cxnLst/>
                <a:rect l="l" t="t" r="r" b="b"/>
                <a:pathLst>
                  <a:path w="2159" h="1452" extrusionOk="0">
                    <a:moveTo>
                      <a:pt x="227" y="214"/>
                    </a:moveTo>
                    <a:cubicBezTo>
                      <a:pt x="799" y="-71"/>
                      <a:pt x="1466" y="-71"/>
                      <a:pt x="1846" y="214"/>
                    </a:cubicBezTo>
                    <a:cubicBezTo>
                      <a:pt x="2323" y="405"/>
                      <a:pt x="2227" y="786"/>
                      <a:pt x="1751" y="1072"/>
                    </a:cubicBezTo>
                    <a:cubicBezTo>
                      <a:pt x="1751" y="1072"/>
                      <a:pt x="1656" y="1072"/>
                      <a:pt x="1561" y="1072"/>
                    </a:cubicBezTo>
                    <a:lnTo>
                      <a:pt x="513" y="405"/>
                    </a:lnTo>
                    <a:cubicBezTo>
                      <a:pt x="513" y="405"/>
                      <a:pt x="227" y="881"/>
                      <a:pt x="513" y="1072"/>
                    </a:cubicBezTo>
                    <a:cubicBezTo>
                      <a:pt x="703" y="1167"/>
                      <a:pt x="894" y="1167"/>
                      <a:pt x="1084" y="1262"/>
                    </a:cubicBezTo>
                    <a:lnTo>
                      <a:pt x="1084" y="1453"/>
                    </a:lnTo>
                    <a:cubicBezTo>
                      <a:pt x="1084" y="1453"/>
                      <a:pt x="513" y="1357"/>
                      <a:pt x="323" y="1262"/>
                    </a:cubicBezTo>
                    <a:cubicBezTo>
                      <a:pt x="-59" y="976"/>
                      <a:pt x="-154" y="595"/>
                      <a:pt x="323" y="310"/>
                    </a:cubicBezTo>
                    <a:close/>
                    <a:moveTo>
                      <a:pt x="1561" y="786"/>
                    </a:moveTo>
                    <a:cubicBezTo>
                      <a:pt x="1561" y="786"/>
                      <a:pt x="1942" y="405"/>
                      <a:pt x="1656" y="310"/>
                    </a:cubicBezTo>
                    <a:cubicBezTo>
                      <a:pt x="1466" y="214"/>
                      <a:pt x="989" y="119"/>
                      <a:pt x="703" y="310"/>
                    </a:cubicBezTo>
                    <a:lnTo>
                      <a:pt x="1561" y="78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4" name="Google Shape;1344;p33"/>
              <p:cNvSpPr/>
              <p:nvPr/>
            </p:nvSpPr>
            <p:spPr>
              <a:xfrm>
                <a:off x="3061586" y="5307350"/>
                <a:ext cx="2476" cy="1142"/>
              </a:xfrm>
              <a:custGeom>
                <a:avLst/>
                <a:gdLst/>
                <a:ahLst/>
                <a:cxnLst/>
                <a:rect l="l" t="t" r="r" b="b"/>
                <a:pathLst>
                  <a:path w="2476" h="1142" extrusionOk="0">
                    <a:moveTo>
                      <a:pt x="1619" y="190"/>
                    </a:moveTo>
                    <a:lnTo>
                      <a:pt x="1905" y="190"/>
                    </a:lnTo>
                    <a:cubicBezTo>
                      <a:pt x="1905" y="190"/>
                      <a:pt x="1619" y="476"/>
                      <a:pt x="1619" y="476"/>
                    </a:cubicBezTo>
                    <a:lnTo>
                      <a:pt x="1619" y="476"/>
                    </a:lnTo>
                    <a:cubicBezTo>
                      <a:pt x="1619" y="476"/>
                      <a:pt x="2286" y="476"/>
                      <a:pt x="2381" y="476"/>
                    </a:cubicBezTo>
                    <a:cubicBezTo>
                      <a:pt x="2381" y="476"/>
                      <a:pt x="2381" y="476"/>
                      <a:pt x="2477" y="571"/>
                    </a:cubicBezTo>
                    <a:lnTo>
                      <a:pt x="2191" y="571"/>
                    </a:lnTo>
                    <a:cubicBezTo>
                      <a:pt x="2191" y="571"/>
                      <a:pt x="2191" y="571"/>
                      <a:pt x="2096" y="571"/>
                    </a:cubicBezTo>
                    <a:cubicBezTo>
                      <a:pt x="2000" y="571"/>
                      <a:pt x="1715" y="476"/>
                      <a:pt x="1334" y="571"/>
                    </a:cubicBezTo>
                    <a:lnTo>
                      <a:pt x="286" y="1143"/>
                    </a:lnTo>
                    <a:lnTo>
                      <a:pt x="0" y="953"/>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45" name="Google Shape;1345;p33"/>
            <p:cNvSpPr/>
            <p:nvPr/>
          </p:nvSpPr>
          <p:spPr>
            <a:xfrm>
              <a:off x="7552966" y="2544678"/>
              <a:ext cx="75748" cy="43543"/>
            </a:xfrm>
            <a:custGeom>
              <a:avLst/>
              <a:gdLst/>
              <a:ahLst/>
              <a:cxnLst/>
              <a:rect l="l" t="t" r="r" b="b"/>
              <a:pathLst>
                <a:path w="27050" h="15549" extrusionOk="0">
                  <a:moveTo>
                    <a:pt x="23622" y="5286"/>
                  </a:moveTo>
                  <a:lnTo>
                    <a:pt x="15145" y="429"/>
                  </a:lnTo>
                  <a:cubicBezTo>
                    <a:pt x="14288" y="-143"/>
                    <a:pt x="12763" y="-143"/>
                    <a:pt x="11906" y="429"/>
                  </a:cubicBezTo>
                  <a:lnTo>
                    <a:pt x="3429" y="5286"/>
                  </a:lnTo>
                  <a:lnTo>
                    <a:pt x="0" y="5286"/>
                  </a:lnTo>
                  <a:lnTo>
                    <a:pt x="0" y="7763"/>
                  </a:lnTo>
                  <a:cubicBezTo>
                    <a:pt x="0" y="7763"/>
                    <a:pt x="190" y="8430"/>
                    <a:pt x="667" y="8716"/>
                  </a:cubicBezTo>
                  <a:lnTo>
                    <a:pt x="11906" y="15192"/>
                  </a:lnTo>
                  <a:cubicBezTo>
                    <a:pt x="12763" y="15669"/>
                    <a:pt x="14288" y="15669"/>
                    <a:pt x="15145" y="15192"/>
                  </a:cubicBezTo>
                  <a:lnTo>
                    <a:pt x="26384" y="8716"/>
                  </a:lnTo>
                  <a:cubicBezTo>
                    <a:pt x="26384" y="8716"/>
                    <a:pt x="27051" y="8144"/>
                    <a:pt x="27051" y="7763"/>
                  </a:cubicBezTo>
                  <a:lnTo>
                    <a:pt x="27051" y="5286"/>
                  </a:lnTo>
                  <a:lnTo>
                    <a:pt x="23622"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6" name="Google Shape;1346;p33"/>
            <p:cNvSpPr/>
            <p:nvPr/>
          </p:nvSpPr>
          <p:spPr>
            <a:xfrm>
              <a:off x="7553031" y="2537408"/>
              <a:ext cx="75617" cy="43611"/>
            </a:xfrm>
            <a:custGeom>
              <a:avLst/>
              <a:gdLst/>
              <a:ahLst/>
              <a:cxnLst/>
              <a:rect l="l" t="t" r="r" b="b"/>
              <a:pathLst>
                <a:path w="27003" h="15573" extrusionOk="0">
                  <a:moveTo>
                    <a:pt x="15121" y="15216"/>
                  </a:moveTo>
                  <a:cubicBezTo>
                    <a:pt x="14264" y="15693"/>
                    <a:pt x="12740" y="15693"/>
                    <a:pt x="11883" y="15216"/>
                  </a:cubicBezTo>
                  <a:lnTo>
                    <a:pt x="643" y="8739"/>
                  </a:lnTo>
                  <a:cubicBezTo>
                    <a:pt x="-214" y="8263"/>
                    <a:pt x="-214" y="7406"/>
                    <a:pt x="643" y="6834"/>
                  </a:cubicBezTo>
                  <a:lnTo>
                    <a:pt x="11883" y="357"/>
                  </a:lnTo>
                  <a:cubicBezTo>
                    <a:pt x="12740" y="-119"/>
                    <a:pt x="14264" y="-119"/>
                    <a:pt x="15121" y="357"/>
                  </a:cubicBezTo>
                  <a:lnTo>
                    <a:pt x="26361" y="6834"/>
                  </a:lnTo>
                  <a:cubicBezTo>
                    <a:pt x="27218" y="7310"/>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47" name="Google Shape;1347;p33"/>
            <p:cNvGrpSpPr/>
            <p:nvPr/>
          </p:nvGrpSpPr>
          <p:grpSpPr>
            <a:xfrm>
              <a:off x="7568701" y="2556812"/>
              <a:ext cx="26138" cy="16270"/>
              <a:chOff x="3006150" y="5206861"/>
              <a:chExt cx="9334" cy="5810"/>
            </a:xfrm>
          </p:grpSpPr>
          <p:sp>
            <p:nvSpPr>
              <p:cNvPr id="1348" name="Google Shape;1348;p33"/>
              <p:cNvSpPr/>
              <p:nvPr/>
            </p:nvSpPr>
            <p:spPr>
              <a:xfrm>
                <a:off x="3006150" y="5206861"/>
                <a:ext cx="2476" cy="1428"/>
              </a:xfrm>
              <a:custGeom>
                <a:avLst/>
                <a:gdLst/>
                <a:ahLst/>
                <a:cxnLst/>
                <a:rect l="l" t="t" r="r" b="b"/>
                <a:pathLst>
                  <a:path w="2476" h="1428" extrusionOk="0">
                    <a:moveTo>
                      <a:pt x="2191" y="0"/>
                    </a:moveTo>
                    <a:lnTo>
                      <a:pt x="2476" y="191"/>
                    </a:lnTo>
                    <a:lnTo>
                      <a:pt x="286" y="1429"/>
                    </a:lnTo>
                    <a:lnTo>
                      <a:pt x="0" y="1238"/>
                    </a:lnTo>
                    <a:lnTo>
                      <a:pt x="2191"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9" name="Google Shape;1349;p33"/>
              <p:cNvSpPr/>
              <p:nvPr/>
            </p:nvSpPr>
            <p:spPr>
              <a:xfrm>
                <a:off x="3007008" y="5207719"/>
                <a:ext cx="2766" cy="1809"/>
              </a:xfrm>
              <a:custGeom>
                <a:avLst/>
                <a:gdLst/>
                <a:ahLst/>
                <a:cxnLst/>
                <a:rect l="l" t="t" r="r" b="b"/>
                <a:pathLst>
                  <a:path w="2766" h="1809" extrusionOk="0">
                    <a:moveTo>
                      <a:pt x="1714" y="0"/>
                    </a:moveTo>
                    <a:lnTo>
                      <a:pt x="1905" y="190"/>
                    </a:lnTo>
                    <a:lnTo>
                      <a:pt x="1714" y="381"/>
                    </a:lnTo>
                    <a:lnTo>
                      <a:pt x="1714" y="381"/>
                    </a:lnTo>
                    <a:cubicBezTo>
                      <a:pt x="1714" y="381"/>
                      <a:pt x="2286" y="381"/>
                      <a:pt x="2572" y="571"/>
                    </a:cubicBezTo>
                    <a:cubicBezTo>
                      <a:pt x="2857" y="762"/>
                      <a:pt x="2857" y="952"/>
                      <a:pt x="2381" y="1238"/>
                    </a:cubicBezTo>
                    <a:lnTo>
                      <a:pt x="1333" y="1809"/>
                    </a:lnTo>
                    <a:lnTo>
                      <a:pt x="1048" y="1619"/>
                    </a:lnTo>
                    <a:lnTo>
                      <a:pt x="2000" y="1048"/>
                    </a:lnTo>
                    <a:cubicBezTo>
                      <a:pt x="2000" y="1048"/>
                      <a:pt x="2381" y="762"/>
                      <a:pt x="2096" y="571"/>
                    </a:cubicBezTo>
                    <a:cubicBezTo>
                      <a:pt x="1905" y="476"/>
                      <a:pt x="1714" y="476"/>
                      <a:pt x="1429" y="476"/>
                    </a:cubicBezTo>
                    <a:lnTo>
                      <a:pt x="286" y="1143"/>
                    </a:lnTo>
                    <a:lnTo>
                      <a:pt x="0" y="952"/>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0" name="Google Shape;1350;p33"/>
              <p:cNvSpPr/>
              <p:nvPr/>
            </p:nvSpPr>
            <p:spPr>
              <a:xfrm>
                <a:off x="3008912" y="5208814"/>
                <a:ext cx="2476" cy="1333"/>
              </a:xfrm>
              <a:custGeom>
                <a:avLst/>
                <a:gdLst/>
                <a:ahLst/>
                <a:cxnLst/>
                <a:rect l="l" t="t" r="r" b="b"/>
                <a:pathLst>
                  <a:path w="2476" h="1333" extrusionOk="0">
                    <a:moveTo>
                      <a:pt x="0" y="714"/>
                    </a:moveTo>
                    <a:lnTo>
                      <a:pt x="286" y="714"/>
                    </a:lnTo>
                    <a:cubicBezTo>
                      <a:pt x="286" y="714"/>
                      <a:pt x="381" y="1000"/>
                      <a:pt x="571" y="1095"/>
                    </a:cubicBezTo>
                    <a:cubicBezTo>
                      <a:pt x="762" y="1191"/>
                      <a:pt x="1048" y="1191"/>
                      <a:pt x="1143" y="1095"/>
                    </a:cubicBezTo>
                    <a:cubicBezTo>
                      <a:pt x="1334" y="1095"/>
                      <a:pt x="1143" y="810"/>
                      <a:pt x="1143" y="714"/>
                    </a:cubicBezTo>
                    <a:cubicBezTo>
                      <a:pt x="1048" y="524"/>
                      <a:pt x="857" y="333"/>
                      <a:pt x="1143" y="143"/>
                    </a:cubicBezTo>
                    <a:cubicBezTo>
                      <a:pt x="1429" y="-48"/>
                      <a:pt x="1810" y="-48"/>
                      <a:pt x="2191" y="143"/>
                    </a:cubicBezTo>
                    <a:cubicBezTo>
                      <a:pt x="2381" y="238"/>
                      <a:pt x="2477" y="429"/>
                      <a:pt x="2477" y="524"/>
                    </a:cubicBezTo>
                    <a:lnTo>
                      <a:pt x="2191" y="524"/>
                    </a:lnTo>
                    <a:cubicBezTo>
                      <a:pt x="2191" y="524"/>
                      <a:pt x="2191" y="333"/>
                      <a:pt x="2000" y="238"/>
                    </a:cubicBezTo>
                    <a:cubicBezTo>
                      <a:pt x="1810" y="48"/>
                      <a:pt x="1619" y="143"/>
                      <a:pt x="1524" y="238"/>
                    </a:cubicBezTo>
                    <a:cubicBezTo>
                      <a:pt x="1334" y="238"/>
                      <a:pt x="1524" y="429"/>
                      <a:pt x="1524" y="619"/>
                    </a:cubicBezTo>
                    <a:cubicBezTo>
                      <a:pt x="1715" y="810"/>
                      <a:pt x="1810" y="1000"/>
                      <a:pt x="1524" y="1191"/>
                    </a:cubicBezTo>
                    <a:cubicBezTo>
                      <a:pt x="1238" y="1381"/>
                      <a:pt x="857" y="1381"/>
                      <a:pt x="381" y="1191"/>
                    </a:cubicBezTo>
                    <a:cubicBezTo>
                      <a:pt x="191" y="1095"/>
                      <a:pt x="0" y="905"/>
                      <a:pt x="0" y="71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1" name="Google Shape;1351;p33"/>
              <p:cNvSpPr/>
              <p:nvPr/>
            </p:nvSpPr>
            <p:spPr>
              <a:xfrm>
                <a:off x="3010651" y="5209790"/>
                <a:ext cx="2289" cy="1452"/>
              </a:xfrm>
              <a:custGeom>
                <a:avLst/>
                <a:gdLst/>
                <a:ahLst/>
                <a:cxnLst/>
                <a:rect l="l" t="t" r="r" b="b"/>
                <a:pathLst>
                  <a:path w="2289" h="1452" extrusionOk="0">
                    <a:moveTo>
                      <a:pt x="357" y="214"/>
                    </a:moveTo>
                    <a:cubicBezTo>
                      <a:pt x="929" y="-71"/>
                      <a:pt x="1595" y="-71"/>
                      <a:pt x="1976" y="214"/>
                    </a:cubicBezTo>
                    <a:cubicBezTo>
                      <a:pt x="2453" y="405"/>
                      <a:pt x="2358" y="786"/>
                      <a:pt x="1881" y="976"/>
                    </a:cubicBezTo>
                    <a:cubicBezTo>
                      <a:pt x="1881" y="976"/>
                      <a:pt x="1786" y="976"/>
                      <a:pt x="1691" y="1072"/>
                    </a:cubicBezTo>
                    <a:lnTo>
                      <a:pt x="548" y="405"/>
                    </a:lnTo>
                    <a:cubicBezTo>
                      <a:pt x="548" y="405"/>
                      <a:pt x="167" y="881"/>
                      <a:pt x="548" y="1072"/>
                    </a:cubicBezTo>
                    <a:cubicBezTo>
                      <a:pt x="738" y="1072"/>
                      <a:pt x="834" y="1262"/>
                      <a:pt x="1119" y="1262"/>
                    </a:cubicBezTo>
                    <a:lnTo>
                      <a:pt x="1119" y="1453"/>
                    </a:lnTo>
                    <a:cubicBezTo>
                      <a:pt x="1119" y="1453"/>
                      <a:pt x="548" y="1453"/>
                      <a:pt x="357" y="1262"/>
                    </a:cubicBezTo>
                    <a:cubicBezTo>
                      <a:pt x="-119" y="976"/>
                      <a:pt x="-119" y="595"/>
                      <a:pt x="357" y="310"/>
                    </a:cubicBezTo>
                    <a:close/>
                    <a:moveTo>
                      <a:pt x="1691" y="786"/>
                    </a:moveTo>
                    <a:cubicBezTo>
                      <a:pt x="1691" y="786"/>
                      <a:pt x="2072" y="405"/>
                      <a:pt x="1786" y="214"/>
                    </a:cubicBezTo>
                    <a:cubicBezTo>
                      <a:pt x="1500" y="119"/>
                      <a:pt x="1119" y="119"/>
                      <a:pt x="834" y="214"/>
                    </a:cubicBezTo>
                    <a:lnTo>
                      <a:pt x="1691" y="69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2" name="Google Shape;1352;p33"/>
              <p:cNvSpPr/>
              <p:nvPr/>
            </p:nvSpPr>
            <p:spPr>
              <a:xfrm>
                <a:off x="3011960" y="5210386"/>
                <a:ext cx="2476" cy="1142"/>
              </a:xfrm>
              <a:custGeom>
                <a:avLst/>
                <a:gdLst/>
                <a:ahLst/>
                <a:cxnLst/>
                <a:rect l="l" t="t" r="r" b="b"/>
                <a:pathLst>
                  <a:path w="2476" h="1142" extrusionOk="0">
                    <a:moveTo>
                      <a:pt x="1619" y="190"/>
                    </a:moveTo>
                    <a:lnTo>
                      <a:pt x="1810" y="190"/>
                    </a:lnTo>
                    <a:cubicBezTo>
                      <a:pt x="1810" y="190"/>
                      <a:pt x="1524" y="476"/>
                      <a:pt x="1524" y="476"/>
                    </a:cubicBezTo>
                    <a:lnTo>
                      <a:pt x="1524" y="476"/>
                    </a:lnTo>
                    <a:cubicBezTo>
                      <a:pt x="1524" y="476"/>
                      <a:pt x="2096" y="476"/>
                      <a:pt x="2286" y="476"/>
                    </a:cubicBezTo>
                    <a:cubicBezTo>
                      <a:pt x="2286" y="476"/>
                      <a:pt x="2381" y="476"/>
                      <a:pt x="2477" y="571"/>
                    </a:cubicBezTo>
                    <a:lnTo>
                      <a:pt x="2191" y="571"/>
                    </a:lnTo>
                    <a:cubicBezTo>
                      <a:pt x="2191" y="571"/>
                      <a:pt x="2191" y="571"/>
                      <a:pt x="2096" y="571"/>
                    </a:cubicBezTo>
                    <a:cubicBezTo>
                      <a:pt x="2000" y="571"/>
                      <a:pt x="1714" y="476"/>
                      <a:pt x="1334" y="571"/>
                    </a:cubicBezTo>
                    <a:lnTo>
                      <a:pt x="286" y="1143"/>
                    </a:lnTo>
                    <a:lnTo>
                      <a:pt x="0" y="952"/>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3" name="Google Shape;1353;p33"/>
              <p:cNvSpPr/>
              <p:nvPr/>
            </p:nvSpPr>
            <p:spPr>
              <a:xfrm>
                <a:off x="3013233" y="5210957"/>
                <a:ext cx="2251" cy="1714"/>
              </a:xfrm>
              <a:custGeom>
                <a:avLst/>
                <a:gdLst/>
                <a:ahLst/>
                <a:cxnLst/>
                <a:rect l="l" t="t" r="r" b="b"/>
                <a:pathLst>
                  <a:path w="2251" h="1714" extrusionOk="0">
                    <a:moveTo>
                      <a:pt x="442" y="952"/>
                    </a:moveTo>
                    <a:lnTo>
                      <a:pt x="1394" y="381"/>
                    </a:lnTo>
                    <a:lnTo>
                      <a:pt x="1109" y="381"/>
                    </a:lnTo>
                    <a:cubicBezTo>
                      <a:pt x="1109" y="381"/>
                      <a:pt x="1299" y="95"/>
                      <a:pt x="1299" y="95"/>
                    </a:cubicBezTo>
                    <a:lnTo>
                      <a:pt x="1585" y="95"/>
                    </a:lnTo>
                    <a:cubicBezTo>
                      <a:pt x="1585" y="95"/>
                      <a:pt x="2061" y="0"/>
                      <a:pt x="2061" y="0"/>
                    </a:cubicBezTo>
                    <a:lnTo>
                      <a:pt x="2251" y="190"/>
                    </a:lnTo>
                    <a:lnTo>
                      <a:pt x="1775" y="476"/>
                    </a:lnTo>
                    <a:lnTo>
                      <a:pt x="2251" y="762"/>
                    </a:lnTo>
                    <a:lnTo>
                      <a:pt x="2061" y="762"/>
                    </a:lnTo>
                    <a:cubicBezTo>
                      <a:pt x="2061" y="762"/>
                      <a:pt x="1585" y="667"/>
                      <a:pt x="1585" y="667"/>
                    </a:cubicBezTo>
                    <a:lnTo>
                      <a:pt x="632" y="1238"/>
                    </a:lnTo>
                    <a:cubicBezTo>
                      <a:pt x="632" y="1238"/>
                      <a:pt x="347" y="1429"/>
                      <a:pt x="632" y="1524"/>
                    </a:cubicBezTo>
                    <a:cubicBezTo>
                      <a:pt x="632" y="1524"/>
                      <a:pt x="727" y="1524"/>
                      <a:pt x="823" y="1524"/>
                    </a:cubicBezTo>
                    <a:lnTo>
                      <a:pt x="632" y="1714"/>
                    </a:lnTo>
                    <a:cubicBezTo>
                      <a:pt x="632" y="1714"/>
                      <a:pt x="347" y="1714"/>
                      <a:pt x="251" y="1524"/>
                    </a:cubicBezTo>
                    <a:cubicBezTo>
                      <a:pt x="-130" y="1333"/>
                      <a:pt x="-34" y="1143"/>
                      <a:pt x="251" y="95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54" name="Google Shape;1354;p33"/>
            <p:cNvSpPr/>
            <p:nvPr/>
          </p:nvSpPr>
          <p:spPr>
            <a:xfrm>
              <a:off x="7502552" y="2573950"/>
              <a:ext cx="75748" cy="43611"/>
            </a:xfrm>
            <a:custGeom>
              <a:avLst/>
              <a:gdLst/>
              <a:ahLst/>
              <a:cxnLst/>
              <a:rect l="l" t="t" r="r" b="b"/>
              <a:pathLst>
                <a:path w="27050" h="15573" extrusionOk="0">
                  <a:moveTo>
                    <a:pt x="23622" y="5215"/>
                  </a:moveTo>
                  <a:lnTo>
                    <a:pt x="15145" y="357"/>
                  </a:lnTo>
                  <a:cubicBezTo>
                    <a:pt x="14288" y="-119"/>
                    <a:pt x="12763" y="-119"/>
                    <a:pt x="11906" y="357"/>
                  </a:cubicBezTo>
                  <a:lnTo>
                    <a:pt x="3429" y="5215"/>
                  </a:lnTo>
                  <a:lnTo>
                    <a:pt x="0" y="5215"/>
                  </a:lnTo>
                  <a:lnTo>
                    <a:pt x="0" y="7787"/>
                  </a:lnTo>
                  <a:cubicBezTo>
                    <a:pt x="0" y="7787"/>
                    <a:pt x="190" y="8453"/>
                    <a:pt x="667" y="8739"/>
                  </a:cubicBezTo>
                  <a:lnTo>
                    <a:pt x="11906" y="15216"/>
                  </a:lnTo>
                  <a:cubicBezTo>
                    <a:pt x="12763" y="15692"/>
                    <a:pt x="14288" y="15692"/>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5" name="Google Shape;1355;p33"/>
            <p:cNvSpPr/>
            <p:nvPr/>
          </p:nvSpPr>
          <p:spPr>
            <a:xfrm>
              <a:off x="7502886" y="2566482"/>
              <a:ext cx="75617" cy="43611"/>
            </a:xfrm>
            <a:custGeom>
              <a:avLst/>
              <a:gdLst/>
              <a:ahLst/>
              <a:cxnLst/>
              <a:rect l="l" t="t" r="r" b="b"/>
              <a:pathLst>
                <a:path w="27003" h="15573" extrusionOk="0">
                  <a:moveTo>
                    <a:pt x="15121" y="15216"/>
                  </a:moveTo>
                  <a:cubicBezTo>
                    <a:pt x="14264" y="15692"/>
                    <a:pt x="12740" y="15692"/>
                    <a:pt x="11883" y="15216"/>
                  </a:cubicBezTo>
                  <a:lnTo>
                    <a:pt x="643" y="8739"/>
                  </a:lnTo>
                  <a:cubicBezTo>
                    <a:pt x="-214" y="8263"/>
                    <a:pt x="-214" y="7406"/>
                    <a:pt x="643" y="6834"/>
                  </a:cubicBezTo>
                  <a:lnTo>
                    <a:pt x="11883" y="357"/>
                  </a:lnTo>
                  <a:cubicBezTo>
                    <a:pt x="12740" y="-119"/>
                    <a:pt x="14264" y="-119"/>
                    <a:pt x="15121" y="357"/>
                  </a:cubicBezTo>
                  <a:lnTo>
                    <a:pt x="26361" y="6834"/>
                  </a:lnTo>
                  <a:cubicBezTo>
                    <a:pt x="27218" y="7310"/>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56" name="Google Shape;1356;p33"/>
            <p:cNvGrpSpPr/>
            <p:nvPr/>
          </p:nvGrpSpPr>
          <p:grpSpPr>
            <a:xfrm>
              <a:off x="7517758" y="2584821"/>
              <a:ext cx="27174" cy="17603"/>
              <a:chOff x="2987958" y="5216863"/>
              <a:chExt cx="9704" cy="6286"/>
            </a:xfrm>
          </p:grpSpPr>
          <p:sp>
            <p:nvSpPr>
              <p:cNvPr id="1357" name="Google Shape;1357;p33"/>
              <p:cNvSpPr/>
              <p:nvPr/>
            </p:nvSpPr>
            <p:spPr>
              <a:xfrm>
                <a:off x="2987958" y="5216863"/>
                <a:ext cx="3167" cy="1904"/>
              </a:xfrm>
              <a:custGeom>
                <a:avLst/>
                <a:gdLst/>
                <a:ahLst/>
                <a:cxnLst/>
                <a:rect l="l" t="t" r="r" b="b"/>
                <a:pathLst>
                  <a:path w="3167" h="1904" extrusionOk="0">
                    <a:moveTo>
                      <a:pt x="2096" y="95"/>
                    </a:moveTo>
                    <a:lnTo>
                      <a:pt x="2667" y="381"/>
                    </a:lnTo>
                    <a:cubicBezTo>
                      <a:pt x="3334" y="762"/>
                      <a:pt x="3334" y="1143"/>
                      <a:pt x="2667" y="1619"/>
                    </a:cubicBezTo>
                    <a:cubicBezTo>
                      <a:pt x="2000" y="2000"/>
                      <a:pt x="1238" y="2000"/>
                      <a:pt x="571" y="1619"/>
                    </a:cubicBezTo>
                    <a:lnTo>
                      <a:pt x="0" y="1238"/>
                    </a:lnTo>
                    <a:lnTo>
                      <a:pt x="2191" y="0"/>
                    </a:lnTo>
                    <a:close/>
                    <a:moveTo>
                      <a:pt x="667" y="1524"/>
                    </a:moveTo>
                    <a:cubicBezTo>
                      <a:pt x="1143" y="1810"/>
                      <a:pt x="1810" y="1810"/>
                      <a:pt x="2286" y="1524"/>
                    </a:cubicBezTo>
                    <a:cubicBezTo>
                      <a:pt x="2857" y="1143"/>
                      <a:pt x="2857" y="857"/>
                      <a:pt x="2286" y="571"/>
                    </a:cubicBezTo>
                    <a:lnTo>
                      <a:pt x="2000" y="571"/>
                    </a:lnTo>
                    <a:cubicBezTo>
                      <a:pt x="2000" y="571"/>
                      <a:pt x="286" y="1429"/>
                      <a:pt x="286" y="1429"/>
                    </a:cubicBezTo>
                    <a:lnTo>
                      <a:pt x="571" y="142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8" name="Google Shape;1358;p33"/>
              <p:cNvSpPr/>
              <p:nvPr/>
            </p:nvSpPr>
            <p:spPr>
              <a:xfrm>
                <a:off x="2990172" y="5218635"/>
                <a:ext cx="2251" cy="1370"/>
              </a:xfrm>
              <a:custGeom>
                <a:avLst/>
                <a:gdLst/>
                <a:ahLst/>
                <a:cxnLst/>
                <a:rect l="l" t="t" r="r" b="b"/>
                <a:pathLst>
                  <a:path w="2251" h="1370" extrusionOk="0">
                    <a:moveTo>
                      <a:pt x="357" y="228"/>
                    </a:moveTo>
                    <a:cubicBezTo>
                      <a:pt x="929" y="-58"/>
                      <a:pt x="1595" y="-58"/>
                      <a:pt x="1976" y="133"/>
                    </a:cubicBezTo>
                    <a:cubicBezTo>
                      <a:pt x="2357" y="418"/>
                      <a:pt x="2357" y="704"/>
                      <a:pt x="1881" y="990"/>
                    </a:cubicBezTo>
                    <a:cubicBezTo>
                      <a:pt x="1881" y="990"/>
                      <a:pt x="1786" y="990"/>
                      <a:pt x="1691" y="990"/>
                    </a:cubicBezTo>
                    <a:lnTo>
                      <a:pt x="547" y="323"/>
                    </a:lnTo>
                    <a:cubicBezTo>
                      <a:pt x="547" y="323"/>
                      <a:pt x="167" y="800"/>
                      <a:pt x="547" y="990"/>
                    </a:cubicBezTo>
                    <a:cubicBezTo>
                      <a:pt x="738" y="990"/>
                      <a:pt x="929" y="1085"/>
                      <a:pt x="1119" y="1181"/>
                    </a:cubicBezTo>
                    <a:lnTo>
                      <a:pt x="1119" y="1371"/>
                    </a:lnTo>
                    <a:cubicBezTo>
                      <a:pt x="1119" y="1371"/>
                      <a:pt x="547" y="1371"/>
                      <a:pt x="357" y="1181"/>
                    </a:cubicBezTo>
                    <a:cubicBezTo>
                      <a:pt x="-119" y="895"/>
                      <a:pt x="-119" y="514"/>
                      <a:pt x="357" y="228"/>
                    </a:cubicBezTo>
                    <a:close/>
                    <a:moveTo>
                      <a:pt x="1595" y="800"/>
                    </a:moveTo>
                    <a:cubicBezTo>
                      <a:pt x="1595" y="800"/>
                      <a:pt x="1976" y="418"/>
                      <a:pt x="1691" y="323"/>
                    </a:cubicBezTo>
                    <a:cubicBezTo>
                      <a:pt x="1500" y="133"/>
                      <a:pt x="1024" y="133"/>
                      <a:pt x="738" y="323"/>
                    </a:cubicBezTo>
                    <a:lnTo>
                      <a:pt x="1595" y="80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9" name="Google Shape;1359;p33"/>
              <p:cNvSpPr/>
              <p:nvPr/>
            </p:nvSpPr>
            <p:spPr>
              <a:xfrm>
                <a:off x="2991625" y="5218958"/>
                <a:ext cx="2619" cy="1566"/>
              </a:xfrm>
              <a:custGeom>
                <a:avLst/>
                <a:gdLst/>
                <a:ahLst/>
                <a:cxnLst/>
                <a:rect l="l" t="t" r="r" b="b"/>
                <a:pathLst>
                  <a:path w="2619" h="1566" extrusionOk="0">
                    <a:moveTo>
                      <a:pt x="238" y="1238"/>
                    </a:moveTo>
                    <a:lnTo>
                      <a:pt x="2334" y="0"/>
                    </a:lnTo>
                    <a:lnTo>
                      <a:pt x="2619" y="190"/>
                    </a:lnTo>
                    <a:lnTo>
                      <a:pt x="524" y="1429"/>
                    </a:lnTo>
                    <a:cubicBezTo>
                      <a:pt x="524" y="1429"/>
                      <a:pt x="524" y="1429"/>
                      <a:pt x="524" y="1524"/>
                    </a:cubicBezTo>
                    <a:cubicBezTo>
                      <a:pt x="524" y="1524"/>
                      <a:pt x="524" y="1524"/>
                      <a:pt x="524" y="1524"/>
                    </a:cubicBezTo>
                    <a:lnTo>
                      <a:pt x="333" y="1524"/>
                    </a:lnTo>
                    <a:cubicBezTo>
                      <a:pt x="333" y="1524"/>
                      <a:pt x="238" y="1619"/>
                      <a:pt x="143" y="1524"/>
                    </a:cubicBezTo>
                    <a:cubicBezTo>
                      <a:pt x="-48" y="1429"/>
                      <a:pt x="-48" y="1238"/>
                      <a:pt x="143" y="114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0" name="Google Shape;1360;p33"/>
              <p:cNvSpPr/>
              <p:nvPr/>
            </p:nvSpPr>
            <p:spPr>
              <a:xfrm>
                <a:off x="2992744" y="5220077"/>
                <a:ext cx="2251" cy="1452"/>
              </a:xfrm>
              <a:custGeom>
                <a:avLst/>
                <a:gdLst/>
                <a:ahLst/>
                <a:cxnLst/>
                <a:rect l="l" t="t" r="r" b="b"/>
                <a:pathLst>
                  <a:path w="2251" h="1452" extrusionOk="0">
                    <a:moveTo>
                      <a:pt x="357" y="214"/>
                    </a:moveTo>
                    <a:cubicBezTo>
                      <a:pt x="834" y="-71"/>
                      <a:pt x="1595" y="-71"/>
                      <a:pt x="1976" y="214"/>
                    </a:cubicBezTo>
                    <a:cubicBezTo>
                      <a:pt x="2358" y="405"/>
                      <a:pt x="2358" y="786"/>
                      <a:pt x="1881" y="1072"/>
                    </a:cubicBezTo>
                    <a:cubicBezTo>
                      <a:pt x="1881" y="1072"/>
                      <a:pt x="1786" y="1072"/>
                      <a:pt x="1691" y="1072"/>
                    </a:cubicBezTo>
                    <a:lnTo>
                      <a:pt x="548" y="405"/>
                    </a:lnTo>
                    <a:cubicBezTo>
                      <a:pt x="548" y="405"/>
                      <a:pt x="167" y="881"/>
                      <a:pt x="548" y="1072"/>
                    </a:cubicBezTo>
                    <a:cubicBezTo>
                      <a:pt x="738" y="1072"/>
                      <a:pt x="929" y="1167"/>
                      <a:pt x="1119" y="1262"/>
                    </a:cubicBezTo>
                    <a:lnTo>
                      <a:pt x="1119" y="1453"/>
                    </a:lnTo>
                    <a:cubicBezTo>
                      <a:pt x="1119" y="1453"/>
                      <a:pt x="548" y="1453"/>
                      <a:pt x="357" y="1262"/>
                    </a:cubicBezTo>
                    <a:cubicBezTo>
                      <a:pt x="-119" y="976"/>
                      <a:pt x="-119" y="595"/>
                      <a:pt x="357" y="310"/>
                    </a:cubicBezTo>
                    <a:close/>
                    <a:moveTo>
                      <a:pt x="1595" y="786"/>
                    </a:moveTo>
                    <a:cubicBezTo>
                      <a:pt x="1595" y="786"/>
                      <a:pt x="1976" y="405"/>
                      <a:pt x="1595" y="214"/>
                    </a:cubicBezTo>
                    <a:cubicBezTo>
                      <a:pt x="1405" y="119"/>
                      <a:pt x="1024" y="119"/>
                      <a:pt x="643" y="214"/>
                    </a:cubicBezTo>
                    <a:lnTo>
                      <a:pt x="1500" y="69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1" name="Google Shape;1361;p33"/>
              <p:cNvSpPr/>
              <p:nvPr/>
            </p:nvSpPr>
            <p:spPr>
              <a:xfrm>
                <a:off x="2994279" y="5220577"/>
                <a:ext cx="2156" cy="1619"/>
              </a:xfrm>
              <a:custGeom>
                <a:avLst/>
                <a:gdLst/>
                <a:ahLst/>
                <a:cxnLst/>
                <a:rect l="l" t="t" r="r" b="b"/>
                <a:pathLst>
                  <a:path w="2156" h="1619" extrusionOk="0">
                    <a:moveTo>
                      <a:pt x="251" y="953"/>
                    </a:moveTo>
                    <a:lnTo>
                      <a:pt x="1204" y="381"/>
                    </a:lnTo>
                    <a:lnTo>
                      <a:pt x="918" y="381"/>
                    </a:lnTo>
                    <a:cubicBezTo>
                      <a:pt x="918" y="381"/>
                      <a:pt x="1109" y="95"/>
                      <a:pt x="1109" y="95"/>
                    </a:cubicBezTo>
                    <a:lnTo>
                      <a:pt x="1394" y="286"/>
                    </a:lnTo>
                    <a:lnTo>
                      <a:pt x="1870" y="0"/>
                    </a:lnTo>
                    <a:lnTo>
                      <a:pt x="2156" y="0"/>
                    </a:lnTo>
                    <a:cubicBezTo>
                      <a:pt x="2156" y="0"/>
                      <a:pt x="1680" y="381"/>
                      <a:pt x="1680" y="381"/>
                    </a:cubicBezTo>
                    <a:lnTo>
                      <a:pt x="2156" y="667"/>
                    </a:lnTo>
                    <a:lnTo>
                      <a:pt x="1966" y="667"/>
                    </a:lnTo>
                    <a:cubicBezTo>
                      <a:pt x="1966" y="667"/>
                      <a:pt x="1490" y="571"/>
                      <a:pt x="1490" y="571"/>
                    </a:cubicBezTo>
                    <a:lnTo>
                      <a:pt x="632" y="1143"/>
                    </a:lnTo>
                    <a:cubicBezTo>
                      <a:pt x="632" y="1143"/>
                      <a:pt x="346" y="1334"/>
                      <a:pt x="632" y="1429"/>
                    </a:cubicBezTo>
                    <a:cubicBezTo>
                      <a:pt x="632" y="1429"/>
                      <a:pt x="727" y="1429"/>
                      <a:pt x="823" y="1429"/>
                    </a:cubicBezTo>
                    <a:lnTo>
                      <a:pt x="632" y="1619"/>
                    </a:lnTo>
                    <a:cubicBezTo>
                      <a:pt x="632" y="1619"/>
                      <a:pt x="346" y="1619"/>
                      <a:pt x="251" y="1429"/>
                    </a:cubicBezTo>
                    <a:cubicBezTo>
                      <a:pt x="-130" y="1238"/>
                      <a:pt x="-34" y="1048"/>
                      <a:pt x="251" y="85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2" name="Google Shape;1362;p33"/>
              <p:cNvSpPr/>
              <p:nvPr/>
            </p:nvSpPr>
            <p:spPr>
              <a:xfrm>
                <a:off x="2995506" y="5221697"/>
                <a:ext cx="2156" cy="1452"/>
              </a:xfrm>
              <a:custGeom>
                <a:avLst/>
                <a:gdLst/>
                <a:ahLst/>
                <a:cxnLst/>
                <a:rect l="l" t="t" r="r" b="b"/>
                <a:pathLst>
                  <a:path w="2156" h="1452" extrusionOk="0">
                    <a:moveTo>
                      <a:pt x="262" y="214"/>
                    </a:moveTo>
                    <a:cubicBezTo>
                      <a:pt x="834" y="-71"/>
                      <a:pt x="1500" y="-71"/>
                      <a:pt x="1881" y="214"/>
                    </a:cubicBezTo>
                    <a:cubicBezTo>
                      <a:pt x="2262" y="500"/>
                      <a:pt x="2262" y="786"/>
                      <a:pt x="1786" y="1072"/>
                    </a:cubicBezTo>
                    <a:cubicBezTo>
                      <a:pt x="1786" y="1072"/>
                      <a:pt x="1691" y="1072"/>
                      <a:pt x="1595" y="1072"/>
                    </a:cubicBezTo>
                    <a:lnTo>
                      <a:pt x="548" y="405"/>
                    </a:lnTo>
                    <a:cubicBezTo>
                      <a:pt x="548" y="405"/>
                      <a:pt x="167" y="881"/>
                      <a:pt x="548" y="1072"/>
                    </a:cubicBezTo>
                    <a:cubicBezTo>
                      <a:pt x="738" y="1072"/>
                      <a:pt x="929" y="1167"/>
                      <a:pt x="1119" y="1262"/>
                    </a:cubicBezTo>
                    <a:lnTo>
                      <a:pt x="1119" y="1453"/>
                    </a:lnTo>
                    <a:cubicBezTo>
                      <a:pt x="1119" y="1453"/>
                      <a:pt x="548" y="1453"/>
                      <a:pt x="357" y="1262"/>
                    </a:cubicBezTo>
                    <a:cubicBezTo>
                      <a:pt x="-119" y="976"/>
                      <a:pt x="-119" y="595"/>
                      <a:pt x="357" y="310"/>
                    </a:cubicBezTo>
                    <a:close/>
                    <a:moveTo>
                      <a:pt x="1500" y="786"/>
                    </a:moveTo>
                    <a:cubicBezTo>
                      <a:pt x="1500" y="786"/>
                      <a:pt x="1881" y="405"/>
                      <a:pt x="1595" y="310"/>
                    </a:cubicBezTo>
                    <a:cubicBezTo>
                      <a:pt x="1405" y="119"/>
                      <a:pt x="1024" y="119"/>
                      <a:pt x="643" y="310"/>
                    </a:cubicBezTo>
                    <a:lnTo>
                      <a:pt x="1500" y="78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63" name="Google Shape;1363;p33"/>
            <p:cNvSpPr/>
            <p:nvPr/>
          </p:nvSpPr>
          <p:spPr>
            <a:xfrm>
              <a:off x="7511088" y="2751933"/>
              <a:ext cx="123493" cy="71483"/>
            </a:xfrm>
            <a:custGeom>
              <a:avLst/>
              <a:gdLst/>
              <a:ahLst/>
              <a:cxnLst/>
              <a:rect l="l" t="t" r="r" b="b"/>
              <a:pathLst>
                <a:path w="44100" h="25526" extrusionOk="0">
                  <a:moveTo>
                    <a:pt x="40576" y="15097"/>
                  </a:moveTo>
                  <a:lnTo>
                    <a:pt x="40576" y="15097"/>
                  </a:lnTo>
                  <a:cubicBezTo>
                    <a:pt x="40576" y="15097"/>
                    <a:pt x="15049" y="429"/>
                    <a:pt x="15049" y="429"/>
                  </a:cubicBezTo>
                  <a:cubicBezTo>
                    <a:pt x="14097" y="-143"/>
                    <a:pt x="12668" y="-143"/>
                    <a:pt x="11811" y="429"/>
                  </a:cubicBezTo>
                  <a:lnTo>
                    <a:pt x="2381" y="5191"/>
                  </a:lnTo>
                  <a:lnTo>
                    <a:pt x="0" y="5191"/>
                  </a:lnTo>
                  <a:lnTo>
                    <a:pt x="0" y="7763"/>
                  </a:lnTo>
                  <a:cubicBezTo>
                    <a:pt x="0" y="7763"/>
                    <a:pt x="190" y="8430"/>
                    <a:pt x="667" y="8715"/>
                  </a:cubicBezTo>
                  <a:lnTo>
                    <a:pt x="28956" y="25098"/>
                  </a:lnTo>
                  <a:cubicBezTo>
                    <a:pt x="29813" y="25670"/>
                    <a:pt x="31337" y="25670"/>
                    <a:pt x="32195" y="25098"/>
                  </a:cubicBezTo>
                  <a:lnTo>
                    <a:pt x="43434" y="18621"/>
                  </a:lnTo>
                  <a:cubicBezTo>
                    <a:pt x="43910" y="18336"/>
                    <a:pt x="44101" y="17955"/>
                    <a:pt x="44101" y="17573"/>
                  </a:cubicBezTo>
                  <a:lnTo>
                    <a:pt x="44101" y="15002"/>
                  </a:lnTo>
                  <a:cubicBezTo>
                    <a:pt x="44101" y="15002"/>
                    <a:pt x="40672" y="15002"/>
                    <a:pt x="40672" y="1500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4" name="Google Shape;1364;p33"/>
            <p:cNvSpPr/>
            <p:nvPr/>
          </p:nvSpPr>
          <p:spPr>
            <a:xfrm>
              <a:off x="7510889" y="2744730"/>
              <a:ext cx="123093" cy="71550"/>
            </a:xfrm>
            <a:custGeom>
              <a:avLst/>
              <a:gdLst/>
              <a:ahLst/>
              <a:cxnLst/>
              <a:rect l="l" t="t" r="r" b="b"/>
              <a:pathLst>
                <a:path w="43957" h="25550" extrusionOk="0">
                  <a:moveTo>
                    <a:pt x="32171" y="25194"/>
                  </a:moveTo>
                  <a:cubicBezTo>
                    <a:pt x="31313" y="25670"/>
                    <a:pt x="29789" y="25670"/>
                    <a:pt x="28932" y="25194"/>
                  </a:cubicBezTo>
                  <a:lnTo>
                    <a:pt x="643" y="8811"/>
                  </a:lnTo>
                  <a:cubicBezTo>
                    <a:pt x="-214" y="8239"/>
                    <a:pt x="-214" y="7477"/>
                    <a:pt x="643" y="6906"/>
                  </a:cubicBezTo>
                  <a:lnTo>
                    <a:pt x="11787" y="429"/>
                  </a:lnTo>
                  <a:cubicBezTo>
                    <a:pt x="12645" y="-143"/>
                    <a:pt x="14168" y="-143"/>
                    <a:pt x="15026" y="429"/>
                  </a:cubicBezTo>
                  <a:lnTo>
                    <a:pt x="43315" y="16812"/>
                  </a:lnTo>
                  <a:cubicBezTo>
                    <a:pt x="44172" y="17288"/>
                    <a:pt x="44172" y="18145"/>
                    <a:pt x="43315" y="18717"/>
                  </a:cubicBezTo>
                  <a:lnTo>
                    <a:pt x="32075" y="2519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5" name="Google Shape;1365;p33"/>
            <p:cNvSpPr/>
            <p:nvPr/>
          </p:nvSpPr>
          <p:spPr>
            <a:xfrm>
              <a:off x="7549639" y="2759326"/>
              <a:ext cx="12918" cy="7348"/>
            </a:xfrm>
            <a:custGeom>
              <a:avLst/>
              <a:gdLst/>
              <a:ahLst/>
              <a:cxnLst/>
              <a:rect l="l" t="t" r="r" b="b"/>
              <a:pathLst>
                <a:path w="4613" h="2624" extrusionOk="0">
                  <a:moveTo>
                    <a:pt x="1187" y="645"/>
                  </a:moveTo>
                  <a:cubicBezTo>
                    <a:pt x="2425" y="-21"/>
                    <a:pt x="3473" y="-212"/>
                    <a:pt x="4235" y="265"/>
                  </a:cubicBezTo>
                  <a:cubicBezTo>
                    <a:pt x="4902" y="645"/>
                    <a:pt x="4712" y="1312"/>
                    <a:pt x="3473" y="1979"/>
                  </a:cubicBezTo>
                  <a:cubicBezTo>
                    <a:pt x="2235" y="2646"/>
                    <a:pt x="1187" y="2836"/>
                    <a:pt x="425" y="2360"/>
                  </a:cubicBezTo>
                  <a:cubicBezTo>
                    <a:pt x="-337" y="1979"/>
                    <a:pt x="-51" y="1312"/>
                    <a:pt x="1092" y="645"/>
                  </a:cubicBezTo>
                  <a:close/>
                  <a:moveTo>
                    <a:pt x="2997" y="1693"/>
                  </a:moveTo>
                  <a:cubicBezTo>
                    <a:pt x="4045" y="1122"/>
                    <a:pt x="4235" y="645"/>
                    <a:pt x="3759" y="455"/>
                  </a:cubicBezTo>
                  <a:cubicBezTo>
                    <a:pt x="3378" y="169"/>
                    <a:pt x="2616" y="265"/>
                    <a:pt x="1568" y="931"/>
                  </a:cubicBezTo>
                  <a:cubicBezTo>
                    <a:pt x="521" y="1503"/>
                    <a:pt x="330" y="1979"/>
                    <a:pt x="711" y="2169"/>
                  </a:cubicBezTo>
                  <a:cubicBezTo>
                    <a:pt x="1092" y="2360"/>
                    <a:pt x="1854" y="2265"/>
                    <a:pt x="2902" y="169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66" name="Google Shape;1366;p33"/>
            <p:cNvGrpSpPr/>
            <p:nvPr/>
          </p:nvGrpSpPr>
          <p:grpSpPr>
            <a:xfrm>
              <a:off x="7524958" y="2763801"/>
              <a:ext cx="26138" cy="15738"/>
              <a:chOff x="2990529" y="5280775"/>
              <a:chExt cx="9334" cy="5620"/>
            </a:xfrm>
          </p:grpSpPr>
          <p:sp>
            <p:nvSpPr>
              <p:cNvPr id="1367" name="Google Shape;1367;p33"/>
              <p:cNvSpPr/>
              <p:nvPr/>
            </p:nvSpPr>
            <p:spPr>
              <a:xfrm>
                <a:off x="2990529" y="5280775"/>
                <a:ext cx="2476" cy="1428"/>
              </a:xfrm>
              <a:custGeom>
                <a:avLst/>
                <a:gdLst/>
                <a:ahLst/>
                <a:cxnLst/>
                <a:rect l="l" t="t" r="r" b="b"/>
                <a:pathLst>
                  <a:path w="2476" h="1428" extrusionOk="0">
                    <a:moveTo>
                      <a:pt x="2191" y="0"/>
                    </a:moveTo>
                    <a:lnTo>
                      <a:pt x="2477" y="190"/>
                    </a:lnTo>
                    <a:lnTo>
                      <a:pt x="286" y="1429"/>
                    </a:lnTo>
                    <a:lnTo>
                      <a:pt x="0" y="1238"/>
                    </a:lnTo>
                    <a:lnTo>
                      <a:pt x="2191"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8" name="Google Shape;1368;p33"/>
              <p:cNvSpPr/>
              <p:nvPr/>
            </p:nvSpPr>
            <p:spPr>
              <a:xfrm>
                <a:off x="2991386" y="5281538"/>
                <a:ext cx="2814" cy="1809"/>
              </a:xfrm>
              <a:custGeom>
                <a:avLst/>
                <a:gdLst/>
                <a:ahLst/>
                <a:cxnLst/>
                <a:rect l="l" t="t" r="r" b="b"/>
                <a:pathLst>
                  <a:path w="2814" h="1809" extrusionOk="0">
                    <a:moveTo>
                      <a:pt x="1714" y="95"/>
                    </a:moveTo>
                    <a:lnTo>
                      <a:pt x="1905" y="95"/>
                    </a:lnTo>
                    <a:cubicBezTo>
                      <a:pt x="1905" y="95"/>
                      <a:pt x="1714" y="381"/>
                      <a:pt x="1714" y="381"/>
                    </a:cubicBezTo>
                    <a:lnTo>
                      <a:pt x="1714" y="381"/>
                    </a:lnTo>
                    <a:cubicBezTo>
                      <a:pt x="1714" y="381"/>
                      <a:pt x="2286" y="381"/>
                      <a:pt x="2572" y="571"/>
                    </a:cubicBezTo>
                    <a:cubicBezTo>
                      <a:pt x="2953" y="762"/>
                      <a:pt x="2858" y="952"/>
                      <a:pt x="2477" y="1238"/>
                    </a:cubicBezTo>
                    <a:lnTo>
                      <a:pt x="1429" y="1809"/>
                    </a:lnTo>
                    <a:lnTo>
                      <a:pt x="1143" y="1619"/>
                    </a:lnTo>
                    <a:lnTo>
                      <a:pt x="2096" y="1048"/>
                    </a:lnTo>
                    <a:cubicBezTo>
                      <a:pt x="2096" y="1048"/>
                      <a:pt x="2477" y="762"/>
                      <a:pt x="2191" y="571"/>
                    </a:cubicBezTo>
                    <a:cubicBezTo>
                      <a:pt x="2000" y="571"/>
                      <a:pt x="1810" y="476"/>
                      <a:pt x="1429" y="476"/>
                    </a:cubicBezTo>
                    <a:lnTo>
                      <a:pt x="286" y="1143"/>
                    </a:lnTo>
                    <a:lnTo>
                      <a:pt x="0" y="952"/>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9" name="Google Shape;1369;p33"/>
              <p:cNvSpPr/>
              <p:nvPr/>
            </p:nvSpPr>
            <p:spPr>
              <a:xfrm>
                <a:off x="2993292" y="5282633"/>
                <a:ext cx="2476" cy="1262"/>
              </a:xfrm>
              <a:custGeom>
                <a:avLst/>
                <a:gdLst/>
                <a:ahLst/>
                <a:cxnLst/>
                <a:rect l="l" t="t" r="r" b="b"/>
                <a:pathLst>
                  <a:path w="2476" h="1262" extrusionOk="0">
                    <a:moveTo>
                      <a:pt x="0" y="714"/>
                    </a:moveTo>
                    <a:lnTo>
                      <a:pt x="286" y="714"/>
                    </a:lnTo>
                    <a:cubicBezTo>
                      <a:pt x="286" y="714"/>
                      <a:pt x="286" y="1000"/>
                      <a:pt x="571" y="1095"/>
                    </a:cubicBezTo>
                    <a:cubicBezTo>
                      <a:pt x="762" y="1191"/>
                      <a:pt x="953" y="1191"/>
                      <a:pt x="1143" y="1095"/>
                    </a:cubicBezTo>
                    <a:cubicBezTo>
                      <a:pt x="1333" y="1000"/>
                      <a:pt x="1143" y="810"/>
                      <a:pt x="1143" y="714"/>
                    </a:cubicBezTo>
                    <a:cubicBezTo>
                      <a:pt x="1048" y="524"/>
                      <a:pt x="857" y="333"/>
                      <a:pt x="1143" y="143"/>
                    </a:cubicBezTo>
                    <a:cubicBezTo>
                      <a:pt x="1429" y="-48"/>
                      <a:pt x="1810" y="-48"/>
                      <a:pt x="2191" y="143"/>
                    </a:cubicBezTo>
                    <a:cubicBezTo>
                      <a:pt x="2381" y="238"/>
                      <a:pt x="2477" y="429"/>
                      <a:pt x="2477" y="524"/>
                    </a:cubicBezTo>
                    <a:lnTo>
                      <a:pt x="2191" y="524"/>
                    </a:lnTo>
                    <a:cubicBezTo>
                      <a:pt x="2191" y="524"/>
                      <a:pt x="2191" y="333"/>
                      <a:pt x="2000" y="238"/>
                    </a:cubicBezTo>
                    <a:cubicBezTo>
                      <a:pt x="1810" y="143"/>
                      <a:pt x="1619" y="143"/>
                      <a:pt x="1429" y="238"/>
                    </a:cubicBezTo>
                    <a:cubicBezTo>
                      <a:pt x="1333" y="333"/>
                      <a:pt x="1429" y="429"/>
                      <a:pt x="1429" y="619"/>
                    </a:cubicBezTo>
                    <a:cubicBezTo>
                      <a:pt x="1524" y="810"/>
                      <a:pt x="1714" y="1000"/>
                      <a:pt x="1429" y="1191"/>
                    </a:cubicBezTo>
                    <a:cubicBezTo>
                      <a:pt x="1143" y="1286"/>
                      <a:pt x="762" y="1286"/>
                      <a:pt x="381" y="1191"/>
                    </a:cubicBezTo>
                    <a:cubicBezTo>
                      <a:pt x="95" y="1095"/>
                      <a:pt x="0" y="905"/>
                      <a:pt x="0" y="71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0" name="Google Shape;1370;p33"/>
              <p:cNvSpPr/>
              <p:nvPr/>
            </p:nvSpPr>
            <p:spPr>
              <a:xfrm>
                <a:off x="2994935" y="5283704"/>
                <a:ext cx="2346" cy="1357"/>
              </a:xfrm>
              <a:custGeom>
                <a:avLst/>
                <a:gdLst/>
                <a:ahLst/>
                <a:cxnLst/>
                <a:rect l="l" t="t" r="r" b="b"/>
                <a:pathLst>
                  <a:path w="2346" h="1357" extrusionOk="0">
                    <a:moveTo>
                      <a:pt x="452" y="215"/>
                    </a:moveTo>
                    <a:cubicBezTo>
                      <a:pt x="1024" y="-72"/>
                      <a:pt x="1691" y="-72"/>
                      <a:pt x="2072" y="215"/>
                    </a:cubicBezTo>
                    <a:cubicBezTo>
                      <a:pt x="2453" y="500"/>
                      <a:pt x="2453" y="786"/>
                      <a:pt x="1976" y="1072"/>
                    </a:cubicBezTo>
                    <a:cubicBezTo>
                      <a:pt x="1976" y="1072"/>
                      <a:pt x="1881" y="1072"/>
                      <a:pt x="1786" y="1072"/>
                    </a:cubicBezTo>
                    <a:lnTo>
                      <a:pt x="643" y="405"/>
                    </a:lnTo>
                    <a:cubicBezTo>
                      <a:pt x="643" y="405"/>
                      <a:pt x="357" y="881"/>
                      <a:pt x="643" y="1072"/>
                    </a:cubicBezTo>
                    <a:cubicBezTo>
                      <a:pt x="834" y="1072"/>
                      <a:pt x="1024" y="1167"/>
                      <a:pt x="1119" y="1167"/>
                    </a:cubicBezTo>
                    <a:lnTo>
                      <a:pt x="1119" y="1357"/>
                    </a:lnTo>
                    <a:cubicBezTo>
                      <a:pt x="1119" y="1357"/>
                      <a:pt x="547" y="1357"/>
                      <a:pt x="357" y="1167"/>
                    </a:cubicBezTo>
                    <a:cubicBezTo>
                      <a:pt x="-119" y="881"/>
                      <a:pt x="-119" y="500"/>
                      <a:pt x="357" y="215"/>
                    </a:cubicBezTo>
                    <a:close/>
                    <a:moveTo>
                      <a:pt x="1691" y="786"/>
                    </a:moveTo>
                    <a:cubicBezTo>
                      <a:pt x="1691" y="786"/>
                      <a:pt x="2072" y="405"/>
                      <a:pt x="1691" y="215"/>
                    </a:cubicBezTo>
                    <a:cubicBezTo>
                      <a:pt x="1500" y="119"/>
                      <a:pt x="1024" y="119"/>
                      <a:pt x="738" y="215"/>
                    </a:cubicBezTo>
                    <a:lnTo>
                      <a:pt x="1595" y="69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1" name="Google Shape;1371;p33"/>
              <p:cNvSpPr/>
              <p:nvPr/>
            </p:nvSpPr>
            <p:spPr>
              <a:xfrm>
                <a:off x="2996340" y="5284300"/>
                <a:ext cx="2476" cy="1142"/>
              </a:xfrm>
              <a:custGeom>
                <a:avLst/>
                <a:gdLst/>
                <a:ahLst/>
                <a:cxnLst/>
                <a:rect l="l" t="t" r="r" b="b"/>
                <a:pathLst>
                  <a:path w="2476" h="1142" extrusionOk="0">
                    <a:moveTo>
                      <a:pt x="1619" y="95"/>
                    </a:moveTo>
                    <a:lnTo>
                      <a:pt x="1810" y="286"/>
                    </a:lnTo>
                    <a:lnTo>
                      <a:pt x="1524" y="476"/>
                    </a:lnTo>
                    <a:lnTo>
                      <a:pt x="1524" y="476"/>
                    </a:lnTo>
                    <a:cubicBezTo>
                      <a:pt x="1524" y="476"/>
                      <a:pt x="2096" y="476"/>
                      <a:pt x="2286" y="476"/>
                    </a:cubicBezTo>
                    <a:cubicBezTo>
                      <a:pt x="2286" y="476"/>
                      <a:pt x="2381" y="476"/>
                      <a:pt x="2476" y="571"/>
                    </a:cubicBezTo>
                    <a:lnTo>
                      <a:pt x="2191" y="571"/>
                    </a:lnTo>
                    <a:cubicBezTo>
                      <a:pt x="2191" y="571"/>
                      <a:pt x="2191" y="571"/>
                      <a:pt x="2096" y="571"/>
                    </a:cubicBezTo>
                    <a:cubicBezTo>
                      <a:pt x="2000" y="571"/>
                      <a:pt x="1714" y="476"/>
                      <a:pt x="1333" y="571"/>
                    </a:cubicBezTo>
                    <a:lnTo>
                      <a:pt x="286" y="1143"/>
                    </a:lnTo>
                    <a:lnTo>
                      <a:pt x="0" y="953"/>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2" name="Google Shape;1372;p33"/>
              <p:cNvSpPr/>
              <p:nvPr/>
            </p:nvSpPr>
            <p:spPr>
              <a:xfrm>
                <a:off x="2997707" y="5284776"/>
                <a:ext cx="2156" cy="1619"/>
              </a:xfrm>
              <a:custGeom>
                <a:avLst/>
                <a:gdLst/>
                <a:ahLst/>
                <a:cxnLst/>
                <a:rect l="l" t="t" r="r" b="b"/>
                <a:pathLst>
                  <a:path w="2156" h="1619" extrusionOk="0">
                    <a:moveTo>
                      <a:pt x="347" y="952"/>
                    </a:moveTo>
                    <a:lnTo>
                      <a:pt x="1299" y="476"/>
                    </a:lnTo>
                    <a:lnTo>
                      <a:pt x="1013" y="286"/>
                    </a:lnTo>
                    <a:lnTo>
                      <a:pt x="1204" y="286"/>
                    </a:lnTo>
                    <a:cubicBezTo>
                      <a:pt x="1204" y="286"/>
                      <a:pt x="1394" y="286"/>
                      <a:pt x="1394" y="286"/>
                    </a:cubicBezTo>
                    <a:lnTo>
                      <a:pt x="1871" y="0"/>
                    </a:lnTo>
                    <a:lnTo>
                      <a:pt x="2156" y="0"/>
                    </a:lnTo>
                    <a:cubicBezTo>
                      <a:pt x="2156" y="0"/>
                      <a:pt x="1680" y="381"/>
                      <a:pt x="1680" y="381"/>
                    </a:cubicBezTo>
                    <a:lnTo>
                      <a:pt x="2156" y="667"/>
                    </a:lnTo>
                    <a:lnTo>
                      <a:pt x="1966" y="667"/>
                    </a:lnTo>
                    <a:cubicBezTo>
                      <a:pt x="1966" y="667"/>
                      <a:pt x="1490" y="571"/>
                      <a:pt x="1490" y="571"/>
                    </a:cubicBezTo>
                    <a:lnTo>
                      <a:pt x="632" y="1143"/>
                    </a:lnTo>
                    <a:cubicBezTo>
                      <a:pt x="632" y="1143"/>
                      <a:pt x="347" y="1333"/>
                      <a:pt x="632" y="1429"/>
                    </a:cubicBezTo>
                    <a:cubicBezTo>
                      <a:pt x="632" y="1429"/>
                      <a:pt x="823" y="1429"/>
                      <a:pt x="823" y="1429"/>
                    </a:cubicBezTo>
                    <a:lnTo>
                      <a:pt x="632" y="1619"/>
                    </a:lnTo>
                    <a:cubicBezTo>
                      <a:pt x="632" y="1619"/>
                      <a:pt x="347" y="1524"/>
                      <a:pt x="251" y="1429"/>
                    </a:cubicBezTo>
                    <a:cubicBezTo>
                      <a:pt x="-130" y="1238"/>
                      <a:pt x="-34" y="1048"/>
                      <a:pt x="251" y="85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73" name="Google Shape;1373;p33"/>
            <p:cNvSpPr/>
            <p:nvPr/>
          </p:nvSpPr>
          <p:spPr>
            <a:xfrm>
              <a:off x="7606578" y="2807613"/>
              <a:ext cx="75748" cy="43809"/>
            </a:xfrm>
            <a:custGeom>
              <a:avLst/>
              <a:gdLst/>
              <a:ahLst/>
              <a:cxnLst/>
              <a:rect l="l" t="t" r="r" b="b"/>
              <a:pathLst>
                <a:path w="27050" h="15644" extrusionOk="0">
                  <a:moveTo>
                    <a:pt x="23622" y="5215"/>
                  </a:moveTo>
                  <a:lnTo>
                    <a:pt x="15145" y="357"/>
                  </a:lnTo>
                  <a:cubicBezTo>
                    <a:pt x="14288" y="-119"/>
                    <a:pt x="12763" y="-119"/>
                    <a:pt x="11906" y="357"/>
                  </a:cubicBezTo>
                  <a:lnTo>
                    <a:pt x="3429" y="5215"/>
                  </a:lnTo>
                  <a:lnTo>
                    <a:pt x="0" y="5215"/>
                  </a:lnTo>
                  <a:lnTo>
                    <a:pt x="0" y="7787"/>
                  </a:lnTo>
                  <a:cubicBezTo>
                    <a:pt x="0" y="7787"/>
                    <a:pt x="191" y="8453"/>
                    <a:pt x="667" y="8739"/>
                  </a:cubicBezTo>
                  <a:lnTo>
                    <a:pt x="11906" y="15216"/>
                  </a:lnTo>
                  <a:cubicBezTo>
                    <a:pt x="12763" y="15788"/>
                    <a:pt x="14288" y="15788"/>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4" name="Google Shape;1374;p33"/>
            <p:cNvSpPr/>
            <p:nvPr/>
          </p:nvSpPr>
          <p:spPr>
            <a:xfrm>
              <a:off x="7606645" y="2800144"/>
              <a:ext cx="75815" cy="43809"/>
            </a:xfrm>
            <a:custGeom>
              <a:avLst/>
              <a:gdLst/>
              <a:ahLst/>
              <a:cxnLst/>
              <a:rect l="l" t="t" r="r" b="b"/>
              <a:pathLst>
                <a:path w="27074" h="15644" extrusionOk="0">
                  <a:moveTo>
                    <a:pt x="15121" y="15216"/>
                  </a:moveTo>
                  <a:cubicBezTo>
                    <a:pt x="14264" y="15788"/>
                    <a:pt x="12740" y="15788"/>
                    <a:pt x="11882" y="15216"/>
                  </a:cubicBezTo>
                  <a:lnTo>
                    <a:pt x="643" y="8739"/>
                  </a:lnTo>
                  <a:cubicBezTo>
                    <a:pt x="-214" y="8263"/>
                    <a:pt x="-214" y="7406"/>
                    <a:pt x="643" y="6834"/>
                  </a:cubicBezTo>
                  <a:lnTo>
                    <a:pt x="11882" y="357"/>
                  </a:lnTo>
                  <a:cubicBezTo>
                    <a:pt x="12740" y="-119"/>
                    <a:pt x="14264" y="-119"/>
                    <a:pt x="15121" y="357"/>
                  </a:cubicBezTo>
                  <a:lnTo>
                    <a:pt x="26361" y="6834"/>
                  </a:lnTo>
                  <a:cubicBezTo>
                    <a:pt x="27313" y="7310"/>
                    <a:pt x="27313"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75" name="Google Shape;1375;p33"/>
            <p:cNvGrpSpPr/>
            <p:nvPr/>
          </p:nvGrpSpPr>
          <p:grpSpPr>
            <a:xfrm>
              <a:off x="7621781" y="2819285"/>
              <a:ext cx="17603" cy="9986"/>
              <a:chOff x="3025105" y="5300588"/>
              <a:chExt cx="6286" cy="3566"/>
            </a:xfrm>
          </p:grpSpPr>
          <p:sp>
            <p:nvSpPr>
              <p:cNvPr id="1376" name="Google Shape;1376;p33"/>
              <p:cNvSpPr/>
              <p:nvPr/>
            </p:nvSpPr>
            <p:spPr>
              <a:xfrm>
                <a:off x="3025105" y="5300588"/>
                <a:ext cx="3167" cy="1904"/>
              </a:xfrm>
              <a:custGeom>
                <a:avLst/>
                <a:gdLst/>
                <a:ahLst/>
                <a:cxnLst/>
                <a:rect l="l" t="t" r="r" b="b"/>
                <a:pathLst>
                  <a:path w="3167" h="1904" extrusionOk="0">
                    <a:moveTo>
                      <a:pt x="2096" y="95"/>
                    </a:moveTo>
                    <a:lnTo>
                      <a:pt x="2667" y="381"/>
                    </a:lnTo>
                    <a:cubicBezTo>
                      <a:pt x="3334" y="762"/>
                      <a:pt x="3334" y="1238"/>
                      <a:pt x="2667" y="1619"/>
                    </a:cubicBezTo>
                    <a:cubicBezTo>
                      <a:pt x="2000" y="2000"/>
                      <a:pt x="1143" y="2000"/>
                      <a:pt x="571" y="1619"/>
                    </a:cubicBezTo>
                    <a:lnTo>
                      <a:pt x="0" y="1238"/>
                    </a:lnTo>
                    <a:lnTo>
                      <a:pt x="2191" y="0"/>
                    </a:lnTo>
                    <a:close/>
                    <a:moveTo>
                      <a:pt x="667" y="1524"/>
                    </a:moveTo>
                    <a:cubicBezTo>
                      <a:pt x="1238" y="1809"/>
                      <a:pt x="1810" y="1809"/>
                      <a:pt x="2381" y="1524"/>
                    </a:cubicBezTo>
                    <a:cubicBezTo>
                      <a:pt x="2953" y="1238"/>
                      <a:pt x="2953" y="857"/>
                      <a:pt x="2381" y="571"/>
                    </a:cubicBezTo>
                    <a:lnTo>
                      <a:pt x="2096" y="381"/>
                    </a:lnTo>
                    <a:lnTo>
                      <a:pt x="381" y="1429"/>
                    </a:lnTo>
                    <a:lnTo>
                      <a:pt x="571" y="1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7" name="Google Shape;1377;p33"/>
              <p:cNvSpPr/>
              <p:nvPr/>
            </p:nvSpPr>
            <p:spPr>
              <a:xfrm>
                <a:off x="3027545" y="5302374"/>
                <a:ext cx="2121" cy="1547"/>
              </a:xfrm>
              <a:custGeom>
                <a:avLst/>
                <a:gdLst/>
                <a:ahLst/>
                <a:cxnLst/>
                <a:rect l="l" t="t" r="r" b="b"/>
                <a:pathLst>
                  <a:path w="2121" h="1547" extrusionOk="0">
                    <a:moveTo>
                      <a:pt x="227" y="214"/>
                    </a:moveTo>
                    <a:cubicBezTo>
                      <a:pt x="799" y="-71"/>
                      <a:pt x="1466" y="-71"/>
                      <a:pt x="1847" y="214"/>
                    </a:cubicBezTo>
                    <a:cubicBezTo>
                      <a:pt x="2227" y="405"/>
                      <a:pt x="2227" y="786"/>
                      <a:pt x="1751" y="1072"/>
                    </a:cubicBezTo>
                    <a:cubicBezTo>
                      <a:pt x="1751" y="1072"/>
                      <a:pt x="1656" y="1072"/>
                      <a:pt x="1561" y="1167"/>
                    </a:cubicBezTo>
                    <a:lnTo>
                      <a:pt x="513" y="500"/>
                    </a:lnTo>
                    <a:cubicBezTo>
                      <a:pt x="513" y="500"/>
                      <a:pt x="132" y="976"/>
                      <a:pt x="513" y="1167"/>
                    </a:cubicBezTo>
                    <a:cubicBezTo>
                      <a:pt x="608" y="1167"/>
                      <a:pt x="894" y="1262"/>
                      <a:pt x="1084" y="1357"/>
                    </a:cubicBezTo>
                    <a:lnTo>
                      <a:pt x="1084" y="1548"/>
                    </a:lnTo>
                    <a:cubicBezTo>
                      <a:pt x="1084" y="1548"/>
                      <a:pt x="513" y="1548"/>
                      <a:pt x="323" y="1357"/>
                    </a:cubicBezTo>
                    <a:cubicBezTo>
                      <a:pt x="-59" y="1072"/>
                      <a:pt x="-154" y="690"/>
                      <a:pt x="323" y="405"/>
                    </a:cubicBezTo>
                    <a:close/>
                    <a:moveTo>
                      <a:pt x="1466" y="786"/>
                    </a:moveTo>
                    <a:cubicBezTo>
                      <a:pt x="1466" y="786"/>
                      <a:pt x="1847" y="405"/>
                      <a:pt x="1561" y="214"/>
                    </a:cubicBezTo>
                    <a:cubicBezTo>
                      <a:pt x="1275" y="24"/>
                      <a:pt x="894" y="24"/>
                      <a:pt x="608" y="214"/>
                    </a:cubicBezTo>
                    <a:lnTo>
                      <a:pt x="1466" y="78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8" name="Google Shape;1378;p33"/>
              <p:cNvSpPr/>
              <p:nvPr/>
            </p:nvSpPr>
            <p:spPr>
              <a:xfrm>
                <a:off x="3028772" y="5302683"/>
                <a:ext cx="2619" cy="1471"/>
              </a:xfrm>
              <a:custGeom>
                <a:avLst/>
                <a:gdLst/>
                <a:ahLst/>
                <a:cxnLst/>
                <a:rect l="l" t="t" r="r" b="b"/>
                <a:pathLst>
                  <a:path w="2619" h="1471" extrusionOk="0">
                    <a:moveTo>
                      <a:pt x="238" y="1238"/>
                    </a:moveTo>
                    <a:lnTo>
                      <a:pt x="2334" y="0"/>
                    </a:lnTo>
                    <a:lnTo>
                      <a:pt x="2619" y="191"/>
                    </a:lnTo>
                    <a:lnTo>
                      <a:pt x="524" y="1334"/>
                    </a:lnTo>
                    <a:cubicBezTo>
                      <a:pt x="524" y="1334"/>
                      <a:pt x="524" y="1334"/>
                      <a:pt x="524" y="1429"/>
                    </a:cubicBezTo>
                    <a:cubicBezTo>
                      <a:pt x="524" y="1429"/>
                      <a:pt x="524" y="1429"/>
                      <a:pt x="524" y="1429"/>
                    </a:cubicBezTo>
                    <a:lnTo>
                      <a:pt x="333" y="1429"/>
                    </a:lnTo>
                    <a:cubicBezTo>
                      <a:pt x="333" y="1429"/>
                      <a:pt x="238" y="1524"/>
                      <a:pt x="143" y="1429"/>
                    </a:cubicBezTo>
                    <a:cubicBezTo>
                      <a:pt x="-48" y="1334"/>
                      <a:pt x="-48" y="1143"/>
                      <a:pt x="143" y="104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79" name="Google Shape;1379;p33"/>
            <p:cNvSpPr/>
            <p:nvPr/>
          </p:nvSpPr>
          <p:spPr>
            <a:xfrm>
              <a:off x="7656723" y="2778805"/>
              <a:ext cx="75748" cy="43809"/>
            </a:xfrm>
            <a:custGeom>
              <a:avLst/>
              <a:gdLst/>
              <a:ahLst/>
              <a:cxnLst/>
              <a:rect l="l" t="t" r="r" b="b"/>
              <a:pathLst>
                <a:path w="27050" h="15644" extrusionOk="0">
                  <a:moveTo>
                    <a:pt x="23622" y="5215"/>
                  </a:moveTo>
                  <a:lnTo>
                    <a:pt x="15145" y="357"/>
                  </a:lnTo>
                  <a:cubicBezTo>
                    <a:pt x="14288" y="-119"/>
                    <a:pt x="12763" y="-119"/>
                    <a:pt x="11906" y="357"/>
                  </a:cubicBezTo>
                  <a:lnTo>
                    <a:pt x="3429" y="5215"/>
                  </a:lnTo>
                  <a:lnTo>
                    <a:pt x="0" y="5215"/>
                  </a:lnTo>
                  <a:lnTo>
                    <a:pt x="0" y="7787"/>
                  </a:lnTo>
                  <a:cubicBezTo>
                    <a:pt x="0" y="7787"/>
                    <a:pt x="190" y="8454"/>
                    <a:pt x="667" y="8739"/>
                  </a:cubicBezTo>
                  <a:lnTo>
                    <a:pt x="11906" y="15216"/>
                  </a:lnTo>
                  <a:cubicBezTo>
                    <a:pt x="12763" y="15788"/>
                    <a:pt x="14288" y="15788"/>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0" name="Google Shape;1380;p33"/>
            <p:cNvSpPr/>
            <p:nvPr/>
          </p:nvSpPr>
          <p:spPr>
            <a:xfrm>
              <a:off x="7656790" y="2771336"/>
              <a:ext cx="75617" cy="43611"/>
            </a:xfrm>
            <a:custGeom>
              <a:avLst/>
              <a:gdLst/>
              <a:ahLst/>
              <a:cxnLst/>
              <a:rect l="l" t="t" r="r" b="b"/>
              <a:pathLst>
                <a:path w="27003" h="15573" extrusionOk="0">
                  <a:moveTo>
                    <a:pt x="15121" y="15216"/>
                  </a:moveTo>
                  <a:cubicBezTo>
                    <a:pt x="14264" y="15692"/>
                    <a:pt x="12740" y="15692"/>
                    <a:pt x="11882" y="15216"/>
                  </a:cubicBezTo>
                  <a:lnTo>
                    <a:pt x="643" y="8739"/>
                  </a:lnTo>
                  <a:cubicBezTo>
                    <a:pt x="-214" y="8263"/>
                    <a:pt x="-214" y="7406"/>
                    <a:pt x="643" y="6834"/>
                  </a:cubicBezTo>
                  <a:lnTo>
                    <a:pt x="11882" y="357"/>
                  </a:lnTo>
                  <a:cubicBezTo>
                    <a:pt x="12740" y="-119"/>
                    <a:pt x="14264" y="-119"/>
                    <a:pt x="15121" y="357"/>
                  </a:cubicBezTo>
                  <a:lnTo>
                    <a:pt x="26360" y="6834"/>
                  </a:lnTo>
                  <a:cubicBezTo>
                    <a:pt x="27218" y="7310"/>
                    <a:pt x="27218" y="8168"/>
                    <a:pt x="26360"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1" name="Google Shape;1381;p33"/>
            <p:cNvSpPr/>
            <p:nvPr/>
          </p:nvSpPr>
          <p:spPr>
            <a:xfrm>
              <a:off x="7690063" y="2787808"/>
              <a:ext cx="14385" cy="8146"/>
            </a:xfrm>
            <a:custGeom>
              <a:avLst/>
              <a:gdLst/>
              <a:ahLst/>
              <a:cxnLst/>
              <a:rect l="l" t="t" r="r" b="b"/>
              <a:pathLst>
                <a:path w="5137" h="2909" extrusionOk="0">
                  <a:moveTo>
                    <a:pt x="0" y="1524"/>
                  </a:moveTo>
                  <a:lnTo>
                    <a:pt x="571" y="1524"/>
                  </a:lnTo>
                  <a:cubicBezTo>
                    <a:pt x="571" y="1524"/>
                    <a:pt x="571" y="2000"/>
                    <a:pt x="1143" y="2286"/>
                  </a:cubicBezTo>
                  <a:cubicBezTo>
                    <a:pt x="1524" y="2572"/>
                    <a:pt x="2096" y="2572"/>
                    <a:pt x="2572" y="2286"/>
                  </a:cubicBezTo>
                  <a:cubicBezTo>
                    <a:pt x="2953" y="2000"/>
                    <a:pt x="2953" y="1715"/>
                    <a:pt x="2096" y="1238"/>
                  </a:cubicBezTo>
                  <a:lnTo>
                    <a:pt x="2477" y="1048"/>
                  </a:lnTo>
                  <a:cubicBezTo>
                    <a:pt x="3238" y="1429"/>
                    <a:pt x="3810" y="1429"/>
                    <a:pt x="4191" y="1238"/>
                  </a:cubicBezTo>
                  <a:cubicBezTo>
                    <a:pt x="4572" y="1048"/>
                    <a:pt x="4477" y="762"/>
                    <a:pt x="4191" y="571"/>
                  </a:cubicBezTo>
                  <a:cubicBezTo>
                    <a:pt x="3905" y="381"/>
                    <a:pt x="3524" y="286"/>
                    <a:pt x="3048" y="286"/>
                  </a:cubicBezTo>
                  <a:lnTo>
                    <a:pt x="3048" y="0"/>
                  </a:lnTo>
                  <a:cubicBezTo>
                    <a:pt x="3620" y="0"/>
                    <a:pt x="4191" y="0"/>
                    <a:pt x="4572" y="381"/>
                  </a:cubicBezTo>
                  <a:cubicBezTo>
                    <a:pt x="5239" y="762"/>
                    <a:pt x="5334" y="1238"/>
                    <a:pt x="4763" y="1524"/>
                  </a:cubicBezTo>
                  <a:cubicBezTo>
                    <a:pt x="4286" y="1810"/>
                    <a:pt x="3810" y="1810"/>
                    <a:pt x="3238" y="1619"/>
                  </a:cubicBezTo>
                  <a:lnTo>
                    <a:pt x="3238" y="1619"/>
                  </a:lnTo>
                  <a:cubicBezTo>
                    <a:pt x="3238" y="1619"/>
                    <a:pt x="3620" y="2286"/>
                    <a:pt x="3048" y="2667"/>
                  </a:cubicBezTo>
                  <a:cubicBezTo>
                    <a:pt x="2381" y="3048"/>
                    <a:pt x="1524" y="2953"/>
                    <a:pt x="857" y="2572"/>
                  </a:cubicBezTo>
                  <a:cubicBezTo>
                    <a:pt x="286" y="2191"/>
                    <a:pt x="190" y="1905"/>
                    <a:pt x="190" y="16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82" name="Google Shape;1382;p33"/>
            <p:cNvGrpSpPr/>
            <p:nvPr/>
          </p:nvGrpSpPr>
          <p:grpSpPr>
            <a:xfrm>
              <a:off x="7670327" y="2792076"/>
              <a:ext cx="24951" cy="15735"/>
              <a:chOff x="3042441" y="5290872"/>
              <a:chExt cx="8910" cy="5619"/>
            </a:xfrm>
          </p:grpSpPr>
          <p:sp>
            <p:nvSpPr>
              <p:cNvPr id="1383" name="Google Shape;1383;p33"/>
              <p:cNvSpPr/>
              <p:nvPr/>
            </p:nvSpPr>
            <p:spPr>
              <a:xfrm>
                <a:off x="3042441" y="5290872"/>
                <a:ext cx="3323" cy="1524"/>
              </a:xfrm>
              <a:custGeom>
                <a:avLst/>
                <a:gdLst/>
                <a:ahLst/>
                <a:cxnLst/>
                <a:rect l="l" t="t" r="r" b="b"/>
                <a:pathLst>
                  <a:path w="3323" h="1524" extrusionOk="0">
                    <a:moveTo>
                      <a:pt x="2191" y="0"/>
                    </a:moveTo>
                    <a:lnTo>
                      <a:pt x="2857" y="381"/>
                    </a:lnTo>
                    <a:cubicBezTo>
                      <a:pt x="3334" y="667"/>
                      <a:pt x="3524" y="953"/>
                      <a:pt x="3048" y="1238"/>
                    </a:cubicBezTo>
                    <a:cubicBezTo>
                      <a:pt x="2572" y="1524"/>
                      <a:pt x="2096" y="1429"/>
                      <a:pt x="1524" y="1238"/>
                    </a:cubicBezTo>
                    <a:lnTo>
                      <a:pt x="1143" y="1048"/>
                    </a:lnTo>
                    <a:lnTo>
                      <a:pt x="286" y="1524"/>
                    </a:lnTo>
                    <a:lnTo>
                      <a:pt x="0" y="1334"/>
                    </a:lnTo>
                    <a:lnTo>
                      <a:pt x="2191" y="95"/>
                    </a:lnTo>
                    <a:close/>
                    <a:moveTo>
                      <a:pt x="1714" y="953"/>
                    </a:moveTo>
                    <a:cubicBezTo>
                      <a:pt x="1714" y="953"/>
                      <a:pt x="2381" y="1143"/>
                      <a:pt x="2762" y="953"/>
                    </a:cubicBezTo>
                    <a:cubicBezTo>
                      <a:pt x="3048" y="762"/>
                      <a:pt x="2953" y="571"/>
                      <a:pt x="2572" y="381"/>
                    </a:cubicBezTo>
                    <a:lnTo>
                      <a:pt x="2286" y="191"/>
                    </a:lnTo>
                    <a:lnTo>
                      <a:pt x="1429" y="667"/>
                    </a:lnTo>
                    <a:lnTo>
                      <a:pt x="1810" y="85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4" name="Google Shape;1384;p33"/>
              <p:cNvSpPr/>
              <p:nvPr/>
            </p:nvSpPr>
            <p:spPr>
              <a:xfrm>
                <a:off x="3043446" y="5292444"/>
                <a:ext cx="3566" cy="1861"/>
              </a:xfrm>
              <a:custGeom>
                <a:avLst/>
                <a:gdLst/>
                <a:ahLst/>
                <a:cxnLst/>
                <a:rect l="l" t="t" r="r" b="b"/>
                <a:pathLst>
                  <a:path w="3566" h="1861" extrusionOk="0">
                    <a:moveTo>
                      <a:pt x="233" y="810"/>
                    </a:moveTo>
                    <a:cubicBezTo>
                      <a:pt x="233" y="810"/>
                      <a:pt x="614" y="810"/>
                      <a:pt x="804" y="810"/>
                    </a:cubicBezTo>
                    <a:lnTo>
                      <a:pt x="804" y="810"/>
                    </a:lnTo>
                    <a:cubicBezTo>
                      <a:pt x="804" y="810"/>
                      <a:pt x="804" y="619"/>
                      <a:pt x="899" y="524"/>
                    </a:cubicBezTo>
                    <a:cubicBezTo>
                      <a:pt x="995" y="524"/>
                      <a:pt x="1281" y="524"/>
                      <a:pt x="1376" y="524"/>
                    </a:cubicBezTo>
                    <a:lnTo>
                      <a:pt x="1376" y="524"/>
                    </a:lnTo>
                    <a:cubicBezTo>
                      <a:pt x="1376" y="524"/>
                      <a:pt x="1376" y="238"/>
                      <a:pt x="1566" y="143"/>
                    </a:cubicBezTo>
                    <a:cubicBezTo>
                      <a:pt x="1947" y="-48"/>
                      <a:pt x="2424" y="-48"/>
                      <a:pt x="2805" y="143"/>
                    </a:cubicBezTo>
                    <a:cubicBezTo>
                      <a:pt x="2805" y="143"/>
                      <a:pt x="2995" y="238"/>
                      <a:pt x="2995" y="333"/>
                    </a:cubicBezTo>
                    <a:lnTo>
                      <a:pt x="3566" y="619"/>
                    </a:lnTo>
                    <a:lnTo>
                      <a:pt x="3376" y="810"/>
                    </a:lnTo>
                    <a:lnTo>
                      <a:pt x="3090" y="619"/>
                    </a:lnTo>
                    <a:cubicBezTo>
                      <a:pt x="3090" y="619"/>
                      <a:pt x="3090" y="810"/>
                      <a:pt x="2900" y="905"/>
                    </a:cubicBezTo>
                    <a:cubicBezTo>
                      <a:pt x="2519" y="1095"/>
                      <a:pt x="2042" y="1095"/>
                      <a:pt x="1757" y="905"/>
                    </a:cubicBezTo>
                    <a:cubicBezTo>
                      <a:pt x="1757" y="905"/>
                      <a:pt x="1566" y="810"/>
                      <a:pt x="1566" y="714"/>
                    </a:cubicBezTo>
                    <a:cubicBezTo>
                      <a:pt x="1566" y="714"/>
                      <a:pt x="1376" y="714"/>
                      <a:pt x="1281" y="714"/>
                    </a:cubicBezTo>
                    <a:cubicBezTo>
                      <a:pt x="1185" y="714"/>
                      <a:pt x="1185" y="810"/>
                      <a:pt x="1281" y="1000"/>
                    </a:cubicBezTo>
                    <a:lnTo>
                      <a:pt x="1566" y="1191"/>
                    </a:lnTo>
                    <a:cubicBezTo>
                      <a:pt x="1566" y="1191"/>
                      <a:pt x="2042" y="1572"/>
                      <a:pt x="1757" y="1762"/>
                    </a:cubicBezTo>
                    <a:cubicBezTo>
                      <a:pt x="1471" y="1953"/>
                      <a:pt x="899" y="1858"/>
                      <a:pt x="423" y="1572"/>
                    </a:cubicBezTo>
                    <a:cubicBezTo>
                      <a:pt x="42" y="1381"/>
                      <a:pt x="-148" y="1095"/>
                      <a:pt x="138" y="905"/>
                    </a:cubicBezTo>
                    <a:close/>
                    <a:moveTo>
                      <a:pt x="1566" y="1476"/>
                    </a:moveTo>
                    <a:cubicBezTo>
                      <a:pt x="1566" y="1476"/>
                      <a:pt x="1566" y="1286"/>
                      <a:pt x="1471" y="1191"/>
                    </a:cubicBezTo>
                    <a:lnTo>
                      <a:pt x="1185" y="1000"/>
                    </a:lnTo>
                    <a:cubicBezTo>
                      <a:pt x="1185" y="1000"/>
                      <a:pt x="1090" y="1000"/>
                      <a:pt x="995" y="810"/>
                    </a:cubicBezTo>
                    <a:cubicBezTo>
                      <a:pt x="804" y="810"/>
                      <a:pt x="614" y="810"/>
                      <a:pt x="519" y="810"/>
                    </a:cubicBezTo>
                    <a:cubicBezTo>
                      <a:pt x="328" y="905"/>
                      <a:pt x="423" y="1095"/>
                      <a:pt x="709" y="1286"/>
                    </a:cubicBezTo>
                    <a:cubicBezTo>
                      <a:pt x="995" y="1476"/>
                      <a:pt x="1376" y="1476"/>
                      <a:pt x="1566" y="1381"/>
                    </a:cubicBezTo>
                    <a:close/>
                    <a:moveTo>
                      <a:pt x="2709" y="619"/>
                    </a:moveTo>
                    <a:cubicBezTo>
                      <a:pt x="2709" y="619"/>
                      <a:pt x="2900" y="333"/>
                      <a:pt x="2709" y="238"/>
                    </a:cubicBezTo>
                    <a:cubicBezTo>
                      <a:pt x="2519" y="238"/>
                      <a:pt x="2233" y="143"/>
                      <a:pt x="1947" y="238"/>
                    </a:cubicBezTo>
                    <a:cubicBezTo>
                      <a:pt x="1662" y="333"/>
                      <a:pt x="1757" y="524"/>
                      <a:pt x="1947" y="714"/>
                    </a:cubicBezTo>
                    <a:cubicBezTo>
                      <a:pt x="2138" y="714"/>
                      <a:pt x="2424" y="810"/>
                      <a:pt x="2709" y="71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5" name="Google Shape;1385;p33"/>
              <p:cNvSpPr/>
              <p:nvPr/>
            </p:nvSpPr>
            <p:spPr>
              <a:xfrm>
                <a:off x="3046536" y="5293253"/>
                <a:ext cx="3262" cy="1846"/>
              </a:xfrm>
              <a:custGeom>
                <a:avLst/>
                <a:gdLst/>
                <a:ahLst/>
                <a:cxnLst/>
                <a:rect l="l" t="t" r="r" b="b"/>
                <a:pathLst>
                  <a:path w="3262" h="1846" extrusionOk="0">
                    <a:moveTo>
                      <a:pt x="2191" y="0"/>
                    </a:moveTo>
                    <a:lnTo>
                      <a:pt x="2762" y="286"/>
                    </a:lnTo>
                    <a:cubicBezTo>
                      <a:pt x="3429" y="667"/>
                      <a:pt x="3429" y="1143"/>
                      <a:pt x="2762" y="1524"/>
                    </a:cubicBezTo>
                    <a:cubicBezTo>
                      <a:pt x="2096" y="1905"/>
                      <a:pt x="1238" y="2000"/>
                      <a:pt x="571" y="1524"/>
                    </a:cubicBezTo>
                    <a:lnTo>
                      <a:pt x="0" y="1238"/>
                    </a:lnTo>
                    <a:lnTo>
                      <a:pt x="2191" y="0"/>
                    </a:lnTo>
                    <a:close/>
                    <a:moveTo>
                      <a:pt x="762" y="1429"/>
                    </a:moveTo>
                    <a:cubicBezTo>
                      <a:pt x="1238" y="1714"/>
                      <a:pt x="1810" y="1714"/>
                      <a:pt x="2381" y="1429"/>
                    </a:cubicBezTo>
                    <a:cubicBezTo>
                      <a:pt x="2953" y="1143"/>
                      <a:pt x="2953" y="762"/>
                      <a:pt x="2381" y="476"/>
                    </a:cubicBezTo>
                    <a:lnTo>
                      <a:pt x="2096" y="286"/>
                    </a:lnTo>
                    <a:lnTo>
                      <a:pt x="381" y="1334"/>
                    </a:lnTo>
                    <a:lnTo>
                      <a:pt x="667" y="152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6" name="Google Shape;1386;p33"/>
              <p:cNvSpPr/>
              <p:nvPr/>
            </p:nvSpPr>
            <p:spPr>
              <a:xfrm>
                <a:off x="3048632" y="5294777"/>
                <a:ext cx="2719" cy="1714"/>
              </a:xfrm>
              <a:custGeom>
                <a:avLst/>
                <a:gdLst/>
                <a:ahLst/>
                <a:cxnLst/>
                <a:rect l="l" t="t" r="r" b="b"/>
                <a:pathLst>
                  <a:path w="2719" h="1714" extrusionOk="0">
                    <a:moveTo>
                      <a:pt x="1619" y="0"/>
                    </a:moveTo>
                    <a:lnTo>
                      <a:pt x="1810" y="0"/>
                    </a:lnTo>
                    <a:cubicBezTo>
                      <a:pt x="1810" y="0"/>
                      <a:pt x="1619" y="286"/>
                      <a:pt x="1619" y="286"/>
                    </a:cubicBezTo>
                    <a:lnTo>
                      <a:pt x="1619" y="286"/>
                    </a:lnTo>
                    <a:cubicBezTo>
                      <a:pt x="1619" y="286"/>
                      <a:pt x="2191" y="286"/>
                      <a:pt x="2477" y="476"/>
                    </a:cubicBezTo>
                    <a:cubicBezTo>
                      <a:pt x="2857" y="667"/>
                      <a:pt x="2762" y="857"/>
                      <a:pt x="2381" y="1143"/>
                    </a:cubicBezTo>
                    <a:lnTo>
                      <a:pt x="1333" y="1714"/>
                    </a:lnTo>
                    <a:lnTo>
                      <a:pt x="1048" y="1524"/>
                    </a:lnTo>
                    <a:lnTo>
                      <a:pt x="2000" y="953"/>
                    </a:lnTo>
                    <a:cubicBezTo>
                      <a:pt x="2000" y="953"/>
                      <a:pt x="2381" y="667"/>
                      <a:pt x="2096" y="476"/>
                    </a:cubicBezTo>
                    <a:cubicBezTo>
                      <a:pt x="1905" y="476"/>
                      <a:pt x="1714" y="476"/>
                      <a:pt x="1429" y="476"/>
                    </a:cubicBezTo>
                    <a:lnTo>
                      <a:pt x="286" y="1143"/>
                    </a:lnTo>
                    <a:lnTo>
                      <a:pt x="0" y="953"/>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87" name="Google Shape;1387;p33"/>
            <p:cNvSpPr/>
            <p:nvPr/>
          </p:nvSpPr>
          <p:spPr>
            <a:xfrm>
              <a:off x="7560967" y="2723324"/>
              <a:ext cx="75482" cy="43543"/>
            </a:xfrm>
            <a:custGeom>
              <a:avLst/>
              <a:gdLst/>
              <a:ahLst/>
              <a:cxnLst/>
              <a:rect l="l" t="t" r="r" b="b"/>
              <a:pathLst>
                <a:path w="26955" h="15549" extrusionOk="0">
                  <a:moveTo>
                    <a:pt x="23622" y="5215"/>
                  </a:moveTo>
                  <a:lnTo>
                    <a:pt x="15145" y="357"/>
                  </a:lnTo>
                  <a:cubicBezTo>
                    <a:pt x="14288" y="-119"/>
                    <a:pt x="12763" y="-119"/>
                    <a:pt x="11906" y="357"/>
                  </a:cubicBezTo>
                  <a:lnTo>
                    <a:pt x="3429" y="5215"/>
                  </a:lnTo>
                  <a:lnTo>
                    <a:pt x="0" y="5215"/>
                  </a:lnTo>
                  <a:lnTo>
                    <a:pt x="0" y="7692"/>
                  </a:lnTo>
                  <a:cubicBezTo>
                    <a:pt x="0" y="7692"/>
                    <a:pt x="190" y="8358"/>
                    <a:pt x="667" y="8644"/>
                  </a:cubicBezTo>
                  <a:lnTo>
                    <a:pt x="11811" y="15121"/>
                  </a:lnTo>
                  <a:cubicBezTo>
                    <a:pt x="12763" y="15693"/>
                    <a:pt x="14192" y="15693"/>
                    <a:pt x="15049" y="15121"/>
                  </a:cubicBezTo>
                  <a:lnTo>
                    <a:pt x="26289" y="8644"/>
                  </a:lnTo>
                  <a:cubicBezTo>
                    <a:pt x="26289" y="8644"/>
                    <a:pt x="26956" y="8073"/>
                    <a:pt x="26956" y="7692"/>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8" name="Google Shape;1388;p33"/>
            <p:cNvSpPr/>
            <p:nvPr/>
          </p:nvSpPr>
          <p:spPr>
            <a:xfrm>
              <a:off x="7561300" y="2716124"/>
              <a:ext cx="75549" cy="43611"/>
            </a:xfrm>
            <a:custGeom>
              <a:avLst/>
              <a:gdLst/>
              <a:ahLst/>
              <a:cxnLst/>
              <a:rect l="l" t="t" r="r" b="b"/>
              <a:pathLst>
                <a:path w="26979" h="15573" extrusionOk="0">
                  <a:moveTo>
                    <a:pt x="15026" y="15216"/>
                  </a:moveTo>
                  <a:cubicBezTo>
                    <a:pt x="14169" y="15693"/>
                    <a:pt x="12645" y="15693"/>
                    <a:pt x="11787" y="15216"/>
                  </a:cubicBezTo>
                  <a:lnTo>
                    <a:pt x="643" y="8739"/>
                  </a:lnTo>
                  <a:cubicBezTo>
                    <a:pt x="-214" y="8263"/>
                    <a:pt x="-214" y="7406"/>
                    <a:pt x="643" y="6834"/>
                  </a:cubicBezTo>
                  <a:lnTo>
                    <a:pt x="11787" y="357"/>
                  </a:lnTo>
                  <a:cubicBezTo>
                    <a:pt x="12740" y="-119"/>
                    <a:pt x="14169" y="-119"/>
                    <a:pt x="15026" y="357"/>
                  </a:cubicBezTo>
                  <a:lnTo>
                    <a:pt x="26265" y="6834"/>
                  </a:lnTo>
                  <a:cubicBezTo>
                    <a:pt x="27218" y="7406"/>
                    <a:pt x="27218" y="8168"/>
                    <a:pt x="26265" y="8739"/>
                  </a:cubicBezTo>
                  <a:lnTo>
                    <a:pt x="15026"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9" name="Google Shape;1389;p33"/>
            <p:cNvSpPr/>
            <p:nvPr/>
          </p:nvSpPr>
          <p:spPr>
            <a:xfrm>
              <a:off x="7594041" y="2732859"/>
              <a:ext cx="13601" cy="8267"/>
            </a:xfrm>
            <a:custGeom>
              <a:avLst/>
              <a:gdLst/>
              <a:ahLst/>
              <a:cxnLst/>
              <a:rect l="l" t="t" r="r" b="b"/>
              <a:pathLst>
                <a:path w="4857" h="2952" extrusionOk="0">
                  <a:moveTo>
                    <a:pt x="286" y="1619"/>
                  </a:moveTo>
                  <a:lnTo>
                    <a:pt x="1143" y="2096"/>
                  </a:lnTo>
                  <a:lnTo>
                    <a:pt x="3810" y="571"/>
                  </a:lnTo>
                  <a:lnTo>
                    <a:pt x="3143" y="191"/>
                  </a:lnTo>
                  <a:lnTo>
                    <a:pt x="3429" y="0"/>
                  </a:lnTo>
                  <a:cubicBezTo>
                    <a:pt x="3429" y="0"/>
                    <a:pt x="4096" y="191"/>
                    <a:pt x="4477" y="286"/>
                  </a:cubicBezTo>
                  <a:lnTo>
                    <a:pt x="4858" y="476"/>
                  </a:lnTo>
                  <a:lnTo>
                    <a:pt x="1619" y="2286"/>
                  </a:lnTo>
                  <a:lnTo>
                    <a:pt x="2381" y="2667"/>
                  </a:lnTo>
                  <a:lnTo>
                    <a:pt x="2000" y="2953"/>
                  </a:lnTo>
                  <a:lnTo>
                    <a:pt x="0" y="1810"/>
                  </a:lnTo>
                  <a:lnTo>
                    <a:pt x="381" y="1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90" name="Google Shape;1390;p33"/>
            <p:cNvGrpSpPr/>
            <p:nvPr/>
          </p:nvGrpSpPr>
          <p:grpSpPr>
            <a:xfrm>
              <a:off x="7578037" y="2738729"/>
              <a:ext cx="20269" cy="11736"/>
              <a:chOff x="3009484" y="5271822"/>
              <a:chExt cx="7238" cy="4191"/>
            </a:xfrm>
          </p:grpSpPr>
          <p:sp>
            <p:nvSpPr>
              <p:cNvPr id="1391" name="Google Shape;1391;p33"/>
              <p:cNvSpPr/>
              <p:nvPr/>
            </p:nvSpPr>
            <p:spPr>
              <a:xfrm>
                <a:off x="3009484" y="5271822"/>
                <a:ext cx="3429" cy="1905"/>
              </a:xfrm>
              <a:custGeom>
                <a:avLst/>
                <a:gdLst/>
                <a:ahLst/>
                <a:cxnLst/>
                <a:rect l="l" t="t" r="r" b="b"/>
                <a:pathLst>
                  <a:path w="3429" h="1905" extrusionOk="0">
                    <a:moveTo>
                      <a:pt x="2191" y="0"/>
                    </a:moveTo>
                    <a:lnTo>
                      <a:pt x="3429" y="762"/>
                    </a:lnTo>
                    <a:lnTo>
                      <a:pt x="3239" y="762"/>
                    </a:lnTo>
                    <a:cubicBezTo>
                      <a:pt x="3239" y="762"/>
                      <a:pt x="2286" y="286"/>
                      <a:pt x="2286" y="286"/>
                    </a:cubicBezTo>
                    <a:lnTo>
                      <a:pt x="1524" y="667"/>
                    </a:lnTo>
                    <a:lnTo>
                      <a:pt x="2381" y="1143"/>
                    </a:lnTo>
                    <a:lnTo>
                      <a:pt x="2096" y="1334"/>
                    </a:lnTo>
                    <a:lnTo>
                      <a:pt x="1238" y="857"/>
                    </a:lnTo>
                    <a:lnTo>
                      <a:pt x="476" y="1334"/>
                    </a:lnTo>
                    <a:lnTo>
                      <a:pt x="1524" y="1905"/>
                    </a:lnTo>
                    <a:lnTo>
                      <a:pt x="1334" y="1905"/>
                    </a:lnTo>
                    <a:cubicBezTo>
                      <a:pt x="1334" y="1905"/>
                      <a:pt x="0" y="1334"/>
                      <a:pt x="0" y="1334"/>
                    </a:cubicBezTo>
                    <a:lnTo>
                      <a:pt x="2191" y="9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2" name="Google Shape;1392;p33"/>
              <p:cNvSpPr/>
              <p:nvPr/>
            </p:nvSpPr>
            <p:spPr>
              <a:xfrm>
                <a:off x="3011199" y="5273251"/>
                <a:ext cx="2718" cy="1714"/>
              </a:xfrm>
              <a:custGeom>
                <a:avLst/>
                <a:gdLst/>
                <a:ahLst/>
                <a:cxnLst/>
                <a:rect l="l" t="t" r="r" b="b"/>
                <a:pathLst>
                  <a:path w="2718" h="1714" extrusionOk="0">
                    <a:moveTo>
                      <a:pt x="1619" y="0"/>
                    </a:moveTo>
                    <a:lnTo>
                      <a:pt x="1810" y="191"/>
                    </a:lnTo>
                    <a:lnTo>
                      <a:pt x="1619" y="191"/>
                    </a:lnTo>
                    <a:cubicBezTo>
                      <a:pt x="1619" y="191"/>
                      <a:pt x="2191" y="381"/>
                      <a:pt x="2476" y="476"/>
                    </a:cubicBezTo>
                    <a:cubicBezTo>
                      <a:pt x="2857" y="667"/>
                      <a:pt x="2762" y="857"/>
                      <a:pt x="2381" y="1143"/>
                    </a:cubicBezTo>
                    <a:lnTo>
                      <a:pt x="1333" y="1715"/>
                    </a:lnTo>
                    <a:lnTo>
                      <a:pt x="1048" y="1524"/>
                    </a:lnTo>
                    <a:lnTo>
                      <a:pt x="2000" y="953"/>
                    </a:lnTo>
                    <a:cubicBezTo>
                      <a:pt x="2000" y="953"/>
                      <a:pt x="2381" y="667"/>
                      <a:pt x="2191" y="571"/>
                    </a:cubicBezTo>
                    <a:cubicBezTo>
                      <a:pt x="2000" y="476"/>
                      <a:pt x="1810" y="476"/>
                      <a:pt x="1429" y="476"/>
                    </a:cubicBezTo>
                    <a:lnTo>
                      <a:pt x="286" y="1143"/>
                    </a:lnTo>
                    <a:lnTo>
                      <a:pt x="0" y="953"/>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3" name="Google Shape;1393;p33"/>
              <p:cNvSpPr/>
              <p:nvPr/>
            </p:nvSpPr>
            <p:spPr>
              <a:xfrm>
                <a:off x="3013314" y="5274394"/>
                <a:ext cx="3408" cy="1619"/>
              </a:xfrm>
              <a:custGeom>
                <a:avLst/>
                <a:gdLst/>
                <a:ahLst/>
                <a:cxnLst/>
                <a:rect l="l" t="t" r="r" b="b"/>
                <a:pathLst>
                  <a:path w="3408" h="1619" extrusionOk="0">
                    <a:moveTo>
                      <a:pt x="456" y="286"/>
                    </a:moveTo>
                    <a:cubicBezTo>
                      <a:pt x="932" y="0"/>
                      <a:pt x="1599" y="0"/>
                      <a:pt x="1980" y="190"/>
                    </a:cubicBezTo>
                    <a:cubicBezTo>
                      <a:pt x="2170" y="286"/>
                      <a:pt x="2266" y="381"/>
                      <a:pt x="2266" y="571"/>
                    </a:cubicBezTo>
                    <a:lnTo>
                      <a:pt x="2552" y="381"/>
                    </a:lnTo>
                    <a:lnTo>
                      <a:pt x="3123" y="0"/>
                    </a:lnTo>
                    <a:lnTo>
                      <a:pt x="3409" y="190"/>
                    </a:lnTo>
                    <a:lnTo>
                      <a:pt x="1027" y="1619"/>
                    </a:lnTo>
                    <a:lnTo>
                      <a:pt x="837" y="1619"/>
                    </a:lnTo>
                    <a:cubicBezTo>
                      <a:pt x="837" y="1619"/>
                      <a:pt x="1027" y="1333"/>
                      <a:pt x="1027" y="1333"/>
                    </a:cubicBezTo>
                    <a:lnTo>
                      <a:pt x="1027" y="1333"/>
                    </a:lnTo>
                    <a:cubicBezTo>
                      <a:pt x="1027" y="1333"/>
                      <a:pt x="456" y="1333"/>
                      <a:pt x="266" y="1143"/>
                    </a:cubicBezTo>
                    <a:cubicBezTo>
                      <a:pt x="-115" y="952"/>
                      <a:pt x="-115" y="571"/>
                      <a:pt x="456" y="286"/>
                    </a:cubicBezTo>
                    <a:close/>
                    <a:moveTo>
                      <a:pt x="1218" y="1143"/>
                    </a:moveTo>
                    <a:lnTo>
                      <a:pt x="2075" y="667"/>
                    </a:lnTo>
                    <a:cubicBezTo>
                      <a:pt x="2075" y="667"/>
                      <a:pt x="2075" y="381"/>
                      <a:pt x="1885" y="381"/>
                    </a:cubicBezTo>
                    <a:cubicBezTo>
                      <a:pt x="1599" y="190"/>
                      <a:pt x="1123" y="190"/>
                      <a:pt x="742" y="381"/>
                    </a:cubicBezTo>
                    <a:cubicBezTo>
                      <a:pt x="361" y="571"/>
                      <a:pt x="266" y="857"/>
                      <a:pt x="551" y="1048"/>
                    </a:cubicBezTo>
                    <a:cubicBezTo>
                      <a:pt x="742" y="1048"/>
                      <a:pt x="932" y="1143"/>
                      <a:pt x="1218" y="114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94" name="Google Shape;1394;p33"/>
            <p:cNvSpPr/>
            <p:nvPr/>
          </p:nvSpPr>
          <p:spPr>
            <a:xfrm>
              <a:off x="7757013" y="2720725"/>
              <a:ext cx="75748" cy="43809"/>
            </a:xfrm>
            <a:custGeom>
              <a:avLst/>
              <a:gdLst/>
              <a:ahLst/>
              <a:cxnLst/>
              <a:rect l="l" t="t" r="r" b="b"/>
              <a:pathLst>
                <a:path w="27050" h="15644" extrusionOk="0">
                  <a:moveTo>
                    <a:pt x="23622" y="5286"/>
                  </a:moveTo>
                  <a:lnTo>
                    <a:pt x="15145" y="429"/>
                  </a:lnTo>
                  <a:cubicBezTo>
                    <a:pt x="14288" y="-143"/>
                    <a:pt x="12763" y="-143"/>
                    <a:pt x="11906" y="429"/>
                  </a:cubicBezTo>
                  <a:lnTo>
                    <a:pt x="3429" y="5286"/>
                  </a:lnTo>
                  <a:lnTo>
                    <a:pt x="0" y="5286"/>
                  </a:lnTo>
                  <a:lnTo>
                    <a:pt x="0" y="7858"/>
                  </a:lnTo>
                  <a:cubicBezTo>
                    <a:pt x="0" y="7858"/>
                    <a:pt x="190" y="8525"/>
                    <a:pt x="667" y="8811"/>
                  </a:cubicBezTo>
                  <a:lnTo>
                    <a:pt x="11906" y="15288"/>
                  </a:lnTo>
                  <a:cubicBezTo>
                    <a:pt x="12763" y="15764"/>
                    <a:pt x="14288" y="15764"/>
                    <a:pt x="15145" y="15288"/>
                  </a:cubicBezTo>
                  <a:lnTo>
                    <a:pt x="26384" y="8811"/>
                  </a:lnTo>
                  <a:cubicBezTo>
                    <a:pt x="26384" y="8811"/>
                    <a:pt x="27051" y="8239"/>
                    <a:pt x="27051" y="7858"/>
                  </a:cubicBezTo>
                  <a:lnTo>
                    <a:pt x="27051" y="5286"/>
                  </a:lnTo>
                  <a:lnTo>
                    <a:pt x="23622"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5" name="Google Shape;1395;p33"/>
            <p:cNvSpPr/>
            <p:nvPr/>
          </p:nvSpPr>
          <p:spPr>
            <a:xfrm>
              <a:off x="7757077" y="2713256"/>
              <a:ext cx="75617" cy="43809"/>
            </a:xfrm>
            <a:custGeom>
              <a:avLst/>
              <a:gdLst/>
              <a:ahLst/>
              <a:cxnLst/>
              <a:rect l="l" t="t" r="r" b="b"/>
              <a:pathLst>
                <a:path w="27003" h="15644" extrusionOk="0">
                  <a:moveTo>
                    <a:pt x="15121" y="15288"/>
                  </a:moveTo>
                  <a:cubicBezTo>
                    <a:pt x="14264" y="15764"/>
                    <a:pt x="12740" y="15764"/>
                    <a:pt x="11883" y="15288"/>
                  </a:cubicBezTo>
                  <a:lnTo>
                    <a:pt x="643" y="8811"/>
                  </a:lnTo>
                  <a:cubicBezTo>
                    <a:pt x="-214" y="8239"/>
                    <a:pt x="-214" y="7477"/>
                    <a:pt x="643" y="6906"/>
                  </a:cubicBezTo>
                  <a:lnTo>
                    <a:pt x="11883" y="429"/>
                  </a:lnTo>
                  <a:cubicBezTo>
                    <a:pt x="12740" y="-143"/>
                    <a:pt x="14264" y="-143"/>
                    <a:pt x="15121" y="429"/>
                  </a:cubicBezTo>
                  <a:lnTo>
                    <a:pt x="26361" y="6906"/>
                  </a:lnTo>
                  <a:cubicBezTo>
                    <a:pt x="27218" y="7477"/>
                    <a:pt x="27218" y="8239"/>
                    <a:pt x="26361"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6" name="Google Shape;1396;p33"/>
            <p:cNvSpPr/>
            <p:nvPr/>
          </p:nvSpPr>
          <p:spPr>
            <a:xfrm>
              <a:off x="7795887" y="2726992"/>
              <a:ext cx="13335" cy="7452"/>
            </a:xfrm>
            <a:custGeom>
              <a:avLst/>
              <a:gdLst/>
              <a:ahLst/>
              <a:cxnLst/>
              <a:rect l="l" t="t" r="r" b="b"/>
              <a:pathLst>
                <a:path w="4762" h="2661" extrusionOk="0">
                  <a:moveTo>
                    <a:pt x="24" y="1619"/>
                  </a:moveTo>
                  <a:lnTo>
                    <a:pt x="596" y="1619"/>
                  </a:lnTo>
                  <a:cubicBezTo>
                    <a:pt x="596" y="1619"/>
                    <a:pt x="596" y="2000"/>
                    <a:pt x="882" y="2095"/>
                  </a:cubicBezTo>
                  <a:cubicBezTo>
                    <a:pt x="1358" y="2381"/>
                    <a:pt x="2215" y="2381"/>
                    <a:pt x="3358" y="1714"/>
                  </a:cubicBezTo>
                  <a:cubicBezTo>
                    <a:pt x="2882" y="1714"/>
                    <a:pt x="2310" y="1714"/>
                    <a:pt x="2024" y="1524"/>
                  </a:cubicBezTo>
                  <a:cubicBezTo>
                    <a:pt x="1453" y="1143"/>
                    <a:pt x="1358" y="762"/>
                    <a:pt x="2120" y="286"/>
                  </a:cubicBezTo>
                  <a:cubicBezTo>
                    <a:pt x="2787" y="-95"/>
                    <a:pt x="3739" y="-95"/>
                    <a:pt x="4311" y="286"/>
                  </a:cubicBezTo>
                  <a:cubicBezTo>
                    <a:pt x="4977" y="667"/>
                    <a:pt x="4977" y="1333"/>
                    <a:pt x="3834" y="2000"/>
                  </a:cubicBezTo>
                  <a:cubicBezTo>
                    <a:pt x="2406" y="2858"/>
                    <a:pt x="1167" y="2762"/>
                    <a:pt x="500" y="2381"/>
                  </a:cubicBezTo>
                  <a:cubicBezTo>
                    <a:pt x="120" y="2191"/>
                    <a:pt x="-71" y="1905"/>
                    <a:pt x="24" y="1619"/>
                  </a:cubicBezTo>
                  <a:close/>
                  <a:moveTo>
                    <a:pt x="3739" y="1619"/>
                  </a:moveTo>
                  <a:cubicBezTo>
                    <a:pt x="4406" y="1143"/>
                    <a:pt x="4501" y="762"/>
                    <a:pt x="4025" y="571"/>
                  </a:cubicBezTo>
                  <a:cubicBezTo>
                    <a:pt x="3644" y="381"/>
                    <a:pt x="3072" y="381"/>
                    <a:pt x="2596" y="571"/>
                  </a:cubicBezTo>
                  <a:cubicBezTo>
                    <a:pt x="2120" y="857"/>
                    <a:pt x="2024" y="1143"/>
                    <a:pt x="2501" y="1429"/>
                  </a:cubicBezTo>
                  <a:cubicBezTo>
                    <a:pt x="2691" y="1524"/>
                    <a:pt x="3167" y="1619"/>
                    <a:pt x="3739" y="16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97" name="Google Shape;1397;p33"/>
            <p:cNvGrpSpPr/>
            <p:nvPr/>
          </p:nvGrpSpPr>
          <p:grpSpPr>
            <a:xfrm>
              <a:off x="7770614" y="2733929"/>
              <a:ext cx="24931" cy="15573"/>
              <a:chOff x="3078254" y="5270108"/>
              <a:chExt cx="8903" cy="5561"/>
            </a:xfrm>
          </p:grpSpPr>
          <p:sp>
            <p:nvSpPr>
              <p:cNvPr id="1398" name="Google Shape;1398;p33"/>
              <p:cNvSpPr/>
              <p:nvPr/>
            </p:nvSpPr>
            <p:spPr>
              <a:xfrm>
                <a:off x="3078254" y="5270108"/>
                <a:ext cx="3324" cy="1524"/>
              </a:xfrm>
              <a:custGeom>
                <a:avLst/>
                <a:gdLst/>
                <a:ahLst/>
                <a:cxnLst/>
                <a:rect l="l" t="t" r="r" b="b"/>
                <a:pathLst>
                  <a:path w="3324" h="1524" extrusionOk="0">
                    <a:moveTo>
                      <a:pt x="2191" y="0"/>
                    </a:moveTo>
                    <a:lnTo>
                      <a:pt x="2858" y="381"/>
                    </a:lnTo>
                    <a:cubicBezTo>
                      <a:pt x="3334" y="667"/>
                      <a:pt x="3524" y="953"/>
                      <a:pt x="3048" y="1238"/>
                    </a:cubicBezTo>
                    <a:cubicBezTo>
                      <a:pt x="2572" y="1524"/>
                      <a:pt x="2000" y="1429"/>
                      <a:pt x="1524" y="1238"/>
                    </a:cubicBezTo>
                    <a:lnTo>
                      <a:pt x="1143" y="1048"/>
                    </a:lnTo>
                    <a:lnTo>
                      <a:pt x="286" y="1524"/>
                    </a:lnTo>
                    <a:lnTo>
                      <a:pt x="0" y="1333"/>
                    </a:lnTo>
                    <a:lnTo>
                      <a:pt x="2191" y="95"/>
                    </a:lnTo>
                    <a:close/>
                    <a:moveTo>
                      <a:pt x="1715" y="953"/>
                    </a:moveTo>
                    <a:cubicBezTo>
                      <a:pt x="1715" y="953"/>
                      <a:pt x="2381" y="1143"/>
                      <a:pt x="2762" y="953"/>
                    </a:cubicBezTo>
                    <a:cubicBezTo>
                      <a:pt x="3048" y="762"/>
                      <a:pt x="2953" y="571"/>
                      <a:pt x="2572" y="381"/>
                    </a:cubicBezTo>
                    <a:lnTo>
                      <a:pt x="2191" y="190"/>
                    </a:lnTo>
                    <a:lnTo>
                      <a:pt x="1334" y="667"/>
                    </a:lnTo>
                    <a:lnTo>
                      <a:pt x="1715" y="85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9" name="Google Shape;1399;p33"/>
              <p:cNvSpPr/>
              <p:nvPr/>
            </p:nvSpPr>
            <p:spPr>
              <a:xfrm>
                <a:off x="3079231" y="5271679"/>
                <a:ext cx="3595" cy="1887"/>
              </a:xfrm>
              <a:custGeom>
                <a:avLst/>
                <a:gdLst/>
                <a:ahLst/>
                <a:cxnLst/>
                <a:rect l="l" t="t" r="r" b="b"/>
                <a:pathLst>
                  <a:path w="3595" h="1887" extrusionOk="0">
                    <a:moveTo>
                      <a:pt x="357" y="810"/>
                    </a:moveTo>
                    <a:cubicBezTo>
                      <a:pt x="357" y="810"/>
                      <a:pt x="738" y="714"/>
                      <a:pt x="928" y="810"/>
                    </a:cubicBezTo>
                    <a:lnTo>
                      <a:pt x="928" y="810"/>
                    </a:lnTo>
                    <a:cubicBezTo>
                      <a:pt x="928" y="810"/>
                      <a:pt x="928" y="619"/>
                      <a:pt x="1023" y="524"/>
                    </a:cubicBezTo>
                    <a:cubicBezTo>
                      <a:pt x="1214" y="524"/>
                      <a:pt x="1404" y="524"/>
                      <a:pt x="1500" y="524"/>
                    </a:cubicBezTo>
                    <a:lnTo>
                      <a:pt x="1500" y="524"/>
                    </a:lnTo>
                    <a:cubicBezTo>
                      <a:pt x="1500" y="524"/>
                      <a:pt x="1500" y="238"/>
                      <a:pt x="1690" y="143"/>
                    </a:cubicBezTo>
                    <a:cubicBezTo>
                      <a:pt x="2071" y="-48"/>
                      <a:pt x="2547" y="-48"/>
                      <a:pt x="2833" y="143"/>
                    </a:cubicBezTo>
                    <a:cubicBezTo>
                      <a:pt x="2928" y="143"/>
                      <a:pt x="3024" y="238"/>
                      <a:pt x="3024" y="238"/>
                    </a:cubicBezTo>
                    <a:lnTo>
                      <a:pt x="3595" y="619"/>
                    </a:lnTo>
                    <a:lnTo>
                      <a:pt x="3405" y="619"/>
                    </a:lnTo>
                    <a:cubicBezTo>
                      <a:pt x="3405" y="619"/>
                      <a:pt x="3024" y="619"/>
                      <a:pt x="3024" y="619"/>
                    </a:cubicBezTo>
                    <a:cubicBezTo>
                      <a:pt x="3024" y="619"/>
                      <a:pt x="3024" y="810"/>
                      <a:pt x="2833" y="905"/>
                    </a:cubicBezTo>
                    <a:cubicBezTo>
                      <a:pt x="2452" y="1095"/>
                      <a:pt x="1976" y="1095"/>
                      <a:pt x="1690" y="905"/>
                    </a:cubicBezTo>
                    <a:cubicBezTo>
                      <a:pt x="1690" y="905"/>
                      <a:pt x="1500" y="810"/>
                      <a:pt x="1500" y="714"/>
                    </a:cubicBezTo>
                    <a:cubicBezTo>
                      <a:pt x="1404" y="714"/>
                      <a:pt x="1309" y="714"/>
                      <a:pt x="1214" y="714"/>
                    </a:cubicBezTo>
                    <a:cubicBezTo>
                      <a:pt x="1118" y="714"/>
                      <a:pt x="1118" y="810"/>
                      <a:pt x="1309" y="1000"/>
                    </a:cubicBezTo>
                    <a:lnTo>
                      <a:pt x="1595" y="1191"/>
                    </a:lnTo>
                    <a:cubicBezTo>
                      <a:pt x="1595" y="1191"/>
                      <a:pt x="2071" y="1571"/>
                      <a:pt x="1785" y="1762"/>
                    </a:cubicBezTo>
                    <a:cubicBezTo>
                      <a:pt x="1500" y="1953"/>
                      <a:pt x="928" y="1953"/>
                      <a:pt x="357" y="1571"/>
                    </a:cubicBezTo>
                    <a:cubicBezTo>
                      <a:pt x="-24" y="1286"/>
                      <a:pt x="-120" y="1095"/>
                      <a:pt x="166" y="905"/>
                    </a:cubicBezTo>
                    <a:close/>
                    <a:moveTo>
                      <a:pt x="1690" y="1476"/>
                    </a:moveTo>
                    <a:cubicBezTo>
                      <a:pt x="1690" y="1476"/>
                      <a:pt x="1690" y="1286"/>
                      <a:pt x="1595" y="1191"/>
                    </a:cubicBezTo>
                    <a:lnTo>
                      <a:pt x="1309" y="1000"/>
                    </a:lnTo>
                    <a:cubicBezTo>
                      <a:pt x="1309" y="1000"/>
                      <a:pt x="1214" y="1000"/>
                      <a:pt x="1118" y="810"/>
                    </a:cubicBezTo>
                    <a:cubicBezTo>
                      <a:pt x="928" y="810"/>
                      <a:pt x="738" y="810"/>
                      <a:pt x="642" y="810"/>
                    </a:cubicBezTo>
                    <a:cubicBezTo>
                      <a:pt x="452" y="905"/>
                      <a:pt x="547" y="1095"/>
                      <a:pt x="833" y="1191"/>
                    </a:cubicBezTo>
                    <a:cubicBezTo>
                      <a:pt x="1118" y="1381"/>
                      <a:pt x="1500" y="1381"/>
                      <a:pt x="1690" y="1286"/>
                    </a:cubicBezTo>
                    <a:close/>
                    <a:moveTo>
                      <a:pt x="2833" y="619"/>
                    </a:moveTo>
                    <a:cubicBezTo>
                      <a:pt x="2833" y="619"/>
                      <a:pt x="3024" y="333"/>
                      <a:pt x="2833" y="143"/>
                    </a:cubicBezTo>
                    <a:cubicBezTo>
                      <a:pt x="2643" y="47"/>
                      <a:pt x="2357" y="47"/>
                      <a:pt x="2071" y="143"/>
                    </a:cubicBezTo>
                    <a:cubicBezTo>
                      <a:pt x="1881" y="333"/>
                      <a:pt x="1881" y="429"/>
                      <a:pt x="2071" y="524"/>
                    </a:cubicBezTo>
                    <a:cubicBezTo>
                      <a:pt x="2262" y="619"/>
                      <a:pt x="2547" y="619"/>
                      <a:pt x="2833" y="52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0" name="Google Shape;1400;p33"/>
              <p:cNvSpPr/>
              <p:nvPr/>
            </p:nvSpPr>
            <p:spPr>
              <a:xfrm>
                <a:off x="3082742" y="5272489"/>
                <a:ext cx="3417" cy="2095"/>
              </a:xfrm>
              <a:custGeom>
                <a:avLst/>
                <a:gdLst/>
                <a:ahLst/>
                <a:cxnLst/>
                <a:rect l="l" t="t" r="r" b="b"/>
                <a:pathLst>
                  <a:path w="3417" h="2095" extrusionOk="0">
                    <a:moveTo>
                      <a:pt x="560" y="762"/>
                    </a:moveTo>
                    <a:lnTo>
                      <a:pt x="1798" y="0"/>
                    </a:lnTo>
                    <a:lnTo>
                      <a:pt x="2084" y="190"/>
                    </a:lnTo>
                    <a:lnTo>
                      <a:pt x="751" y="953"/>
                    </a:lnTo>
                    <a:cubicBezTo>
                      <a:pt x="179" y="1238"/>
                      <a:pt x="274" y="1524"/>
                      <a:pt x="560" y="1714"/>
                    </a:cubicBezTo>
                    <a:cubicBezTo>
                      <a:pt x="846" y="1905"/>
                      <a:pt x="1227" y="1905"/>
                      <a:pt x="1798" y="1619"/>
                    </a:cubicBezTo>
                    <a:lnTo>
                      <a:pt x="3132" y="857"/>
                    </a:lnTo>
                    <a:lnTo>
                      <a:pt x="3418" y="1048"/>
                    </a:lnTo>
                    <a:lnTo>
                      <a:pt x="2084" y="1810"/>
                    </a:lnTo>
                    <a:cubicBezTo>
                      <a:pt x="1418" y="2191"/>
                      <a:pt x="846" y="2191"/>
                      <a:pt x="370" y="1810"/>
                    </a:cubicBezTo>
                    <a:cubicBezTo>
                      <a:pt x="-106" y="1524"/>
                      <a:pt x="-202" y="1238"/>
                      <a:pt x="560" y="76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1" name="Google Shape;1401;p33"/>
              <p:cNvSpPr/>
              <p:nvPr/>
            </p:nvSpPr>
            <p:spPr>
              <a:xfrm>
                <a:off x="3083684" y="5274108"/>
                <a:ext cx="3473" cy="1561"/>
              </a:xfrm>
              <a:custGeom>
                <a:avLst/>
                <a:gdLst/>
                <a:ahLst/>
                <a:cxnLst/>
                <a:rect l="l" t="t" r="r" b="b"/>
                <a:pathLst>
                  <a:path w="3473" h="1561" extrusionOk="0">
                    <a:moveTo>
                      <a:pt x="2477" y="0"/>
                    </a:moveTo>
                    <a:lnTo>
                      <a:pt x="2667" y="0"/>
                    </a:lnTo>
                    <a:cubicBezTo>
                      <a:pt x="2667" y="0"/>
                      <a:pt x="2477" y="286"/>
                      <a:pt x="2477" y="286"/>
                    </a:cubicBezTo>
                    <a:lnTo>
                      <a:pt x="2477" y="286"/>
                    </a:lnTo>
                    <a:cubicBezTo>
                      <a:pt x="2477" y="286"/>
                      <a:pt x="3048" y="286"/>
                      <a:pt x="3238" y="476"/>
                    </a:cubicBezTo>
                    <a:cubicBezTo>
                      <a:pt x="3620" y="762"/>
                      <a:pt x="3524" y="1048"/>
                      <a:pt x="3048" y="1334"/>
                    </a:cubicBezTo>
                    <a:cubicBezTo>
                      <a:pt x="2477" y="1619"/>
                      <a:pt x="1810" y="1619"/>
                      <a:pt x="1429" y="1429"/>
                    </a:cubicBezTo>
                    <a:cubicBezTo>
                      <a:pt x="1238" y="1334"/>
                      <a:pt x="1238" y="1238"/>
                      <a:pt x="1143" y="1048"/>
                    </a:cubicBezTo>
                    <a:lnTo>
                      <a:pt x="857" y="1238"/>
                    </a:lnTo>
                    <a:lnTo>
                      <a:pt x="286" y="1524"/>
                    </a:lnTo>
                    <a:lnTo>
                      <a:pt x="0" y="1334"/>
                    </a:lnTo>
                    <a:lnTo>
                      <a:pt x="2286" y="0"/>
                    </a:lnTo>
                    <a:close/>
                    <a:moveTo>
                      <a:pt x="2858" y="1143"/>
                    </a:moveTo>
                    <a:cubicBezTo>
                      <a:pt x="2858" y="1143"/>
                      <a:pt x="3334" y="762"/>
                      <a:pt x="3048" y="572"/>
                    </a:cubicBezTo>
                    <a:cubicBezTo>
                      <a:pt x="2953" y="572"/>
                      <a:pt x="2667" y="476"/>
                      <a:pt x="2381" y="476"/>
                    </a:cubicBezTo>
                    <a:lnTo>
                      <a:pt x="1524" y="953"/>
                    </a:lnTo>
                    <a:cubicBezTo>
                      <a:pt x="1524" y="953"/>
                      <a:pt x="1619" y="1238"/>
                      <a:pt x="1714" y="1238"/>
                    </a:cubicBezTo>
                    <a:cubicBezTo>
                      <a:pt x="2000" y="1429"/>
                      <a:pt x="2477" y="1429"/>
                      <a:pt x="2858" y="114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02" name="Google Shape;1402;p33"/>
            <p:cNvSpPr/>
            <p:nvPr/>
          </p:nvSpPr>
          <p:spPr>
            <a:xfrm>
              <a:off x="7661257" y="2665442"/>
              <a:ext cx="75482" cy="43543"/>
            </a:xfrm>
            <a:custGeom>
              <a:avLst/>
              <a:gdLst/>
              <a:ahLst/>
              <a:cxnLst/>
              <a:rect l="l" t="t" r="r" b="b"/>
              <a:pathLst>
                <a:path w="26955" h="15549" extrusionOk="0">
                  <a:moveTo>
                    <a:pt x="23622" y="5215"/>
                  </a:moveTo>
                  <a:lnTo>
                    <a:pt x="15145" y="357"/>
                  </a:lnTo>
                  <a:cubicBezTo>
                    <a:pt x="14288" y="-119"/>
                    <a:pt x="12763" y="-119"/>
                    <a:pt x="11906" y="357"/>
                  </a:cubicBezTo>
                  <a:lnTo>
                    <a:pt x="3429" y="5215"/>
                  </a:lnTo>
                  <a:lnTo>
                    <a:pt x="0" y="5215"/>
                  </a:lnTo>
                  <a:lnTo>
                    <a:pt x="0" y="7691"/>
                  </a:lnTo>
                  <a:cubicBezTo>
                    <a:pt x="0" y="7691"/>
                    <a:pt x="190" y="8358"/>
                    <a:pt x="667" y="8644"/>
                  </a:cubicBezTo>
                  <a:lnTo>
                    <a:pt x="11811" y="15121"/>
                  </a:lnTo>
                  <a:cubicBezTo>
                    <a:pt x="12668" y="15692"/>
                    <a:pt x="14192" y="15692"/>
                    <a:pt x="15049" y="15121"/>
                  </a:cubicBezTo>
                  <a:lnTo>
                    <a:pt x="26289" y="8644"/>
                  </a:lnTo>
                  <a:cubicBezTo>
                    <a:pt x="26289" y="8644"/>
                    <a:pt x="26956" y="8073"/>
                    <a:pt x="26956" y="7691"/>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3" name="Google Shape;1403;p33"/>
            <p:cNvSpPr/>
            <p:nvPr/>
          </p:nvSpPr>
          <p:spPr>
            <a:xfrm>
              <a:off x="7661391" y="2657973"/>
              <a:ext cx="75549" cy="43611"/>
            </a:xfrm>
            <a:custGeom>
              <a:avLst/>
              <a:gdLst/>
              <a:ahLst/>
              <a:cxnLst/>
              <a:rect l="l" t="t" r="r" b="b"/>
              <a:pathLst>
                <a:path w="26979" h="15573" extrusionOk="0">
                  <a:moveTo>
                    <a:pt x="15097" y="15216"/>
                  </a:moveTo>
                  <a:cubicBezTo>
                    <a:pt x="14240" y="15692"/>
                    <a:pt x="12716" y="15692"/>
                    <a:pt x="11859" y="15216"/>
                  </a:cubicBezTo>
                  <a:lnTo>
                    <a:pt x="714" y="8739"/>
                  </a:lnTo>
                  <a:cubicBezTo>
                    <a:pt x="-238" y="8168"/>
                    <a:pt x="-238" y="7406"/>
                    <a:pt x="714" y="6834"/>
                  </a:cubicBezTo>
                  <a:lnTo>
                    <a:pt x="11859" y="357"/>
                  </a:lnTo>
                  <a:cubicBezTo>
                    <a:pt x="12716" y="-119"/>
                    <a:pt x="14240" y="-119"/>
                    <a:pt x="15097" y="357"/>
                  </a:cubicBezTo>
                  <a:lnTo>
                    <a:pt x="26337" y="6834"/>
                  </a:lnTo>
                  <a:cubicBezTo>
                    <a:pt x="27194" y="7406"/>
                    <a:pt x="27194" y="8168"/>
                    <a:pt x="26337" y="8739"/>
                  </a:cubicBezTo>
                  <a:lnTo>
                    <a:pt x="15097"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4" name="Google Shape;1404;p33"/>
            <p:cNvSpPr/>
            <p:nvPr/>
          </p:nvSpPr>
          <p:spPr>
            <a:xfrm>
              <a:off x="7701267" y="2670710"/>
              <a:ext cx="14402" cy="8001"/>
            </a:xfrm>
            <a:custGeom>
              <a:avLst/>
              <a:gdLst/>
              <a:ahLst/>
              <a:cxnLst/>
              <a:rect l="l" t="t" r="r" b="b"/>
              <a:pathLst>
                <a:path w="5143" h="2857" extrusionOk="0">
                  <a:moveTo>
                    <a:pt x="4286" y="1238"/>
                  </a:moveTo>
                  <a:lnTo>
                    <a:pt x="2476" y="190"/>
                  </a:lnTo>
                  <a:lnTo>
                    <a:pt x="2857" y="0"/>
                  </a:lnTo>
                  <a:lnTo>
                    <a:pt x="5143" y="1333"/>
                  </a:lnTo>
                  <a:lnTo>
                    <a:pt x="4858" y="1524"/>
                  </a:lnTo>
                  <a:cubicBezTo>
                    <a:pt x="2953" y="1714"/>
                    <a:pt x="1905" y="2000"/>
                    <a:pt x="476" y="2857"/>
                  </a:cubicBezTo>
                  <a:lnTo>
                    <a:pt x="0" y="2572"/>
                  </a:lnTo>
                  <a:cubicBezTo>
                    <a:pt x="1429" y="1810"/>
                    <a:pt x="2572" y="1524"/>
                    <a:pt x="4286" y="133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05" name="Google Shape;1405;p33"/>
            <p:cNvGrpSpPr/>
            <p:nvPr/>
          </p:nvGrpSpPr>
          <p:grpSpPr>
            <a:xfrm>
              <a:off x="7674326" y="2678178"/>
              <a:ext cx="26242" cy="16536"/>
              <a:chOff x="3043869" y="5250200"/>
              <a:chExt cx="9371" cy="5905"/>
            </a:xfrm>
          </p:grpSpPr>
          <p:sp>
            <p:nvSpPr>
              <p:cNvPr id="1406" name="Google Shape;1406;p33"/>
              <p:cNvSpPr/>
              <p:nvPr/>
            </p:nvSpPr>
            <p:spPr>
              <a:xfrm>
                <a:off x="3043869" y="5250200"/>
                <a:ext cx="3809" cy="2190"/>
              </a:xfrm>
              <a:custGeom>
                <a:avLst/>
                <a:gdLst/>
                <a:ahLst/>
                <a:cxnLst/>
                <a:rect l="l" t="t" r="r" b="b"/>
                <a:pathLst>
                  <a:path w="3809" h="2190" extrusionOk="0">
                    <a:moveTo>
                      <a:pt x="2191" y="95"/>
                    </a:moveTo>
                    <a:lnTo>
                      <a:pt x="2477" y="286"/>
                    </a:lnTo>
                    <a:lnTo>
                      <a:pt x="1524" y="762"/>
                    </a:lnTo>
                    <a:lnTo>
                      <a:pt x="2572" y="1333"/>
                    </a:lnTo>
                    <a:lnTo>
                      <a:pt x="3524" y="762"/>
                    </a:lnTo>
                    <a:lnTo>
                      <a:pt x="3810" y="953"/>
                    </a:lnTo>
                    <a:lnTo>
                      <a:pt x="1619" y="2191"/>
                    </a:lnTo>
                    <a:lnTo>
                      <a:pt x="1333" y="2000"/>
                    </a:lnTo>
                    <a:lnTo>
                      <a:pt x="2381" y="1429"/>
                    </a:lnTo>
                    <a:lnTo>
                      <a:pt x="1333" y="857"/>
                    </a:lnTo>
                    <a:lnTo>
                      <a:pt x="286" y="1429"/>
                    </a:lnTo>
                    <a:lnTo>
                      <a:pt x="0" y="1238"/>
                    </a:lnTo>
                    <a:lnTo>
                      <a:pt x="2191"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7" name="Google Shape;1407;p33"/>
              <p:cNvSpPr/>
              <p:nvPr/>
            </p:nvSpPr>
            <p:spPr>
              <a:xfrm>
                <a:off x="3046322" y="5252082"/>
                <a:ext cx="2299" cy="1381"/>
              </a:xfrm>
              <a:custGeom>
                <a:avLst/>
                <a:gdLst/>
                <a:ahLst/>
                <a:cxnLst/>
                <a:rect l="l" t="t" r="r" b="b"/>
                <a:pathLst>
                  <a:path w="2299" h="1381" extrusionOk="0">
                    <a:moveTo>
                      <a:pt x="405" y="214"/>
                    </a:moveTo>
                    <a:cubicBezTo>
                      <a:pt x="976" y="-71"/>
                      <a:pt x="1643" y="-71"/>
                      <a:pt x="2024" y="214"/>
                    </a:cubicBezTo>
                    <a:cubicBezTo>
                      <a:pt x="2405" y="500"/>
                      <a:pt x="2405" y="881"/>
                      <a:pt x="1929" y="1167"/>
                    </a:cubicBezTo>
                    <a:cubicBezTo>
                      <a:pt x="1357" y="1453"/>
                      <a:pt x="690" y="1453"/>
                      <a:pt x="310" y="1167"/>
                    </a:cubicBezTo>
                    <a:cubicBezTo>
                      <a:pt x="-71" y="881"/>
                      <a:pt x="-167" y="595"/>
                      <a:pt x="405" y="214"/>
                    </a:cubicBezTo>
                    <a:close/>
                    <a:moveTo>
                      <a:pt x="1643" y="881"/>
                    </a:moveTo>
                    <a:cubicBezTo>
                      <a:pt x="1643" y="881"/>
                      <a:pt x="2119" y="405"/>
                      <a:pt x="1834" y="214"/>
                    </a:cubicBezTo>
                    <a:cubicBezTo>
                      <a:pt x="1548" y="24"/>
                      <a:pt x="1072" y="119"/>
                      <a:pt x="690" y="214"/>
                    </a:cubicBezTo>
                    <a:cubicBezTo>
                      <a:pt x="310" y="405"/>
                      <a:pt x="310" y="690"/>
                      <a:pt x="595" y="881"/>
                    </a:cubicBezTo>
                    <a:cubicBezTo>
                      <a:pt x="881" y="1072"/>
                      <a:pt x="1357" y="976"/>
                      <a:pt x="1643" y="88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8" name="Google Shape;1408;p33"/>
              <p:cNvSpPr/>
              <p:nvPr/>
            </p:nvSpPr>
            <p:spPr>
              <a:xfrm>
                <a:off x="3047965" y="5252867"/>
                <a:ext cx="3576" cy="2285"/>
              </a:xfrm>
              <a:custGeom>
                <a:avLst/>
                <a:gdLst/>
                <a:ahLst/>
                <a:cxnLst/>
                <a:rect l="l" t="t" r="r" b="b"/>
                <a:pathLst>
                  <a:path w="3576" h="2285" extrusionOk="0">
                    <a:moveTo>
                      <a:pt x="1524" y="0"/>
                    </a:moveTo>
                    <a:lnTo>
                      <a:pt x="1810" y="190"/>
                    </a:lnTo>
                    <a:lnTo>
                      <a:pt x="1619" y="190"/>
                    </a:lnTo>
                    <a:lnTo>
                      <a:pt x="1619" y="381"/>
                    </a:lnTo>
                    <a:cubicBezTo>
                      <a:pt x="1619" y="381"/>
                      <a:pt x="2191" y="381"/>
                      <a:pt x="2381" y="476"/>
                    </a:cubicBezTo>
                    <a:cubicBezTo>
                      <a:pt x="2667" y="667"/>
                      <a:pt x="2667" y="762"/>
                      <a:pt x="2477" y="953"/>
                    </a:cubicBezTo>
                    <a:cubicBezTo>
                      <a:pt x="2858" y="953"/>
                      <a:pt x="3143" y="953"/>
                      <a:pt x="3334" y="1048"/>
                    </a:cubicBezTo>
                    <a:cubicBezTo>
                      <a:pt x="3715" y="1238"/>
                      <a:pt x="3620" y="1429"/>
                      <a:pt x="3238" y="1714"/>
                    </a:cubicBezTo>
                    <a:lnTo>
                      <a:pt x="2191" y="2286"/>
                    </a:lnTo>
                    <a:lnTo>
                      <a:pt x="1905" y="2096"/>
                    </a:lnTo>
                    <a:lnTo>
                      <a:pt x="2953" y="1524"/>
                    </a:lnTo>
                    <a:cubicBezTo>
                      <a:pt x="2953" y="1524"/>
                      <a:pt x="3334" y="1238"/>
                      <a:pt x="3048" y="1143"/>
                    </a:cubicBezTo>
                    <a:cubicBezTo>
                      <a:pt x="2953" y="1143"/>
                      <a:pt x="2667" y="1143"/>
                      <a:pt x="2381" y="1143"/>
                    </a:cubicBezTo>
                    <a:lnTo>
                      <a:pt x="1238" y="1810"/>
                    </a:lnTo>
                    <a:lnTo>
                      <a:pt x="953" y="1619"/>
                    </a:lnTo>
                    <a:lnTo>
                      <a:pt x="2000" y="1048"/>
                    </a:lnTo>
                    <a:cubicBezTo>
                      <a:pt x="2000" y="1048"/>
                      <a:pt x="2286" y="667"/>
                      <a:pt x="2096" y="571"/>
                    </a:cubicBezTo>
                    <a:cubicBezTo>
                      <a:pt x="2000" y="571"/>
                      <a:pt x="1714" y="476"/>
                      <a:pt x="1429" y="476"/>
                    </a:cubicBezTo>
                    <a:lnTo>
                      <a:pt x="286" y="1143"/>
                    </a:lnTo>
                    <a:lnTo>
                      <a:pt x="0" y="953"/>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9" name="Google Shape;1409;p33"/>
              <p:cNvSpPr/>
              <p:nvPr/>
            </p:nvSpPr>
            <p:spPr>
              <a:xfrm>
                <a:off x="3050942" y="5254653"/>
                <a:ext cx="2298" cy="1452"/>
              </a:xfrm>
              <a:custGeom>
                <a:avLst/>
                <a:gdLst/>
                <a:ahLst/>
                <a:cxnLst/>
                <a:rect l="l" t="t" r="r" b="b"/>
                <a:pathLst>
                  <a:path w="2298" h="1452" extrusionOk="0">
                    <a:moveTo>
                      <a:pt x="357" y="214"/>
                    </a:moveTo>
                    <a:cubicBezTo>
                      <a:pt x="929" y="-71"/>
                      <a:pt x="1595" y="-71"/>
                      <a:pt x="1976" y="214"/>
                    </a:cubicBezTo>
                    <a:cubicBezTo>
                      <a:pt x="2453" y="500"/>
                      <a:pt x="2357" y="786"/>
                      <a:pt x="1976" y="1072"/>
                    </a:cubicBezTo>
                    <a:cubicBezTo>
                      <a:pt x="1976" y="1072"/>
                      <a:pt x="1881" y="1072"/>
                      <a:pt x="1786" y="1072"/>
                    </a:cubicBezTo>
                    <a:lnTo>
                      <a:pt x="643" y="405"/>
                    </a:lnTo>
                    <a:cubicBezTo>
                      <a:pt x="643" y="405"/>
                      <a:pt x="262" y="881"/>
                      <a:pt x="643" y="1072"/>
                    </a:cubicBezTo>
                    <a:cubicBezTo>
                      <a:pt x="833" y="1072"/>
                      <a:pt x="1024" y="1167"/>
                      <a:pt x="1119" y="1262"/>
                    </a:cubicBezTo>
                    <a:lnTo>
                      <a:pt x="1119" y="1453"/>
                    </a:lnTo>
                    <a:cubicBezTo>
                      <a:pt x="1119" y="1453"/>
                      <a:pt x="547" y="1453"/>
                      <a:pt x="357" y="1262"/>
                    </a:cubicBezTo>
                    <a:cubicBezTo>
                      <a:pt x="-119" y="976"/>
                      <a:pt x="-119" y="595"/>
                      <a:pt x="357" y="310"/>
                    </a:cubicBezTo>
                    <a:close/>
                    <a:moveTo>
                      <a:pt x="1595" y="786"/>
                    </a:moveTo>
                    <a:cubicBezTo>
                      <a:pt x="1595" y="786"/>
                      <a:pt x="1976" y="405"/>
                      <a:pt x="1690" y="310"/>
                    </a:cubicBezTo>
                    <a:cubicBezTo>
                      <a:pt x="1500" y="119"/>
                      <a:pt x="1119" y="119"/>
                      <a:pt x="738" y="310"/>
                    </a:cubicBezTo>
                    <a:lnTo>
                      <a:pt x="1595" y="78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10" name="Google Shape;1410;p33"/>
            <p:cNvSpPr/>
            <p:nvPr/>
          </p:nvSpPr>
          <p:spPr>
            <a:xfrm>
              <a:off x="7600708" y="2572617"/>
              <a:ext cx="75748" cy="43611"/>
            </a:xfrm>
            <a:custGeom>
              <a:avLst/>
              <a:gdLst/>
              <a:ahLst/>
              <a:cxnLst/>
              <a:rect l="l" t="t" r="r" b="b"/>
              <a:pathLst>
                <a:path w="27050" h="15573" extrusionOk="0">
                  <a:moveTo>
                    <a:pt x="23622" y="5215"/>
                  </a:moveTo>
                  <a:lnTo>
                    <a:pt x="15145" y="357"/>
                  </a:lnTo>
                  <a:cubicBezTo>
                    <a:pt x="14288" y="-119"/>
                    <a:pt x="12763" y="-119"/>
                    <a:pt x="11906" y="357"/>
                  </a:cubicBezTo>
                  <a:lnTo>
                    <a:pt x="3429" y="5215"/>
                  </a:lnTo>
                  <a:lnTo>
                    <a:pt x="0" y="5215"/>
                  </a:lnTo>
                  <a:lnTo>
                    <a:pt x="0" y="7787"/>
                  </a:lnTo>
                  <a:cubicBezTo>
                    <a:pt x="0" y="7787"/>
                    <a:pt x="191" y="8453"/>
                    <a:pt x="667" y="8739"/>
                  </a:cubicBezTo>
                  <a:lnTo>
                    <a:pt x="11906" y="15216"/>
                  </a:lnTo>
                  <a:cubicBezTo>
                    <a:pt x="12859" y="15693"/>
                    <a:pt x="14288" y="15693"/>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1" name="Google Shape;1411;p33"/>
            <p:cNvSpPr/>
            <p:nvPr/>
          </p:nvSpPr>
          <p:spPr>
            <a:xfrm>
              <a:off x="7600776" y="2565149"/>
              <a:ext cx="75617" cy="43611"/>
            </a:xfrm>
            <a:custGeom>
              <a:avLst/>
              <a:gdLst/>
              <a:ahLst/>
              <a:cxnLst/>
              <a:rect l="l" t="t" r="r" b="b"/>
              <a:pathLst>
                <a:path w="27003" h="15573" extrusionOk="0">
                  <a:moveTo>
                    <a:pt x="15121" y="15216"/>
                  </a:moveTo>
                  <a:cubicBezTo>
                    <a:pt x="14264" y="15693"/>
                    <a:pt x="12740" y="15693"/>
                    <a:pt x="11882" y="15216"/>
                  </a:cubicBezTo>
                  <a:lnTo>
                    <a:pt x="643" y="8739"/>
                  </a:lnTo>
                  <a:cubicBezTo>
                    <a:pt x="-214" y="8168"/>
                    <a:pt x="-214" y="7406"/>
                    <a:pt x="643" y="6834"/>
                  </a:cubicBezTo>
                  <a:lnTo>
                    <a:pt x="11882" y="357"/>
                  </a:lnTo>
                  <a:cubicBezTo>
                    <a:pt x="12835" y="-119"/>
                    <a:pt x="14264" y="-119"/>
                    <a:pt x="15121" y="357"/>
                  </a:cubicBezTo>
                  <a:lnTo>
                    <a:pt x="26361" y="6834"/>
                  </a:lnTo>
                  <a:cubicBezTo>
                    <a:pt x="27218" y="7310"/>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12" name="Google Shape;1412;p33"/>
            <p:cNvGrpSpPr/>
            <p:nvPr/>
          </p:nvGrpSpPr>
          <p:grpSpPr>
            <a:xfrm>
              <a:off x="7616180" y="2584287"/>
              <a:ext cx="26107" cy="16270"/>
              <a:chOff x="3023105" y="5216672"/>
              <a:chExt cx="9323" cy="5810"/>
            </a:xfrm>
          </p:grpSpPr>
          <p:sp>
            <p:nvSpPr>
              <p:cNvPr id="1413" name="Google Shape;1413;p33"/>
              <p:cNvSpPr/>
              <p:nvPr/>
            </p:nvSpPr>
            <p:spPr>
              <a:xfrm>
                <a:off x="3023105" y="5216672"/>
                <a:ext cx="3809" cy="2190"/>
              </a:xfrm>
              <a:custGeom>
                <a:avLst/>
                <a:gdLst/>
                <a:ahLst/>
                <a:cxnLst/>
                <a:rect l="l" t="t" r="r" b="b"/>
                <a:pathLst>
                  <a:path w="3809" h="2190" extrusionOk="0">
                    <a:moveTo>
                      <a:pt x="2191" y="0"/>
                    </a:moveTo>
                    <a:lnTo>
                      <a:pt x="2476" y="191"/>
                    </a:lnTo>
                    <a:lnTo>
                      <a:pt x="1524" y="762"/>
                    </a:lnTo>
                    <a:lnTo>
                      <a:pt x="2572" y="1334"/>
                    </a:lnTo>
                    <a:lnTo>
                      <a:pt x="3524" y="762"/>
                    </a:lnTo>
                    <a:lnTo>
                      <a:pt x="3810" y="953"/>
                    </a:lnTo>
                    <a:lnTo>
                      <a:pt x="1619" y="2191"/>
                    </a:lnTo>
                    <a:lnTo>
                      <a:pt x="1333" y="2191"/>
                    </a:lnTo>
                    <a:cubicBezTo>
                      <a:pt x="1333" y="2191"/>
                      <a:pt x="2381" y="1429"/>
                      <a:pt x="2381" y="1429"/>
                    </a:cubicBezTo>
                    <a:lnTo>
                      <a:pt x="1333" y="858"/>
                    </a:lnTo>
                    <a:lnTo>
                      <a:pt x="286" y="1429"/>
                    </a:lnTo>
                    <a:lnTo>
                      <a:pt x="0" y="1238"/>
                    </a:lnTo>
                    <a:lnTo>
                      <a:pt x="2191"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4" name="Google Shape;1414;p33"/>
              <p:cNvSpPr/>
              <p:nvPr/>
            </p:nvSpPr>
            <p:spPr>
              <a:xfrm>
                <a:off x="3025545" y="5218363"/>
                <a:ext cx="2346" cy="1381"/>
              </a:xfrm>
              <a:custGeom>
                <a:avLst/>
                <a:gdLst/>
                <a:ahLst/>
                <a:cxnLst/>
                <a:rect l="l" t="t" r="r" b="b"/>
                <a:pathLst>
                  <a:path w="2346" h="1381" extrusionOk="0">
                    <a:moveTo>
                      <a:pt x="418" y="214"/>
                    </a:moveTo>
                    <a:cubicBezTo>
                      <a:pt x="989" y="-71"/>
                      <a:pt x="1656" y="-71"/>
                      <a:pt x="2037" y="214"/>
                    </a:cubicBezTo>
                    <a:cubicBezTo>
                      <a:pt x="2418" y="405"/>
                      <a:pt x="2513" y="786"/>
                      <a:pt x="1942" y="1167"/>
                    </a:cubicBezTo>
                    <a:cubicBezTo>
                      <a:pt x="1370" y="1453"/>
                      <a:pt x="703" y="1453"/>
                      <a:pt x="322" y="1167"/>
                    </a:cubicBezTo>
                    <a:cubicBezTo>
                      <a:pt x="-58" y="976"/>
                      <a:pt x="-154" y="595"/>
                      <a:pt x="322" y="214"/>
                    </a:cubicBezTo>
                    <a:close/>
                    <a:moveTo>
                      <a:pt x="1656" y="976"/>
                    </a:moveTo>
                    <a:cubicBezTo>
                      <a:pt x="1656" y="976"/>
                      <a:pt x="2132" y="500"/>
                      <a:pt x="1846" y="310"/>
                    </a:cubicBezTo>
                    <a:cubicBezTo>
                      <a:pt x="1561" y="119"/>
                      <a:pt x="1180" y="310"/>
                      <a:pt x="799" y="310"/>
                    </a:cubicBezTo>
                    <a:cubicBezTo>
                      <a:pt x="418" y="500"/>
                      <a:pt x="322" y="786"/>
                      <a:pt x="608" y="976"/>
                    </a:cubicBezTo>
                    <a:cubicBezTo>
                      <a:pt x="894" y="1167"/>
                      <a:pt x="1370" y="1072"/>
                      <a:pt x="1751" y="97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5" name="Google Shape;1415;p33"/>
              <p:cNvSpPr/>
              <p:nvPr/>
            </p:nvSpPr>
            <p:spPr>
              <a:xfrm>
                <a:off x="3026915" y="5219149"/>
                <a:ext cx="3766" cy="2285"/>
              </a:xfrm>
              <a:custGeom>
                <a:avLst/>
                <a:gdLst/>
                <a:ahLst/>
                <a:cxnLst/>
                <a:rect l="l" t="t" r="r" b="b"/>
                <a:pathLst>
                  <a:path w="3766" h="2285" extrusionOk="0">
                    <a:moveTo>
                      <a:pt x="1810" y="95"/>
                    </a:moveTo>
                    <a:lnTo>
                      <a:pt x="2000" y="95"/>
                    </a:lnTo>
                    <a:cubicBezTo>
                      <a:pt x="2000" y="95"/>
                      <a:pt x="1810" y="381"/>
                      <a:pt x="1810" y="381"/>
                    </a:cubicBezTo>
                    <a:lnTo>
                      <a:pt x="1810" y="381"/>
                    </a:lnTo>
                    <a:cubicBezTo>
                      <a:pt x="1810" y="381"/>
                      <a:pt x="2381" y="381"/>
                      <a:pt x="2572" y="571"/>
                    </a:cubicBezTo>
                    <a:cubicBezTo>
                      <a:pt x="2762" y="667"/>
                      <a:pt x="2857" y="857"/>
                      <a:pt x="2667" y="953"/>
                    </a:cubicBezTo>
                    <a:cubicBezTo>
                      <a:pt x="3048" y="953"/>
                      <a:pt x="3334" y="953"/>
                      <a:pt x="3524" y="1048"/>
                    </a:cubicBezTo>
                    <a:cubicBezTo>
                      <a:pt x="3905" y="1238"/>
                      <a:pt x="3810" y="1429"/>
                      <a:pt x="3429" y="1714"/>
                    </a:cubicBezTo>
                    <a:lnTo>
                      <a:pt x="2381" y="2286"/>
                    </a:lnTo>
                    <a:lnTo>
                      <a:pt x="2096" y="2096"/>
                    </a:lnTo>
                    <a:lnTo>
                      <a:pt x="3143" y="1524"/>
                    </a:lnTo>
                    <a:cubicBezTo>
                      <a:pt x="3143" y="1524"/>
                      <a:pt x="3524" y="1238"/>
                      <a:pt x="3238" y="1143"/>
                    </a:cubicBezTo>
                    <a:cubicBezTo>
                      <a:pt x="3143" y="1143"/>
                      <a:pt x="2857" y="1048"/>
                      <a:pt x="2572" y="1048"/>
                    </a:cubicBezTo>
                    <a:lnTo>
                      <a:pt x="1333" y="1714"/>
                    </a:lnTo>
                    <a:lnTo>
                      <a:pt x="1048" y="1524"/>
                    </a:lnTo>
                    <a:lnTo>
                      <a:pt x="2000" y="953"/>
                    </a:lnTo>
                    <a:cubicBezTo>
                      <a:pt x="2000" y="953"/>
                      <a:pt x="2381" y="667"/>
                      <a:pt x="2096" y="476"/>
                    </a:cubicBezTo>
                    <a:cubicBezTo>
                      <a:pt x="2000" y="476"/>
                      <a:pt x="1714" y="476"/>
                      <a:pt x="1429" y="476"/>
                    </a:cubicBezTo>
                    <a:lnTo>
                      <a:pt x="286" y="1143"/>
                    </a:lnTo>
                    <a:lnTo>
                      <a:pt x="0" y="953"/>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6" name="Google Shape;1416;p33"/>
              <p:cNvSpPr/>
              <p:nvPr/>
            </p:nvSpPr>
            <p:spPr>
              <a:xfrm>
                <a:off x="3030307" y="5221030"/>
                <a:ext cx="2121" cy="1452"/>
              </a:xfrm>
              <a:custGeom>
                <a:avLst/>
                <a:gdLst/>
                <a:ahLst/>
                <a:cxnLst/>
                <a:rect l="l" t="t" r="r" b="b"/>
                <a:pathLst>
                  <a:path w="2121" h="1452" extrusionOk="0">
                    <a:moveTo>
                      <a:pt x="227" y="214"/>
                    </a:moveTo>
                    <a:cubicBezTo>
                      <a:pt x="799" y="-71"/>
                      <a:pt x="1466" y="-71"/>
                      <a:pt x="1846" y="214"/>
                    </a:cubicBezTo>
                    <a:cubicBezTo>
                      <a:pt x="2227" y="405"/>
                      <a:pt x="2227" y="786"/>
                      <a:pt x="1751" y="1072"/>
                    </a:cubicBezTo>
                    <a:cubicBezTo>
                      <a:pt x="1751" y="1072"/>
                      <a:pt x="1656" y="1072"/>
                      <a:pt x="1561" y="1072"/>
                    </a:cubicBezTo>
                    <a:lnTo>
                      <a:pt x="513" y="405"/>
                    </a:lnTo>
                    <a:cubicBezTo>
                      <a:pt x="513" y="405"/>
                      <a:pt x="132" y="881"/>
                      <a:pt x="513" y="1072"/>
                    </a:cubicBezTo>
                    <a:cubicBezTo>
                      <a:pt x="703" y="1072"/>
                      <a:pt x="894" y="1262"/>
                      <a:pt x="1084" y="1262"/>
                    </a:cubicBezTo>
                    <a:lnTo>
                      <a:pt x="1084" y="1453"/>
                    </a:lnTo>
                    <a:cubicBezTo>
                      <a:pt x="1084" y="1453"/>
                      <a:pt x="513" y="1453"/>
                      <a:pt x="322" y="1262"/>
                    </a:cubicBezTo>
                    <a:cubicBezTo>
                      <a:pt x="-58" y="976"/>
                      <a:pt x="-154" y="595"/>
                      <a:pt x="322" y="310"/>
                    </a:cubicBezTo>
                    <a:close/>
                    <a:moveTo>
                      <a:pt x="1466" y="786"/>
                    </a:moveTo>
                    <a:cubicBezTo>
                      <a:pt x="1466" y="786"/>
                      <a:pt x="1846" y="405"/>
                      <a:pt x="1561" y="310"/>
                    </a:cubicBezTo>
                    <a:cubicBezTo>
                      <a:pt x="1370" y="214"/>
                      <a:pt x="894" y="119"/>
                      <a:pt x="608" y="310"/>
                    </a:cubicBezTo>
                    <a:lnTo>
                      <a:pt x="1466" y="78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17" name="Google Shape;1417;p33"/>
            <p:cNvSpPr/>
            <p:nvPr/>
          </p:nvSpPr>
          <p:spPr>
            <a:xfrm>
              <a:off x="7550564" y="2601691"/>
              <a:ext cx="75482" cy="43345"/>
            </a:xfrm>
            <a:custGeom>
              <a:avLst/>
              <a:gdLst/>
              <a:ahLst/>
              <a:cxnLst/>
              <a:rect l="l" t="t" r="r" b="b"/>
              <a:pathLst>
                <a:path w="26955" h="15478" extrusionOk="0">
                  <a:moveTo>
                    <a:pt x="23622" y="5215"/>
                  </a:moveTo>
                  <a:lnTo>
                    <a:pt x="15145" y="357"/>
                  </a:lnTo>
                  <a:cubicBezTo>
                    <a:pt x="14288" y="-119"/>
                    <a:pt x="12764" y="-119"/>
                    <a:pt x="11906" y="357"/>
                  </a:cubicBezTo>
                  <a:lnTo>
                    <a:pt x="3429" y="5215"/>
                  </a:lnTo>
                  <a:lnTo>
                    <a:pt x="0" y="5215"/>
                  </a:lnTo>
                  <a:lnTo>
                    <a:pt x="0" y="7692"/>
                  </a:lnTo>
                  <a:cubicBezTo>
                    <a:pt x="0" y="7692"/>
                    <a:pt x="191" y="8358"/>
                    <a:pt x="667" y="8644"/>
                  </a:cubicBezTo>
                  <a:lnTo>
                    <a:pt x="11906" y="15121"/>
                  </a:lnTo>
                  <a:cubicBezTo>
                    <a:pt x="12764" y="15597"/>
                    <a:pt x="14288" y="15597"/>
                    <a:pt x="15145" y="15121"/>
                  </a:cubicBezTo>
                  <a:lnTo>
                    <a:pt x="26289" y="8644"/>
                  </a:lnTo>
                  <a:cubicBezTo>
                    <a:pt x="26289" y="8644"/>
                    <a:pt x="26956" y="8072"/>
                    <a:pt x="26956" y="7692"/>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8" name="Google Shape;1418;p33"/>
            <p:cNvSpPr/>
            <p:nvPr/>
          </p:nvSpPr>
          <p:spPr>
            <a:xfrm>
              <a:off x="7550432" y="2594222"/>
              <a:ext cx="75549" cy="43611"/>
            </a:xfrm>
            <a:custGeom>
              <a:avLst/>
              <a:gdLst/>
              <a:ahLst/>
              <a:cxnLst/>
              <a:rect l="l" t="t" r="r" b="b"/>
              <a:pathLst>
                <a:path w="26979" h="15573" extrusionOk="0">
                  <a:moveTo>
                    <a:pt x="15193" y="15216"/>
                  </a:moveTo>
                  <a:cubicBezTo>
                    <a:pt x="14335" y="15693"/>
                    <a:pt x="12811" y="15693"/>
                    <a:pt x="11954" y="15216"/>
                  </a:cubicBezTo>
                  <a:lnTo>
                    <a:pt x="714" y="8739"/>
                  </a:lnTo>
                  <a:cubicBezTo>
                    <a:pt x="-238" y="8263"/>
                    <a:pt x="-238" y="7406"/>
                    <a:pt x="714" y="6834"/>
                  </a:cubicBezTo>
                  <a:lnTo>
                    <a:pt x="11954" y="357"/>
                  </a:lnTo>
                  <a:cubicBezTo>
                    <a:pt x="12811" y="-119"/>
                    <a:pt x="14335" y="-119"/>
                    <a:pt x="15193" y="357"/>
                  </a:cubicBezTo>
                  <a:lnTo>
                    <a:pt x="26337" y="6834"/>
                  </a:lnTo>
                  <a:cubicBezTo>
                    <a:pt x="27194" y="7310"/>
                    <a:pt x="27194" y="8168"/>
                    <a:pt x="26337" y="8739"/>
                  </a:cubicBezTo>
                  <a:lnTo>
                    <a:pt x="15193"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19" name="Google Shape;1419;p33"/>
            <p:cNvGrpSpPr/>
            <p:nvPr/>
          </p:nvGrpSpPr>
          <p:grpSpPr>
            <a:xfrm>
              <a:off x="7570303" y="2615497"/>
              <a:ext cx="20269" cy="11734"/>
              <a:chOff x="3006722" y="5227817"/>
              <a:chExt cx="7238" cy="4190"/>
            </a:xfrm>
          </p:grpSpPr>
          <p:sp>
            <p:nvSpPr>
              <p:cNvPr id="1420" name="Google Shape;1420;p33"/>
              <p:cNvSpPr/>
              <p:nvPr/>
            </p:nvSpPr>
            <p:spPr>
              <a:xfrm>
                <a:off x="3006722" y="5227817"/>
                <a:ext cx="3428" cy="2095"/>
              </a:xfrm>
              <a:custGeom>
                <a:avLst/>
                <a:gdLst/>
                <a:ahLst/>
                <a:cxnLst/>
                <a:rect l="l" t="t" r="r" b="b"/>
                <a:pathLst>
                  <a:path w="3428" h="2095" extrusionOk="0">
                    <a:moveTo>
                      <a:pt x="2191" y="0"/>
                    </a:moveTo>
                    <a:lnTo>
                      <a:pt x="3429" y="762"/>
                    </a:lnTo>
                    <a:lnTo>
                      <a:pt x="3238" y="953"/>
                    </a:lnTo>
                    <a:lnTo>
                      <a:pt x="2191" y="381"/>
                    </a:lnTo>
                    <a:lnTo>
                      <a:pt x="1524" y="762"/>
                    </a:lnTo>
                    <a:lnTo>
                      <a:pt x="2381" y="1238"/>
                    </a:lnTo>
                    <a:lnTo>
                      <a:pt x="2191" y="1238"/>
                    </a:lnTo>
                    <a:cubicBezTo>
                      <a:pt x="2191" y="1238"/>
                      <a:pt x="1333" y="857"/>
                      <a:pt x="1333" y="857"/>
                    </a:cubicBezTo>
                    <a:lnTo>
                      <a:pt x="571" y="1334"/>
                    </a:lnTo>
                    <a:lnTo>
                      <a:pt x="1619" y="1905"/>
                    </a:lnTo>
                    <a:lnTo>
                      <a:pt x="1333" y="2096"/>
                    </a:lnTo>
                    <a:lnTo>
                      <a:pt x="0" y="1334"/>
                    </a:lnTo>
                    <a:lnTo>
                      <a:pt x="2191" y="9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1" name="Google Shape;1421;p33"/>
              <p:cNvSpPr/>
              <p:nvPr/>
            </p:nvSpPr>
            <p:spPr>
              <a:xfrm>
                <a:off x="3008436" y="5229055"/>
                <a:ext cx="2766" cy="1809"/>
              </a:xfrm>
              <a:custGeom>
                <a:avLst/>
                <a:gdLst/>
                <a:ahLst/>
                <a:cxnLst/>
                <a:rect l="l" t="t" r="r" b="b"/>
                <a:pathLst>
                  <a:path w="2766" h="1809" extrusionOk="0">
                    <a:moveTo>
                      <a:pt x="1619" y="95"/>
                    </a:moveTo>
                    <a:lnTo>
                      <a:pt x="1905" y="95"/>
                    </a:lnTo>
                    <a:cubicBezTo>
                      <a:pt x="1905" y="95"/>
                      <a:pt x="1714" y="381"/>
                      <a:pt x="1714" y="381"/>
                    </a:cubicBezTo>
                    <a:lnTo>
                      <a:pt x="1714" y="381"/>
                    </a:lnTo>
                    <a:cubicBezTo>
                      <a:pt x="1714" y="381"/>
                      <a:pt x="2286" y="381"/>
                      <a:pt x="2572" y="571"/>
                    </a:cubicBezTo>
                    <a:cubicBezTo>
                      <a:pt x="2857" y="762"/>
                      <a:pt x="2857" y="953"/>
                      <a:pt x="2381" y="1238"/>
                    </a:cubicBezTo>
                    <a:lnTo>
                      <a:pt x="1333" y="1810"/>
                    </a:lnTo>
                    <a:lnTo>
                      <a:pt x="1048" y="1619"/>
                    </a:lnTo>
                    <a:lnTo>
                      <a:pt x="2096" y="1048"/>
                    </a:lnTo>
                    <a:cubicBezTo>
                      <a:pt x="2096" y="1048"/>
                      <a:pt x="2477" y="762"/>
                      <a:pt x="2191" y="571"/>
                    </a:cubicBezTo>
                    <a:cubicBezTo>
                      <a:pt x="2000" y="476"/>
                      <a:pt x="1810" y="476"/>
                      <a:pt x="1524" y="476"/>
                    </a:cubicBezTo>
                    <a:lnTo>
                      <a:pt x="286" y="1143"/>
                    </a:lnTo>
                    <a:lnTo>
                      <a:pt x="0" y="953"/>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2" name="Google Shape;1422;p33"/>
              <p:cNvSpPr/>
              <p:nvPr/>
            </p:nvSpPr>
            <p:spPr>
              <a:xfrm>
                <a:off x="3010647" y="5230460"/>
                <a:ext cx="3313" cy="1547"/>
              </a:xfrm>
              <a:custGeom>
                <a:avLst/>
                <a:gdLst/>
                <a:ahLst/>
                <a:cxnLst/>
                <a:rect l="l" t="t" r="r" b="b"/>
                <a:pathLst>
                  <a:path w="3313" h="1547" extrusionOk="0">
                    <a:moveTo>
                      <a:pt x="266" y="214"/>
                    </a:moveTo>
                    <a:cubicBezTo>
                      <a:pt x="837" y="-71"/>
                      <a:pt x="1409" y="-71"/>
                      <a:pt x="1790" y="214"/>
                    </a:cubicBezTo>
                    <a:cubicBezTo>
                      <a:pt x="1980" y="310"/>
                      <a:pt x="2075" y="405"/>
                      <a:pt x="2075" y="595"/>
                    </a:cubicBezTo>
                    <a:lnTo>
                      <a:pt x="2361" y="405"/>
                    </a:lnTo>
                    <a:lnTo>
                      <a:pt x="3028" y="24"/>
                    </a:lnTo>
                    <a:lnTo>
                      <a:pt x="3313" y="214"/>
                    </a:lnTo>
                    <a:lnTo>
                      <a:pt x="932" y="1548"/>
                    </a:lnTo>
                    <a:lnTo>
                      <a:pt x="742" y="1548"/>
                    </a:lnTo>
                    <a:cubicBezTo>
                      <a:pt x="742" y="1548"/>
                      <a:pt x="932" y="1262"/>
                      <a:pt x="932" y="1262"/>
                    </a:cubicBezTo>
                    <a:lnTo>
                      <a:pt x="932" y="1262"/>
                    </a:lnTo>
                    <a:cubicBezTo>
                      <a:pt x="932" y="1262"/>
                      <a:pt x="456" y="1262"/>
                      <a:pt x="266" y="1167"/>
                    </a:cubicBezTo>
                    <a:cubicBezTo>
                      <a:pt x="-115" y="881"/>
                      <a:pt x="-115" y="595"/>
                      <a:pt x="456" y="310"/>
                    </a:cubicBezTo>
                    <a:close/>
                    <a:moveTo>
                      <a:pt x="1027" y="1072"/>
                    </a:moveTo>
                    <a:lnTo>
                      <a:pt x="1885" y="595"/>
                    </a:lnTo>
                    <a:cubicBezTo>
                      <a:pt x="1885" y="595"/>
                      <a:pt x="1885" y="310"/>
                      <a:pt x="1694" y="310"/>
                    </a:cubicBezTo>
                    <a:cubicBezTo>
                      <a:pt x="1409" y="119"/>
                      <a:pt x="932" y="119"/>
                      <a:pt x="551" y="310"/>
                    </a:cubicBezTo>
                    <a:cubicBezTo>
                      <a:pt x="170" y="500"/>
                      <a:pt x="75" y="691"/>
                      <a:pt x="361" y="881"/>
                    </a:cubicBezTo>
                    <a:cubicBezTo>
                      <a:pt x="551" y="881"/>
                      <a:pt x="742" y="976"/>
                      <a:pt x="1027" y="97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23" name="Google Shape;1423;p33"/>
            <p:cNvSpPr/>
            <p:nvPr/>
          </p:nvSpPr>
          <p:spPr>
            <a:xfrm>
              <a:off x="7624715" y="2503531"/>
              <a:ext cx="75482" cy="43345"/>
            </a:xfrm>
            <a:custGeom>
              <a:avLst/>
              <a:gdLst/>
              <a:ahLst/>
              <a:cxnLst/>
              <a:rect l="l" t="t" r="r" b="b"/>
              <a:pathLst>
                <a:path w="26955" h="15478" extrusionOk="0">
                  <a:moveTo>
                    <a:pt x="23622" y="5215"/>
                  </a:moveTo>
                  <a:lnTo>
                    <a:pt x="15145" y="357"/>
                  </a:lnTo>
                  <a:cubicBezTo>
                    <a:pt x="14288" y="-119"/>
                    <a:pt x="12764" y="-119"/>
                    <a:pt x="11906" y="357"/>
                  </a:cubicBezTo>
                  <a:lnTo>
                    <a:pt x="3429" y="5215"/>
                  </a:lnTo>
                  <a:lnTo>
                    <a:pt x="0" y="5215"/>
                  </a:lnTo>
                  <a:lnTo>
                    <a:pt x="0" y="7691"/>
                  </a:lnTo>
                  <a:cubicBezTo>
                    <a:pt x="0" y="7691"/>
                    <a:pt x="191" y="8358"/>
                    <a:pt x="667" y="8644"/>
                  </a:cubicBezTo>
                  <a:lnTo>
                    <a:pt x="11906" y="15121"/>
                  </a:lnTo>
                  <a:cubicBezTo>
                    <a:pt x="12764" y="15597"/>
                    <a:pt x="14288" y="15597"/>
                    <a:pt x="15145" y="15121"/>
                  </a:cubicBezTo>
                  <a:lnTo>
                    <a:pt x="26289" y="8644"/>
                  </a:lnTo>
                  <a:cubicBezTo>
                    <a:pt x="26289" y="8644"/>
                    <a:pt x="26956" y="8072"/>
                    <a:pt x="26956" y="7691"/>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4" name="Google Shape;1424;p33"/>
            <p:cNvSpPr/>
            <p:nvPr/>
          </p:nvSpPr>
          <p:spPr>
            <a:xfrm>
              <a:off x="7624783" y="2496063"/>
              <a:ext cx="75350" cy="43809"/>
            </a:xfrm>
            <a:custGeom>
              <a:avLst/>
              <a:gdLst/>
              <a:ahLst/>
              <a:cxnLst/>
              <a:rect l="l" t="t" r="r" b="b"/>
              <a:pathLst>
                <a:path w="26908" h="15644" extrusionOk="0">
                  <a:moveTo>
                    <a:pt x="15121" y="15216"/>
                  </a:moveTo>
                  <a:cubicBezTo>
                    <a:pt x="14264" y="15788"/>
                    <a:pt x="12740" y="15788"/>
                    <a:pt x="11882" y="15216"/>
                  </a:cubicBezTo>
                  <a:lnTo>
                    <a:pt x="643" y="8739"/>
                  </a:lnTo>
                  <a:cubicBezTo>
                    <a:pt x="-214" y="8263"/>
                    <a:pt x="-214" y="7406"/>
                    <a:pt x="643" y="6834"/>
                  </a:cubicBezTo>
                  <a:lnTo>
                    <a:pt x="11882" y="357"/>
                  </a:lnTo>
                  <a:cubicBezTo>
                    <a:pt x="12740" y="-119"/>
                    <a:pt x="14264" y="-119"/>
                    <a:pt x="15121" y="357"/>
                  </a:cubicBezTo>
                  <a:lnTo>
                    <a:pt x="26265" y="6834"/>
                  </a:lnTo>
                  <a:cubicBezTo>
                    <a:pt x="27122" y="7310"/>
                    <a:pt x="27122" y="8168"/>
                    <a:pt x="26265"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25" name="Google Shape;1425;p33"/>
            <p:cNvGrpSpPr/>
            <p:nvPr/>
          </p:nvGrpSpPr>
          <p:grpSpPr>
            <a:xfrm>
              <a:off x="7639918" y="2508802"/>
              <a:ext cx="36006" cy="23201"/>
              <a:chOff x="3031582" y="5189717"/>
              <a:chExt cx="12858" cy="8285"/>
            </a:xfrm>
          </p:grpSpPr>
          <p:sp>
            <p:nvSpPr>
              <p:cNvPr id="1426" name="Google Shape;1426;p33"/>
              <p:cNvSpPr/>
              <p:nvPr/>
            </p:nvSpPr>
            <p:spPr>
              <a:xfrm>
                <a:off x="3036535" y="5189717"/>
                <a:ext cx="3323" cy="1524"/>
              </a:xfrm>
              <a:custGeom>
                <a:avLst/>
                <a:gdLst/>
                <a:ahLst/>
                <a:cxnLst/>
                <a:rect l="l" t="t" r="r" b="b"/>
                <a:pathLst>
                  <a:path w="3323" h="1524" extrusionOk="0">
                    <a:moveTo>
                      <a:pt x="2191" y="0"/>
                    </a:moveTo>
                    <a:lnTo>
                      <a:pt x="2857" y="381"/>
                    </a:lnTo>
                    <a:cubicBezTo>
                      <a:pt x="3334" y="667"/>
                      <a:pt x="3524" y="953"/>
                      <a:pt x="3048" y="1238"/>
                    </a:cubicBezTo>
                    <a:cubicBezTo>
                      <a:pt x="2572" y="1524"/>
                      <a:pt x="2000" y="1429"/>
                      <a:pt x="1524" y="1238"/>
                    </a:cubicBezTo>
                    <a:lnTo>
                      <a:pt x="1143" y="1048"/>
                    </a:lnTo>
                    <a:lnTo>
                      <a:pt x="286" y="1524"/>
                    </a:lnTo>
                    <a:lnTo>
                      <a:pt x="0" y="1334"/>
                    </a:lnTo>
                    <a:lnTo>
                      <a:pt x="2191" y="95"/>
                    </a:lnTo>
                    <a:close/>
                    <a:moveTo>
                      <a:pt x="1714" y="953"/>
                    </a:moveTo>
                    <a:cubicBezTo>
                      <a:pt x="1714" y="953"/>
                      <a:pt x="2381" y="1238"/>
                      <a:pt x="2762" y="953"/>
                    </a:cubicBezTo>
                    <a:cubicBezTo>
                      <a:pt x="3048" y="762"/>
                      <a:pt x="2953" y="571"/>
                      <a:pt x="2572" y="381"/>
                    </a:cubicBezTo>
                    <a:lnTo>
                      <a:pt x="2286" y="190"/>
                    </a:lnTo>
                    <a:lnTo>
                      <a:pt x="1429" y="667"/>
                    </a:lnTo>
                    <a:lnTo>
                      <a:pt x="1809" y="85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7" name="Google Shape;1427;p33"/>
              <p:cNvSpPr/>
              <p:nvPr/>
            </p:nvSpPr>
            <p:spPr>
              <a:xfrm>
                <a:off x="3038535" y="5191050"/>
                <a:ext cx="2476" cy="1142"/>
              </a:xfrm>
              <a:custGeom>
                <a:avLst/>
                <a:gdLst/>
                <a:ahLst/>
                <a:cxnLst/>
                <a:rect l="l" t="t" r="r" b="b"/>
                <a:pathLst>
                  <a:path w="2476" h="1142" extrusionOk="0">
                    <a:moveTo>
                      <a:pt x="1524" y="95"/>
                    </a:moveTo>
                    <a:lnTo>
                      <a:pt x="1810" y="95"/>
                    </a:lnTo>
                    <a:cubicBezTo>
                      <a:pt x="1810" y="95"/>
                      <a:pt x="1524" y="381"/>
                      <a:pt x="1524" y="381"/>
                    </a:cubicBezTo>
                    <a:lnTo>
                      <a:pt x="1524" y="381"/>
                    </a:lnTo>
                    <a:cubicBezTo>
                      <a:pt x="1524" y="381"/>
                      <a:pt x="2191" y="381"/>
                      <a:pt x="2286" y="381"/>
                    </a:cubicBezTo>
                    <a:cubicBezTo>
                      <a:pt x="2286" y="381"/>
                      <a:pt x="2381" y="381"/>
                      <a:pt x="2477" y="476"/>
                    </a:cubicBezTo>
                    <a:lnTo>
                      <a:pt x="2191" y="476"/>
                    </a:lnTo>
                    <a:cubicBezTo>
                      <a:pt x="2191" y="476"/>
                      <a:pt x="2191" y="476"/>
                      <a:pt x="2096" y="476"/>
                    </a:cubicBezTo>
                    <a:cubicBezTo>
                      <a:pt x="2000" y="476"/>
                      <a:pt x="1714" y="476"/>
                      <a:pt x="1333" y="476"/>
                    </a:cubicBezTo>
                    <a:lnTo>
                      <a:pt x="286" y="1143"/>
                    </a:lnTo>
                    <a:lnTo>
                      <a:pt x="0" y="952"/>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8" name="Google Shape;1428;p33"/>
              <p:cNvSpPr/>
              <p:nvPr/>
            </p:nvSpPr>
            <p:spPr>
              <a:xfrm>
                <a:off x="3039583" y="5191526"/>
                <a:ext cx="2548" cy="1428"/>
              </a:xfrm>
              <a:custGeom>
                <a:avLst/>
                <a:gdLst/>
                <a:ahLst/>
                <a:cxnLst/>
                <a:rect l="l" t="t" r="r" b="b"/>
                <a:pathLst>
                  <a:path w="2548" h="1428" extrusionOk="0">
                    <a:moveTo>
                      <a:pt x="1619" y="286"/>
                    </a:moveTo>
                    <a:lnTo>
                      <a:pt x="1905" y="476"/>
                    </a:lnTo>
                    <a:lnTo>
                      <a:pt x="286" y="1429"/>
                    </a:lnTo>
                    <a:lnTo>
                      <a:pt x="0" y="1238"/>
                    </a:lnTo>
                    <a:lnTo>
                      <a:pt x="1619" y="286"/>
                    </a:lnTo>
                    <a:close/>
                    <a:moveTo>
                      <a:pt x="2096" y="0"/>
                    </a:moveTo>
                    <a:cubicBezTo>
                      <a:pt x="2096" y="0"/>
                      <a:pt x="2381" y="0"/>
                      <a:pt x="2477" y="0"/>
                    </a:cubicBezTo>
                    <a:cubicBezTo>
                      <a:pt x="2572" y="0"/>
                      <a:pt x="2572" y="190"/>
                      <a:pt x="2477" y="190"/>
                    </a:cubicBezTo>
                    <a:cubicBezTo>
                      <a:pt x="2381" y="190"/>
                      <a:pt x="2191" y="190"/>
                      <a:pt x="2096" y="190"/>
                    </a:cubicBezTo>
                    <a:cubicBezTo>
                      <a:pt x="2000" y="190"/>
                      <a:pt x="2000" y="0"/>
                      <a:pt x="2096"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9" name="Google Shape;1429;p33"/>
              <p:cNvSpPr/>
              <p:nvPr/>
            </p:nvSpPr>
            <p:spPr>
              <a:xfrm>
                <a:off x="3040345" y="5192288"/>
                <a:ext cx="2806" cy="1714"/>
              </a:xfrm>
              <a:custGeom>
                <a:avLst/>
                <a:gdLst/>
                <a:ahLst/>
                <a:cxnLst/>
                <a:rect l="l" t="t" r="r" b="b"/>
                <a:pathLst>
                  <a:path w="2806" h="1714" extrusionOk="0">
                    <a:moveTo>
                      <a:pt x="1619" y="0"/>
                    </a:moveTo>
                    <a:lnTo>
                      <a:pt x="1905" y="0"/>
                    </a:lnTo>
                    <a:cubicBezTo>
                      <a:pt x="1905" y="0"/>
                      <a:pt x="1714" y="286"/>
                      <a:pt x="1714" y="286"/>
                    </a:cubicBezTo>
                    <a:lnTo>
                      <a:pt x="1714" y="286"/>
                    </a:lnTo>
                    <a:cubicBezTo>
                      <a:pt x="1714" y="286"/>
                      <a:pt x="2286" y="286"/>
                      <a:pt x="2572" y="476"/>
                    </a:cubicBezTo>
                    <a:cubicBezTo>
                      <a:pt x="2953" y="667"/>
                      <a:pt x="2857" y="857"/>
                      <a:pt x="2381" y="1143"/>
                    </a:cubicBezTo>
                    <a:lnTo>
                      <a:pt x="1333" y="1715"/>
                    </a:lnTo>
                    <a:lnTo>
                      <a:pt x="1048" y="1524"/>
                    </a:lnTo>
                    <a:lnTo>
                      <a:pt x="2096" y="953"/>
                    </a:lnTo>
                    <a:cubicBezTo>
                      <a:pt x="2096" y="953"/>
                      <a:pt x="2476" y="667"/>
                      <a:pt x="2191" y="571"/>
                    </a:cubicBezTo>
                    <a:cubicBezTo>
                      <a:pt x="2000" y="476"/>
                      <a:pt x="1810" y="476"/>
                      <a:pt x="1429" y="476"/>
                    </a:cubicBezTo>
                    <a:lnTo>
                      <a:pt x="286" y="1143"/>
                    </a:lnTo>
                    <a:lnTo>
                      <a:pt x="0" y="953"/>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0" name="Google Shape;1430;p33"/>
              <p:cNvSpPr/>
              <p:nvPr/>
            </p:nvSpPr>
            <p:spPr>
              <a:xfrm>
                <a:off x="3042284" y="5193145"/>
                <a:ext cx="2156" cy="1524"/>
              </a:xfrm>
              <a:custGeom>
                <a:avLst/>
                <a:gdLst/>
                <a:ahLst/>
                <a:cxnLst/>
                <a:rect l="l" t="t" r="r" b="b"/>
                <a:pathLst>
                  <a:path w="2156" h="1524" extrusionOk="0">
                    <a:moveTo>
                      <a:pt x="442" y="858"/>
                    </a:moveTo>
                    <a:lnTo>
                      <a:pt x="1299" y="381"/>
                    </a:lnTo>
                    <a:lnTo>
                      <a:pt x="1013" y="381"/>
                    </a:lnTo>
                    <a:cubicBezTo>
                      <a:pt x="1013" y="381"/>
                      <a:pt x="1204" y="95"/>
                      <a:pt x="1204" y="95"/>
                    </a:cubicBezTo>
                    <a:lnTo>
                      <a:pt x="1490" y="286"/>
                    </a:lnTo>
                    <a:lnTo>
                      <a:pt x="1966" y="0"/>
                    </a:lnTo>
                    <a:lnTo>
                      <a:pt x="2156" y="0"/>
                    </a:lnTo>
                    <a:cubicBezTo>
                      <a:pt x="2156" y="0"/>
                      <a:pt x="1680" y="381"/>
                      <a:pt x="1680" y="381"/>
                    </a:cubicBezTo>
                    <a:lnTo>
                      <a:pt x="2156" y="667"/>
                    </a:lnTo>
                    <a:lnTo>
                      <a:pt x="1966" y="667"/>
                    </a:lnTo>
                    <a:cubicBezTo>
                      <a:pt x="1966" y="667"/>
                      <a:pt x="1490" y="572"/>
                      <a:pt x="1490" y="572"/>
                    </a:cubicBezTo>
                    <a:lnTo>
                      <a:pt x="537" y="1143"/>
                    </a:lnTo>
                    <a:cubicBezTo>
                      <a:pt x="537" y="1143"/>
                      <a:pt x="251" y="1334"/>
                      <a:pt x="537" y="1429"/>
                    </a:cubicBezTo>
                    <a:cubicBezTo>
                      <a:pt x="537" y="1429"/>
                      <a:pt x="728" y="1429"/>
                      <a:pt x="823" y="1524"/>
                    </a:cubicBezTo>
                    <a:lnTo>
                      <a:pt x="632" y="1524"/>
                    </a:lnTo>
                    <a:cubicBezTo>
                      <a:pt x="632" y="1524"/>
                      <a:pt x="347" y="1524"/>
                      <a:pt x="251" y="1524"/>
                    </a:cubicBezTo>
                    <a:cubicBezTo>
                      <a:pt x="-130" y="1334"/>
                      <a:pt x="-35" y="1143"/>
                      <a:pt x="251" y="95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1" name="Google Shape;1431;p33"/>
              <p:cNvSpPr/>
              <p:nvPr/>
            </p:nvSpPr>
            <p:spPr>
              <a:xfrm>
                <a:off x="3031582" y="5191383"/>
                <a:ext cx="3048" cy="1809"/>
              </a:xfrm>
              <a:custGeom>
                <a:avLst/>
                <a:gdLst/>
                <a:ahLst/>
                <a:cxnLst/>
                <a:rect l="l" t="t" r="r" b="b"/>
                <a:pathLst>
                  <a:path w="3048" h="1809" extrusionOk="0">
                    <a:moveTo>
                      <a:pt x="0" y="1000"/>
                    </a:moveTo>
                    <a:lnTo>
                      <a:pt x="381" y="1000"/>
                    </a:lnTo>
                    <a:cubicBezTo>
                      <a:pt x="381" y="1000"/>
                      <a:pt x="381" y="1381"/>
                      <a:pt x="667" y="1476"/>
                    </a:cubicBezTo>
                    <a:cubicBezTo>
                      <a:pt x="953" y="1571"/>
                      <a:pt x="1238" y="1667"/>
                      <a:pt x="1524" y="1476"/>
                    </a:cubicBezTo>
                    <a:cubicBezTo>
                      <a:pt x="1714" y="1381"/>
                      <a:pt x="1619" y="1190"/>
                      <a:pt x="1524" y="1000"/>
                    </a:cubicBezTo>
                    <a:lnTo>
                      <a:pt x="1334" y="714"/>
                    </a:lnTo>
                    <a:cubicBezTo>
                      <a:pt x="1334" y="714"/>
                      <a:pt x="1143" y="333"/>
                      <a:pt x="1429" y="143"/>
                    </a:cubicBezTo>
                    <a:cubicBezTo>
                      <a:pt x="1810" y="-48"/>
                      <a:pt x="2286" y="-48"/>
                      <a:pt x="2667" y="143"/>
                    </a:cubicBezTo>
                    <a:cubicBezTo>
                      <a:pt x="2953" y="333"/>
                      <a:pt x="3048" y="524"/>
                      <a:pt x="3048" y="714"/>
                    </a:cubicBezTo>
                    <a:lnTo>
                      <a:pt x="2762" y="714"/>
                    </a:lnTo>
                    <a:cubicBezTo>
                      <a:pt x="2762" y="714"/>
                      <a:pt x="2762" y="429"/>
                      <a:pt x="2477" y="333"/>
                    </a:cubicBezTo>
                    <a:cubicBezTo>
                      <a:pt x="2286" y="143"/>
                      <a:pt x="2000" y="143"/>
                      <a:pt x="1810" y="333"/>
                    </a:cubicBezTo>
                    <a:cubicBezTo>
                      <a:pt x="1619" y="429"/>
                      <a:pt x="1714" y="619"/>
                      <a:pt x="1810" y="810"/>
                    </a:cubicBezTo>
                    <a:lnTo>
                      <a:pt x="2000" y="1095"/>
                    </a:lnTo>
                    <a:cubicBezTo>
                      <a:pt x="2000" y="1095"/>
                      <a:pt x="2191" y="1476"/>
                      <a:pt x="1905" y="1667"/>
                    </a:cubicBezTo>
                    <a:cubicBezTo>
                      <a:pt x="1524" y="1857"/>
                      <a:pt x="953" y="1857"/>
                      <a:pt x="476" y="1667"/>
                    </a:cubicBezTo>
                    <a:cubicBezTo>
                      <a:pt x="191" y="1476"/>
                      <a:pt x="0" y="1286"/>
                      <a:pt x="0" y="100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2" name="Google Shape;1432;p33"/>
              <p:cNvSpPr/>
              <p:nvPr/>
            </p:nvSpPr>
            <p:spPr>
              <a:xfrm>
                <a:off x="3033511" y="5192931"/>
                <a:ext cx="2262" cy="1262"/>
              </a:xfrm>
              <a:custGeom>
                <a:avLst/>
                <a:gdLst/>
                <a:ahLst/>
                <a:cxnLst/>
                <a:rect l="l" t="t" r="r" b="b"/>
                <a:pathLst>
                  <a:path w="2262" h="1262" extrusionOk="0">
                    <a:moveTo>
                      <a:pt x="357" y="214"/>
                    </a:moveTo>
                    <a:cubicBezTo>
                      <a:pt x="929" y="-71"/>
                      <a:pt x="1595" y="-71"/>
                      <a:pt x="1976" y="214"/>
                    </a:cubicBezTo>
                    <a:cubicBezTo>
                      <a:pt x="2167" y="310"/>
                      <a:pt x="2262" y="500"/>
                      <a:pt x="2262" y="595"/>
                    </a:cubicBezTo>
                    <a:lnTo>
                      <a:pt x="1976" y="595"/>
                    </a:lnTo>
                    <a:cubicBezTo>
                      <a:pt x="1976" y="595"/>
                      <a:pt x="1976" y="405"/>
                      <a:pt x="1786" y="310"/>
                    </a:cubicBezTo>
                    <a:cubicBezTo>
                      <a:pt x="1500" y="119"/>
                      <a:pt x="1024" y="119"/>
                      <a:pt x="643" y="310"/>
                    </a:cubicBezTo>
                    <a:cubicBezTo>
                      <a:pt x="262" y="500"/>
                      <a:pt x="262" y="786"/>
                      <a:pt x="548" y="976"/>
                    </a:cubicBezTo>
                    <a:cubicBezTo>
                      <a:pt x="643" y="976"/>
                      <a:pt x="929" y="1072"/>
                      <a:pt x="1119" y="1072"/>
                    </a:cubicBezTo>
                    <a:lnTo>
                      <a:pt x="1119" y="1262"/>
                    </a:lnTo>
                    <a:cubicBezTo>
                      <a:pt x="1119" y="1262"/>
                      <a:pt x="548" y="1262"/>
                      <a:pt x="357" y="1072"/>
                    </a:cubicBezTo>
                    <a:cubicBezTo>
                      <a:pt x="-119" y="786"/>
                      <a:pt x="-119" y="500"/>
                      <a:pt x="357" y="1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3" name="Google Shape;1433;p33"/>
              <p:cNvSpPr/>
              <p:nvPr/>
            </p:nvSpPr>
            <p:spPr>
              <a:xfrm>
                <a:off x="3034630" y="5193431"/>
                <a:ext cx="2476" cy="1142"/>
              </a:xfrm>
              <a:custGeom>
                <a:avLst/>
                <a:gdLst/>
                <a:ahLst/>
                <a:cxnLst/>
                <a:rect l="l" t="t" r="r" b="b"/>
                <a:pathLst>
                  <a:path w="2476" h="1142" extrusionOk="0">
                    <a:moveTo>
                      <a:pt x="1714" y="190"/>
                    </a:moveTo>
                    <a:lnTo>
                      <a:pt x="1905" y="190"/>
                    </a:lnTo>
                    <a:cubicBezTo>
                      <a:pt x="1905" y="190"/>
                      <a:pt x="1619" y="476"/>
                      <a:pt x="1619" y="476"/>
                    </a:cubicBezTo>
                    <a:lnTo>
                      <a:pt x="1619" y="476"/>
                    </a:lnTo>
                    <a:cubicBezTo>
                      <a:pt x="1619" y="476"/>
                      <a:pt x="2191" y="476"/>
                      <a:pt x="2381" y="476"/>
                    </a:cubicBezTo>
                    <a:cubicBezTo>
                      <a:pt x="2381" y="476"/>
                      <a:pt x="2477" y="476"/>
                      <a:pt x="2477" y="571"/>
                    </a:cubicBezTo>
                    <a:lnTo>
                      <a:pt x="2191" y="571"/>
                    </a:lnTo>
                    <a:cubicBezTo>
                      <a:pt x="2191" y="571"/>
                      <a:pt x="2191" y="571"/>
                      <a:pt x="2096" y="571"/>
                    </a:cubicBezTo>
                    <a:cubicBezTo>
                      <a:pt x="2000" y="571"/>
                      <a:pt x="1714" y="476"/>
                      <a:pt x="1333" y="571"/>
                    </a:cubicBezTo>
                    <a:lnTo>
                      <a:pt x="286" y="1143"/>
                    </a:lnTo>
                    <a:lnTo>
                      <a:pt x="0" y="952"/>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4" name="Google Shape;1434;p33"/>
              <p:cNvSpPr/>
              <p:nvPr/>
            </p:nvSpPr>
            <p:spPr>
              <a:xfrm>
                <a:off x="3036178" y="5194455"/>
                <a:ext cx="2251" cy="1452"/>
              </a:xfrm>
              <a:custGeom>
                <a:avLst/>
                <a:gdLst/>
                <a:ahLst/>
                <a:cxnLst/>
                <a:rect l="l" t="t" r="r" b="b"/>
                <a:pathLst>
                  <a:path w="2251" h="1452" extrusionOk="0">
                    <a:moveTo>
                      <a:pt x="357" y="214"/>
                    </a:moveTo>
                    <a:cubicBezTo>
                      <a:pt x="929" y="-71"/>
                      <a:pt x="1595" y="-71"/>
                      <a:pt x="1976" y="214"/>
                    </a:cubicBezTo>
                    <a:cubicBezTo>
                      <a:pt x="2357" y="405"/>
                      <a:pt x="2357" y="786"/>
                      <a:pt x="1881" y="1072"/>
                    </a:cubicBezTo>
                    <a:cubicBezTo>
                      <a:pt x="1881" y="1072"/>
                      <a:pt x="1786" y="1072"/>
                      <a:pt x="1691" y="1072"/>
                    </a:cubicBezTo>
                    <a:lnTo>
                      <a:pt x="548" y="405"/>
                    </a:lnTo>
                    <a:cubicBezTo>
                      <a:pt x="548" y="405"/>
                      <a:pt x="167" y="881"/>
                      <a:pt x="548" y="1072"/>
                    </a:cubicBezTo>
                    <a:cubicBezTo>
                      <a:pt x="738" y="1072"/>
                      <a:pt x="929" y="1167"/>
                      <a:pt x="1119" y="1262"/>
                    </a:cubicBezTo>
                    <a:lnTo>
                      <a:pt x="1119" y="1453"/>
                    </a:lnTo>
                    <a:cubicBezTo>
                      <a:pt x="1119" y="1453"/>
                      <a:pt x="548" y="1453"/>
                      <a:pt x="357" y="1262"/>
                    </a:cubicBezTo>
                    <a:cubicBezTo>
                      <a:pt x="-119" y="976"/>
                      <a:pt x="-119" y="595"/>
                      <a:pt x="357" y="310"/>
                    </a:cubicBezTo>
                    <a:close/>
                    <a:moveTo>
                      <a:pt x="1595" y="786"/>
                    </a:moveTo>
                    <a:cubicBezTo>
                      <a:pt x="1595" y="786"/>
                      <a:pt x="1976" y="405"/>
                      <a:pt x="1691" y="214"/>
                    </a:cubicBezTo>
                    <a:cubicBezTo>
                      <a:pt x="1405" y="119"/>
                      <a:pt x="1024" y="119"/>
                      <a:pt x="738" y="214"/>
                    </a:cubicBezTo>
                    <a:lnTo>
                      <a:pt x="1595" y="69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5" name="Google Shape;1435;p33"/>
              <p:cNvSpPr/>
              <p:nvPr/>
            </p:nvSpPr>
            <p:spPr>
              <a:xfrm>
                <a:off x="3037892" y="5195408"/>
                <a:ext cx="2251" cy="1357"/>
              </a:xfrm>
              <a:custGeom>
                <a:avLst/>
                <a:gdLst/>
                <a:ahLst/>
                <a:cxnLst/>
                <a:rect l="l" t="t" r="r" b="b"/>
                <a:pathLst>
                  <a:path w="2251" h="1357" extrusionOk="0">
                    <a:moveTo>
                      <a:pt x="357" y="214"/>
                    </a:moveTo>
                    <a:cubicBezTo>
                      <a:pt x="833" y="-71"/>
                      <a:pt x="1500" y="-71"/>
                      <a:pt x="1976" y="214"/>
                    </a:cubicBezTo>
                    <a:cubicBezTo>
                      <a:pt x="2357" y="405"/>
                      <a:pt x="2357" y="786"/>
                      <a:pt x="1881" y="976"/>
                    </a:cubicBezTo>
                    <a:cubicBezTo>
                      <a:pt x="1881" y="976"/>
                      <a:pt x="1786" y="976"/>
                      <a:pt x="1691" y="976"/>
                    </a:cubicBezTo>
                    <a:lnTo>
                      <a:pt x="548" y="310"/>
                    </a:lnTo>
                    <a:cubicBezTo>
                      <a:pt x="548" y="310"/>
                      <a:pt x="167" y="786"/>
                      <a:pt x="548" y="976"/>
                    </a:cubicBezTo>
                    <a:cubicBezTo>
                      <a:pt x="738" y="976"/>
                      <a:pt x="929" y="1072"/>
                      <a:pt x="1119" y="1167"/>
                    </a:cubicBezTo>
                    <a:lnTo>
                      <a:pt x="1119" y="1357"/>
                    </a:lnTo>
                    <a:cubicBezTo>
                      <a:pt x="1119" y="1357"/>
                      <a:pt x="548" y="1357"/>
                      <a:pt x="357" y="1167"/>
                    </a:cubicBezTo>
                    <a:cubicBezTo>
                      <a:pt x="-119" y="881"/>
                      <a:pt x="-119" y="500"/>
                      <a:pt x="357" y="214"/>
                    </a:cubicBezTo>
                    <a:close/>
                    <a:moveTo>
                      <a:pt x="1596" y="786"/>
                    </a:moveTo>
                    <a:cubicBezTo>
                      <a:pt x="1596" y="786"/>
                      <a:pt x="1976" y="405"/>
                      <a:pt x="1691" y="214"/>
                    </a:cubicBezTo>
                    <a:cubicBezTo>
                      <a:pt x="1500" y="119"/>
                      <a:pt x="1119" y="119"/>
                      <a:pt x="738" y="214"/>
                    </a:cubicBezTo>
                    <a:lnTo>
                      <a:pt x="1596" y="69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6" name="Google Shape;1436;p33"/>
              <p:cNvSpPr/>
              <p:nvPr/>
            </p:nvSpPr>
            <p:spPr>
              <a:xfrm>
                <a:off x="3039107" y="5196193"/>
                <a:ext cx="2806" cy="1809"/>
              </a:xfrm>
              <a:custGeom>
                <a:avLst/>
                <a:gdLst/>
                <a:ahLst/>
                <a:cxnLst/>
                <a:rect l="l" t="t" r="r" b="b"/>
                <a:pathLst>
                  <a:path w="2806" h="1809" extrusionOk="0">
                    <a:moveTo>
                      <a:pt x="1714" y="0"/>
                    </a:moveTo>
                    <a:lnTo>
                      <a:pt x="1905" y="191"/>
                    </a:lnTo>
                    <a:lnTo>
                      <a:pt x="1714" y="381"/>
                    </a:lnTo>
                    <a:lnTo>
                      <a:pt x="1714" y="381"/>
                    </a:lnTo>
                    <a:cubicBezTo>
                      <a:pt x="1714" y="381"/>
                      <a:pt x="2286" y="381"/>
                      <a:pt x="2572" y="571"/>
                    </a:cubicBezTo>
                    <a:cubicBezTo>
                      <a:pt x="2953" y="762"/>
                      <a:pt x="2857" y="953"/>
                      <a:pt x="2381" y="1238"/>
                    </a:cubicBezTo>
                    <a:lnTo>
                      <a:pt x="1333" y="1810"/>
                    </a:lnTo>
                    <a:lnTo>
                      <a:pt x="1048" y="1619"/>
                    </a:lnTo>
                    <a:lnTo>
                      <a:pt x="2096" y="1048"/>
                    </a:lnTo>
                    <a:cubicBezTo>
                      <a:pt x="2096" y="1048"/>
                      <a:pt x="2477" y="762"/>
                      <a:pt x="2191" y="667"/>
                    </a:cubicBezTo>
                    <a:cubicBezTo>
                      <a:pt x="2000" y="667"/>
                      <a:pt x="1810" y="667"/>
                      <a:pt x="1429" y="571"/>
                    </a:cubicBezTo>
                    <a:lnTo>
                      <a:pt x="286" y="1238"/>
                    </a:lnTo>
                    <a:lnTo>
                      <a:pt x="0" y="1048"/>
                    </a:lnTo>
                    <a:lnTo>
                      <a:pt x="1619" y="9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37" name="Google Shape;1437;p33"/>
            <p:cNvSpPr/>
            <p:nvPr/>
          </p:nvSpPr>
          <p:spPr>
            <a:xfrm>
              <a:off x="7720472" y="2558548"/>
              <a:ext cx="75482" cy="43809"/>
            </a:xfrm>
            <a:custGeom>
              <a:avLst/>
              <a:gdLst/>
              <a:ahLst/>
              <a:cxnLst/>
              <a:rect l="l" t="t" r="r" b="b"/>
              <a:pathLst>
                <a:path w="26955" h="15644" extrusionOk="0">
                  <a:moveTo>
                    <a:pt x="23622" y="5286"/>
                  </a:moveTo>
                  <a:lnTo>
                    <a:pt x="15145" y="429"/>
                  </a:lnTo>
                  <a:cubicBezTo>
                    <a:pt x="14288" y="-143"/>
                    <a:pt x="12763" y="-143"/>
                    <a:pt x="11906" y="429"/>
                  </a:cubicBezTo>
                  <a:lnTo>
                    <a:pt x="3429" y="5286"/>
                  </a:lnTo>
                  <a:lnTo>
                    <a:pt x="0" y="5286"/>
                  </a:lnTo>
                  <a:lnTo>
                    <a:pt x="0" y="7858"/>
                  </a:lnTo>
                  <a:cubicBezTo>
                    <a:pt x="0" y="7858"/>
                    <a:pt x="190" y="8525"/>
                    <a:pt x="667" y="8811"/>
                  </a:cubicBezTo>
                  <a:lnTo>
                    <a:pt x="11906" y="15288"/>
                  </a:lnTo>
                  <a:cubicBezTo>
                    <a:pt x="12763" y="15764"/>
                    <a:pt x="14288" y="15764"/>
                    <a:pt x="15145" y="15288"/>
                  </a:cubicBezTo>
                  <a:lnTo>
                    <a:pt x="26289" y="8811"/>
                  </a:lnTo>
                  <a:cubicBezTo>
                    <a:pt x="26289" y="8811"/>
                    <a:pt x="26956" y="8239"/>
                    <a:pt x="26956" y="7858"/>
                  </a:cubicBezTo>
                  <a:lnTo>
                    <a:pt x="26956" y="5286"/>
                  </a:lnTo>
                  <a:lnTo>
                    <a:pt x="23527"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8" name="Google Shape;1438;p33"/>
            <p:cNvSpPr/>
            <p:nvPr/>
          </p:nvSpPr>
          <p:spPr>
            <a:xfrm>
              <a:off x="7720337" y="2551278"/>
              <a:ext cx="75549" cy="43611"/>
            </a:xfrm>
            <a:custGeom>
              <a:avLst/>
              <a:gdLst/>
              <a:ahLst/>
              <a:cxnLst/>
              <a:rect l="l" t="t" r="r" b="b"/>
              <a:pathLst>
                <a:path w="26979" h="15573" extrusionOk="0">
                  <a:moveTo>
                    <a:pt x="15192" y="15216"/>
                  </a:moveTo>
                  <a:cubicBezTo>
                    <a:pt x="14335" y="15692"/>
                    <a:pt x="12811" y="15692"/>
                    <a:pt x="11954" y="15216"/>
                  </a:cubicBezTo>
                  <a:lnTo>
                    <a:pt x="714" y="8739"/>
                  </a:lnTo>
                  <a:cubicBezTo>
                    <a:pt x="-238" y="8263"/>
                    <a:pt x="-238" y="7406"/>
                    <a:pt x="714" y="6834"/>
                  </a:cubicBezTo>
                  <a:lnTo>
                    <a:pt x="11954" y="357"/>
                  </a:lnTo>
                  <a:cubicBezTo>
                    <a:pt x="12811" y="-119"/>
                    <a:pt x="14335" y="-119"/>
                    <a:pt x="15192" y="357"/>
                  </a:cubicBezTo>
                  <a:lnTo>
                    <a:pt x="26336" y="6834"/>
                  </a:lnTo>
                  <a:cubicBezTo>
                    <a:pt x="27194" y="7310"/>
                    <a:pt x="27194" y="8168"/>
                    <a:pt x="26336" y="8739"/>
                  </a:cubicBezTo>
                  <a:lnTo>
                    <a:pt x="15192"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39" name="Google Shape;1439;p33"/>
            <p:cNvGrpSpPr/>
            <p:nvPr/>
          </p:nvGrpSpPr>
          <p:grpSpPr>
            <a:xfrm>
              <a:off x="7737274" y="2569884"/>
              <a:ext cx="25841" cy="16268"/>
              <a:chOff x="3066348" y="5211529"/>
              <a:chExt cx="9228" cy="5809"/>
            </a:xfrm>
          </p:grpSpPr>
          <p:sp>
            <p:nvSpPr>
              <p:cNvPr id="1440" name="Google Shape;1440;p33"/>
              <p:cNvSpPr/>
              <p:nvPr/>
            </p:nvSpPr>
            <p:spPr>
              <a:xfrm>
                <a:off x="3066348" y="5211529"/>
                <a:ext cx="3324" cy="1524"/>
              </a:xfrm>
              <a:custGeom>
                <a:avLst/>
                <a:gdLst/>
                <a:ahLst/>
                <a:cxnLst/>
                <a:rect l="l" t="t" r="r" b="b"/>
                <a:pathLst>
                  <a:path w="3324" h="1524" extrusionOk="0">
                    <a:moveTo>
                      <a:pt x="2191" y="0"/>
                    </a:moveTo>
                    <a:lnTo>
                      <a:pt x="2858" y="381"/>
                    </a:lnTo>
                    <a:cubicBezTo>
                      <a:pt x="3334" y="667"/>
                      <a:pt x="3524" y="953"/>
                      <a:pt x="3048" y="1238"/>
                    </a:cubicBezTo>
                    <a:cubicBezTo>
                      <a:pt x="2572" y="1524"/>
                      <a:pt x="2000" y="1429"/>
                      <a:pt x="1524" y="1238"/>
                    </a:cubicBezTo>
                    <a:lnTo>
                      <a:pt x="1143" y="1048"/>
                    </a:lnTo>
                    <a:lnTo>
                      <a:pt x="286" y="1524"/>
                    </a:lnTo>
                    <a:lnTo>
                      <a:pt x="0" y="1333"/>
                    </a:lnTo>
                    <a:lnTo>
                      <a:pt x="2191" y="95"/>
                    </a:lnTo>
                    <a:close/>
                    <a:moveTo>
                      <a:pt x="1715" y="953"/>
                    </a:moveTo>
                    <a:cubicBezTo>
                      <a:pt x="1715" y="953"/>
                      <a:pt x="2477" y="1238"/>
                      <a:pt x="2762" y="953"/>
                    </a:cubicBezTo>
                    <a:cubicBezTo>
                      <a:pt x="3048" y="762"/>
                      <a:pt x="3048" y="571"/>
                      <a:pt x="2667" y="381"/>
                    </a:cubicBezTo>
                    <a:lnTo>
                      <a:pt x="2286" y="190"/>
                    </a:lnTo>
                    <a:lnTo>
                      <a:pt x="1429" y="667"/>
                    </a:lnTo>
                    <a:lnTo>
                      <a:pt x="1715" y="85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1" name="Google Shape;1441;p33"/>
              <p:cNvSpPr/>
              <p:nvPr/>
            </p:nvSpPr>
            <p:spPr>
              <a:xfrm>
                <a:off x="3068229" y="5212862"/>
                <a:ext cx="2275" cy="1619"/>
              </a:xfrm>
              <a:custGeom>
                <a:avLst/>
                <a:gdLst/>
                <a:ahLst/>
                <a:cxnLst/>
                <a:rect l="l" t="t" r="r" b="b"/>
                <a:pathLst>
                  <a:path w="2275" h="1619" extrusionOk="0">
                    <a:moveTo>
                      <a:pt x="119" y="667"/>
                    </a:moveTo>
                    <a:cubicBezTo>
                      <a:pt x="119" y="667"/>
                      <a:pt x="976" y="571"/>
                      <a:pt x="1738" y="857"/>
                    </a:cubicBezTo>
                    <a:cubicBezTo>
                      <a:pt x="1929" y="762"/>
                      <a:pt x="2119" y="571"/>
                      <a:pt x="1738" y="381"/>
                    </a:cubicBezTo>
                    <a:cubicBezTo>
                      <a:pt x="1548" y="286"/>
                      <a:pt x="1358" y="191"/>
                      <a:pt x="1072" y="191"/>
                    </a:cubicBezTo>
                    <a:lnTo>
                      <a:pt x="1072" y="0"/>
                    </a:lnTo>
                    <a:cubicBezTo>
                      <a:pt x="1072" y="0"/>
                      <a:pt x="1738" y="95"/>
                      <a:pt x="2024" y="286"/>
                    </a:cubicBezTo>
                    <a:cubicBezTo>
                      <a:pt x="2405" y="476"/>
                      <a:pt x="2310" y="762"/>
                      <a:pt x="2024" y="1048"/>
                    </a:cubicBezTo>
                    <a:lnTo>
                      <a:pt x="976" y="1619"/>
                    </a:lnTo>
                    <a:lnTo>
                      <a:pt x="786" y="1429"/>
                    </a:lnTo>
                    <a:lnTo>
                      <a:pt x="976" y="1429"/>
                    </a:lnTo>
                    <a:cubicBezTo>
                      <a:pt x="976" y="1429"/>
                      <a:pt x="976" y="1334"/>
                      <a:pt x="976" y="1334"/>
                    </a:cubicBezTo>
                    <a:cubicBezTo>
                      <a:pt x="691" y="1334"/>
                      <a:pt x="405" y="1334"/>
                      <a:pt x="214" y="1143"/>
                    </a:cubicBezTo>
                    <a:cubicBezTo>
                      <a:pt x="-71" y="953"/>
                      <a:pt x="-71" y="762"/>
                      <a:pt x="214" y="571"/>
                    </a:cubicBezTo>
                    <a:close/>
                    <a:moveTo>
                      <a:pt x="1072" y="1238"/>
                    </a:moveTo>
                    <a:lnTo>
                      <a:pt x="1548" y="953"/>
                    </a:lnTo>
                    <a:cubicBezTo>
                      <a:pt x="976" y="667"/>
                      <a:pt x="595" y="667"/>
                      <a:pt x="405" y="762"/>
                    </a:cubicBezTo>
                    <a:cubicBezTo>
                      <a:pt x="214" y="857"/>
                      <a:pt x="310" y="953"/>
                      <a:pt x="405" y="1048"/>
                    </a:cubicBezTo>
                    <a:cubicBezTo>
                      <a:pt x="595" y="1048"/>
                      <a:pt x="786" y="1143"/>
                      <a:pt x="1072" y="114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2" name="Google Shape;1442;p33"/>
              <p:cNvSpPr/>
              <p:nvPr/>
            </p:nvSpPr>
            <p:spPr>
              <a:xfrm>
                <a:off x="3069923" y="5213719"/>
                <a:ext cx="2711" cy="1619"/>
              </a:xfrm>
              <a:custGeom>
                <a:avLst/>
                <a:gdLst/>
                <a:ahLst/>
                <a:cxnLst/>
                <a:rect l="l" t="t" r="r" b="b"/>
                <a:pathLst>
                  <a:path w="2711" h="1619" extrusionOk="0">
                    <a:moveTo>
                      <a:pt x="426" y="667"/>
                    </a:moveTo>
                    <a:lnTo>
                      <a:pt x="1473" y="0"/>
                    </a:lnTo>
                    <a:lnTo>
                      <a:pt x="1759" y="191"/>
                    </a:lnTo>
                    <a:lnTo>
                      <a:pt x="711" y="762"/>
                    </a:lnTo>
                    <a:cubicBezTo>
                      <a:pt x="711" y="762"/>
                      <a:pt x="330" y="1048"/>
                      <a:pt x="616" y="1143"/>
                    </a:cubicBezTo>
                    <a:cubicBezTo>
                      <a:pt x="807" y="1143"/>
                      <a:pt x="997" y="1238"/>
                      <a:pt x="1283" y="1143"/>
                    </a:cubicBezTo>
                    <a:lnTo>
                      <a:pt x="2426" y="476"/>
                    </a:lnTo>
                    <a:lnTo>
                      <a:pt x="2711" y="667"/>
                    </a:lnTo>
                    <a:lnTo>
                      <a:pt x="1092" y="1619"/>
                    </a:lnTo>
                    <a:lnTo>
                      <a:pt x="902" y="1619"/>
                    </a:lnTo>
                    <a:cubicBezTo>
                      <a:pt x="902" y="1619"/>
                      <a:pt x="1092" y="1334"/>
                      <a:pt x="1092" y="1334"/>
                    </a:cubicBezTo>
                    <a:lnTo>
                      <a:pt x="1092" y="1334"/>
                    </a:lnTo>
                    <a:cubicBezTo>
                      <a:pt x="1092" y="1334"/>
                      <a:pt x="521" y="1334"/>
                      <a:pt x="235" y="1238"/>
                    </a:cubicBezTo>
                    <a:cubicBezTo>
                      <a:pt x="-146" y="1048"/>
                      <a:pt x="-51" y="857"/>
                      <a:pt x="426" y="57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3" name="Google Shape;1443;p33"/>
              <p:cNvSpPr/>
              <p:nvPr/>
            </p:nvSpPr>
            <p:spPr>
              <a:xfrm>
                <a:off x="3071492" y="5214943"/>
                <a:ext cx="2571" cy="1300"/>
              </a:xfrm>
              <a:custGeom>
                <a:avLst/>
                <a:gdLst/>
                <a:ahLst/>
                <a:cxnLst/>
                <a:rect l="l" t="t" r="r" b="b"/>
                <a:pathLst>
                  <a:path w="2571" h="1300" extrusionOk="0">
                    <a:moveTo>
                      <a:pt x="95" y="681"/>
                    </a:moveTo>
                    <a:lnTo>
                      <a:pt x="381" y="681"/>
                    </a:lnTo>
                    <a:cubicBezTo>
                      <a:pt x="381" y="681"/>
                      <a:pt x="476" y="967"/>
                      <a:pt x="667" y="1063"/>
                    </a:cubicBezTo>
                    <a:cubicBezTo>
                      <a:pt x="857" y="1158"/>
                      <a:pt x="1048" y="1158"/>
                      <a:pt x="1238" y="1063"/>
                    </a:cubicBezTo>
                    <a:cubicBezTo>
                      <a:pt x="1429" y="967"/>
                      <a:pt x="1238" y="777"/>
                      <a:pt x="1238" y="681"/>
                    </a:cubicBezTo>
                    <a:cubicBezTo>
                      <a:pt x="1143" y="491"/>
                      <a:pt x="953" y="300"/>
                      <a:pt x="1238" y="110"/>
                    </a:cubicBezTo>
                    <a:cubicBezTo>
                      <a:pt x="1524" y="-80"/>
                      <a:pt x="1905" y="15"/>
                      <a:pt x="2286" y="110"/>
                    </a:cubicBezTo>
                    <a:cubicBezTo>
                      <a:pt x="2477" y="205"/>
                      <a:pt x="2572" y="396"/>
                      <a:pt x="2572" y="491"/>
                    </a:cubicBezTo>
                    <a:lnTo>
                      <a:pt x="2286" y="491"/>
                    </a:lnTo>
                    <a:cubicBezTo>
                      <a:pt x="2286" y="491"/>
                      <a:pt x="2286" y="300"/>
                      <a:pt x="2096" y="205"/>
                    </a:cubicBezTo>
                    <a:cubicBezTo>
                      <a:pt x="1905" y="110"/>
                      <a:pt x="1714" y="110"/>
                      <a:pt x="1524" y="205"/>
                    </a:cubicBezTo>
                    <a:cubicBezTo>
                      <a:pt x="1334" y="300"/>
                      <a:pt x="1524" y="491"/>
                      <a:pt x="1524" y="586"/>
                    </a:cubicBezTo>
                    <a:cubicBezTo>
                      <a:pt x="1714" y="777"/>
                      <a:pt x="1810" y="967"/>
                      <a:pt x="1524" y="1158"/>
                    </a:cubicBezTo>
                    <a:cubicBezTo>
                      <a:pt x="1238" y="1348"/>
                      <a:pt x="857" y="1348"/>
                      <a:pt x="381" y="1158"/>
                    </a:cubicBezTo>
                    <a:cubicBezTo>
                      <a:pt x="190" y="1063"/>
                      <a:pt x="0" y="872"/>
                      <a:pt x="0" y="68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4" name="Google Shape;1444;p33"/>
              <p:cNvSpPr/>
              <p:nvPr/>
            </p:nvSpPr>
            <p:spPr>
              <a:xfrm>
                <a:off x="3073230" y="5215886"/>
                <a:ext cx="2346" cy="1452"/>
              </a:xfrm>
              <a:custGeom>
                <a:avLst/>
                <a:gdLst/>
                <a:ahLst/>
                <a:cxnLst/>
                <a:rect l="l" t="t" r="r" b="b"/>
                <a:pathLst>
                  <a:path w="2346" h="1452" extrusionOk="0">
                    <a:moveTo>
                      <a:pt x="452" y="214"/>
                    </a:moveTo>
                    <a:cubicBezTo>
                      <a:pt x="1024" y="-71"/>
                      <a:pt x="1691" y="-71"/>
                      <a:pt x="2072" y="214"/>
                    </a:cubicBezTo>
                    <a:cubicBezTo>
                      <a:pt x="2453" y="500"/>
                      <a:pt x="2453" y="786"/>
                      <a:pt x="1976" y="1072"/>
                    </a:cubicBezTo>
                    <a:cubicBezTo>
                      <a:pt x="1976" y="1072"/>
                      <a:pt x="1881" y="1072"/>
                      <a:pt x="1786" y="1072"/>
                    </a:cubicBezTo>
                    <a:lnTo>
                      <a:pt x="643" y="405"/>
                    </a:lnTo>
                    <a:cubicBezTo>
                      <a:pt x="643" y="405"/>
                      <a:pt x="357" y="881"/>
                      <a:pt x="643" y="1072"/>
                    </a:cubicBezTo>
                    <a:cubicBezTo>
                      <a:pt x="833" y="1072"/>
                      <a:pt x="1024" y="1262"/>
                      <a:pt x="1119" y="1262"/>
                    </a:cubicBezTo>
                    <a:lnTo>
                      <a:pt x="1119" y="1453"/>
                    </a:lnTo>
                    <a:cubicBezTo>
                      <a:pt x="1119" y="1453"/>
                      <a:pt x="547" y="1453"/>
                      <a:pt x="357" y="1262"/>
                    </a:cubicBezTo>
                    <a:cubicBezTo>
                      <a:pt x="-119" y="976"/>
                      <a:pt x="-119" y="595"/>
                      <a:pt x="357" y="310"/>
                    </a:cubicBezTo>
                    <a:close/>
                    <a:moveTo>
                      <a:pt x="1691" y="786"/>
                    </a:moveTo>
                    <a:cubicBezTo>
                      <a:pt x="1691" y="786"/>
                      <a:pt x="2072" y="405"/>
                      <a:pt x="1786" y="310"/>
                    </a:cubicBezTo>
                    <a:cubicBezTo>
                      <a:pt x="1595" y="214"/>
                      <a:pt x="1214" y="119"/>
                      <a:pt x="833" y="310"/>
                    </a:cubicBezTo>
                    <a:lnTo>
                      <a:pt x="1691" y="78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45" name="Google Shape;1445;p33"/>
            <p:cNvSpPr/>
            <p:nvPr/>
          </p:nvSpPr>
          <p:spPr>
            <a:xfrm>
              <a:off x="7672727" y="2530807"/>
              <a:ext cx="75482" cy="43809"/>
            </a:xfrm>
            <a:custGeom>
              <a:avLst/>
              <a:gdLst/>
              <a:ahLst/>
              <a:cxnLst/>
              <a:rect l="l" t="t" r="r" b="b"/>
              <a:pathLst>
                <a:path w="26955" h="15644" extrusionOk="0">
                  <a:moveTo>
                    <a:pt x="23622" y="5286"/>
                  </a:moveTo>
                  <a:lnTo>
                    <a:pt x="15145" y="429"/>
                  </a:lnTo>
                  <a:cubicBezTo>
                    <a:pt x="14192" y="-143"/>
                    <a:pt x="12763" y="-143"/>
                    <a:pt x="11906" y="429"/>
                  </a:cubicBezTo>
                  <a:lnTo>
                    <a:pt x="3429" y="5286"/>
                  </a:lnTo>
                  <a:lnTo>
                    <a:pt x="0" y="5286"/>
                  </a:lnTo>
                  <a:lnTo>
                    <a:pt x="0" y="7858"/>
                  </a:lnTo>
                  <a:cubicBezTo>
                    <a:pt x="0" y="7858"/>
                    <a:pt x="190" y="8525"/>
                    <a:pt x="667" y="8811"/>
                  </a:cubicBezTo>
                  <a:lnTo>
                    <a:pt x="11906" y="15288"/>
                  </a:lnTo>
                  <a:cubicBezTo>
                    <a:pt x="12763" y="15764"/>
                    <a:pt x="14288" y="15764"/>
                    <a:pt x="15145" y="15288"/>
                  </a:cubicBezTo>
                  <a:lnTo>
                    <a:pt x="26289" y="8811"/>
                  </a:lnTo>
                  <a:cubicBezTo>
                    <a:pt x="26289" y="8811"/>
                    <a:pt x="26956" y="8239"/>
                    <a:pt x="26956" y="7858"/>
                  </a:cubicBezTo>
                  <a:lnTo>
                    <a:pt x="26956" y="5286"/>
                  </a:lnTo>
                  <a:lnTo>
                    <a:pt x="23527"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6" name="Google Shape;1446;p33"/>
            <p:cNvSpPr/>
            <p:nvPr/>
          </p:nvSpPr>
          <p:spPr>
            <a:xfrm>
              <a:off x="7672791" y="2523605"/>
              <a:ext cx="75350" cy="43809"/>
            </a:xfrm>
            <a:custGeom>
              <a:avLst/>
              <a:gdLst/>
              <a:ahLst/>
              <a:cxnLst/>
              <a:rect l="l" t="t" r="r" b="b"/>
              <a:pathLst>
                <a:path w="26908" h="15644" extrusionOk="0">
                  <a:moveTo>
                    <a:pt x="15121" y="15288"/>
                  </a:moveTo>
                  <a:cubicBezTo>
                    <a:pt x="14168" y="15764"/>
                    <a:pt x="12740" y="15764"/>
                    <a:pt x="11883" y="15288"/>
                  </a:cubicBezTo>
                  <a:lnTo>
                    <a:pt x="643" y="8811"/>
                  </a:lnTo>
                  <a:cubicBezTo>
                    <a:pt x="-214" y="8239"/>
                    <a:pt x="-214" y="7477"/>
                    <a:pt x="643" y="6906"/>
                  </a:cubicBezTo>
                  <a:lnTo>
                    <a:pt x="11883" y="429"/>
                  </a:lnTo>
                  <a:cubicBezTo>
                    <a:pt x="12740" y="-143"/>
                    <a:pt x="14264" y="-143"/>
                    <a:pt x="15121" y="429"/>
                  </a:cubicBezTo>
                  <a:lnTo>
                    <a:pt x="26265" y="6906"/>
                  </a:lnTo>
                  <a:cubicBezTo>
                    <a:pt x="27123" y="7382"/>
                    <a:pt x="27123" y="8239"/>
                    <a:pt x="26265"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47" name="Google Shape;1447;p33"/>
            <p:cNvGrpSpPr/>
            <p:nvPr/>
          </p:nvGrpSpPr>
          <p:grpSpPr>
            <a:xfrm>
              <a:off x="7691396" y="2536142"/>
              <a:ext cx="37076" cy="20936"/>
              <a:chOff x="3049965" y="5199480"/>
              <a:chExt cx="13240" cy="7476"/>
            </a:xfrm>
          </p:grpSpPr>
          <p:sp>
            <p:nvSpPr>
              <p:cNvPr id="1448" name="Google Shape;1448;p33"/>
              <p:cNvSpPr/>
              <p:nvPr/>
            </p:nvSpPr>
            <p:spPr>
              <a:xfrm>
                <a:off x="3053490" y="5199480"/>
                <a:ext cx="3143" cy="1714"/>
              </a:xfrm>
              <a:custGeom>
                <a:avLst/>
                <a:gdLst/>
                <a:ahLst/>
                <a:cxnLst/>
                <a:rect l="l" t="t" r="r" b="b"/>
                <a:pathLst>
                  <a:path w="3143" h="1714" extrusionOk="0">
                    <a:moveTo>
                      <a:pt x="0" y="905"/>
                    </a:moveTo>
                    <a:lnTo>
                      <a:pt x="381" y="905"/>
                    </a:lnTo>
                    <a:cubicBezTo>
                      <a:pt x="381" y="905"/>
                      <a:pt x="476" y="1286"/>
                      <a:pt x="762" y="1381"/>
                    </a:cubicBezTo>
                    <a:cubicBezTo>
                      <a:pt x="1048" y="1572"/>
                      <a:pt x="1333" y="1572"/>
                      <a:pt x="1619" y="1381"/>
                    </a:cubicBezTo>
                    <a:cubicBezTo>
                      <a:pt x="1810" y="1286"/>
                      <a:pt x="1714" y="1096"/>
                      <a:pt x="1619" y="1000"/>
                    </a:cubicBezTo>
                    <a:lnTo>
                      <a:pt x="1429" y="714"/>
                    </a:lnTo>
                    <a:cubicBezTo>
                      <a:pt x="1429" y="714"/>
                      <a:pt x="1238" y="333"/>
                      <a:pt x="1524" y="143"/>
                    </a:cubicBezTo>
                    <a:cubicBezTo>
                      <a:pt x="1810" y="-48"/>
                      <a:pt x="2381" y="-48"/>
                      <a:pt x="2762" y="143"/>
                    </a:cubicBezTo>
                    <a:cubicBezTo>
                      <a:pt x="3048" y="333"/>
                      <a:pt x="3143" y="524"/>
                      <a:pt x="3143" y="714"/>
                    </a:cubicBezTo>
                    <a:lnTo>
                      <a:pt x="2857" y="714"/>
                    </a:lnTo>
                    <a:cubicBezTo>
                      <a:pt x="2857" y="714"/>
                      <a:pt x="2762" y="429"/>
                      <a:pt x="2572" y="333"/>
                    </a:cubicBezTo>
                    <a:cubicBezTo>
                      <a:pt x="2286" y="143"/>
                      <a:pt x="2000" y="143"/>
                      <a:pt x="1810" y="333"/>
                    </a:cubicBezTo>
                    <a:cubicBezTo>
                      <a:pt x="1619" y="429"/>
                      <a:pt x="1810" y="619"/>
                      <a:pt x="1810" y="714"/>
                    </a:cubicBezTo>
                    <a:lnTo>
                      <a:pt x="2000" y="1000"/>
                    </a:lnTo>
                    <a:cubicBezTo>
                      <a:pt x="2000" y="1000"/>
                      <a:pt x="2191" y="1381"/>
                      <a:pt x="1905" y="1572"/>
                    </a:cubicBezTo>
                    <a:cubicBezTo>
                      <a:pt x="1524" y="1762"/>
                      <a:pt x="1048" y="1762"/>
                      <a:pt x="571" y="1572"/>
                    </a:cubicBezTo>
                    <a:cubicBezTo>
                      <a:pt x="286" y="1381"/>
                      <a:pt x="95" y="1191"/>
                      <a:pt x="95" y="90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9" name="Google Shape;1449;p33"/>
              <p:cNvSpPr/>
              <p:nvPr/>
            </p:nvSpPr>
            <p:spPr>
              <a:xfrm>
                <a:off x="3055358" y="5200932"/>
                <a:ext cx="2417" cy="1261"/>
              </a:xfrm>
              <a:custGeom>
                <a:avLst/>
                <a:gdLst/>
                <a:ahLst/>
                <a:cxnLst/>
                <a:rect l="l" t="t" r="r" b="b"/>
                <a:pathLst>
                  <a:path w="2417" h="1261" extrusionOk="0">
                    <a:moveTo>
                      <a:pt x="513" y="214"/>
                    </a:moveTo>
                    <a:cubicBezTo>
                      <a:pt x="1084" y="-71"/>
                      <a:pt x="1751" y="-71"/>
                      <a:pt x="2132" y="214"/>
                    </a:cubicBezTo>
                    <a:cubicBezTo>
                      <a:pt x="2323" y="309"/>
                      <a:pt x="2418" y="500"/>
                      <a:pt x="2418" y="595"/>
                    </a:cubicBezTo>
                    <a:lnTo>
                      <a:pt x="2037" y="595"/>
                    </a:lnTo>
                    <a:cubicBezTo>
                      <a:pt x="2037" y="595"/>
                      <a:pt x="2037" y="405"/>
                      <a:pt x="1846" y="309"/>
                    </a:cubicBezTo>
                    <a:cubicBezTo>
                      <a:pt x="1561" y="119"/>
                      <a:pt x="1084" y="119"/>
                      <a:pt x="703" y="309"/>
                    </a:cubicBezTo>
                    <a:cubicBezTo>
                      <a:pt x="322" y="500"/>
                      <a:pt x="322" y="786"/>
                      <a:pt x="608" y="976"/>
                    </a:cubicBezTo>
                    <a:cubicBezTo>
                      <a:pt x="799" y="976"/>
                      <a:pt x="989" y="1072"/>
                      <a:pt x="1180" y="1072"/>
                    </a:cubicBezTo>
                    <a:lnTo>
                      <a:pt x="1180" y="1262"/>
                    </a:lnTo>
                    <a:cubicBezTo>
                      <a:pt x="1180" y="1262"/>
                      <a:pt x="513" y="1262"/>
                      <a:pt x="322" y="1072"/>
                    </a:cubicBezTo>
                    <a:cubicBezTo>
                      <a:pt x="-58" y="786"/>
                      <a:pt x="-154" y="405"/>
                      <a:pt x="322" y="1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0" name="Google Shape;1450;p33"/>
              <p:cNvSpPr/>
              <p:nvPr/>
            </p:nvSpPr>
            <p:spPr>
              <a:xfrm>
                <a:off x="3056633" y="5201432"/>
                <a:ext cx="2476" cy="1142"/>
              </a:xfrm>
              <a:custGeom>
                <a:avLst/>
                <a:gdLst/>
                <a:ahLst/>
                <a:cxnLst/>
                <a:rect l="l" t="t" r="r" b="b"/>
                <a:pathLst>
                  <a:path w="2476" h="1142" extrusionOk="0">
                    <a:moveTo>
                      <a:pt x="1714" y="190"/>
                    </a:moveTo>
                    <a:lnTo>
                      <a:pt x="1905" y="190"/>
                    </a:lnTo>
                    <a:cubicBezTo>
                      <a:pt x="1905" y="190"/>
                      <a:pt x="1619" y="476"/>
                      <a:pt x="1619" y="476"/>
                    </a:cubicBezTo>
                    <a:lnTo>
                      <a:pt x="1619" y="476"/>
                    </a:lnTo>
                    <a:cubicBezTo>
                      <a:pt x="1619" y="476"/>
                      <a:pt x="2191" y="476"/>
                      <a:pt x="2381" y="476"/>
                    </a:cubicBezTo>
                    <a:cubicBezTo>
                      <a:pt x="2381" y="476"/>
                      <a:pt x="2477" y="476"/>
                      <a:pt x="2477" y="571"/>
                    </a:cubicBezTo>
                    <a:lnTo>
                      <a:pt x="2191" y="571"/>
                    </a:lnTo>
                    <a:cubicBezTo>
                      <a:pt x="2191" y="571"/>
                      <a:pt x="2191" y="571"/>
                      <a:pt x="2096" y="571"/>
                    </a:cubicBezTo>
                    <a:cubicBezTo>
                      <a:pt x="2000" y="571"/>
                      <a:pt x="1714" y="476"/>
                      <a:pt x="1334" y="571"/>
                    </a:cubicBezTo>
                    <a:lnTo>
                      <a:pt x="286" y="1143"/>
                    </a:lnTo>
                    <a:lnTo>
                      <a:pt x="0" y="952"/>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1" name="Google Shape;1451;p33"/>
              <p:cNvSpPr/>
              <p:nvPr/>
            </p:nvSpPr>
            <p:spPr>
              <a:xfrm>
                <a:off x="3058120" y="5202514"/>
                <a:ext cx="2346" cy="1418"/>
              </a:xfrm>
              <a:custGeom>
                <a:avLst/>
                <a:gdLst/>
                <a:ahLst/>
                <a:cxnLst/>
                <a:rect l="l" t="t" r="r" b="b"/>
                <a:pathLst>
                  <a:path w="2346" h="1418" extrusionOk="0">
                    <a:moveTo>
                      <a:pt x="418" y="251"/>
                    </a:moveTo>
                    <a:cubicBezTo>
                      <a:pt x="989" y="-130"/>
                      <a:pt x="1656" y="-34"/>
                      <a:pt x="2037" y="251"/>
                    </a:cubicBezTo>
                    <a:cubicBezTo>
                      <a:pt x="2418" y="442"/>
                      <a:pt x="2513" y="823"/>
                      <a:pt x="1942" y="1204"/>
                    </a:cubicBezTo>
                    <a:cubicBezTo>
                      <a:pt x="1370" y="1490"/>
                      <a:pt x="704" y="1490"/>
                      <a:pt x="322" y="1204"/>
                    </a:cubicBezTo>
                    <a:cubicBezTo>
                      <a:pt x="-59" y="1013"/>
                      <a:pt x="-154" y="632"/>
                      <a:pt x="322" y="251"/>
                    </a:cubicBezTo>
                    <a:close/>
                    <a:moveTo>
                      <a:pt x="1656" y="918"/>
                    </a:moveTo>
                    <a:cubicBezTo>
                      <a:pt x="1656" y="918"/>
                      <a:pt x="2037" y="442"/>
                      <a:pt x="1846" y="251"/>
                    </a:cubicBezTo>
                    <a:cubicBezTo>
                      <a:pt x="1561" y="61"/>
                      <a:pt x="1180" y="156"/>
                      <a:pt x="704" y="251"/>
                    </a:cubicBezTo>
                    <a:cubicBezTo>
                      <a:pt x="322" y="442"/>
                      <a:pt x="322" y="728"/>
                      <a:pt x="513" y="918"/>
                    </a:cubicBezTo>
                    <a:cubicBezTo>
                      <a:pt x="799" y="1109"/>
                      <a:pt x="1275" y="1013"/>
                      <a:pt x="1656" y="91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2" name="Google Shape;1452;p33"/>
              <p:cNvSpPr/>
              <p:nvPr/>
            </p:nvSpPr>
            <p:spPr>
              <a:xfrm>
                <a:off x="3059728" y="5202956"/>
                <a:ext cx="2619" cy="1470"/>
              </a:xfrm>
              <a:custGeom>
                <a:avLst/>
                <a:gdLst/>
                <a:ahLst/>
                <a:cxnLst/>
                <a:rect l="l" t="t" r="r" b="b"/>
                <a:pathLst>
                  <a:path w="2619" h="1470" extrusionOk="0">
                    <a:moveTo>
                      <a:pt x="238" y="1143"/>
                    </a:moveTo>
                    <a:lnTo>
                      <a:pt x="2334" y="0"/>
                    </a:lnTo>
                    <a:lnTo>
                      <a:pt x="2619" y="190"/>
                    </a:lnTo>
                    <a:lnTo>
                      <a:pt x="524" y="1429"/>
                    </a:lnTo>
                    <a:cubicBezTo>
                      <a:pt x="524" y="1429"/>
                      <a:pt x="524" y="1429"/>
                      <a:pt x="524" y="1429"/>
                    </a:cubicBezTo>
                    <a:cubicBezTo>
                      <a:pt x="524" y="1429"/>
                      <a:pt x="524" y="1429"/>
                      <a:pt x="524" y="1429"/>
                    </a:cubicBezTo>
                    <a:lnTo>
                      <a:pt x="333" y="1429"/>
                    </a:lnTo>
                    <a:cubicBezTo>
                      <a:pt x="333" y="1429"/>
                      <a:pt x="238" y="1524"/>
                      <a:pt x="143" y="1429"/>
                    </a:cubicBezTo>
                    <a:cubicBezTo>
                      <a:pt x="-48" y="1333"/>
                      <a:pt x="-48" y="1143"/>
                      <a:pt x="143" y="104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3" name="Google Shape;1453;p33"/>
              <p:cNvSpPr/>
              <p:nvPr/>
            </p:nvSpPr>
            <p:spPr>
              <a:xfrm>
                <a:off x="3060586" y="5203433"/>
                <a:ext cx="2619" cy="1471"/>
              </a:xfrm>
              <a:custGeom>
                <a:avLst/>
                <a:gdLst/>
                <a:ahLst/>
                <a:cxnLst/>
                <a:rect l="l" t="t" r="r" b="b"/>
                <a:pathLst>
                  <a:path w="2619" h="1471" extrusionOk="0">
                    <a:moveTo>
                      <a:pt x="238" y="1238"/>
                    </a:moveTo>
                    <a:lnTo>
                      <a:pt x="2334" y="0"/>
                    </a:lnTo>
                    <a:lnTo>
                      <a:pt x="2619" y="190"/>
                    </a:lnTo>
                    <a:lnTo>
                      <a:pt x="524" y="1429"/>
                    </a:lnTo>
                    <a:cubicBezTo>
                      <a:pt x="524" y="1429"/>
                      <a:pt x="524" y="1429"/>
                      <a:pt x="524" y="1429"/>
                    </a:cubicBezTo>
                    <a:cubicBezTo>
                      <a:pt x="524" y="1429"/>
                      <a:pt x="524" y="1429"/>
                      <a:pt x="524" y="1429"/>
                    </a:cubicBezTo>
                    <a:lnTo>
                      <a:pt x="333" y="1429"/>
                    </a:lnTo>
                    <a:cubicBezTo>
                      <a:pt x="333" y="1429"/>
                      <a:pt x="238" y="1524"/>
                      <a:pt x="143" y="1429"/>
                    </a:cubicBezTo>
                    <a:cubicBezTo>
                      <a:pt x="-48" y="1333"/>
                      <a:pt x="-48" y="1143"/>
                      <a:pt x="143" y="104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4" name="Google Shape;1454;p33"/>
              <p:cNvSpPr/>
              <p:nvPr/>
            </p:nvSpPr>
            <p:spPr>
              <a:xfrm>
                <a:off x="3049965" y="5202194"/>
                <a:ext cx="2571" cy="1905"/>
              </a:xfrm>
              <a:custGeom>
                <a:avLst/>
                <a:gdLst/>
                <a:ahLst/>
                <a:cxnLst/>
                <a:rect l="l" t="t" r="r" b="b"/>
                <a:pathLst>
                  <a:path w="2571" h="1905" extrusionOk="0">
                    <a:moveTo>
                      <a:pt x="2286" y="0"/>
                    </a:moveTo>
                    <a:lnTo>
                      <a:pt x="2572" y="190"/>
                    </a:lnTo>
                    <a:lnTo>
                      <a:pt x="572" y="1334"/>
                    </a:lnTo>
                    <a:lnTo>
                      <a:pt x="1524" y="1905"/>
                    </a:lnTo>
                    <a:lnTo>
                      <a:pt x="1238" y="1905"/>
                    </a:lnTo>
                    <a:cubicBezTo>
                      <a:pt x="1238" y="1905"/>
                      <a:pt x="0" y="1334"/>
                      <a:pt x="0" y="1334"/>
                    </a:cubicBezTo>
                    <a:lnTo>
                      <a:pt x="2191" y="9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5" name="Google Shape;1455;p33"/>
              <p:cNvSpPr/>
              <p:nvPr/>
            </p:nvSpPr>
            <p:spPr>
              <a:xfrm>
                <a:off x="3051929" y="5203599"/>
                <a:ext cx="2264" cy="1380"/>
              </a:xfrm>
              <a:custGeom>
                <a:avLst/>
                <a:gdLst/>
                <a:ahLst/>
                <a:cxnLst/>
                <a:rect l="l" t="t" r="r" b="b"/>
                <a:pathLst>
                  <a:path w="2264" h="1380" extrusionOk="0">
                    <a:moveTo>
                      <a:pt x="323" y="214"/>
                    </a:moveTo>
                    <a:cubicBezTo>
                      <a:pt x="894" y="-71"/>
                      <a:pt x="1561" y="-71"/>
                      <a:pt x="1942" y="214"/>
                    </a:cubicBezTo>
                    <a:cubicBezTo>
                      <a:pt x="2323" y="500"/>
                      <a:pt x="2418" y="881"/>
                      <a:pt x="1942" y="1167"/>
                    </a:cubicBezTo>
                    <a:cubicBezTo>
                      <a:pt x="1370" y="1452"/>
                      <a:pt x="703" y="1452"/>
                      <a:pt x="323" y="1167"/>
                    </a:cubicBezTo>
                    <a:cubicBezTo>
                      <a:pt x="-59" y="976"/>
                      <a:pt x="-154" y="500"/>
                      <a:pt x="323" y="214"/>
                    </a:cubicBezTo>
                    <a:close/>
                    <a:moveTo>
                      <a:pt x="1561" y="976"/>
                    </a:moveTo>
                    <a:cubicBezTo>
                      <a:pt x="1561" y="976"/>
                      <a:pt x="2037" y="500"/>
                      <a:pt x="1751" y="309"/>
                    </a:cubicBezTo>
                    <a:cubicBezTo>
                      <a:pt x="1466" y="119"/>
                      <a:pt x="989" y="214"/>
                      <a:pt x="608" y="309"/>
                    </a:cubicBezTo>
                    <a:cubicBezTo>
                      <a:pt x="227" y="500"/>
                      <a:pt x="132" y="786"/>
                      <a:pt x="418" y="976"/>
                    </a:cubicBezTo>
                    <a:cubicBezTo>
                      <a:pt x="703" y="1167"/>
                      <a:pt x="1084" y="1072"/>
                      <a:pt x="1561" y="97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6" name="Google Shape;1456;p33"/>
              <p:cNvSpPr/>
              <p:nvPr/>
            </p:nvSpPr>
            <p:spPr>
              <a:xfrm>
                <a:off x="3053799" y="5204647"/>
                <a:ext cx="2262" cy="1262"/>
              </a:xfrm>
              <a:custGeom>
                <a:avLst/>
                <a:gdLst/>
                <a:ahLst/>
                <a:cxnLst/>
                <a:rect l="l" t="t" r="r" b="b"/>
                <a:pathLst>
                  <a:path w="2262" h="1262" extrusionOk="0">
                    <a:moveTo>
                      <a:pt x="357" y="214"/>
                    </a:moveTo>
                    <a:cubicBezTo>
                      <a:pt x="929" y="-71"/>
                      <a:pt x="1595" y="-71"/>
                      <a:pt x="1976" y="214"/>
                    </a:cubicBezTo>
                    <a:cubicBezTo>
                      <a:pt x="2167" y="310"/>
                      <a:pt x="2262" y="500"/>
                      <a:pt x="2262" y="595"/>
                    </a:cubicBezTo>
                    <a:lnTo>
                      <a:pt x="1976" y="595"/>
                    </a:lnTo>
                    <a:cubicBezTo>
                      <a:pt x="1976" y="595"/>
                      <a:pt x="1976" y="405"/>
                      <a:pt x="1786" y="310"/>
                    </a:cubicBezTo>
                    <a:cubicBezTo>
                      <a:pt x="1500" y="119"/>
                      <a:pt x="1024" y="214"/>
                      <a:pt x="643" y="310"/>
                    </a:cubicBezTo>
                    <a:cubicBezTo>
                      <a:pt x="262" y="500"/>
                      <a:pt x="262" y="786"/>
                      <a:pt x="548" y="976"/>
                    </a:cubicBezTo>
                    <a:cubicBezTo>
                      <a:pt x="738" y="976"/>
                      <a:pt x="929" y="1072"/>
                      <a:pt x="1119" y="1072"/>
                    </a:cubicBezTo>
                    <a:lnTo>
                      <a:pt x="1119" y="1262"/>
                    </a:lnTo>
                    <a:cubicBezTo>
                      <a:pt x="1119" y="1262"/>
                      <a:pt x="548" y="1262"/>
                      <a:pt x="357" y="1072"/>
                    </a:cubicBezTo>
                    <a:cubicBezTo>
                      <a:pt x="-119" y="786"/>
                      <a:pt x="-119" y="405"/>
                      <a:pt x="357" y="1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7" name="Google Shape;1457;p33"/>
              <p:cNvSpPr/>
              <p:nvPr/>
            </p:nvSpPr>
            <p:spPr>
              <a:xfrm>
                <a:off x="3054918" y="5204766"/>
                <a:ext cx="2952" cy="2190"/>
              </a:xfrm>
              <a:custGeom>
                <a:avLst/>
                <a:gdLst/>
                <a:ahLst/>
                <a:cxnLst/>
                <a:rect l="l" t="t" r="r" b="b"/>
                <a:pathLst>
                  <a:path w="2952" h="2190" extrusionOk="0">
                    <a:moveTo>
                      <a:pt x="2476" y="95"/>
                    </a:moveTo>
                    <a:lnTo>
                      <a:pt x="2762" y="286"/>
                    </a:lnTo>
                    <a:lnTo>
                      <a:pt x="1143" y="1238"/>
                    </a:lnTo>
                    <a:lnTo>
                      <a:pt x="2667" y="1238"/>
                    </a:lnTo>
                    <a:cubicBezTo>
                      <a:pt x="2667" y="1238"/>
                      <a:pt x="2953" y="1238"/>
                      <a:pt x="2953" y="1238"/>
                    </a:cubicBezTo>
                    <a:lnTo>
                      <a:pt x="1810" y="1238"/>
                    </a:lnTo>
                    <a:cubicBezTo>
                      <a:pt x="1810" y="1238"/>
                      <a:pt x="1429" y="2191"/>
                      <a:pt x="1429" y="2191"/>
                    </a:cubicBezTo>
                    <a:lnTo>
                      <a:pt x="1143" y="2000"/>
                    </a:lnTo>
                    <a:lnTo>
                      <a:pt x="1429" y="1238"/>
                    </a:lnTo>
                    <a:lnTo>
                      <a:pt x="762" y="1238"/>
                    </a:lnTo>
                    <a:cubicBezTo>
                      <a:pt x="762" y="1238"/>
                      <a:pt x="286" y="1524"/>
                      <a:pt x="286" y="1524"/>
                    </a:cubicBezTo>
                    <a:lnTo>
                      <a:pt x="0" y="1334"/>
                    </a:lnTo>
                    <a:lnTo>
                      <a:pt x="2381"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58" name="Google Shape;1458;p33"/>
            <p:cNvSpPr/>
            <p:nvPr/>
          </p:nvSpPr>
          <p:spPr>
            <a:xfrm>
              <a:off x="7648720" y="2600358"/>
              <a:ext cx="75748" cy="43543"/>
            </a:xfrm>
            <a:custGeom>
              <a:avLst/>
              <a:gdLst/>
              <a:ahLst/>
              <a:cxnLst/>
              <a:rect l="l" t="t" r="r" b="b"/>
              <a:pathLst>
                <a:path w="27050" h="15549" extrusionOk="0">
                  <a:moveTo>
                    <a:pt x="23622" y="5215"/>
                  </a:moveTo>
                  <a:lnTo>
                    <a:pt x="15145" y="357"/>
                  </a:lnTo>
                  <a:cubicBezTo>
                    <a:pt x="14288" y="-119"/>
                    <a:pt x="12763" y="-119"/>
                    <a:pt x="11906" y="357"/>
                  </a:cubicBezTo>
                  <a:lnTo>
                    <a:pt x="3429" y="5215"/>
                  </a:lnTo>
                  <a:lnTo>
                    <a:pt x="0" y="5215"/>
                  </a:lnTo>
                  <a:lnTo>
                    <a:pt x="0" y="7691"/>
                  </a:lnTo>
                  <a:cubicBezTo>
                    <a:pt x="0" y="7691"/>
                    <a:pt x="190" y="8358"/>
                    <a:pt x="667" y="8644"/>
                  </a:cubicBezTo>
                  <a:lnTo>
                    <a:pt x="11906" y="15121"/>
                  </a:lnTo>
                  <a:cubicBezTo>
                    <a:pt x="12763" y="15692"/>
                    <a:pt x="14288" y="15692"/>
                    <a:pt x="15145" y="15121"/>
                  </a:cubicBezTo>
                  <a:lnTo>
                    <a:pt x="26384" y="8644"/>
                  </a:lnTo>
                  <a:cubicBezTo>
                    <a:pt x="26384" y="8644"/>
                    <a:pt x="27051" y="8072"/>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9" name="Google Shape;1459;p33"/>
            <p:cNvSpPr/>
            <p:nvPr/>
          </p:nvSpPr>
          <p:spPr>
            <a:xfrm>
              <a:off x="7648787" y="2592889"/>
              <a:ext cx="75617" cy="43611"/>
            </a:xfrm>
            <a:custGeom>
              <a:avLst/>
              <a:gdLst/>
              <a:ahLst/>
              <a:cxnLst/>
              <a:rect l="l" t="t" r="r" b="b"/>
              <a:pathLst>
                <a:path w="27003" h="15573" extrusionOk="0">
                  <a:moveTo>
                    <a:pt x="15121" y="15216"/>
                  </a:moveTo>
                  <a:cubicBezTo>
                    <a:pt x="14264" y="15692"/>
                    <a:pt x="12740" y="15692"/>
                    <a:pt x="11883" y="15216"/>
                  </a:cubicBezTo>
                  <a:lnTo>
                    <a:pt x="643" y="8739"/>
                  </a:lnTo>
                  <a:cubicBezTo>
                    <a:pt x="-214" y="8168"/>
                    <a:pt x="-214" y="7406"/>
                    <a:pt x="643" y="6834"/>
                  </a:cubicBezTo>
                  <a:lnTo>
                    <a:pt x="11883" y="357"/>
                  </a:lnTo>
                  <a:cubicBezTo>
                    <a:pt x="12740" y="-119"/>
                    <a:pt x="14264" y="-119"/>
                    <a:pt x="15121" y="357"/>
                  </a:cubicBezTo>
                  <a:lnTo>
                    <a:pt x="26361" y="6834"/>
                  </a:lnTo>
                  <a:cubicBezTo>
                    <a:pt x="27218" y="7310"/>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60" name="Google Shape;1460;p33"/>
            <p:cNvGrpSpPr/>
            <p:nvPr/>
          </p:nvGrpSpPr>
          <p:grpSpPr>
            <a:xfrm>
              <a:off x="7664754" y="2602960"/>
              <a:ext cx="31414" cy="15002"/>
              <a:chOff x="3040451" y="5223340"/>
              <a:chExt cx="11218" cy="5357"/>
            </a:xfrm>
          </p:grpSpPr>
          <p:sp>
            <p:nvSpPr>
              <p:cNvPr id="1461" name="Google Shape;1461;p33"/>
              <p:cNvSpPr/>
              <p:nvPr/>
            </p:nvSpPr>
            <p:spPr>
              <a:xfrm>
                <a:off x="3043965" y="5223340"/>
                <a:ext cx="3323" cy="1524"/>
              </a:xfrm>
              <a:custGeom>
                <a:avLst/>
                <a:gdLst/>
                <a:ahLst/>
                <a:cxnLst/>
                <a:rect l="l" t="t" r="r" b="b"/>
                <a:pathLst>
                  <a:path w="3323" h="1524" extrusionOk="0">
                    <a:moveTo>
                      <a:pt x="2191" y="0"/>
                    </a:moveTo>
                    <a:lnTo>
                      <a:pt x="2857" y="381"/>
                    </a:lnTo>
                    <a:cubicBezTo>
                      <a:pt x="3334" y="667"/>
                      <a:pt x="3524" y="953"/>
                      <a:pt x="3048" y="1238"/>
                    </a:cubicBezTo>
                    <a:cubicBezTo>
                      <a:pt x="2572" y="1524"/>
                      <a:pt x="2000" y="1429"/>
                      <a:pt x="1524" y="1238"/>
                    </a:cubicBezTo>
                    <a:lnTo>
                      <a:pt x="1143" y="1048"/>
                    </a:lnTo>
                    <a:lnTo>
                      <a:pt x="286" y="1524"/>
                    </a:lnTo>
                    <a:lnTo>
                      <a:pt x="0" y="1334"/>
                    </a:lnTo>
                    <a:lnTo>
                      <a:pt x="2191" y="95"/>
                    </a:lnTo>
                    <a:close/>
                    <a:moveTo>
                      <a:pt x="1714" y="953"/>
                    </a:moveTo>
                    <a:cubicBezTo>
                      <a:pt x="1714" y="953"/>
                      <a:pt x="2476" y="1238"/>
                      <a:pt x="2762" y="953"/>
                    </a:cubicBezTo>
                    <a:cubicBezTo>
                      <a:pt x="3048" y="762"/>
                      <a:pt x="2953" y="571"/>
                      <a:pt x="2572" y="381"/>
                    </a:cubicBezTo>
                    <a:lnTo>
                      <a:pt x="2286" y="190"/>
                    </a:lnTo>
                    <a:lnTo>
                      <a:pt x="1429" y="667"/>
                    </a:lnTo>
                    <a:lnTo>
                      <a:pt x="1810" y="85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2" name="Google Shape;1462;p33"/>
              <p:cNvSpPr/>
              <p:nvPr/>
            </p:nvSpPr>
            <p:spPr>
              <a:xfrm>
                <a:off x="3045941" y="5224673"/>
                <a:ext cx="2266" cy="1523"/>
              </a:xfrm>
              <a:custGeom>
                <a:avLst/>
                <a:gdLst/>
                <a:ahLst/>
                <a:cxnLst/>
                <a:rect l="l" t="t" r="r" b="b"/>
                <a:pathLst>
                  <a:path w="2266" h="1523" extrusionOk="0">
                    <a:moveTo>
                      <a:pt x="119" y="571"/>
                    </a:moveTo>
                    <a:cubicBezTo>
                      <a:pt x="119" y="571"/>
                      <a:pt x="976" y="476"/>
                      <a:pt x="1738" y="857"/>
                    </a:cubicBezTo>
                    <a:cubicBezTo>
                      <a:pt x="1929" y="667"/>
                      <a:pt x="2119" y="571"/>
                      <a:pt x="1738" y="381"/>
                    </a:cubicBezTo>
                    <a:cubicBezTo>
                      <a:pt x="1548" y="286"/>
                      <a:pt x="1262" y="190"/>
                      <a:pt x="1072" y="190"/>
                    </a:cubicBezTo>
                    <a:lnTo>
                      <a:pt x="1072" y="0"/>
                    </a:lnTo>
                    <a:cubicBezTo>
                      <a:pt x="1072" y="0"/>
                      <a:pt x="1738" y="95"/>
                      <a:pt x="2024" y="286"/>
                    </a:cubicBezTo>
                    <a:cubicBezTo>
                      <a:pt x="2405" y="476"/>
                      <a:pt x="2310" y="762"/>
                      <a:pt x="1929" y="952"/>
                    </a:cubicBezTo>
                    <a:lnTo>
                      <a:pt x="976" y="1524"/>
                    </a:lnTo>
                    <a:lnTo>
                      <a:pt x="786" y="1524"/>
                    </a:lnTo>
                    <a:cubicBezTo>
                      <a:pt x="786" y="1524"/>
                      <a:pt x="976" y="1238"/>
                      <a:pt x="976" y="1238"/>
                    </a:cubicBezTo>
                    <a:lnTo>
                      <a:pt x="976" y="1238"/>
                    </a:lnTo>
                    <a:cubicBezTo>
                      <a:pt x="976" y="1238"/>
                      <a:pt x="405" y="1238"/>
                      <a:pt x="214" y="1048"/>
                    </a:cubicBezTo>
                    <a:cubicBezTo>
                      <a:pt x="-71" y="857"/>
                      <a:pt x="-71" y="667"/>
                      <a:pt x="214" y="476"/>
                    </a:cubicBezTo>
                    <a:close/>
                    <a:moveTo>
                      <a:pt x="1072" y="1143"/>
                    </a:moveTo>
                    <a:lnTo>
                      <a:pt x="1548" y="857"/>
                    </a:lnTo>
                    <a:cubicBezTo>
                      <a:pt x="976" y="571"/>
                      <a:pt x="595" y="476"/>
                      <a:pt x="405" y="667"/>
                    </a:cubicBezTo>
                    <a:cubicBezTo>
                      <a:pt x="214" y="762"/>
                      <a:pt x="214" y="952"/>
                      <a:pt x="405" y="1048"/>
                    </a:cubicBezTo>
                    <a:cubicBezTo>
                      <a:pt x="595" y="1048"/>
                      <a:pt x="786" y="1143"/>
                      <a:pt x="1072" y="114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3" name="Google Shape;1463;p33"/>
              <p:cNvSpPr/>
              <p:nvPr/>
            </p:nvSpPr>
            <p:spPr>
              <a:xfrm>
                <a:off x="3046631" y="5225864"/>
                <a:ext cx="3619" cy="1956"/>
              </a:xfrm>
              <a:custGeom>
                <a:avLst/>
                <a:gdLst/>
                <a:ahLst/>
                <a:cxnLst/>
                <a:rect l="l" t="t" r="r" b="b"/>
                <a:pathLst>
                  <a:path w="3619" h="1956" extrusionOk="0">
                    <a:moveTo>
                      <a:pt x="286" y="810"/>
                    </a:moveTo>
                    <a:cubicBezTo>
                      <a:pt x="286" y="810"/>
                      <a:pt x="667" y="714"/>
                      <a:pt x="952" y="810"/>
                    </a:cubicBezTo>
                    <a:lnTo>
                      <a:pt x="952" y="810"/>
                    </a:lnTo>
                    <a:cubicBezTo>
                      <a:pt x="952" y="810"/>
                      <a:pt x="952" y="619"/>
                      <a:pt x="1048" y="524"/>
                    </a:cubicBezTo>
                    <a:cubicBezTo>
                      <a:pt x="1143" y="524"/>
                      <a:pt x="1333" y="524"/>
                      <a:pt x="1524" y="524"/>
                    </a:cubicBezTo>
                    <a:lnTo>
                      <a:pt x="1524" y="524"/>
                    </a:lnTo>
                    <a:cubicBezTo>
                      <a:pt x="1524" y="524"/>
                      <a:pt x="1524" y="238"/>
                      <a:pt x="1715" y="143"/>
                    </a:cubicBezTo>
                    <a:cubicBezTo>
                      <a:pt x="2096" y="-48"/>
                      <a:pt x="2572" y="-48"/>
                      <a:pt x="2857" y="143"/>
                    </a:cubicBezTo>
                    <a:cubicBezTo>
                      <a:pt x="2857" y="143"/>
                      <a:pt x="3048" y="238"/>
                      <a:pt x="3048" y="333"/>
                    </a:cubicBezTo>
                    <a:lnTo>
                      <a:pt x="3619" y="714"/>
                    </a:lnTo>
                    <a:lnTo>
                      <a:pt x="3429" y="714"/>
                    </a:lnTo>
                    <a:cubicBezTo>
                      <a:pt x="3429" y="714"/>
                      <a:pt x="3048" y="714"/>
                      <a:pt x="3048" y="714"/>
                    </a:cubicBezTo>
                    <a:cubicBezTo>
                      <a:pt x="3048" y="714"/>
                      <a:pt x="3048" y="905"/>
                      <a:pt x="2857" y="1000"/>
                    </a:cubicBezTo>
                    <a:cubicBezTo>
                      <a:pt x="2476" y="1191"/>
                      <a:pt x="2000" y="1191"/>
                      <a:pt x="1715" y="1000"/>
                    </a:cubicBezTo>
                    <a:cubicBezTo>
                      <a:pt x="1619" y="1000"/>
                      <a:pt x="1524" y="905"/>
                      <a:pt x="1524" y="810"/>
                    </a:cubicBezTo>
                    <a:cubicBezTo>
                      <a:pt x="1524" y="810"/>
                      <a:pt x="1333" y="810"/>
                      <a:pt x="1238" y="810"/>
                    </a:cubicBezTo>
                    <a:cubicBezTo>
                      <a:pt x="1238" y="810"/>
                      <a:pt x="1238" y="905"/>
                      <a:pt x="1333" y="1095"/>
                    </a:cubicBezTo>
                    <a:lnTo>
                      <a:pt x="1619" y="1286"/>
                    </a:lnTo>
                    <a:cubicBezTo>
                      <a:pt x="1619" y="1286"/>
                      <a:pt x="2096" y="1667"/>
                      <a:pt x="1810" y="1857"/>
                    </a:cubicBezTo>
                    <a:cubicBezTo>
                      <a:pt x="1524" y="2048"/>
                      <a:pt x="952" y="1953"/>
                      <a:pt x="381" y="1667"/>
                    </a:cubicBezTo>
                    <a:cubicBezTo>
                      <a:pt x="0" y="1476"/>
                      <a:pt x="-95" y="1191"/>
                      <a:pt x="95" y="1000"/>
                    </a:cubicBezTo>
                    <a:close/>
                    <a:moveTo>
                      <a:pt x="1619" y="1476"/>
                    </a:moveTo>
                    <a:cubicBezTo>
                      <a:pt x="1619" y="1476"/>
                      <a:pt x="1715" y="1286"/>
                      <a:pt x="1524" y="1191"/>
                    </a:cubicBezTo>
                    <a:lnTo>
                      <a:pt x="1238" y="1000"/>
                    </a:lnTo>
                    <a:cubicBezTo>
                      <a:pt x="1238" y="1000"/>
                      <a:pt x="1143" y="1000"/>
                      <a:pt x="1048" y="905"/>
                    </a:cubicBezTo>
                    <a:cubicBezTo>
                      <a:pt x="857" y="905"/>
                      <a:pt x="667" y="905"/>
                      <a:pt x="667" y="905"/>
                    </a:cubicBezTo>
                    <a:cubicBezTo>
                      <a:pt x="476" y="905"/>
                      <a:pt x="572" y="1191"/>
                      <a:pt x="857" y="1286"/>
                    </a:cubicBezTo>
                    <a:cubicBezTo>
                      <a:pt x="1143" y="1476"/>
                      <a:pt x="1524" y="1476"/>
                      <a:pt x="1715" y="1286"/>
                    </a:cubicBezTo>
                    <a:close/>
                    <a:moveTo>
                      <a:pt x="2762" y="619"/>
                    </a:moveTo>
                    <a:cubicBezTo>
                      <a:pt x="2762" y="619"/>
                      <a:pt x="2953" y="333"/>
                      <a:pt x="2762" y="238"/>
                    </a:cubicBezTo>
                    <a:cubicBezTo>
                      <a:pt x="2572" y="143"/>
                      <a:pt x="2286" y="143"/>
                      <a:pt x="2000" y="238"/>
                    </a:cubicBezTo>
                    <a:cubicBezTo>
                      <a:pt x="1715" y="333"/>
                      <a:pt x="1810" y="524"/>
                      <a:pt x="2000" y="619"/>
                    </a:cubicBezTo>
                    <a:cubicBezTo>
                      <a:pt x="2191" y="714"/>
                      <a:pt x="2476" y="714"/>
                      <a:pt x="2762" y="6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4" name="Google Shape;1464;p33"/>
              <p:cNvSpPr/>
              <p:nvPr/>
            </p:nvSpPr>
            <p:spPr>
              <a:xfrm>
                <a:off x="3049548" y="5226745"/>
                <a:ext cx="2121" cy="1261"/>
              </a:xfrm>
              <a:custGeom>
                <a:avLst/>
                <a:gdLst/>
                <a:ahLst/>
                <a:cxnLst/>
                <a:rect l="l" t="t" r="r" b="b"/>
                <a:pathLst>
                  <a:path w="2121" h="1261" extrusionOk="0">
                    <a:moveTo>
                      <a:pt x="227" y="214"/>
                    </a:moveTo>
                    <a:cubicBezTo>
                      <a:pt x="799" y="-71"/>
                      <a:pt x="1466" y="-71"/>
                      <a:pt x="1847" y="214"/>
                    </a:cubicBezTo>
                    <a:cubicBezTo>
                      <a:pt x="2227" y="405"/>
                      <a:pt x="2227" y="786"/>
                      <a:pt x="1751" y="976"/>
                    </a:cubicBezTo>
                    <a:cubicBezTo>
                      <a:pt x="1751" y="976"/>
                      <a:pt x="1656" y="976"/>
                      <a:pt x="1561" y="976"/>
                    </a:cubicBezTo>
                    <a:lnTo>
                      <a:pt x="513" y="310"/>
                    </a:lnTo>
                    <a:cubicBezTo>
                      <a:pt x="513" y="310"/>
                      <a:pt x="227" y="786"/>
                      <a:pt x="513" y="976"/>
                    </a:cubicBezTo>
                    <a:cubicBezTo>
                      <a:pt x="703" y="976"/>
                      <a:pt x="894" y="1072"/>
                      <a:pt x="1084" y="1072"/>
                    </a:cubicBezTo>
                    <a:lnTo>
                      <a:pt x="1084" y="1262"/>
                    </a:lnTo>
                    <a:cubicBezTo>
                      <a:pt x="1084" y="1262"/>
                      <a:pt x="513" y="1167"/>
                      <a:pt x="323" y="1072"/>
                    </a:cubicBezTo>
                    <a:cubicBezTo>
                      <a:pt x="-59" y="786"/>
                      <a:pt x="-154" y="405"/>
                      <a:pt x="323" y="119"/>
                    </a:cubicBezTo>
                    <a:close/>
                    <a:moveTo>
                      <a:pt x="1466" y="786"/>
                    </a:moveTo>
                    <a:cubicBezTo>
                      <a:pt x="1466" y="786"/>
                      <a:pt x="1847" y="405"/>
                      <a:pt x="1561" y="310"/>
                    </a:cubicBezTo>
                    <a:cubicBezTo>
                      <a:pt x="1275" y="214"/>
                      <a:pt x="894" y="119"/>
                      <a:pt x="608" y="310"/>
                    </a:cubicBezTo>
                    <a:lnTo>
                      <a:pt x="1466" y="78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5" name="Google Shape;1465;p33"/>
              <p:cNvSpPr/>
              <p:nvPr/>
            </p:nvSpPr>
            <p:spPr>
              <a:xfrm>
                <a:off x="3040451" y="5225626"/>
                <a:ext cx="3322" cy="2000"/>
              </a:xfrm>
              <a:custGeom>
                <a:avLst/>
                <a:gdLst/>
                <a:ahLst/>
                <a:cxnLst/>
                <a:rect l="l" t="t" r="r" b="b"/>
                <a:pathLst>
                  <a:path w="3322" h="2000" extrusionOk="0">
                    <a:moveTo>
                      <a:pt x="370" y="762"/>
                    </a:moveTo>
                    <a:lnTo>
                      <a:pt x="1608" y="0"/>
                    </a:lnTo>
                    <a:lnTo>
                      <a:pt x="1894" y="191"/>
                    </a:lnTo>
                    <a:lnTo>
                      <a:pt x="655" y="953"/>
                    </a:lnTo>
                    <a:cubicBezTo>
                      <a:pt x="84" y="1238"/>
                      <a:pt x="179" y="1429"/>
                      <a:pt x="465" y="1619"/>
                    </a:cubicBezTo>
                    <a:cubicBezTo>
                      <a:pt x="751" y="1810"/>
                      <a:pt x="1132" y="1810"/>
                      <a:pt x="1703" y="1524"/>
                    </a:cubicBezTo>
                    <a:lnTo>
                      <a:pt x="3037" y="762"/>
                    </a:lnTo>
                    <a:lnTo>
                      <a:pt x="3322" y="953"/>
                    </a:lnTo>
                    <a:lnTo>
                      <a:pt x="2084" y="1715"/>
                    </a:lnTo>
                    <a:cubicBezTo>
                      <a:pt x="1418" y="2096"/>
                      <a:pt x="751" y="2096"/>
                      <a:pt x="370" y="1715"/>
                    </a:cubicBezTo>
                    <a:cubicBezTo>
                      <a:pt x="-106" y="1429"/>
                      <a:pt x="-202" y="1143"/>
                      <a:pt x="560" y="66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6" name="Google Shape;1466;p33"/>
              <p:cNvSpPr/>
              <p:nvPr/>
            </p:nvSpPr>
            <p:spPr>
              <a:xfrm>
                <a:off x="3041298" y="5227055"/>
                <a:ext cx="3473" cy="1642"/>
              </a:xfrm>
              <a:custGeom>
                <a:avLst/>
                <a:gdLst/>
                <a:ahLst/>
                <a:cxnLst/>
                <a:rect l="l" t="t" r="r" b="b"/>
                <a:pathLst>
                  <a:path w="3473" h="1642" extrusionOk="0">
                    <a:moveTo>
                      <a:pt x="2381" y="95"/>
                    </a:moveTo>
                    <a:lnTo>
                      <a:pt x="2667" y="95"/>
                    </a:lnTo>
                    <a:cubicBezTo>
                      <a:pt x="2667" y="95"/>
                      <a:pt x="2476" y="381"/>
                      <a:pt x="2476" y="381"/>
                    </a:cubicBezTo>
                    <a:lnTo>
                      <a:pt x="2476" y="381"/>
                    </a:lnTo>
                    <a:cubicBezTo>
                      <a:pt x="2476" y="381"/>
                      <a:pt x="3048" y="381"/>
                      <a:pt x="3238" y="571"/>
                    </a:cubicBezTo>
                    <a:cubicBezTo>
                      <a:pt x="3619" y="762"/>
                      <a:pt x="3524" y="1143"/>
                      <a:pt x="3048" y="1429"/>
                    </a:cubicBezTo>
                    <a:cubicBezTo>
                      <a:pt x="2476" y="1714"/>
                      <a:pt x="1809" y="1714"/>
                      <a:pt x="1429" y="1429"/>
                    </a:cubicBezTo>
                    <a:cubicBezTo>
                      <a:pt x="1238" y="1429"/>
                      <a:pt x="1238" y="1238"/>
                      <a:pt x="1143" y="1048"/>
                    </a:cubicBezTo>
                    <a:lnTo>
                      <a:pt x="857" y="1238"/>
                    </a:lnTo>
                    <a:lnTo>
                      <a:pt x="286" y="1524"/>
                    </a:lnTo>
                    <a:lnTo>
                      <a:pt x="0" y="1333"/>
                    </a:lnTo>
                    <a:lnTo>
                      <a:pt x="2286" y="0"/>
                    </a:lnTo>
                    <a:close/>
                    <a:moveTo>
                      <a:pt x="2762" y="1238"/>
                    </a:moveTo>
                    <a:cubicBezTo>
                      <a:pt x="2762" y="1238"/>
                      <a:pt x="3238" y="857"/>
                      <a:pt x="2953" y="667"/>
                    </a:cubicBezTo>
                    <a:cubicBezTo>
                      <a:pt x="2762" y="667"/>
                      <a:pt x="2572" y="571"/>
                      <a:pt x="2286" y="571"/>
                    </a:cubicBezTo>
                    <a:lnTo>
                      <a:pt x="1429" y="1048"/>
                    </a:lnTo>
                    <a:cubicBezTo>
                      <a:pt x="1429" y="1048"/>
                      <a:pt x="1524" y="1333"/>
                      <a:pt x="1619" y="1333"/>
                    </a:cubicBezTo>
                    <a:cubicBezTo>
                      <a:pt x="1905" y="1524"/>
                      <a:pt x="2286" y="1429"/>
                      <a:pt x="2762" y="133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67" name="Google Shape;1467;p33"/>
            <p:cNvSpPr/>
            <p:nvPr/>
          </p:nvSpPr>
          <p:spPr>
            <a:xfrm>
              <a:off x="7598575" y="2629166"/>
              <a:ext cx="75482" cy="43345"/>
            </a:xfrm>
            <a:custGeom>
              <a:avLst/>
              <a:gdLst/>
              <a:ahLst/>
              <a:cxnLst/>
              <a:rect l="l" t="t" r="r" b="b"/>
              <a:pathLst>
                <a:path w="26955" h="15478" extrusionOk="0">
                  <a:moveTo>
                    <a:pt x="23622" y="5215"/>
                  </a:moveTo>
                  <a:lnTo>
                    <a:pt x="15145" y="357"/>
                  </a:lnTo>
                  <a:cubicBezTo>
                    <a:pt x="14288" y="-119"/>
                    <a:pt x="12763" y="-119"/>
                    <a:pt x="11906" y="357"/>
                  </a:cubicBezTo>
                  <a:lnTo>
                    <a:pt x="3429" y="5215"/>
                  </a:lnTo>
                  <a:lnTo>
                    <a:pt x="0" y="5215"/>
                  </a:lnTo>
                  <a:lnTo>
                    <a:pt x="0" y="7692"/>
                  </a:lnTo>
                  <a:cubicBezTo>
                    <a:pt x="0" y="7692"/>
                    <a:pt x="190" y="8358"/>
                    <a:pt x="667" y="8644"/>
                  </a:cubicBezTo>
                  <a:lnTo>
                    <a:pt x="11811" y="15121"/>
                  </a:lnTo>
                  <a:cubicBezTo>
                    <a:pt x="12668" y="15597"/>
                    <a:pt x="14192" y="15597"/>
                    <a:pt x="15049" y="15121"/>
                  </a:cubicBezTo>
                  <a:lnTo>
                    <a:pt x="26289" y="8644"/>
                  </a:lnTo>
                  <a:cubicBezTo>
                    <a:pt x="26289" y="8644"/>
                    <a:pt x="26956" y="8072"/>
                    <a:pt x="26956" y="7692"/>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8" name="Google Shape;1468;p33"/>
            <p:cNvSpPr/>
            <p:nvPr/>
          </p:nvSpPr>
          <p:spPr>
            <a:xfrm>
              <a:off x="7598908" y="2621498"/>
              <a:ext cx="75350" cy="44011"/>
            </a:xfrm>
            <a:custGeom>
              <a:avLst/>
              <a:gdLst/>
              <a:ahLst/>
              <a:cxnLst/>
              <a:rect l="l" t="t" r="r" b="b"/>
              <a:pathLst>
                <a:path w="26908" h="15716" extrusionOk="0">
                  <a:moveTo>
                    <a:pt x="15026" y="15288"/>
                  </a:moveTo>
                  <a:cubicBezTo>
                    <a:pt x="14169" y="15859"/>
                    <a:pt x="12645" y="15859"/>
                    <a:pt x="11787" y="15288"/>
                  </a:cubicBezTo>
                  <a:lnTo>
                    <a:pt x="643" y="8811"/>
                  </a:lnTo>
                  <a:cubicBezTo>
                    <a:pt x="-214" y="8335"/>
                    <a:pt x="-214" y="7477"/>
                    <a:pt x="643" y="6906"/>
                  </a:cubicBezTo>
                  <a:lnTo>
                    <a:pt x="11787" y="429"/>
                  </a:lnTo>
                  <a:cubicBezTo>
                    <a:pt x="12645" y="-143"/>
                    <a:pt x="14169" y="-143"/>
                    <a:pt x="15026" y="429"/>
                  </a:cubicBezTo>
                  <a:lnTo>
                    <a:pt x="26265" y="6906"/>
                  </a:lnTo>
                  <a:cubicBezTo>
                    <a:pt x="27122" y="7477"/>
                    <a:pt x="27122" y="8239"/>
                    <a:pt x="26265" y="8811"/>
                  </a:cubicBezTo>
                  <a:lnTo>
                    <a:pt x="15026"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69" name="Google Shape;1469;p33"/>
            <p:cNvGrpSpPr/>
            <p:nvPr/>
          </p:nvGrpSpPr>
          <p:grpSpPr>
            <a:xfrm>
              <a:off x="7614578" y="2635234"/>
              <a:ext cx="33312" cy="21871"/>
              <a:chOff x="3022533" y="5234865"/>
              <a:chExt cx="11896" cy="7810"/>
            </a:xfrm>
          </p:grpSpPr>
          <p:sp>
            <p:nvSpPr>
              <p:cNvPr id="1470" name="Google Shape;1470;p33"/>
              <p:cNvSpPr/>
              <p:nvPr/>
            </p:nvSpPr>
            <p:spPr>
              <a:xfrm>
                <a:off x="3026915" y="5234865"/>
                <a:ext cx="3228" cy="1524"/>
              </a:xfrm>
              <a:custGeom>
                <a:avLst/>
                <a:gdLst/>
                <a:ahLst/>
                <a:cxnLst/>
                <a:rect l="l" t="t" r="r" b="b"/>
                <a:pathLst>
                  <a:path w="3228" h="1524" extrusionOk="0">
                    <a:moveTo>
                      <a:pt x="2096" y="0"/>
                    </a:moveTo>
                    <a:lnTo>
                      <a:pt x="2762" y="381"/>
                    </a:lnTo>
                    <a:cubicBezTo>
                      <a:pt x="3238" y="667"/>
                      <a:pt x="3429" y="953"/>
                      <a:pt x="2953" y="1238"/>
                    </a:cubicBezTo>
                    <a:cubicBezTo>
                      <a:pt x="2477" y="1524"/>
                      <a:pt x="1905" y="1429"/>
                      <a:pt x="1524" y="1238"/>
                    </a:cubicBezTo>
                    <a:lnTo>
                      <a:pt x="1143" y="1048"/>
                    </a:lnTo>
                    <a:lnTo>
                      <a:pt x="286" y="1524"/>
                    </a:lnTo>
                    <a:lnTo>
                      <a:pt x="0" y="1334"/>
                    </a:lnTo>
                    <a:lnTo>
                      <a:pt x="2191" y="95"/>
                    </a:lnTo>
                    <a:close/>
                    <a:moveTo>
                      <a:pt x="1619" y="953"/>
                    </a:moveTo>
                    <a:cubicBezTo>
                      <a:pt x="1619" y="953"/>
                      <a:pt x="2286" y="1238"/>
                      <a:pt x="2667" y="953"/>
                    </a:cubicBezTo>
                    <a:cubicBezTo>
                      <a:pt x="3048" y="762"/>
                      <a:pt x="2953" y="571"/>
                      <a:pt x="2477" y="381"/>
                    </a:cubicBezTo>
                    <a:lnTo>
                      <a:pt x="2191" y="191"/>
                    </a:lnTo>
                    <a:lnTo>
                      <a:pt x="1333" y="667"/>
                    </a:lnTo>
                    <a:lnTo>
                      <a:pt x="1714" y="85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1" name="Google Shape;1471;p33"/>
              <p:cNvSpPr/>
              <p:nvPr/>
            </p:nvSpPr>
            <p:spPr>
              <a:xfrm>
                <a:off x="3028701" y="5236199"/>
                <a:ext cx="2275" cy="1619"/>
              </a:xfrm>
              <a:custGeom>
                <a:avLst/>
                <a:gdLst/>
                <a:ahLst/>
                <a:cxnLst/>
                <a:rect l="l" t="t" r="r" b="b"/>
                <a:pathLst>
                  <a:path w="2275" h="1619" extrusionOk="0">
                    <a:moveTo>
                      <a:pt x="119" y="667"/>
                    </a:moveTo>
                    <a:cubicBezTo>
                      <a:pt x="119" y="667"/>
                      <a:pt x="976" y="571"/>
                      <a:pt x="1738" y="857"/>
                    </a:cubicBezTo>
                    <a:cubicBezTo>
                      <a:pt x="1929" y="762"/>
                      <a:pt x="2119" y="571"/>
                      <a:pt x="1738" y="381"/>
                    </a:cubicBezTo>
                    <a:cubicBezTo>
                      <a:pt x="1548" y="381"/>
                      <a:pt x="1262" y="190"/>
                      <a:pt x="1072" y="190"/>
                    </a:cubicBezTo>
                    <a:lnTo>
                      <a:pt x="1072" y="0"/>
                    </a:lnTo>
                    <a:cubicBezTo>
                      <a:pt x="1072" y="0"/>
                      <a:pt x="1738" y="95"/>
                      <a:pt x="2024" y="286"/>
                    </a:cubicBezTo>
                    <a:cubicBezTo>
                      <a:pt x="2405" y="476"/>
                      <a:pt x="2310" y="762"/>
                      <a:pt x="2024" y="1048"/>
                    </a:cubicBezTo>
                    <a:lnTo>
                      <a:pt x="976" y="1619"/>
                    </a:lnTo>
                    <a:lnTo>
                      <a:pt x="786" y="1619"/>
                    </a:lnTo>
                    <a:cubicBezTo>
                      <a:pt x="786" y="1619"/>
                      <a:pt x="976" y="1333"/>
                      <a:pt x="976" y="1333"/>
                    </a:cubicBezTo>
                    <a:lnTo>
                      <a:pt x="976" y="1333"/>
                    </a:lnTo>
                    <a:cubicBezTo>
                      <a:pt x="976" y="1333"/>
                      <a:pt x="405" y="1333"/>
                      <a:pt x="214" y="1143"/>
                    </a:cubicBezTo>
                    <a:cubicBezTo>
                      <a:pt x="-71" y="953"/>
                      <a:pt x="-71" y="762"/>
                      <a:pt x="214" y="571"/>
                    </a:cubicBezTo>
                    <a:close/>
                    <a:moveTo>
                      <a:pt x="1072" y="1238"/>
                    </a:moveTo>
                    <a:lnTo>
                      <a:pt x="1548" y="953"/>
                    </a:lnTo>
                    <a:cubicBezTo>
                      <a:pt x="881" y="667"/>
                      <a:pt x="595" y="667"/>
                      <a:pt x="405" y="762"/>
                    </a:cubicBezTo>
                    <a:cubicBezTo>
                      <a:pt x="214" y="857"/>
                      <a:pt x="310" y="953"/>
                      <a:pt x="405" y="1143"/>
                    </a:cubicBezTo>
                    <a:cubicBezTo>
                      <a:pt x="595" y="1143"/>
                      <a:pt x="786" y="1238"/>
                      <a:pt x="1072" y="123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2" name="Google Shape;1472;p33"/>
              <p:cNvSpPr/>
              <p:nvPr/>
            </p:nvSpPr>
            <p:spPr>
              <a:xfrm>
                <a:off x="3029511" y="5237389"/>
                <a:ext cx="3595" cy="1861"/>
              </a:xfrm>
              <a:custGeom>
                <a:avLst/>
                <a:gdLst/>
                <a:ahLst/>
                <a:cxnLst/>
                <a:rect l="l" t="t" r="r" b="b"/>
                <a:pathLst>
                  <a:path w="3595" h="1861" extrusionOk="0">
                    <a:moveTo>
                      <a:pt x="261" y="810"/>
                    </a:moveTo>
                    <a:cubicBezTo>
                      <a:pt x="261" y="810"/>
                      <a:pt x="642" y="810"/>
                      <a:pt x="833" y="810"/>
                    </a:cubicBezTo>
                    <a:lnTo>
                      <a:pt x="833" y="810"/>
                    </a:lnTo>
                    <a:cubicBezTo>
                      <a:pt x="833" y="810"/>
                      <a:pt x="833" y="619"/>
                      <a:pt x="928" y="524"/>
                    </a:cubicBezTo>
                    <a:cubicBezTo>
                      <a:pt x="1023" y="524"/>
                      <a:pt x="1214" y="429"/>
                      <a:pt x="1404" y="524"/>
                    </a:cubicBezTo>
                    <a:lnTo>
                      <a:pt x="1404" y="524"/>
                    </a:lnTo>
                    <a:cubicBezTo>
                      <a:pt x="1404" y="524"/>
                      <a:pt x="1404" y="238"/>
                      <a:pt x="1690" y="143"/>
                    </a:cubicBezTo>
                    <a:cubicBezTo>
                      <a:pt x="2071" y="-48"/>
                      <a:pt x="2547" y="-48"/>
                      <a:pt x="2833" y="143"/>
                    </a:cubicBezTo>
                    <a:cubicBezTo>
                      <a:pt x="2833" y="143"/>
                      <a:pt x="3024" y="238"/>
                      <a:pt x="3024" y="333"/>
                    </a:cubicBezTo>
                    <a:lnTo>
                      <a:pt x="3595" y="619"/>
                    </a:lnTo>
                    <a:lnTo>
                      <a:pt x="3405" y="619"/>
                    </a:lnTo>
                    <a:cubicBezTo>
                      <a:pt x="3405" y="619"/>
                      <a:pt x="3024" y="619"/>
                      <a:pt x="3024" y="619"/>
                    </a:cubicBezTo>
                    <a:cubicBezTo>
                      <a:pt x="3024" y="619"/>
                      <a:pt x="3024" y="810"/>
                      <a:pt x="2833" y="905"/>
                    </a:cubicBezTo>
                    <a:cubicBezTo>
                      <a:pt x="2452" y="1095"/>
                      <a:pt x="1976" y="1095"/>
                      <a:pt x="1690" y="905"/>
                    </a:cubicBezTo>
                    <a:cubicBezTo>
                      <a:pt x="1690" y="905"/>
                      <a:pt x="1500" y="810"/>
                      <a:pt x="1500" y="714"/>
                    </a:cubicBezTo>
                    <a:cubicBezTo>
                      <a:pt x="1500" y="714"/>
                      <a:pt x="1309" y="714"/>
                      <a:pt x="1214" y="714"/>
                    </a:cubicBezTo>
                    <a:cubicBezTo>
                      <a:pt x="1118" y="714"/>
                      <a:pt x="1118" y="810"/>
                      <a:pt x="1309" y="1000"/>
                    </a:cubicBezTo>
                    <a:lnTo>
                      <a:pt x="1595" y="1191"/>
                    </a:lnTo>
                    <a:cubicBezTo>
                      <a:pt x="1595" y="1191"/>
                      <a:pt x="2071" y="1572"/>
                      <a:pt x="1785" y="1762"/>
                    </a:cubicBezTo>
                    <a:cubicBezTo>
                      <a:pt x="1500" y="1953"/>
                      <a:pt x="928" y="1858"/>
                      <a:pt x="357" y="1572"/>
                    </a:cubicBezTo>
                    <a:cubicBezTo>
                      <a:pt x="-24" y="1381"/>
                      <a:pt x="-120" y="1095"/>
                      <a:pt x="166" y="905"/>
                    </a:cubicBezTo>
                    <a:close/>
                    <a:moveTo>
                      <a:pt x="1595" y="1476"/>
                    </a:moveTo>
                    <a:cubicBezTo>
                      <a:pt x="1595" y="1476"/>
                      <a:pt x="1595" y="1286"/>
                      <a:pt x="1500" y="1191"/>
                    </a:cubicBezTo>
                    <a:lnTo>
                      <a:pt x="1214" y="1000"/>
                    </a:lnTo>
                    <a:cubicBezTo>
                      <a:pt x="1214" y="1000"/>
                      <a:pt x="1118" y="1000"/>
                      <a:pt x="1023" y="905"/>
                    </a:cubicBezTo>
                    <a:cubicBezTo>
                      <a:pt x="833" y="905"/>
                      <a:pt x="642" y="905"/>
                      <a:pt x="547" y="905"/>
                    </a:cubicBezTo>
                    <a:cubicBezTo>
                      <a:pt x="357" y="905"/>
                      <a:pt x="452" y="1191"/>
                      <a:pt x="738" y="1381"/>
                    </a:cubicBezTo>
                    <a:cubicBezTo>
                      <a:pt x="1023" y="1572"/>
                      <a:pt x="1404" y="1572"/>
                      <a:pt x="1595" y="1476"/>
                    </a:cubicBezTo>
                    <a:close/>
                    <a:moveTo>
                      <a:pt x="2738" y="619"/>
                    </a:moveTo>
                    <a:cubicBezTo>
                      <a:pt x="2738" y="619"/>
                      <a:pt x="2928" y="333"/>
                      <a:pt x="2738" y="238"/>
                    </a:cubicBezTo>
                    <a:cubicBezTo>
                      <a:pt x="2547" y="143"/>
                      <a:pt x="2262" y="143"/>
                      <a:pt x="2071" y="238"/>
                    </a:cubicBezTo>
                    <a:cubicBezTo>
                      <a:pt x="1881" y="333"/>
                      <a:pt x="1881" y="524"/>
                      <a:pt x="2071" y="714"/>
                    </a:cubicBezTo>
                    <a:cubicBezTo>
                      <a:pt x="2262" y="810"/>
                      <a:pt x="2547" y="810"/>
                      <a:pt x="2833" y="71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3" name="Google Shape;1473;p33"/>
              <p:cNvSpPr/>
              <p:nvPr/>
            </p:nvSpPr>
            <p:spPr>
              <a:xfrm>
                <a:off x="3032273" y="5238352"/>
                <a:ext cx="2156" cy="1370"/>
              </a:xfrm>
              <a:custGeom>
                <a:avLst/>
                <a:gdLst/>
                <a:ahLst/>
                <a:cxnLst/>
                <a:rect l="l" t="t" r="r" b="b"/>
                <a:pathLst>
                  <a:path w="2156" h="1370" extrusionOk="0">
                    <a:moveTo>
                      <a:pt x="262" y="228"/>
                    </a:moveTo>
                    <a:cubicBezTo>
                      <a:pt x="833" y="-58"/>
                      <a:pt x="1500" y="-58"/>
                      <a:pt x="1881" y="133"/>
                    </a:cubicBezTo>
                    <a:cubicBezTo>
                      <a:pt x="2262" y="418"/>
                      <a:pt x="2262" y="704"/>
                      <a:pt x="1786" y="990"/>
                    </a:cubicBezTo>
                    <a:cubicBezTo>
                      <a:pt x="1786" y="990"/>
                      <a:pt x="1691" y="990"/>
                      <a:pt x="1596" y="990"/>
                    </a:cubicBezTo>
                    <a:lnTo>
                      <a:pt x="548" y="323"/>
                    </a:lnTo>
                    <a:cubicBezTo>
                      <a:pt x="548" y="323"/>
                      <a:pt x="167" y="800"/>
                      <a:pt x="548" y="990"/>
                    </a:cubicBezTo>
                    <a:cubicBezTo>
                      <a:pt x="738" y="990"/>
                      <a:pt x="929" y="1181"/>
                      <a:pt x="1119" y="1181"/>
                    </a:cubicBezTo>
                    <a:lnTo>
                      <a:pt x="1119" y="1371"/>
                    </a:lnTo>
                    <a:cubicBezTo>
                      <a:pt x="1119" y="1371"/>
                      <a:pt x="548" y="1371"/>
                      <a:pt x="357" y="1181"/>
                    </a:cubicBezTo>
                    <a:cubicBezTo>
                      <a:pt x="-119" y="895"/>
                      <a:pt x="-119" y="514"/>
                      <a:pt x="357" y="228"/>
                    </a:cubicBezTo>
                    <a:close/>
                    <a:moveTo>
                      <a:pt x="1596" y="800"/>
                    </a:moveTo>
                    <a:cubicBezTo>
                      <a:pt x="1596" y="800"/>
                      <a:pt x="1976" y="418"/>
                      <a:pt x="1691" y="323"/>
                    </a:cubicBezTo>
                    <a:cubicBezTo>
                      <a:pt x="1500" y="133"/>
                      <a:pt x="1024" y="133"/>
                      <a:pt x="738" y="323"/>
                    </a:cubicBezTo>
                    <a:lnTo>
                      <a:pt x="1596" y="80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4" name="Google Shape;1474;p33"/>
              <p:cNvSpPr/>
              <p:nvPr/>
            </p:nvSpPr>
            <p:spPr>
              <a:xfrm>
                <a:off x="3022533" y="5236865"/>
                <a:ext cx="3166" cy="2036"/>
              </a:xfrm>
              <a:custGeom>
                <a:avLst/>
                <a:gdLst/>
                <a:ahLst/>
                <a:cxnLst/>
                <a:rect l="l" t="t" r="r" b="b"/>
                <a:pathLst>
                  <a:path w="3166" h="2036" extrusionOk="0">
                    <a:moveTo>
                      <a:pt x="2096" y="95"/>
                    </a:moveTo>
                    <a:lnTo>
                      <a:pt x="2667" y="476"/>
                    </a:lnTo>
                    <a:cubicBezTo>
                      <a:pt x="3334" y="857"/>
                      <a:pt x="3334" y="1333"/>
                      <a:pt x="2667" y="1714"/>
                    </a:cubicBezTo>
                    <a:cubicBezTo>
                      <a:pt x="2000" y="2096"/>
                      <a:pt x="1143" y="2191"/>
                      <a:pt x="571" y="1714"/>
                    </a:cubicBezTo>
                    <a:lnTo>
                      <a:pt x="0" y="1333"/>
                    </a:lnTo>
                    <a:lnTo>
                      <a:pt x="2191" y="0"/>
                    </a:lnTo>
                    <a:close/>
                    <a:moveTo>
                      <a:pt x="667" y="1524"/>
                    </a:moveTo>
                    <a:cubicBezTo>
                      <a:pt x="1143" y="1810"/>
                      <a:pt x="1810" y="1810"/>
                      <a:pt x="2381" y="1524"/>
                    </a:cubicBezTo>
                    <a:cubicBezTo>
                      <a:pt x="2953" y="1238"/>
                      <a:pt x="2953" y="857"/>
                      <a:pt x="2381" y="571"/>
                    </a:cubicBezTo>
                    <a:lnTo>
                      <a:pt x="2096" y="571"/>
                    </a:lnTo>
                    <a:cubicBezTo>
                      <a:pt x="2096" y="571"/>
                      <a:pt x="381" y="1429"/>
                      <a:pt x="381" y="1429"/>
                    </a:cubicBezTo>
                    <a:lnTo>
                      <a:pt x="571" y="142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5" name="Google Shape;1475;p33"/>
              <p:cNvSpPr/>
              <p:nvPr/>
            </p:nvSpPr>
            <p:spPr>
              <a:xfrm>
                <a:off x="3024795" y="5238747"/>
                <a:ext cx="2251" cy="1380"/>
              </a:xfrm>
              <a:custGeom>
                <a:avLst/>
                <a:gdLst/>
                <a:ahLst/>
                <a:cxnLst/>
                <a:rect l="l" t="t" r="r" b="b"/>
                <a:pathLst>
                  <a:path w="2251" h="1380" extrusionOk="0">
                    <a:moveTo>
                      <a:pt x="310" y="214"/>
                    </a:moveTo>
                    <a:cubicBezTo>
                      <a:pt x="881" y="-71"/>
                      <a:pt x="1548" y="-71"/>
                      <a:pt x="1929" y="214"/>
                    </a:cubicBezTo>
                    <a:cubicBezTo>
                      <a:pt x="2310" y="405"/>
                      <a:pt x="2405" y="881"/>
                      <a:pt x="1929" y="1167"/>
                    </a:cubicBezTo>
                    <a:cubicBezTo>
                      <a:pt x="1357" y="1452"/>
                      <a:pt x="691" y="1452"/>
                      <a:pt x="310" y="1167"/>
                    </a:cubicBezTo>
                    <a:cubicBezTo>
                      <a:pt x="-72" y="976"/>
                      <a:pt x="-167" y="595"/>
                      <a:pt x="405" y="214"/>
                    </a:cubicBezTo>
                    <a:close/>
                    <a:moveTo>
                      <a:pt x="1548" y="881"/>
                    </a:moveTo>
                    <a:cubicBezTo>
                      <a:pt x="1548" y="881"/>
                      <a:pt x="2024" y="405"/>
                      <a:pt x="1738" y="214"/>
                    </a:cubicBezTo>
                    <a:cubicBezTo>
                      <a:pt x="1452" y="24"/>
                      <a:pt x="976" y="119"/>
                      <a:pt x="595" y="214"/>
                    </a:cubicBezTo>
                    <a:cubicBezTo>
                      <a:pt x="214" y="405"/>
                      <a:pt x="119" y="690"/>
                      <a:pt x="405" y="881"/>
                    </a:cubicBezTo>
                    <a:cubicBezTo>
                      <a:pt x="691" y="1072"/>
                      <a:pt x="1167" y="976"/>
                      <a:pt x="1548" y="88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6" name="Google Shape;1476;p33"/>
              <p:cNvSpPr/>
              <p:nvPr/>
            </p:nvSpPr>
            <p:spPr>
              <a:xfrm>
                <a:off x="3026438" y="5239437"/>
                <a:ext cx="3429" cy="2095"/>
              </a:xfrm>
              <a:custGeom>
                <a:avLst/>
                <a:gdLst/>
                <a:ahLst/>
                <a:cxnLst/>
                <a:rect l="l" t="t" r="r" b="b"/>
                <a:pathLst>
                  <a:path w="3429" h="2095" extrusionOk="0">
                    <a:moveTo>
                      <a:pt x="1238" y="0"/>
                    </a:moveTo>
                    <a:lnTo>
                      <a:pt x="1524" y="190"/>
                    </a:lnTo>
                    <a:lnTo>
                      <a:pt x="762" y="857"/>
                    </a:lnTo>
                    <a:cubicBezTo>
                      <a:pt x="762" y="857"/>
                      <a:pt x="572" y="1048"/>
                      <a:pt x="381" y="1143"/>
                    </a:cubicBezTo>
                    <a:lnTo>
                      <a:pt x="381" y="1143"/>
                    </a:lnTo>
                    <a:cubicBezTo>
                      <a:pt x="381" y="1143"/>
                      <a:pt x="762" y="1048"/>
                      <a:pt x="953" y="953"/>
                    </a:cubicBezTo>
                    <a:lnTo>
                      <a:pt x="2191" y="571"/>
                    </a:lnTo>
                    <a:lnTo>
                      <a:pt x="2477" y="571"/>
                    </a:lnTo>
                    <a:cubicBezTo>
                      <a:pt x="2477" y="571"/>
                      <a:pt x="1810" y="1429"/>
                      <a:pt x="1810" y="1429"/>
                    </a:cubicBezTo>
                    <a:cubicBezTo>
                      <a:pt x="1715" y="1524"/>
                      <a:pt x="1619" y="1619"/>
                      <a:pt x="1429" y="1810"/>
                    </a:cubicBezTo>
                    <a:lnTo>
                      <a:pt x="1429" y="1810"/>
                    </a:lnTo>
                    <a:cubicBezTo>
                      <a:pt x="1429" y="1810"/>
                      <a:pt x="1810" y="1714"/>
                      <a:pt x="2000" y="1619"/>
                    </a:cubicBezTo>
                    <a:lnTo>
                      <a:pt x="3143" y="1238"/>
                    </a:lnTo>
                    <a:lnTo>
                      <a:pt x="3429" y="1429"/>
                    </a:lnTo>
                    <a:lnTo>
                      <a:pt x="1334" y="2096"/>
                    </a:lnTo>
                    <a:lnTo>
                      <a:pt x="953" y="1905"/>
                    </a:lnTo>
                    <a:lnTo>
                      <a:pt x="1619" y="1238"/>
                    </a:lnTo>
                    <a:cubicBezTo>
                      <a:pt x="1619" y="1238"/>
                      <a:pt x="1905" y="1048"/>
                      <a:pt x="2000" y="857"/>
                    </a:cubicBezTo>
                    <a:lnTo>
                      <a:pt x="2000" y="857"/>
                    </a:lnTo>
                    <a:cubicBezTo>
                      <a:pt x="2000" y="857"/>
                      <a:pt x="1619" y="953"/>
                      <a:pt x="1429" y="1048"/>
                    </a:cubicBezTo>
                    <a:lnTo>
                      <a:pt x="286" y="1429"/>
                    </a:lnTo>
                    <a:lnTo>
                      <a:pt x="0" y="1238"/>
                    </a:lnTo>
                    <a:lnTo>
                      <a:pt x="1143"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7" name="Google Shape;1477;p33"/>
              <p:cNvSpPr/>
              <p:nvPr/>
            </p:nvSpPr>
            <p:spPr>
              <a:xfrm>
                <a:off x="3028534" y="5240961"/>
                <a:ext cx="2719" cy="1714"/>
              </a:xfrm>
              <a:custGeom>
                <a:avLst/>
                <a:gdLst/>
                <a:ahLst/>
                <a:cxnLst/>
                <a:rect l="l" t="t" r="r" b="b"/>
                <a:pathLst>
                  <a:path w="2719" h="1714" extrusionOk="0">
                    <a:moveTo>
                      <a:pt x="1715" y="0"/>
                    </a:moveTo>
                    <a:lnTo>
                      <a:pt x="1905" y="0"/>
                    </a:lnTo>
                    <a:cubicBezTo>
                      <a:pt x="1905" y="0"/>
                      <a:pt x="1715" y="286"/>
                      <a:pt x="1715" y="286"/>
                    </a:cubicBezTo>
                    <a:lnTo>
                      <a:pt x="1715" y="286"/>
                    </a:lnTo>
                    <a:cubicBezTo>
                      <a:pt x="1715" y="286"/>
                      <a:pt x="2286" y="286"/>
                      <a:pt x="2477" y="476"/>
                    </a:cubicBezTo>
                    <a:cubicBezTo>
                      <a:pt x="2858" y="667"/>
                      <a:pt x="2762" y="857"/>
                      <a:pt x="2381" y="1143"/>
                    </a:cubicBezTo>
                    <a:lnTo>
                      <a:pt x="1334" y="1714"/>
                    </a:lnTo>
                    <a:lnTo>
                      <a:pt x="1048" y="1524"/>
                    </a:lnTo>
                    <a:lnTo>
                      <a:pt x="2096" y="953"/>
                    </a:lnTo>
                    <a:cubicBezTo>
                      <a:pt x="2096" y="953"/>
                      <a:pt x="2477" y="667"/>
                      <a:pt x="2191" y="571"/>
                    </a:cubicBezTo>
                    <a:cubicBezTo>
                      <a:pt x="2000" y="476"/>
                      <a:pt x="1810" y="476"/>
                      <a:pt x="1429" y="476"/>
                    </a:cubicBezTo>
                    <a:lnTo>
                      <a:pt x="286" y="1143"/>
                    </a:lnTo>
                    <a:lnTo>
                      <a:pt x="0" y="953"/>
                    </a:lnTo>
                    <a:lnTo>
                      <a:pt x="1619"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78" name="Google Shape;1478;p33"/>
            <p:cNvSpPr/>
            <p:nvPr/>
          </p:nvSpPr>
          <p:spPr>
            <a:xfrm>
              <a:off x="7711402" y="2636634"/>
              <a:ext cx="75482" cy="43543"/>
            </a:xfrm>
            <a:custGeom>
              <a:avLst/>
              <a:gdLst/>
              <a:ahLst/>
              <a:cxnLst/>
              <a:rect l="l" t="t" r="r" b="b"/>
              <a:pathLst>
                <a:path w="26955" h="15549" extrusionOk="0">
                  <a:moveTo>
                    <a:pt x="23622" y="5215"/>
                  </a:moveTo>
                  <a:lnTo>
                    <a:pt x="15145" y="357"/>
                  </a:lnTo>
                  <a:cubicBezTo>
                    <a:pt x="14288" y="-119"/>
                    <a:pt x="12764" y="-119"/>
                    <a:pt x="11906" y="357"/>
                  </a:cubicBezTo>
                  <a:lnTo>
                    <a:pt x="3429" y="5215"/>
                  </a:lnTo>
                  <a:lnTo>
                    <a:pt x="0" y="5215"/>
                  </a:lnTo>
                  <a:lnTo>
                    <a:pt x="0" y="7692"/>
                  </a:lnTo>
                  <a:cubicBezTo>
                    <a:pt x="0" y="7692"/>
                    <a:pt x="191" y="8358"/>
                    <a:pt x="667" y="8644"/>
                  </a:cubicBezTo>
                  <a:lnTo>
                    <a:pt x="11906" y="15121"/>
                  </a:lnTo>
                  <a:cubicBezTo>
                    <a:pt x="12764" y="15693"/>
                    <a:pt x="14288" y="15693"/>
                    <a:pt x="15145" y="15121"/>
                  </a:cubicBezTo>
                  <a:lnTo>
                    <a:pt x="26289" y="8644"/>
                  </a:lnTo>
                  <a:cubicBezTo>
                    <a:pt x="26289" y="8644"/>
                    <a:pt x="26956" y="8073"/>
                    <a:pt x="26956" y="7692"/>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9" name="Google Shape;1479;p33"/>
            <p:cNvSpPr/>
            <p:nvPr/>
          </p:nvSpPr>
          <p:spPr>
            <a:xfrm>
              <a:off x="7711469" y="2629166"/>
              <a:ext cx="75350" cy="43611"/>
            </a:xfrm>
            <a:custGeom>
              <a:avLst/>
              <a:gdLst/>
              <a:ahLst/>
              <a:cxnLst/>
              <a:rect l="l" t="t" r="r" b="b"/>
              <a:pathLst>
                <a:path w="26908" h="15573" extrusionOk="0">
                  <a:moveTo>
                    <a:pt x="15121" y="15216"/>
                  </a:moveTo>
                  <a:cubicBezTo>
                    <a:pt x="14264" y="15693"/>
                    <a:pt x="12740" y="15693"/>
                    <a:pt x="11882" y="15216"/>
                  </a:cubicBezTo>
                  <a:lnTo>
                    <a:pt x="643" y="8739"/>
                  </a:lnTo>
                  <a:cubicBezTo>
                    <a:pt x="-214" y="8263"/>
                    <a:pt x="-214" y="7406"/>
                    <a:pt x="643" y="6834"/>
                  </a:cubicBezTo>
                  <a:lnTo>
                    <a:pt x="11882" y="357"/>
                  </a:lnTo>
                  <a:cubicBezTo>
                    <a:pt x="12740" y="-119"/>
                    <a:pt x="14264" y="-119"/>
                    <a:pt x="15121" y="357"/>
                  </a:cubicBezTo>
                  <a:lnTo>
                    <a:pt x="26265" y="6834"/>
                  </a:lnTo>
                  <a:cubicBezTo>
                    <a:pt x="27122" y="7310"/>
                    <a:pt x="27122" y="8168"/>
                    <a:pt x="26265"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80" name="Google Shape;1480;p33"/>
            <p:cNvGrpSpPr/>
            <p:nvPr/>
          </p:nvGrpSpPr>
          <p:grpSpPr>
            <a:xfrm>
              <a:off x="7732740" y="2640835"/>
              <a:ext cx="32419" cy="20807"/>
              <a:chOff x="3064729" y="5236865"/>
              <a:chExt cx="11577" cy="7430"/>
            </a:xfrm>
          </p:grpSpPr>
          <p:sp>
            <p:nvSpPr>
              <p:cNvPr id="1481" name="Google Shape;1481;p33"/>
              <p:cNvSpPr/>
              <p:nvPr/>
            </p:nvSpPr>
            <p:spPr>
              <a:xfrm>
                <a:off x="3068729" y="5236865"/>
                <a:ext cx="3810" cy="2190"/>
              </a:xfrm>
              <a:custGeom>
                <a:avLst/>
                <a:gdLst/>
                <a:ahLst/>
                <a:cxnLst/>
                <a:rect l="l" t="t" r="r" b="b"/>
                <a:pathLst>
                  <a:path w="3810" h="2190" extrusionOk="0">
                    <a:moveTo>
                      <a:pt x="2191" y="0"/>
                    </a:moveTo>
                    <a:lnTo>
                      <a:pt x="2477" y="190"/>
                    </a:lnTo>
                    <a:lnTo>
                      <a:pt x="1905" y="1429"/>
                    </a:lnTo>
                    <a:lnTo>
                      <a:pt x="1715" y="1810"/>
                    </a:lnTo>
                    <a:lnTo>
                      <a:pt x="1715" y="1810"/>
                    </a:lnTo>
                    <a:cubicBezTo>
                      <a:pt x="1715" y="1810"/>
                      <a:pt x="2191" y="1524"/>
                      <a:pt x="2381" y="1429"/>
                    </a:cubicBezTo>
                    <a:lnTo>
                      <a:pt x="3524" y="762"/>
                    </a:lnTo>
                    <a:lnTo>
                      <a:pt x="3810" y="762"/>
                    </a:lnTo>
                    <a:cubicBezTo>
                      <a:pt x="3810" y="762"/>
                      <a:pt x="1619" y="2191"/>
                      <a:pt x="1619" y="2191"/>
                    </a:cubicBezTo>
                    <a:lnTo>
                      <a:pt x="1334" y="2000"/>
                    </a:lnTo>
                    <a:lnTo>
                      <a:pt x="1905" y="762"/>
                    </a:lnTo>
                    <a:lnTo>
                      <a:pt x="2096" y="381"/>
                    </a:lnTo>
                    <a:lnTo>
                      <a:pt x="2096" y="381"/>
                    </a:lnTo>
                    <a:cubicBezTo>
                      <a:pt x="2096" y="381"/>
                      <a:pt x="1715" y="667"/>
                      <a:pt x="1429" y="762"/>
                    </a:cubicBezTo>
                    <a:lnTo>
                      <a:pt x="286" y="1429"/>
                    </a:lnTo>
                    <a:lnTo>
                      <a:pt x="0" y="1429"/>
                    </a:lnTo>
                    <a:cubicBezTo>
                      <a:pt x="0" y="1429"/>
                      <a:pt x="2191" y="0"/>
                      <a:pt x="2191"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2" name="Google Shape;1482;p33"/>
              <p:cNvSpPr/>
              <p:nvPr/>
            </p:nvSpPr>
            <p:spPr>
              <a:xfrm>
                <a:off x="3071161" y="5238484"/>
                <a:ext cx="2711" cy="1714"/>
              </a:xfrm>
              <a:custGeom>
                <a:avLst/>
                <a:gdLst/>
                <a:ahLst/>
                <a:cxnLst/>
                <a:rect l="l" t="t" r="r" b="b"/>
                <a:pathLst>
                  <a:path w="2711" h="1714" extrusionOk="0">
                    <a:moveTo>
                      <a:pt x="330" y="571"/>
                    </a:moveTo>
                    <a:lnTo>
                      <a:pt x="1378" y="0"/>
                    </a:lnTo>
                    <a:lnTo>
                      <a:pt x="1664" y="191"/>
                    </a:lnTo>
                    <a:lnTo>
                      <a:pt x="616" y="762"/>
                    </a:lnTo>
                    <a:cubicBezTo>
                      <a:pt x="616" y="762"/>
                      <a:pt x="235" y="1048"/>
                      <a:pt x="521" y="1238"/>
                    </a:cubicBezTo>
                    <a:cubicBezTo>
                      <a:pt x="711" y="1334"/>
                      <a:pt x="902" y="1334"/>
                      <a:pt x="1283" y="1238"/>
                    </a:cubicBezTo>
                    <a:lnTo>
                      <a:pt x="2426" y="571"/>
                    </a:lnTo>
                    <a:lnTo>
                      <a:pt x="2712" y="762"/>
                    </a:lnTo>
                    <a:lnTo>
                      <a:pt x="1092" y="1714"/>
                    </a:lnTo>
                    <a:lnTo>
                      <a:pt x="902" y="1524"/>
                    </a:lnTo>
                    <a:lnTo>
                      <a:pt x="1092" y="1524"/>
                    </a:lnTo>
                    <a:cubicBezTo>
                      <a:pt x="1092" y="1524"/>
                      <a:pt x="1092" y="1334"/>
                      <a:pt x="1092" y="1334"/>
                    </a:cubicBezTo>
                    <a:cubicBezTo>
                      <a:pt x="807" y="1334"/>
                      <a:pt x="521" y="1334"/>
                      <a:pt x="235" y="1238"/>
                    </a:cubicBezTo>
                    <a:cubicBezTo>
                      <a:pt x="-146" y="1048"/>
                      <a:pt x="-51" y="857"/>
                      <a:pt x="426" y="57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3" name="Google Shape;1483;p33"/>
              <p:cNvSpPr/>
              <p:nvPr/>
            </p:nvSpPr>
            <p:spPr>
              <a:xfrm>
                <a:off x="3072635" y="5239532"/>
                <a:ext cx="3671" cy="2285"/>
              </a:xfrm>
              <a:custGeom>
                <a:avLst/>
                <a:gdLst/>
                <a:ahLst/>
                <a:cxnLst/>
                <a:rect l="l" t="t" r="r" b="b"/>
                <a:pathLst>
                  <a:path w="3671" h="2285" extrusionOk="0">
                    <a:moveTo>
                      <a:pt x="1715" y="0"/>
                    </a:moveTo>
                    <a:lnTo>
                      <a:pt x="1905" y="0"/>
                    </a:lnTo>
                    <a:cubicBezTo>
                      <a:pt x="1905" y="0"/>
                      <a:pt x="1715" y="286"/>
                      <a:pt x="1715" y="286"/>
                    </a:cubicBezTo>
                    <a:lnTo>
                      <a:pt x="1715" y="286"/>
                    </a:lnTo>
                    <a:cubicBezTo>
                      <a:pt x="1715" y="286"/>
                      <a:pt x="2286" y="286"/>
                      <a:pt x="2477" y="476"/>
                    </a:cubicBezTo>
                    <a:cubicBezTo>
                      <a:pt x="2762" y="571"/>
                      <a:pt x="2762" y="762"/>
                      <a:pt x="2572" y="952"/>
                    </a:cubicBezTo>
                    <a:cubicBezTo>
                      <a:pt x="2953" y="952"/>
                      <a:pt x="3238" y="952"/>
                      <a:pt x="3429" y="1048"/>
                    </a:cubicBezTo>
                    <a:cubicBezTo>
                      <a:pt x="3810" y="1238"/>
                      <a:pt x="3715" y="1429"/>
                      <a:pt x="3334" y="1714"/>
                    </a:cubicBezTo>
                    <a:lnTo>
                      <a:pt x="2286" y="2286"/>
                    </a:lnTo>
                    <a:lnTo>
                      <a:pt x="2000" y="2096"/>
                    </a:lnTo>
                    <a:lnTo>
                      <a:pt x="3048" y="1524"/>
                    </a:lnTo>
                    <a:cubicBezTo>
                      <a:pt x="3048" y="1524"/>
                      <a:pt x="3429" y="1238"/>
                      <a:pt x="3143" y="1143"/>
                    </a:cubicBezTo>
                    <a:cubicBezTo>
                      <a:pt x="3048" y="1143"/>
                      <a:pt x="2762" y="1048"/>
                      <a:pt x="2477" y="1048"/>
                    </a:cubicBezTo>
                    <a:lnTo>
                      <a:pt x="1334" y="1714"/>
                    </a:lnTo>
                    <a:lnTo>
                      <a:pt x="1048" y="1524"/>
                    </a:lnTo>
                    <a:lnTo>
                      <a:pt x="2000" y="952"/>
                    </a:lnTo>
                    <a:cubicBezTo>
                      <a:pt x="2000" y="952"/>
                      <a:pt x="2381" y="667"/>
                      <a:pt x="2096" y="571"/>
                    </a:cubicBezTo>
                    <a:cubicBezTo>
                      <a:pt x="2000" y="571"/>
                      <a:pt x="1715" y="476"/>
                      <a:pt x="1429" y="571"/>
                    </a:cubicBezTo>
                    <a:lnTo>
                      <a:pt x="286" y="1238"/>
                    </a:lnTo>
                    <a:lnTo>
                      <a:pt x="0" y="1048"/>
                    </a:lnTo>
                    <a:lnTo>
                      <a:pt x="1619" y="9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4" name="Google Shape;1484;p33"/>
              <p:cNvSpPr/>
              <p:nvPr/>
            </p:nvSpPr>
            <p:spPr>
              <a:xfrm>
                <a:off x="3064729" y="5239247"/>
                <a:ext cx="2571" cy="1904"/>
              </a:xfrm>
              <a:custGeom>
                <a:avLst/>
                <a:gdLst/>
                <a:ahLst/>
                <a:cxnLst/>
                <a:rect l="l" t="t" r="r" b="b"/>
                <a:pathLst>
                  <a:path w="2571" h="1904" extrusionOk="0">
                    <a:moveTo>
                      <a:pt x="2286" y="0"/>
                    </a:moveTo>
                    <a:lnTo>
                      <a:pt x="2572" y="190"/>
                    </a:lnTo>
                    <a:lnTo>
                      <a:pt x="571" y="1333"/>
                    </a:lnTo>
                    <a:lnTo>
                      <a:pt x="1524" y="1905"/>
                    </a:lnTo>
                    <a:lnTo>
                      <a:pt x="1238" y="1905"/>
                    </a:lnTo>
                    <a:cubicBezTo>
                      <a:pt x="1238" y="1905"/>
                      <a:pt x="0" y="1333"/>
                      <a:pt x="0" y="1333"/>
                    </a:cubicBezTo>
                    <a:lnTo>
                      <a:pt x="2191" y="9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5" name="Google Shape;1485;p33"/>
              <p:cNvSpPr/>
              <p:nvPr/>
            </p:nvSpPr>
            <p:spPr>
              <a:xfrm>
                <a:off x="3066693" y="5240651"/>
                <a:ext cx="2264" cy="1381"/>
              </a:xfrm>
              <a:custGeom>
                <a:avLst/>
                <a:gdLst/>
                <a:ahLst/>
                <a:cxnLst/>
                <a:rect l="l" t="t" r="r" b="b"/>
                <a:pathLst>
                  <a:path w="2264" h="1381" extrusionOk="0">
                    <a:moveTo>
                      <a:pt x="322" y="214"/>
                    </a:moveTo>
                    <a:cubicBezTo>
                      <a:pt x="894" y="-71"/>
                      <a:pt x="1561" y="-71"/>
                      <a:pt x="1942" y="214"/>
                    </a:cubicBezTo>
                    <a:cubicBezTo>
                      <a:pt x="2323" y="405"/>
                      <a:pt x="2418" y="786"/>
                      <a:pt x="1942" y="1167"/>
                    </a:cubicBezTo>
                    <a:cubicBezTo>
                      <a:pt x="1370" y="1453"/>
                      <a:pt x="704" y="1453"/>
                      <a:pt x="322" y="1167"/>
                    </a:cubicBezTo>
                    <a:cubicBezTo>
                      <a:pt x="-59" y="976"/>
                      <a:pt x="-154" y="595"/>
                      <a:pt x="322" y="214"/>
                    </a:cubicBezTo>
                    <a:close/>
                    <a:moveTo>
                      <a:pt x="1561" y="976"/>
                    </a:moveTo>
                    <a:cubicBezTo>
                      <a:pt x="1561" y="976"/>
                      <a:pt x="1942" y="500"/>
                      <a:pt x="1751" y="310"/>
                    </a:cubicBezTo>
                    <a:cubicBezTo>
                      <a:pt x="1465" y="119"/>
                      <a:pt x="989" y="214"/>
                      <a:pt x="704" y="310"/>
                    </a:cubicBezTo>
                    <a:cubicBezTo>
                      <a:pt x="322" y="500"/>
                      <a:pt x="227" y="786"/>
                      <a:pt x="513" y="976"/>
                    </a:cubicBezTo>
                    <a:cubicBezTo>
                      <a:pt x="799" y="1167"/>
                      <a:pt x="1275" y="1072"/>
                      <a:pt x="1656" y="97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6" name="Google Shape;1486;p33"/>
              <p:cNvSpPr/>
              <p:nvPr/>
            </p:nvSpPr>
            <p:spPr>
              <a:xfrm>
                <a:off x="3068468" y="5241699"/>
                <a:ext cx="2262" cy="1261"/>
              </a:xfrm>
              <a:custGeom>
                <a:avLst/>
                <a:gdLst/>
                <a:ahLst/>
                <a:cxnLst/>
                <a:rect l="l" t="t" r="r" b="b"/>
                <a:pathLst>
                  <a:path w="2262" h="1261" extrusionOk="0">
                    <a:moveTo>
                      <a:pt x="357" y="214"/>
                    </a:moveTo>
                    <a:cubicBezTo>
                      <a:pt x="929" y="-71"/>
                      <a:pt x="1595" y="-71"/>
                      <a:pt x="1976" y="214"/>
                    </a:cubicBezTo>
                    <a:cubicBezTo>
                      <a:pt x="2167" y="309"/>
                      <a:pt x="2262" y="500"/>
                      <a:pt x="2262" y="595"/>
                    </a:cubicBezTo>
                    <a:lnTo>
                      <a:pt x="1976" y="595"/>
                    </a:lnTo>
                    <a:cubicBezTo>
                      <a:pt x="1976" y="595"/>
                      <a:pt x="1976" y="405"/>
                      <a:pt x="1786" y="309"/>
                    </a:cubicBezTo>
                    <a:cubicBezTo>
                      <a:pt x="1500" y="119"/>
                      <a:pt x="1024" y="119"/>
                      <a:pt x="643" y="309"/>
                    </a:cubicBezTo>
                    <a:cubicBezTo>
                      <a:pt x="262" y="500"/>
                      <a:pt x="262" y="786"/>
                      <a:pt x="547" y="976"/>
                    </a:cubicBezTo>
                    <a:cubicBezTo>
                      <a:pt x="738" y="976"/>
                      <a:pt x="929" y="1072"/>
                      <a:pt x="1119" y="1072"/>
                    </a:cubicBezTo>
                    <a:lnTo>
                      <a:pt x="1119" y="1262"/>
                    </a:lnTo>
                    <a:cubicBezTo>
                      <a:pt x="1119" y="1262"/>
                      <a:pt x="547" y="1262"/>
                      <a:pt x="357" y="1072"/>
                    </a:cubicBezTo>
                    <a:cubicBezTo>
                      <a:pt x="-119" y="786"/>
                      <a:pt x="-119" y="405"/>
                      <a:pt x="357" y="1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7" name="Google Shape;1487;p33"/>
              <p:cNvSpPr/>
              <p:nvPr/>
            </p:nvSpPr>
            <p:spPr>
              <a:xfrm>
                <a:off x="3069682" y="5242009"/>
                <a:ext cx="2857" cy="2286"/>
              </a:xfrm>
              <a:custGeom>
                <a:avLst/>
                <a:gdLst/>
                <a:ahLst/>
                <a:cxnLst/>
                <a:rect l="l" t="t" r="r" b="b"/>
                <a:pathLst>
                  <a:path w="2857" h="2286" extrusionOk="0">
                    <a:moveTo>
                      <a:pt x="2381" y="0"/>
                    </a:moveTo>
                    <a:lnTo>
                      <a:pt x="2667" y="191"/>
                    </a:lnTo>
                    <a:lnTo>
                      <a:pt x="1048" y="1143"/>
                    </a:lnTo>
                    <a:lnTo>
                      <a:pt x="1048" y="1143"/>
                    </a:lnTo>
                    <a:cubicBezTo>
                      <a:pt x="1048" y="1143"/>
                      <a:pt x="2572" y="1048"/>
                      <a:pt x="2572" y="1048"/>
                    </a:cubicBezTo>
                    <a:lnTo>
                      <a:pt x="2858" y="1238"/>
                    </a:lnTo>
                    <a:lnTo>
                      <a:pt x="1714" y="1238"/>
                    </a:lnTo>
                    <a:cubicBezTo>
                      <a:pt x="1714" y="1238"/>
                      <a:pt x="1334" y="2286"/>
                      <a:pt x="1334" y="2286"/>
                    </a:cubicBezTo>
                    <a:lnTo>
                      <a:pt x="1048" y="2096"/>
                    </a:lnTo>
                    <a:lnTo>
                      <a:pt x="1334" y="1334"/>
                    </a:lnTo>
                    <a:lnTo>
                      <a:pt x="667" y="1334"/>
                    </a:lnTo>
                    <a:cubicBezTo>
                      <a:pt x="667" y="1334"/>
                      <a:pt x="286" y="1619"/>
                      <a:pt x="286" y="1619"/>
                    </a:cubicBezTo>
                    <a:lnTo>
                      <a:pt x="0" y="1429"/>
                    </a:lnTo>
                    <a:lnTo>
                      <a:pt x="2381"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88" name="Google Shape;1488;p33"/>
            <p:cNvSpPr/>
            <p:nvPr/>
          </p:nvSpPr>
          <p:spPr>
            <a:xfrm>
              <a:off x="7440671" y="2479792"/>
              <a:ext cx="125627" cy="72418"/>
            </a:xfrm>
            <a:custGeom>
              <a:avLst/>
              <a:gdLst/>
              <a:ahLst/>
              <a:cxnLst/>
              <a:rect l="l" t="t" r="r" b="b"/>
              <a:pathLst>
                <a:path w="44862" h="25860" extrusionOk="0">
                  <a:moveTo>
                    <a:pt x="41338" y="15502"/>
                  </a:moveTo>
                  <a:lnTo>
                    <a:pt x="15145" y="357"/>
                  </a:lnTo>
                  <a:cubicBezTo>
                    <a:pt x="14288" y="-119"/>
                    <a:pt x="12763" y="-119"/>
                    <a:pt x="11906" y="357"/>
                  </a:cubicBezTo>
                  <a:lnTo>
                    <a:pt x="3524" y="5215"/>
                  </a:lnTo>
                  <a:lnTo>
                    <a:pt x="0" y="5215"/>
                  </a:lnTo>
                  <a:lnTo>
                    <a:pt x="0" y="7787"/>
                  </a:lnTo>
                  <a:lnTo>
                    <a:pt x="0" y="7787"/>
                  </a:lnTo>
                  <a:cubicBezTo>
                    <a:pt x="0" y="7787"/>
                    <a:pt x="191" y="8453"/>
                    <a:pt x="667" y="8739"/>
                  </a:cubicBezTo>
                  <a:lnTo>
                    <a:pt x="29718" y="25503"/>
                  </a:lnTo>
                  <a:cubicBezTo>
                    <a:pt x="30575" y="25980"/>
                    <a:pt x="32099" y="25980"/>
                    <a:pt x="32957" y="25503"/>
                  </a:cubicBezTo>
                  <a:lnTo>
                    <a:pt x="44196" y="19026"/>
                  </a:lnTo>
                  <a:cubicBezTo>
                    <a:pt x="44196" y="19026"/>
                    <a:pt x="44863" y="18455"/>
                    <a:pt x="44863" y="18074"/>
                  </a:cubicBezTo>
                  <a:lnTo>
                    <a:pt x="44863" y="15502"/>
                  </a:lnTo>
                  <a:lnTo>
                    <a:pt x="41338" y="1550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9" name="Google Shape;1489;p33"/>
            <p:cNvSpPr/>
            <p:nvPr/>
          </p:nvSpPr>
          <p:spPr>
            <a:xfrm>
              <a:off x="7440540" y="2472590"/>
              <a:ext cx="125694" cy="72418"/>
            </a:xfrm>
            <a:custGeom>
              <a:avLst/>
              <a:gdLst/>
              <a:ahLst/>
              <a:cxnLst/>
              <a:rect l="l" t="t" r="r" b="b"/>
              <a:pathLst>
                <a:path w="44886" h="25860" extrusionOk="0">
                  <a:moveTo>
                    <a:pt x="33004" y="25503"/>
                  </a:moveTo>
                  <a:cubicBezTo>
                    <a:pt x="32147" y="25979"/>
                    <a:pt x="30623" y="25979"/>
                    <a:pt x="29766" y="25503"/>
                  </a:cubicBezTo>
                  <a:lnTo>
                    <a:pt x="714" y="8739"/>
                  </a:lnTo>
                  <a:cubicBezTo>
                    <a:pt x="-238" y="8263"/>
                    <a:pt x="-238" y="7406"/>
                    <a:pt x="714" y="6834"/>
                  </a:cubicBezTo>
                  <a:lnTo>
                    <a:pt x="11954" y="357"/>
                  </a:lnTo>
                  <a:cubicBezTo>
                    <a:pt x="12811" y="-119"/>
                    <a:pt x="14335" y="-119"/>
                    <a:pt x="15192" y="357"/>
                  </a:cubicBezTo>
                  <a:lnTo>
                    <a:pt x="44244" y="17121"/>
                  </a:lnTo>
                  <a:cubicBezTo>
                    <a:pt x="45101" y="17597"/>
                    <a:pt x="45101" y="18455"/>
                    <a:pt x="44244" y="19026"/>
                  </a:cubicBezTo>
                  <a:lnTo>
                    <a:pt x="33004" y="2550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90" name="Google Shape;1490;p33"/>
            <p:cNvGrpSpPr/>
            <p:nvPr/>
          </p:nvGrpSpPr>
          <p:grpSpPr>
            <a:xfrm>
              <a:off x="7455608" y="2488796"/>
              <a:ext cx="72998" cy="44543"/>
              <a:chOff x="2965764" y="5182573"/>
              <a:chExt cx="26068" cy="15906"/>
            </a:xfrm>
          </p:grpSpPr>
          <p:sp>
            <p:nvSpPr>
              <p:cNvPr id="1491" name="Google Shape;1491;p33"/>
              <p:cNvSpPr/>
              <p:nvPr/>
            </p:nvSpPr>
            <p:spPr>
              <a:xfrm>
                <a:off x="2965764" y="5182573"/>
                <a:ext cx="5422" cy="3187"/>
              </a:xfrm>
              <a:custGeom>
                <a:avLst/>
                <a:gdLst/>
                <a:ahLst/>
                <a:cxnLst/>
                <a:rect l="l" t="t" r="r" b="b"/>
                <a:pathLst>
                  <a:path w="5422" h="3187" extrusionOk="0">
                    <a:moveTo>
                      <a:pt x="3524" y="0"/>
                    </a:moveTo>
                    <a:lnTo>
                      <a:pt x="4667" y="667"/>
                    </a:lnTo>
                    <a:cubicBezTo>
                      <a:pt x="5429" y="1143"/>
                      <a:pt x="5715" y="1524"/>
                      <a:pt x="5048" y="1905"/>
                    </a:cubicBezTo>
                    <a:cubicBezTo>
                      <a:pt x="4667" y="2096"/>
                      <a:pt x="4191" y="2191"/>
                      <a:pt x="3715" y="2000"/>
                    </a:cubicBezTo>
                    <a:lnTo>
                      <a:pt x="3715" y="2000"/>
                    </a:lnTo>
                    <a:cubicBezTo>
                      <a:pt x="3715" y="2000"/>
                      <a:pt x="4096" y="2667"/>
                      <a:pt x="3620" y="2953"/>
                    </a:cubicBezTo>
                    <a:cubicBezTo>
                      <a:pt x="2858" y="3334"/>
                      <a:pt x="2000" y="3238"/>
                      <a:pt x="1143" y="2762"/>
                    </a:cubicBezTo>
                    <a:lnTo>
                      <a:pt x="0" y="2096"/>
                    </a:lnTo>
                    <a:lnTo>
                      <a:pt x="3715" y="0"/>
                    </a:lnTo>
                    <a:close/>
                    <a:moveTo>
                      <a:pt x="1334" y="2572"/>
                    </a:moveTo>
                    <a:cubicBezTo>
                      <a:pt x="2000" y="2953"/>
                      <a:pt x="2572" y="3048"/>
                      <a:pt x="3048" y="2762"/>
                    </a:cubicBezTo>
                    <a:cubicBezTo>
                      <a:pt x="3524" y="2477"/>
                      <a:pt x="3334" y="2191"/>
                      <a:pt x="2667" y="1810"/>
                    </a:cubicBezTo>
                    <a:lnTo>
                      <a:pt x="2000" y="1429"/>
                    </a:lnTo>
                    <a:lnTo>
                      <a:pt x="571" y="2191"/>
                    </a:lnTo>
                    <a:lnTo>
                      <a:pt x="1238" y="2572"/>
                    </a:lnTo>
                    <a:close/>
                    <a:moveTo>
                      <a:pt x="2953" y="1524"/>
                    </a:moveTo>
                    <a:cubicBezTo>
                      <a:pt x="3620" y="1905"/>
                      <a:pt x="4096" y="1905"/>
                      <a:pt x="4477" y="1714"/>
                    </a:cubicBezTo>
                    <a:cubicBezTo>
                      <a:pt x="4858" y="1429"/>
                      <a:pt x="4763" y="1238"/>
                      <a:pt x="4191" y="857"/>
                    </a:cubicBezTo>
                    <a:lnTo>
                      <a:pt x="3620" y="571"/>
                    </a:lnTo>
                    <a:lnTo>
                      <a:pt x="2381" y="1238"/>
                    </a:lnTo>
                    <a:lnTo>
                      <a:pt x="2953" y="152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2" name="Google Shape;1492;p33"/>
              <p:cNvSpPr/>
              <p:nvPr/>
            </p:nvSpPr>
            <p:spPr>
              <a:xfrm>
                <a:off x="2969027" y="5185144"/>
                <a:ext cx="4105" cy="2476"/>
              </a:xfrm>
              <a:custGeom>
                <a:avLst/>
                <a:gdLst/>
                <a:ahLst/>
                <a:cxnLst/>
                <a:rect l="l" t="t" r="r" b="b"/>
                <a:pathLst>
                  <a:path w="4105" h="2476" extrusionOk="0">
                    <a:moveTo>
                      <a:pt x="357" y="953"/>
                    </a:moveTo>
                    <a:cubicBezTo>
                      <a:pt x="929" y="571"/>
                      <a:pt x="1786" y="762"/>
                      <a:pt x="3119" y="1334"/>
                    </a:cubicBezTo>
                    <a:cubicBezTo>
                      <a:pt x="3501" y="1143"/>
                      <a:pt x="3691" y="857"/>
                      <a:pt x="3215" y="571"/>
                    </a:cubicBezTo>
                    <a:cubicBezTo>
                      <a:pt x="2929" y="381"/>
                      <a:pt x="2453" y="286"/>
                      <a:pt x="2072" y="286"/>
                    </a:cubicBezTo>
                    <a:lnTo>
                      <a:pt x="2262" y="0"/>
                    </a:lnTo>
                    <a:cubicBezTo>
                      <a:pt x="2262" y="0"/>
                      <a:pt x="3215" y="191"/>
                      <a:pt x="3691" y="381"/>
                    </a:cubicBezTo>
                    <a:cubicBezTo>
                      <a:pt x="4358" y="762"/>
                      <a:pt x="4167" y="1143"/>
                      <a:pt x="3501" y="1524"/>
                    </a:cubicBezTo>
                    <a:lnTo>
                      <a:pt x="1786" y="2477"/>
                    </a:lnTo>
                    <a:lnTo>
                      <a:pt x="1405" y="2286"/>
                    </a:lnTo>
                    <a:lnTo>
                      <a:pt x="1691" y="2096"/>
                    </a:lnTo>
                    <a:lnTo>
                      <a:pt x="1691" y="2096"/>
                    </a:lnTo>
                    <a:cubicBezTo>
                      <a:pt x="1214" y="2096"/>
                      <a:pt x="738" y="2096"/>
                      <a:pt x="357" y="1810"/>
                    </a:cubicBezTo>
                    <a:cubicBezTo>
                      <a:pt x="-119" y="1524"/>
                      <a:pt x="-119" y="1143"/>
                      <a:pt x="357" y="953"/>
                    </a:cubicBezTo>
                    <a:close/>
                    <a:moveTo>
                      <a:pt x="1976" y="1905"/>
                    </a:moveTo>
                    <a:lnTo>
                      <a:pt x="2738" y="1429"/>
                    </a:lnTo>
                    <a:cubicBezTo>
                      <a:pt x="1691" y="953"/>
                      <a:pt x="1119" y="953"/>
                      <a:pt x="834" y="1143"/>
                    </a:cubicBezTo>
                    <a:cubicBezTo>
                      <a:pt x="548" y="1334"/>
                      <a:pt x="643" y="1524"/>
                      <a:pt x="834" y="1619"/>
                    </a:cubicBezTo>
                    <a:cubicBezTo>
                      <a:pt x="1119" y="1810"/>
                      <a:pt x="1405" y="1810"/>
                      <a:pt x="1976" y="181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3" name="Google Shape;1493;p33"/>
              <p:cNvSpPr/>
              <p:nvPr/>
            </p:nvSpPr>
            <p:spPr>
              <a:xfrm>
                <a:off x="2972157" y="5186883"/>
                <a:ext cx="3893" cy="2262"/>
              </a:xfrm>
              <a:custGeom>
                <a:avLst/>
                <a:gdLst/>
                <a:ahLst/>
                <a:cxnLst/>
                <a:rect l="l" t="t" r="r" b="b"/>
                <a:pathLst>
                  <a:path w="3893" h="2262" extrusionOk="0">
                    <a:moveTo>
                      <a:pt x="655" y="357"/>
                    </a:moveTo>
                    <a:cubicBezTo>
                      <a:pt x="1608" y="-119"/>
                      <a:pt x="2656" y="-119"/>
                      <a:pt x="3417" y="357"/>
                    </a:cubicBezTo>
                    <a:cubicBezTo>
                      <a:pt x="3798" y="548"/>
                      <a:pt x="3894" y="834"/>
                      <a:pt x="3894" y="1024"/>
                    </a:cubicBezTo>
                    <a:lnTo>
                      <a:pt x="3322" y="1024"/>
                    </a:lnTo>
                    <a:cubicBezTo>
                      <a:pt x="3322" y="1024"/>
                      <a:pt x="3322" y="738"/>
                      <a:pt x="3037" y="643"/>
                    </a:cubicBezTo>
                    <a:cubicBezTo>
                      <a:pt x="2560" y="357"/>
                      <a:pt x="1798" y="357"/>
                      <a:pt x="1131" y="738"/>
                    </a:cubicBezTo>
                    <a:cubicBezTo>
                      <a:pt x="465" y="1119"/>
                      <a:pt x="465" y="1500"/>
                      <a:pt x="941" y="1786"/>
                    </a:cubicBezTo>
                    <a:cubicBezTo>
                      <a:pt x="1227" y="1976"/>
                      <a:pt x="1513" y="1976"/>
                      <a:pt x="1893" y="1976"/>
                    </a:cubicBezTo>
                    <a:lnTo>
                      <a:pt x="1893" y="2262"/>
                    </a:lnTo>
                    <a:cubicBezTo>
                      <a:pt x="1322" y="2262"/>
                      <a:pt x="941" y="2167"/>
                      <a:pt x="560" y="1976"/>
                    </a:cubicBezTo>
                    <a:cubicBezTo>
                      <a:pt x="-202" y="1595"/>
                      <a:pt x="-202" y="929"/>
                      <a:pt x="655" y="35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4" name="Google Shape;1494;p33"/>
              <p:cNvSpPr/>
              <p:nvPr/>
            </p:nvSpPr>
            <p:spPr>
              <a:xfrm>
                <a:off x="2974146" y="5187335"/>
                <a:ext cx="4953" cy="3619"/>
              </a:xfrm>
              <a:custGeom>
                <a:avLst/>
                <a:gdLst/>
                <a:ahLst/>
                <a:cxnLst/>
                <a:rect l="l" t="t" r="r" b="b"/>
                <a:pathLst>
                  <a:path w="4953" h="3619" extrusionOk="0">
                    <a:moveTo>
                      <a:pt x="4096" y="0"/>
                    </a:moveTo>
                    <a:lnTo>
                      <a:pt x="4572" y="286"/>
                    </a:lnTo>
                    <a:lnTo>
                      <a:pt x="1905" y="1810"/>
                    </a:lnTo>
                    <a:lnTo>
                      <a:pt x="1905" y="1810"/>
                    </a:lnTo>
                    <a:cubicBezTo>
                      <a:pt x="1905" y="1810"/>
                      <a:pt x="4477" y="1714"/>
                      <a:pt x="4477" y="1714"/>
                    </a:cubicBezTo>
                    <a:lnTo>
                      <a:pt x="4953" y="2000"/>
                    </a:lnTo>
                    <a:lnTo>
                      <a:pt x="2953" y="2000"/>
                    </a:lnTo>
                    <a:cubicBezTo>
                      <a:pt x="2953" y="2000"/>
                      <a:pt x="2381" y="3620"/>
                      <a:pt x="2381" y="3620"/>
                    </a:cubicBezTo>
                    <a:lnTo>
                      <a:pt x="1905" y="3334"/>
                    </a:lnTo>
                    <a:lnTo>
                      <a:pt x="2381" y="2096"/>
                    </a:lnTo>
                    <a:lnTo>
                      <a:pt x="1238" y="2096"/>
                    </a:lnTo>
                    <a:cubicBezTo>
                      <a:pt x="1238" y="2096"/>
                      <a:pt x="476" y="2572"/>
                      <a:pt x="476" y="2572"/>
                    </a:cubicBezTo>
                    <a:lnTo>
                      <a:pt x="0" y="2286"/>
                    </a:lnTo>
                    <a:lnTo>
                      <a:pt x="4001"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5" name="Google Shape;1495;p33"/>
              <p:cNvSpPr/>
              <p:nvPr/>
            </p:nvSpPr>
            <p:spPr>
              <a:xfrm>
                <a:off x="2977004" y="5189598"/>
                <a:ext cx="4190" cy="2227"/>
              </a:xfrm>
              <a:custGeom>
                <a:avLst/>
                <a:gdLst/>
                <a:ahLst/>
                <a:cxnLst/>
                <a:rect l="l" t="t" r="r" b="b"/>
                <a:pathLst>
                  <a:path w="4190" h="2227" extrusionOk="0">
                    <a:moveTo>
                      <a:pt x="0" y="1262"/>
                    </a:moveTo>
                    <a:lnTo>
                      <a:pt x="571" y="1262"/>
                    </a:lnTo>
                    <a:cubicBezTo>
                      <a:pt x="571" y="1262"/>
                      <a:pt x="762" y="1738"/>
                      <a:pt x="1048" y="1833"/>
                    </a:cubicBezTo>
                    <a:cubicBezTo>
                      <a:pt x="1429" y="2024"/>
                      <a:pt x="1809" y="2024"/>
                      <a:pt x="2000" y="1833"/>
                    </a:cubicBezTo>
                    <a:cubicBezTo>
                      <a:pt x="2286" y="1738"/>
                      <a:pt x="2000" y="1453"/>
                      <a:pt x="1905" y="1167"/>
                    </a:cubicBezTo>
                    <a:cubicBezTo>
                      <a:pt x="1619" y="881"/>
                      <a:pt x="1429" y="500"/>
                      <a:pt x="1905" y="214"/>
                    </a:cubicBezTo>
                    <a:cubicBezTo>
                      <a:pt x="2286" y="-71"/>
                      <a:pt x="3048" y="-71"/>
                      <a:pt x="3619" y="214"/>
                    </a:cubicBezTo>
                    <a:cubicBezTo>
                      <a:pt x="4000" y="405"/>
                      <a:pt x="4096" y="690"/>
                      <a:pt x="4191" y="881"/>
                    </a:cubicBezTo>
                    <a:lnTo>
                      <a:pt x="3715" y="881"/>
                    </a:lnTo>
                    <a:cubicBezTo>
                      <a:pt x="3715" y="881"/>
                      <a:pt x="3524" y="595"/>
                      <a:pt x="3334" y="405"/>
                    </a:cubicBezTo>
                    <a:cubicBezTo>
                      <a:pt x="2953" y="214"/>
                      <a:pt x="2667" y="214"/>
                      <a:pt x="2476" y="405"/>
                    </a:cubicBezTo>
                    <a:cubicBezTo>
                      <a:pt x="2191" y="595"/>
                      <a:pt x="2476" y="786"/>
                      <a:pt x="2572" y="1072"/>
                    </a:cubicBezTo>
                    <a:cubicBezTo>
                      <a:pt x="2857" y="1357"/>
                      <a:pt x="3048" y="1738"/>
                      <a:pt x="2572" y="2024"/>
                    </a:cubicBezTo>
                    <a:cubicBezTo>
                      <a:pt x="2096" y="2310"/>
                      <a:pt x="1429" y="2310"/>
                      <a:pt x="762" y="1929"/>
                    </a:cubicBezTo>
                    <a:cubicBezTo>
                      <a:pt x="381" y="1738"/>
                      <a:pt x="190" y="1357"/>
                      <a:pt x="95" y="116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6" name="Google Shape;1496;p33"/>
              <p:cNvSpPr/>
              <p:nvPr/>
            </p:nvSpPr>
            <p:spPr>
              <a:xfrm>
                <a:off x="2978051" y="5191050"/>
                <a:ext cx="5771" cy="2571"/>
              </a:xfrm>
              <a:custGeom>
                <a:avLst/>
                <a:gdLst/>
                <a:ahLst/>
                <a:cxnLst/>
                <a:rect l="l" t="t" r="r" b="b"/>
                <a:pathLst>
                  <a:path w="5771" h="2571" extrusionOk="0">
                    <a:moveTo>
                      <a:pt x="4001" y="0"/>
                    </a:moveTo>
                    <a:lnTo>
                      <a:pt x="4381" y="190"/>
                    </a:lnTo>
                    <a:lnTo>
                      <a:pt x="4096" y="381"/>
                    </a:lnTo>
                    <a:lnTo>
                      <a:pt x="4096" y="381"/>
                    </a:lnTo>
                    <a:cubicBezTo>
                      <a:pt x="4096" y="381"/>
                      <a:pt x="5048" y="476"/>
                      <a:pt x="5334" y="667"/>
                    </a:cubicBezTo>
                    <a:cubicBezTo>
                      <a:pt x="6001" y="1048"/>
                      <a:pt x="5905" y="1619"/>
                      <a:pt x="5048" y="2095"/>
                    </a:cubicBezTo>
                    <a:cubicBezTo>
                      <a:pt x="4096" y="2667"/>
                      <a:pt x="3048" y="2667"/>
                      <a:pt x="2381" y="2286"/>
                    </a:cubicBezTo>
                    <a:cubicBezTo>
                      <a:pt x="2096" y="2095"/>
                      <a:pt x="2000" y="1905"/>
                      <a:pt x="1905" y="1714"/>
                    </a:cubicBezTo>
                    <a:lnTo>
                      <a:pt x="1429" y="2000"/>
                    </a:lnTo>
                    <a:lnTo>
                      <a:pt x="476" y="2572"/>
                    </a:lnTo>
                    <a:lnTo>
                      <a:pt x="0" y="2286"/>
                    </a:lnTo>
                    <a:lnTo>
                      <a:pt x="3905" y="0"/>
                    </a:lnTo>
                    <a:close/>
                    <a:moveTo>
                      <a:pt x="4572" y="1905"/>
                    </a:moveTo>
                    <a:cubicBezTo>
                      <a:pt x="5144" y="1524"/>
                      <a:pt x="5334" y="1238"/>
                      <a:pt x="4858" y="857"/>
                    </a:cubicBezTo>
                    <a:cubicBezTo>
                      <a:pt x="4572" y="762"/>
                      <a:pt x="4286" y="667"/>
                      <a:pt x="3715" y="667"/>
                    </a:cubicBezTo>
                    <a:lnTo>
                      <a:pt x="2286" y="1524"/>
                    </a:lnTo>
                    <a:cubicBezTo>
                      <a:pt x="2286" y="1524"/>
                      <a:pt x="2477" y="2000"/>
                      <a:pt x="2667" y="2095"/>
                    </a:cubicBezTo>
                    <a:cubicBezTo>
                      <a:pt x="3143" y="2381"/>
                      <a:pt x="3905" y="2286"/>
                      <a:pt x="4572" y="190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7" name="Google Shape;1497;p33"/>
              <p:cNvSpPr/>
              <p:nvPr/>
            </p:nvSpPr>
            <p:spPr>
              <a:xfrm>
                <a:off x="2982457" y="5192860"/>
                <a:ext cx="4105" cy="2476"/>
              </a:xfrm>
              <a:custGeom>
                <a:avLst/>
                <a:gdLst/>
                <a:ahLst/>
                <a:cxnLst/>
                <a:rect l="l" t="t" r="r" b="b"/>
                <a:pathLst>
                  <a:path w="4105" h="2476" extrusionOk="0">
                    <a:moveTo>
                      <a:pt x="452" y="953"/>
                    </a:moveTo>
                    <a:cubicBezTo>
                      <a:pt x="1024" y="667"/>
                      <a:pt x="1881" y="762"/>
                      <a:pt x="3214" y="1334"/>
                    </a:cubicBezTo>
                    <a:cubicBezTo>
                      <a:pt x="3596" y="1143"/>
                      <a:pt x="3786" y="858"/>
                      <a:pt x="3310" y="572"/>
                    </a:cubicBezTo>
                    <a:cubicBezTo>
                      <a:pt x="3024" y="381"/>
                      <a:pt x="2548" y="286"/>
                      <a:pt x="2167" y="286"/>
                    </a:cubicBezTo>
                    <a:lnTo>
                      <a:pt x="2167" y="0"/>
                    </a:lnTo>
                    <a:cubicBezTo>
                      <a:pt x="2738" y="0"/>
                      <a:pt x="3310" y="95"/>
                      <a:pt x="3691" y="381"/>
                    </a:cubicBezTo>
                    <a:cubicBezTo>
                      <a:pt x="4358" y="762"/>
                      <a:pt x="4167" y="1143"/>
                      <a:pt x="3500" y="1524"/>
                    </a:cubicBezTo>
                    <a:lnTo>
                      <a:pt x="1786" y="2477"/>
                    </a:lnTo>
                    <a:lnTo>
                      <a:pt x="1405" y="2286"/>
                    </a:lnTo>
                    <a:lnTo>
                      <a:pt x="1691" y="2096"/>
                    </a:lnTo>
                    <a:lnTo>
                      <a:pt x="1691" y="2096"/>
                    </a:lnTo>
                    <a:cubicBezTo>
                      <a:pt x="1214" y="2096"/>
                      <a:pt x="738" y="2096"/>
                      <a:pt x="357" y="1810"/>
                    </a:cubicBezTo>
                    <a:cubicBezTo>
                      <a:pt x="-119" y="1524"/>
                      <a:pt x="-119" y="1143"/>
                      <a:pt x="357" y="858"/>
                    </a:cubicBezTo>
                    <a:close/>
                    <a:moveTo>
                      <a:pt x="2072" y="2000"/>
                    </a:moveTo>
                    <a:lnTo>
                      <a:pt x="2834" y="1524"/>
                    </a:lnTo>
                    <a:cubicBezTo>
                      <a:pt x="1786" y="1048"/>
                      <a:pt x="1214" y="953"/>
                      <a:pt x="929" y="1238"/>
                    </a:cubicBezTo>
                    <a:cubicBezTo>
                      <a:pt x="643" y="1429"/>
                      <a:pt x="738" y="1619"/>
                      <a:pt x="929" y="1810"/>
                    </a:cubicBezTo>
                    <a:cubicBezTo>
                      <a:pt x="1214" y="2000"/>
                      <a:pt x="1500" y="2000"/>
                      <a:pt x="2072" y="200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8" name="Google Shape;1498;p33"/>
              <p:cNvSpPr/>
              <p:nvPr/>
            </p:nvSpPr>
            <p:spPr>
              <a:xfrm>
                <a:off x="2985693" y="5194693"/>
                <a:ext cx="3883" cy="2357"/>
              </a:xfrm>
              <a:custGeom>
                <a:avLst/>
                <a:gdLst/>
                <a:ahLst/>
                <a:cxnLst/>
                <a:rect l="l" t="t" r="r" b="b"/>
                <a:pathLst>
                  <a:path w="3883" h="2357" extrusionOk="0">
                    <a:moveTo>
                      <a:pt x="645" y="357"/>
                    </a:moveTo>
                    <a:cubicBezTo>
                      <a:pt x="1502" y="-119"/>
                      <a:pt x="2645" y="-119"/>
                      <a:pt x="3407" y="357"/>
                    </a:cubicBezTo>
                    <a:cubicBezTo>
                      <a:pt x="3788" y="547"/>
                      <a:pt x="3883" y="833"/>
                      <a:pt x="3883" y="1024"/>
                    </a:cubicBezTo>
                    <a:lnTo>
                      <a:pt x="3312" y="1024"/>
                    </a:lnTo>
                    <a:cubicBezTo>
                      <a:pt x="3312" y="1024"/>
                      <a:pt x="3312" y="738"/>
                      <a:pt x="3026" y="643"/>
                    </a:cubicBezTo>
                    <a:cubicBezTo>
                      <a:pt x="2550" y="357"/>
                      <a:pt x="1788" y="357"/>
                      <a:pt x="1121" y="738"/>
                    </a:cubicBezTo>
                    <a:cubicBezTo>
                      <a:pt x="454" y="1119"/>
                      <a:pt x="359" y="1500"/>
                      <a:pt x="931" y="1881"/>
                    </a:cubicBezTo>
                    <a:cubicBezTo>
                      <a:pt x="1216" y="2072"/>
                      <a:pt x="1502" y="2072"/>
                      <a:pt x="1883" y="2072"/>
                    </a:cubicBezTo>
                    <a:lnTo>
                      <a:pt x="1883" y="2357"/>
                    </a:lnTo>
                    <a:cubicBezTo>
                      <a:pt x="1312" y="2357"/>
                      <a:pt x="836" y="2262"/>
                      <a:pt x="550" y="2072"/>
                    </a:cubicBezTo>
                    <a:cubicBezTo>
                      <a:pt x="-212" y="1691"/>
                      <a:pt x="-212" y="1024"/>
                      <a:pt x="740" y="54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9" name="Google Shape;1499;p33"/>
              <p:cNvSpPr/>
              <p:nvPr/>
            </p:nvSpPr>
            <p:spPr>
              <a:xfrm>
                <a:off x="2988064" y="5196109"/>
                <a:ext cx="3768" cy="2370"/>
              </a:xfrm>
              <a:custGeom>
                <a:avLst/>
                <a:gdLst/>
                <a:ahLst/>
                <a:cxnLst/>
                <a:rect l="l" t="t" r="r" b="b"/>
                <a:pathLst>
                  <a:path w="3768" h="2370" extrusionOk="0">
                    <a:moveTo>
                      <a:pt x="655" y="370"/>
                    </a:moveTo>
                    <a:cubicBezTo>
                      <a:pt x="1608" y="-106"/>
                      <a:pt x="2751" y="-106"/>
                      <a:pt x="3322" y="275"/>
                    </a:cubicBezTo>
                    <a:cubicBezTo>
                      <a:pt x="3989" y="656"/>
                      <a:pt x="3894" y="1227"/>
                      <a:pt x="3132" y="1608"/>
                    </a:cubicBezTo>
                    <a:cubicBezTo>
                      <a:pt x="3132" y="1608"/>
                      <a:pt x="2942" y="1704"/>
                      <a:pt x="2846" y="1799"/>
                    </a:cubicBezTo>
                    <a:lnTo>
                      <a:pt x="1036" y="751"/>
                    </a:lnTo>
                    <a:cubicBezTo>
                      <a:pt x="465" y="1132"/>
                      <a:pt x="465" y="1513"/>
                      <a:pt x="1036" y="1799"/>
                    </a:cubicBezTo>
                    <a:cubicBezTo>
                      <a:pt x="1322" y="1989"/>
                      <a:pt x="1608" y="1989"/>
                      <a:pt x="1894" y="2085"/>
                    </a:cubicBezTo>
                    <a:lnTo>
                      <a:pt x="1894" y="2370"/>
                    </a:lnTo>
                    <a:cubicBezTo>
                      <a:pt x="1417" y="2370"/>
                      <a:pt x="941" y="2180"/>
                      <a:pt x="560" y="1989"/>
                    </a:cubicBezTo>
                    <a:cubicBezTo>
                      <a:pt x="-202" y="1608"/>
                      <a:pt x="-202" y="941"/>
                      <a:pt x="655" y="370"/>
                    </a:cubicBezTo>
                    <a:close/>
                    <a:moveTo>
                      <a:pt x="2846" y="1323"/>
                    </a:moveTo>
                    <a:cubicBezTo>
                      <a:pt x="3418" y="941"/>
                      <a:pt x="3418" y="656"/>
                      <a:pt x="3037" y="465"/>
                    </a:cubicBezTo>
                    <a:cubicBezTo>
                      <a:pt x="2655" y="275"/>
                      <a:pt x="1989" y="180"/>
                      <a:pt x="1417" y="465"/>
                    </a:cubicBezTo>
                    <a:lnTo>
                      <a:pt x="2846" y="132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00" name="Google Shape;1500;p33"/>
            <p:cNvSpPr/>
            <p:nvPr/>
          </p:nvSpPr>
          <p:spPr>
            <a:xfrm>
              <a:off x="6653555" y="2199251"/>
              <a:ext cx="145898" cy="84555"/>
            </a:xfrm>
            <a:custGeom>
              <a:avLst/>
              <a:gdLst/>
              <a:ahLst/>
              <a:cxnLst/>
              <a:rect l="l" t="t" r="r" b="b"/>
              <a:pathLst>
                <a:path w="52101" h="30194" extrusionOk="0">
                  <a:moveTo>
                    <a:pt x="48768" y="19860"/>
                  </a:moveTo>
                  <a:lnTo>
                    <a:pt x="15145" y="429"/>
                  </a:lnTo>
                  <a:cubicBezTo>
                    <a:pt x="14288" y="-143"/>
                    <a:pt x="12763" y="-143"/>
                    <a:pt x="11906" y="429"/>
                  </a:cubicBezTo>
                  <a:lnTo>
                    <a:pt x="2858" y="5667"/>
                  </a:lnTo>
                  <a:lnTo>
                    <a:pt x="2858" y="5286"/>
                  </a:lnTo>
                  <a:lnTo>
                    <a:pt x="0" y="5286"/>
                  </a:lnTo>
                  <a:lnTo>
                    <a:pt x="0" y="7858"/>
                  </a:lnTo>
                  <a:lnTo>
                    <a:pt x="0" y="7858"/>
                  </a:lnTo>
                  <a:cubicBezTo>
                    <a:pt x="0" y="7858"/>
                    <a:pt x="191" y="8525"/>
                    <a:pt x="667" y="8811"/>
                  </a:cubicBezTo>
                  <a:lnTo>
                    <a:pt x="36957" y="29765"/>
                  </a:lnTo>
                  <a:cubicBezTo>
                    <a:pt x="37814" y="30337"/>
                    <a:pt x="39338" y="30337"/>
                    <a:pt x="40196" y="29765"/>
                  </a:cubicBezTo>
                  <a:lnTo>
                    <a:pt x="51435" y="23289"/>
                  </a:lnTo>
                  <a:cubicBezTo>
                    <a:pt x="51435" y="23289"/>
                    <a:pt x="52102" y="22622"/>
                    <a:pt x="52102" y="22241"/>
                  </a:cubicBezTo>
                  <a:lnTo>
                    <a:pt x="52102" y="19860"/>
                  </a:lnTo>
                  <a:lnTo>
                    <a:pt x="48768" y="1986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1" name="Google Shape;1501;p33"/>
            <p:cNvSpPr/>
            <p:nvPr/>
          </p:nvSpPr>
          <p:spPr>
            <a:xfrm>
              <a:off x="6653622" y="2191981"/>
              <a:ext cx="145767" cy="84155"/>
            </a:xfrm>
            <a:custGeom>
              <a:avLst/>
              <a:gdLst/>
              <a:ahLst/>
              <a:cxnLst/>
              <a:rect l="l" t="t" r="r" b="b"/>
              <a:pathLst>
                <a:path w="52054" h="30051" extrusionOk="0">
                  <a:moveTo>
                    <a:pt x="40172" y="29694"/>
                  </a:moveTo>
                  <a:cubicBezTo>
                    <a:pt x="39314" y="30171"/>
                    <a:pt x="37790" y="30171"/>
                    <a:pt x="36933" y="29694"/>
                  </a:cubicBezTo>
                  <a:lnTo>
                    <a:pt x="643" y="8739"/>
                  </a:lnTo>
                  <a:cubicBezTo>
                    <a:pt x="-214" y="8168"/>
                    <a:pt x="-214" y="7406"/>
                    <a:pt x="643" y="6834"/>
                  </a:cubicBezTo>
                  <a:lnTo>
                    <a:pt x="11882" y="357"/>
                  </a:lnTo>
                  <a:cubicBezTo>
                    <a:pt x="12740" y="-119"/>
                    <a:pt x="14264" y="-119"/>
                    <a:pt x="15121" y="357"/>
                  </a:cubicBezTo>
                  <a:lnTo>
                    <a:pt x="51411" y="21312"/>
                  </a:lnTo>
                  <a:cubicBezTo>
                    <a:pt x="52269" y="21884"/>
                    <a:pt x="52269" y="22646"/>
                    <a:pt x="51411" y="23217"/>
                  </a:cubicBezTo>
                  <a:lnTo>
                    <a:pt x="40172" y="2969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02" name="Google Shape;1502;p33"/>
            <p:cNvGrpSpPr/>
            <p:nvPr/>
          </p:nvGrpSpPr>
          <p:grpSpPr>
            <a:xfrm>
              <a:off x="6669561" y="2209615"/>
              <a:ext cx="35740" cy="22308"/>
              <a:chOff x="2685063" y="5082880"/>
              <a:chExt cx="12763" cy="7966"/>
            </a:xfrm>
          </p:grpSpPr>
          <p:sp>
            <p:nvSpPr>
              <p:cNvPr id="1503" name="Google Shape;1503;p33"/>
              <p:cNvSpPr/>
              <p:nvPr/>
            </p:nvSpPr>
            <p:spPr>
              <a:xfrm>
                <a:off x="2685063" y="5082880"/>
                <a:ext cx="5238" cy="2875"/>
              </a:xfrm>
              <a:custGeom>
                <a:avLst/>
                <a:gdLst/>
                <a:ahLst/>
                <a:cxnLst/>
                <a:rect l="l" t="t" r="r" b="b"/>
                <a:pathLst>
                  <a:path w="5238" h="2875" extrusionOk="0">
                    <a:moveTo>
                      <a:pt x="0" y="1585"/>
                    </a:moveTo>
                    <a:lnTo>
                      <a:pt x="667" y="1585"/>
                    </a:lnTo>
                    <a:cubicBezTo>
                      <a:pt x="667" y="1585"/>
                      <a:pt x="857" y="2156"/>
                      <a:pt x="1238" y="2442"/>
                    </a:cubicBezTo>
                    <a:cubicBezTo>
                      <a:pt x="1714" y="2728"/>
                      <a:pt x="2286" y="2728"/>
                      <a:pt x="2572" y="2442"/>
                    </a:cubicBezTo>
                    <a:cubicBezTo>
                      <a:pt x="2953" y="2251"/>
                      <a:pt x="2762" y="1966"/>
                      <a:pt x="2572" y="1680"/>
                    </a:cubicBezTo>
                    <a:lnTo>
                      <a:pt x="2286" y="1204"/>
                    </a:lnTo>
                    <a:cubicBezTo>
                      <a:pt x="2286" y="1204"/>
                      <a:pt x="1905" y="537"/>
                      <a:pt x="2476" y="251"/>
                    </a:cubicBezTo>
                    <a:cubicBezTo>
                      <a:pt x="3048" y="-130"/>
                      <a:pt x="4000" y="-34"/>
                      <a:pt x="4572" y="251"/>
                    </a:cubicBezTo>
                    <a:cubicBezTo>
                      <a:pt x="5048" y="537"/>
                      <a:pt x="5239" y="823"/>
                      <a:pt x="5239" y="1109"/>
                    </a:cubicBezTo>
                    <a:lnTo>
                      <a:pt x="4667" y="1109"/>
                    </a:lnTo>
                    <a:cubicBezTo>
                      <a:pt x="4667" y="1109"/>
                      <a:pt x="4477" y="632"/>
                      <a:pt x="4191" y="442"/>
                    </a:cubicBezTo>
                    <a:cubicBezTo>
                      <a:pt x="3810" y="156"/>
                      <a:pt x="3334" y="156"/>
                      <a:pt x="2953" y="442"/>
                    </a:cubicBezTo>
                    <a:cubicBezTo>
                      <a:pt x="2572" y="632"/>
                      <a:pt x="2762" y="918"/>
                      <a:pt x="2953" y="1109"/>
                    </a:cubicBezTo>
                    <a:lnTo>
                      <a:pt x="3238" y="1585"/>
                    </a:lnTo>
                    <a:cubicBezTo>
                      <a:pt x="3238" y="1585"/>
                      <a:pt x="3524" y="2251"/>
                      <a:pt x="3048" y="2633"/>
                    </a:cubicBezTo>
                    <a:cubicBezTo>
                      <a:pt x="2476" y="3014"/>
                      <a:pt x="1524" y="2918"/>
                      <a:pt x="762" y="2537"/>
                    </a:cubicBezTo>
                    <a:cubicBezTo>
                      <a:pt x="190" y="2251"/>
                      <a:pt x="0" y="1871"/>
                      <a:pt x="0" y="149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4" name="Google Shape;1504;p33"/>
              <p:cNvSpPr/>
              <p:nvPr/>
            </p:nvSpPr>
            <p:spPr>
              <a:xfrm>
                <a:off x="2687825" y="5084275"/>
                <a:ext cx="4566" cy="3714"/>
              </a:xfrm>
              <a:custGeom>
                <a:avLst/>
                <a:gdLst/>
                <a:ahLst/>
                <a:cxnLst/>
                <a:rect l="l" t="t" r="r" b="b"/>
                <a:pathLst>
                  <a:path w="4566" h="3714" extrusionOk="0">
                    <a:moveTo>
                      <a:pt x="4000" y="0"/>
                    </a:moveTo>
                    <a:lnTo>
                      <a:pt x="4477" y="286"/>
                    </a:lnTo>
                    <a:lnTo>
                      <a:pt x="3429" y="953"/>
                    </a:lnTo>
                    <a:lnTo>
                      <a:pt x="2858" y="1238"/>
                    </a:lnTo>
                    <a:cubicBezTo>
                      <a:pt x="3334" y="1238"/>
                      <a:pt x="3810" y="1238"/>
                      <a:pt x="4191" y="1524"/>
                    </a:cubicBezTo>
                    <a:cubicBezTo>
                      <a:pt x="4763" y="1810"/>
                      <a:pt x="4667" y="2191"/>
                      <a:pt x="4000" y="2667"/>
                    </a:cubicBezTo>
                    <a:lnTo>
                      <a:pt x="2286" y="3715"/>
                    </a:lnTo>
                    <a:lnTo>
                      <a:pt x="1810" y="3429"/>
                    </a:lnTo>
                    <a:lnTo>
                      <a:pt x="3429" y="2477"/>
                    </a:lnTo>
                    <a:cubicBezTo>
                      <a:pt x="4000" y="2191"/>
                      <a:pt x="4000" y="2000"/>
                      <a:pt x="3620" y="1714"/>
                    </a:cubicBezTo>
                    <a:cubicBezTo>
                      <a:pt x="3334" y="1524"/>
                      <a:pt x="3048" y="1524"/>
                      <a:pt x="2477" y="1524"/>
                    </a:cubicBezTo>
                    <a:lnTo>
                      <a:pt x="476" y="2667"/>
                    </a:lnTo>
                    <a:lnTo>
                      <a:pt x="0" y="2381"/>
                    </a:lnTo>
                    <a:lnTo>
                      <a:pt x="4000" y="9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5" name="Google Shape;1505;p33"/>
              <p:cNvSpPr/>
              <p:nvPr/>
            </p:nvSpPr>
            <p:spPr>
              <a:xfrm>
                <a:off x="2690873" y="5086180"/>
                <a:ext cx="4333" cy="2381"/>
              </a:xfrm>
              <a:custGeom>
                <a:avLst/>
                <a:gdLst/>
                <a:ahLst/>
                <a:cxnLst/>
                <a:rect l="l" t="t" r="r" b="b"/>
                <a:pathLst>
                  <a:path w="4333" h="2381" extrusionOk="0">
                    <a:moveTo>
                      <a:pt x="2762" y="571"/>
                    </a:moveTo>
                    <a:lnTo>
                      <a:pt x="3238" y="857"/>
                    </a:lnTo>
                    <a:lnTo>
                      <a:pt x="476" y="2381"/>
                    </a:lnTo>
                    <a:lnTo>
                      <a:pt x="0" y="2096"/>
                    </a:lnTo>
                    <a:lnTo>
                      <a:pt x="2762" y="476"/>
                    </a:lnTo>
                    <a:close/>
                    <a:moveTo>
                      <a:pt x="3524" y="0"/>
                    </a:moveTo>
                    <a:cubicBezTo>
                      <a:pt x="3524" y="0"/>
                      <a:pt x="4000" y="0"/>
                      <a:pt x="4191" y="0"/>
                    </a:cubicBezTo>
                    <a:cubicBezTo>
                      <a:pt x="4381" y="95"/>
                      <a:pt x="4381" y="286"/>
                      <a:pt x="4191" y="381"/>
                    </a:cubicBezTo>
                    <a:cubicBezTo>
                      <a:pt x="4000" y="476"/>
                      <a:pt x="3715" y="381"/>
                      <a:pt x="3524" y="381"/>
                    </a:cubicBezTo>
                    <a:cubicBezTo>
                      <a:pt x="3334" y="286"/>
                      <a:pt x="3334" y="95"/>
                      <a:pt x="3524"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6" name="Google Shape;1506;p33"/>
              <p:cNvSpPr/>
              <p:nvPr/>
            </p:nvSpPr>
            <p:spPr>
              <a:xfrm>
                <a:off x="2692397" y="5087071"/>
                <a:ext cx="5429" cy="3775"/>
              </a:xfrm>
              <a:custGeom>
                <a:avLst/>
                <a:gdLst/>
                <a:ahLst/>
                <a:cxnLst/>
                <a:rect l="l" t="t" r="r" b="b"/>
                <a:pathLst>
                  <a:path w="5429" h="3775" extrusionOk="0">
                    <a:moveTo>
                      <a:pt x="2286" y="727"/>
                    </a:moveTo>
                    <a:lnTo>
                      <a:pt x="1905" y="537"/>
                    </a:lnTo>
                    <a:lnTo>
                      <a:pt x="2286" y="347"/>
                    </a:lnTo>
                    <a:lnTo>
                      <a:pt x="2667" y="537"/>
                    </a:lnTo>
                    <a:lnTo>
                      <a:pt x="3143" y="251"/>
                    </a:lnTo>
                    <a:cubicBezTo>
                      <a:pt x="3715" y="-34"/>
                      <a:pt x="4286" y="-130"/>
                      <a:pt x="4858" y="251"/>
                    </a:cubicBezTo>
                    <a:cubicBezTo>
                      <a:pt x="5048" y="347"/>
                      <a:pt x="5144" y="442"/>
                      <a:pt x="5239" y="537"/>
                    </a:cubicBezTo>
                    <a:lnTo>
                      <a:pt x="4763" y="727"/>
                    </a:lnTo>
                    <a:cubicBezTo>
                      <a:pt x="4763" y="727"/>
                      <a:pt x="4572" y="537"/>
                      <a:pt x="4572" y="537"/>
                    </a:cubicBezTo>
                    <a:cubicBezTo>
                      <a:pt x="4286" y="442"/>
                      <a:pt x="4001" y="442"/>
                      <a:pt x="3620" y="537"/>
                    </a:cubicBezTo>
                    <a:lnTo>
                      <a:pt x="3143" y="823"/>
                    </a:lnTo>
                    <a:lnTo>
                      <a:pt x="4191" y="1394"/>
                    </a:lnTo>
                    <a:lnTo>
                      <a:pt x="5048" y="1013"/>
                    </a:lnTo>
                    <a:lnTo>
                      <a:pt x="5429" y="1204"/>
                    </a:lnTo>
                    <a:lnTo>
                      <a:pt x="4667" y="1680"/>
                    </a:lnTo>
                    <a:lnTo>
                      <a:pt x="5429" y="2156"/>
                    </a:lnTo>
                    <a:lnTo>
                      <a:pt x="5048" y="2347"/>
                    </a:lnTo>
                    <a:lnTo>
                      <a:pt x="4286" y="1966"/>
                    </a:lnTo>
                    <a:lnTo>
                      <a:pt x="2762" y="2823"/>
                    </a:lnTo>
                    <a:cubicBezTo>
                      <a:pt x="2762" y="2823"/>
                      <a:pt x="2381" y="3204"/>
                      <a:pt x="2762" y="3394"/>
                    </a:cubicBezTo>
                    <a:cubicBezTo>
                      <a:pt x="2762" y="3394"/>
                      <a:pt x="3048" y="3394"/>
                      <a:pt x="3143" y="3490"/>
                    </a:cubicBezTo>
                    <a:lnTo>
                      <a:pt x="2858" y="3776"/>
                    </a:lnTo>
                    <a:cubicBezTo>
                      <a:pt x="2858" y="3776"/>
                      <a:pt x="2381" y="3680"/>
                      <a:pt x="2191" y="3585"/>
                    </a:cubicBezTo>
                    <a:cubicBezTo>
                      <a:pt x="1619" y="3299"/>
                      <a:pt x="1810" y="2918"/>
                      <a:pt x="2286" y="2633"/>
                    </a:cubicBezTo>
                    <a:lnTo>
                      <a:pt x="3810" y="1775"/>
                    </a:lnTo>
                    <a:lnTo>
                      <a:pt x="2858" y="1204"/>
                    </a:lnTo>
                    <a:lnTo>
                      <a:pt x="476" y="2537"/>
                    </a:lnTo>
                    <a:lnTo>
                      <a:pt x="0" y="2251"/>
                    </a:lnTo>
                    <a:lnTo>
                      <a:pt x="2381" y="9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07" name="Google Shape;1507;p33"/>
            <p:cNvSpPr/>
            <p:nvPr/>
          </p:nvSpPr>
          <p:spPr>
            <a:xfrm>
              <a:off x="7252362" y="2545409"/>
              <a:ext cx="162703" cy="93757"/>
            </a:xfrm>
            <a:custGeom>
              <a:avLst/>
              <a:gdLst/>
              <a:ahLst/>
              <a:cxnLst/>
              <a:rect l="l" t="t" r="r" b="b"/>
              <a:pathLst>
                <a:path w="58102" h="33480" extrusionOk="0">
                  <a:moveTo>
                    <a:pt x="54769" y="23217"/>
                  </a:moveTo>
                  <a:lnTo>
                    <a:pt x="15145" y="357"/>
                  </a:lnTo>
                  <a:cubicBezTo>
                    <a:pt x="14288" y="-119"/>
                    <a:pt x="12763" y="-119"/>
                    <a:pt x="11906" y="357"/>
                  </a:cubicBezTo>
                  <a:lnTo>
                    <a:pt x="3238" y="5310"/>
                  </a:lnTo>
                  <a:lnTo>
                    <a:pt x="3238" y="5120"/>
                  </a:lnTo>
                  <a:lnTo>
                    <a:pt x="0" y="5120"/>
                  </a:lnTo>
                  <a:lnTo>
                    <a:pt x="0" y="7691"/>
                  </a:lnTo>
                  <a:cubicBezTo>
                    <a:pt x="0" y="7691"/>
                    <a:pt x="191" y="8358"/>
                    <a:pt x="667" y="8644"/>
                  </a:cubicBezTo>
                  <a:lnTo>
                    <a:pt x="43053" y="33123"/>
                  </a:lnTo>
                  <a:cubicBezTo>
                    <a:pt x="43910" y="33599"/>
                    <a:pt x="45434" y="33599"/>
                    <a:pt x="46292" y="33123"/>
                  </a:cubicBezTo>
                  <a:lnTo>
                    <a:pt x="57436" y="26646"/>
                  </a:lnTo>
                  <a:cubicBezTo>
                    <a:pt x="57436" y="26646"/>
                    <a:pt x="58103" y="26075"/>
                    <a:pt x="58103" y="25694"/>
                  </a:cubicBezTo>
                  <a:lnTo>
                    <a:pt x="58103" y="23122"/>
                  </a:lnTo>
                  <a:lnTo>
                    <a:pt x="54673" y="2312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8" name="Google Shape;1508;p33"/>
            <p:cNvSpPr/>
            <p:nvPr/>
          </p:nvSpPr>
          <p:spPr>
            <a:xfrm>
              <a:off x="7252494" y="2537940"/>
              <a:ext cx="162969" cy="94023"/>
            </a:xfrm>
            <a:custGeom>
              <a:avLst/>
              <a:gdLst/>
              <a:ahLst/>
              <a:cxnLst/>
              <a:rect l="l" t="t" r="r" b="b"/>
              <a:pathLst>
                <a:path w="58197" h="33575" extrusionOk="0">
                  <a:moveTo>
                    <a:pt x="46339" y="33218"/>
                  </a:moveTo>
                  <a:cubicBezTo>
                    <a:pt x="45387" y="33695"/>
                    <a:pt x="43958" y="33695"/>
                    <a:pt x="43100" y="33218"/>
                  </a:cubicBezTo>
                  <a:lnTo>
                    <a:pt x="714" y="8739"/>
                  </a:lnTo>
                  <a:cubicBezTo>
                    <a:pt x="-238" y="8263"/>
                    <a:pt x="-238" y="7406"/>
                    <a:pt x="714" y="6834"/>
                  </a:cubicBezTo>
                  <a:lnTo>
                    <a:pt x="11859" y="357"/>
                  </a:lnTo>
                  <a:cubicBezTo>
                    <a:pt x="12716" y="-119"/>
                    <a:pt x="14240" y="-119"/>
                    <a:pt x="15097" y="357"/>
                  </a:cubicBezTo>
                  <a:lnTo>
                    <a:pt x="57483" y="24837"/>
                  </a:lnTo>
                  <a:cubicBezTo>
                    <a:pt x="58436" y="25408"/>
                    <a:pt x="58436" y="26170"/>
                    <a:pt x="57483" y="26741"/>
                  </a:cubicBezTo>
                  <a:lnTo>
                    <a:pt x="46339" y="332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09" name="Google Shape;1509;p33"/>
            <p:cNvGrpSpPr/>
            <p:nvPr/>
          </p:nvGrpSpPr>
          <p:grpSpPr>
            <a:xfrm>
              <a:off x="7272099" y="2557842"/>
              <a:ext cx="34942" cy="21644"/>
              <a:chOff x="2900232" y="5207229"/>
              <a:chExt cx="12478" cy="7729"/>
            </a:xfrm>
          </p:grpSpPr>
          <p:sp>
            <p:nvSpPr>
              <p:cNvPr id="1510" name="Google Shape;1510;p33"/>
              <p:cNvSpPr/>
              <p:nvPr/>
            </p:nvSpPr>
            <p:spPr>
              <a:xfrm>
                <a:off x="2900232" y="5207229"/>
                <a:ext cx="5429" cy="2955"/>
              </a:xfrm>
              <a:custGeom>
                <a:avLst/>
                <a:gdLst/>
                <a:ahLst/>
                <a:cxnLst/>
                <a:rect l="l" t="t" r="r" b="b"/>
                <a:pathLst>
                  <a:path w="5429" h="2955" extrusionOk="0">
                    <a:moveTo>
                      <a:pt x="0" y="1442"/>
                    </a:moveTo>
                    <a:lnTo>
                      <a:pt x="667" y="1442"/>
                    </a:lnTo>
                    <a:cubicBezTo>
                      <a:pt x="667" y="1442"/>
                      <a:pt x="858" y="2013"/>
                      <a:pt x="1238" y="2299"/>
                    </a:cubicBezTo>
                    <a:cubicBezTo>
                      <a:pt x="1715" y="2585"/>
                      <a:pt x="2286" y="2585"/>
                      <a:pt x="2667" y="2299"/>
                    </a:cubicBezTo>
                    <a:cubicBezTo>
                      <a:pt x="3048" y="2109"/>
                      <a:pt x="2858" y="1918"/>
                      <a:pt x="2667" y="1537"/>
                    </a:cubicBezTo>
                    <a:lnTo>
                      <a:pt x="2381" y="1156"/>
                    </a:lnTo>
                    <a:cubicBezTo>
                      <a:pt x="2381" y="1156"/>
                      <a:pt x="2000" y="490"/>
                      <a:pt x="2572" y="204"/>
                    </a:cubicBezTo>
                    <a:cubicBezTo>
                      <a:pt x="3143" y="-82"/>
                      <a:pt x="4096" y="-82"/>
                      <a:pt x="4763" y="299"/>
                    </a:cubicBezTo>
                    <a:cubicBezTo>
                      <a:pt x="5144" y="585"/>
                      <a:pt x="5429" y="870"/>
                      <a:pt x="5429" y="1156"/>
                    </a:cubicBezTo>
                    <a:lnTo>
                      <a:pt x="4858" y="1156"/>
                    </a:lnTo>
                    <a:cubicBezTo>
                      <a:pt x="4858" y="1156"/>
                      <a:pt x="4667" y="680"/>
                      <a:pt x="4382" y="490"/>
                    </a:cubicBezTo>
                    <a:cubicBezTo>
                      <a:pt x="4001" y="299"/>
                      <a:pt x="3524" y="204"/>
                      <a:pt x="3143" y="490"/>
                    </a:cubicBezTo>
                    <a:cubicBezTo>
                      <a:pt x="2762" y="680"/>
                      <a:pt x="2953" y="966"/>
                      <a:pt x="3143" y="1252"/>
                    </a:cubicBezTo>
                    <a:lnTo>
                      <a:pt x="3429" y="1633"/>
                    </a:lnTo>
                    <a:cubicBezTo>
                      <a:pt x="3429" y="1633"/>
                      <a:pt x="3715" y="2299"/>
                      <a:pt x="3239" y="2680"/>
                    </a:cubicBezTo>
                    <a:cubicBezTo>
                      <a:pt x="2667" y="3061"/>
                      <a:pt x="1715" y="3061"/>
                      <a:pt x="953" y="2585"/>
                    </a:cubicBezTo>
                    <a:cubicBezTo>
                      <a:pt x="476" y="2299"/>
                      <a:pt x="191" y="1918"/>
                      <a:pt x="191" y="153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1" name="Google Shape;1511;p33"/>
              <p:cNvSpPr/>
              <p:nvPr/>
            </p:nvSpPr>
            <p:spPr>
              <a:xfrm>
                <a:off x="2902994" y="5208481"/>
                <a:ext cx="4558" cy="3714"/>
              </a:xfrm>
              <a:custGeom>
                <a:avLst/>
                <a:gdLst/>
                <a:ahLst/>
                <a:cxnLst/>
                <a:rect l="l" t="t" r="r" b="b"/>
                <a:pathLst>
                  <a:path w="4558" h="3714" extrusionOk="0">
                    <a:moveTo>
                      <a:pt x="4001" y="0"/>
                    </a:moveTo>
                    <a:lnTo>
                      <a:pt x="4477" y="286"/>
                    </a:lnTo>
                    <a:lnTo>
                      <a:pt x="3429" y="953"/>
                    </a:lnTo>
                    <a:lnTo>
                      <a:pt x="2858" y="1333"/>
                    </a:lnTo>
                    <a:cubicBezTo>
                      <a:pt x="3334" y="1333"/>
                      <a:pt x="3810" y="1333"/>
                      <a:pt x="4191" y="1619"/>
                    </a:cubicBezTo>
                    <a:cubicBezTo>
                      <a:pt x="4763" y="1905"/>
                      <a:pt x="4667" y="2286"/>
                      <a:pt x="3905" y="2667"/>
                    </a:cubicBezTo>
                    <a:lnTo>
                      <a:pt x="2191" y="3715"/>
                    </a:lnTo>
                    <a:lnTo>
                      <a:pt x="1714" y="3429"/>
                    </a:lnTo>
                    <a:lnTo>
                      <a:pt x="3429" y="2477"/>
                    </a:lnTo>
                    <a:cubicBezTo>
                      <a:pt x="3905" y="2191"/>
                      <a:pt x="4001" y="2000"/>
                      <a:pt x="3620" y="1810"/>
                    </a:cubicBezTo>
                    <a:cubicBezTo>
                      <a:pt x="3334" y="1619"/>
                      <a:pt x="2953" y="1619"/>
                      <a:pt x="2477" y="1619"/>
                    </a:cubicBezTo>
                    <a:lnTo>
                      <a:pt x="476" y="2762"/>
                    </a:lnTo>
                    <a:lnTo>
                      <a:pt x="0" y="2477"/>
                    </a:lnTo>
                    <a:lnTo>
                      <a:pt x="4001" y="19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2" name="Google Shape;1512;p33"/>
              <p:cNvSpPr/>
              <p:nvPr/>
            </p:nvSpPr>
            <p:spPr>
              <a:xfrm>
                <a:off x="2905947" y="5210344"/>
                <a:ext cx="4334" cy="2518"/>
              </a:xfrm>
              <a:custGeom>
                <a:avLst/>
                <a:gdLst/>
                <a:ahLst/>
                <a:cxnLst/>
                <a:rect l="l" t="t" r="r" b="b"/>
                <a:pathLst>
                  <a:path w="4334" h="2518" extrusionOk="0">
                    <a:moveTo>
                      <a:pt x="2762" y="614"/>
                    </a:moveTo>
                    <a:lnTo>
                      <a:pt x="3238" y="900"/>
                    </a:lnTo>
                    <a:lnTo>
                      <a:pt x="476" y="2519"/>
                    </a:lnTo>
                    <a:lnTo>
                      <a:pt x="0" y="2233"/>
                    </a:lnTo>
                    <a:lnTo>
                      <a:pt x="2762" y="614"/>
                    </a:lnTo>
                    <a:close/>
                    <a:moveTo>
                      <a:pt x="3524" y="42"/>
                    </a:moveTo>
                    <a:cubicBezTo>
                      <a:pt x="3524" y="42"/>
                      <a:pt x="4001" y="-53"/>
                      <a:pt x="4191" y="42"/>
                    </a:cubicBezTo>
                    <a:cubicBezTo>
                      <a:pt x="4382" y="42"/>
                      <a:pt x="4382" y="328"/>
                      <a:pt x="4191" y="423"/>
                    </a:cubicBezTo>
                    <a:cubicBezTo>
                      <a:pt x="4001" y="519"/>
                      <a:pt x="3810" y="519"/>
                      <a:pt x="3620" y="423"/>
                    </a:cubicBezTo>
                    <a:cubicBezTo>
                      <a:pt x="3429" y="328"/>
                      <a:pt x="3429" y="137"/>
                      <a:pt x="3620" y="4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3" name="Google Shape;1513;p33"/>
              <p:cNvSpPr/>
              <p:nvPr/>
            </p:nvSpPr>
            <p:spPr>
              <a:xfrm>
                <a:off x="2907376" y="5211278"/>
                <a:ext cx="5334" cy="3680"/>
              </a:xfrm>
              <a:custGeom>
                <a:avLst/>
                <a:gdLst/>
                <a:ahLst/>
                <a:cxnLst/>
                <a:rect l="l" t="t" r="r" b="b"/>
                <a:pathLst>
                  <a:path w="5334" h="3680" extrusionOk="0">
                    <a:moveTo>
                      <a:pt x="2477" y="727"/>
                    </a:moveTo>
                    <a:lnTo>
                      <a:pt x="2096" y="537"/>
                    </a:lnTo>
                    <a:lnTo>
                      <a:pt x="2381" y="346"/>
                    </a:lnTo>
                    <a:lnTo>
                      <a:pt x="2762" y="537"/>
                    </a:lnTo>
                    <a:lnTo>
                      <a:pt x="3143" y="251"/>
                    </a:lnTo>
                    <a:cubicBezTo>
                      <a:pt x="3715" y="-34"/>
                      <a:pt x="4286" y="-130"/>
                      <a:pt x="4858" y="251"/>
                    </a:cubicBezTo>
                    <a:cubicBezTo>
                      <a:pt x="5049" y="251"/>
                      <a:pt x="5144" y="442"/>
                      <a:pt x="5239" y="537"/>
                    </a:cubicBezTo>
                    <a:lnTo>
                      <a:pt x="4763" y="727"/>
                    </a:lnTo>
                    <a:cubicBezTo>
                      <a:pt x="4763" y="727"/>
                      <a:pt x="4572" y="537"/>
                      <a:pt x="4477" y="537"/>
                    </a:cubicBezTo>
                    <a:cubicBezTo>
                      <a:pt x="4191" y="346"/>
                      <a:pt x="3905" y="442"/>
                      <a:pt x="3524" y="537"/>
                    </a:cubicBezTo>
                    <a:lnTo>
                      <a:pt x="3048" y="823"/>
                    </a:lnTo>
                    <a:lnTo>
                      <a:pt x="4096" y="1394"/>
                    </a:lnTo>
                    <a:lnTo>
                      <a:pt x="4953" y="1013"/>
                    </a:lnTo>
                    <a:lnTo>
                      <a:pt x="5334" y="1204"/>
                    </a:lnTo>
                    <a:lnTo>
                      <a:pt x="4572" y="1585"/>
                    </a:lnTo>
                    <a:lnTo>
                      <a:pt x="5334" y="2061"/>
                    </a:lnTo>
                    <a:lnTo>
                      <a:pt x="4953" y="2251"/>
                    </a:lnTo>
                    <a:lnTo>
                      <a:pt x="4191" y="1870"/>
                    </a:lnTo>
                    <a:lnTo>
                      <a:pt x="2667" y="2728"/>
                    </a:lnTo>
                    <a:cubicBezTo>
                      <a:pt x="2667" y="2728"/>
                      <a:pt x="2286" y="3109"/>
                      <a:pt x="2667" y="3299"/>
                    </a:cubicBezTo>
                    <a:cubicBezTo>
                      <a:pt x="2667" y="3299"/>
                      <a:pt x="2953" y="3299"/>
                      <a:pt x="3048" y="3394"/>
                    </a:cubicBezTo>
                    <a:lnTo>
                      <a:pt x="2762" y="3680"/>
                    </a:lnTo>
                    <a:cubicBezTo>
                      <a:pt x="2762" y="3680"/>
                      <a:pt x="2381" y="3490"/>
                      <a:pt x="2191" y="3490"/>
                    </a:cubicBezTo>
                    <a:cubicBezTo>
                      <a:pt x="1619" y="3109"/>
                      <a:pt x="1810" y="2823"/>
                      <a:pt x="2286" y="2537"/>
                    </a:cubicBezTo>
                    <a:lnTo>
                      <a:pt x="3810" y="1680"/>
                    </a:lnTo>
                    <a:lnTo>
                      <a:pt x="2858" y="1109"/>
                    </a:lnTo>
                    <a:lnTo>
                      <a:pt x="476" y="2442"/>
                    </a:lnTo>
                    <a:lnTo>
                      <a:pt x="0" y="2156"/>
                    </a:lnTo>
                    <a:lnTo>
                      <a:pt x="2381" y="82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14" name="Google Shape;1514;p33"/>
            <p:cNvSpPr/>
            <p:nvPr/>
          </p:nvSpPr>
          <p:spPr>
            <a:xfrm>
              <a:off x="6726374" y="2299477"/>
              <a:ext cx="89352" cy="51611"/>
            </a:xfrm>
            <a:custGeom>
              <a:avLst/>
              <a:gdLst/>
              <a:ahLst/>
              <a:cxnLst/>
              <a:rect l="l" t="t" r="r" b="b"/>
              <a:pathLst>
                <a:path w="31908" h="18430" extrusionOk="0">
                  <a:moveTo>
                    <a:pt x="31909" y="10644"/>
                  </a:moveTo>
                  <a:lnTo>
                    <a:pt x="31909" y="7977"/>
                  </a:lnTo>
                  <a:lnTo>
                    <a:pt x="28289" y="7977"/>
                  </a:lnTo>
                  <a:lnTo>
                    <a:pt x="15145" y="357"/>
                  </a:lnTo>
                  <a:cubicBezTo>
                    <a:pt x="14288" y="-119"/>
                    <a:pt x="12764" y="-119"/>
                    <a:pt x="11906" y="357"/>
                  </a:cubicBezTo>
                  <a:lnTo>
                    <a:pt x="3429" y="5215"/>
                  </a:lnTo>
                  <a:lnTo>
                    <a:pt x="0" y="5215"/>
                  </a:lnTo>
                  <a:lnTo>
                    <a:pt x="0" y="7787"/>
                  </a:lnTo>
                  <a:cubicBezTo>
                    <a:pt x="0" y="7787"/>
                    <a:pt x="191" y="8453"/>
                    <a:pt x="667" y="8739"/>
                  </a:cubicBezTo>
                  <a:lnTo>
                    <a:pt x="16764" y="18073"/>
                  </a:lnTo>
                  <a:cubicBezTo>
                    <a:pt x="17621" y="18550"/>
                    <a:pt x="19145" y="18550"/>
                    <a:pt x="20003" y="18073"/>
                  </a:cubicBezTo>
                  <a:lnTo>
                    <a:pt x="31242" y="11597"/>
                  </a:lnTo>
                  <a:cubicBezTo>
                    <a:pt x="31242" y="11597"/>
                    <a:pt x="31909" y="11025"/>
                    <a:pt x="31909" y="1064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5" name="Google Shape;1515;p33"/>
            <p:cNvSpPr/>
            <p:nvPr/>
          </p:nvSpPr>
          <p:spPr>
            <a:xfrm>
              <a:off x="6726707" y="2292009"/>
              <a:ext cx="89220" cy="51611"/>
            </a:xfrm>
            <a:custGeom>
              <a:avLst/>
              <a:gdLst/>
              <a:ahLst/>
              <a:cxnLst/>
              <a:rect l="l" t="t" r="r" b="b"/>
              <a:pathLst>
                <a:path w="31861" h="18430" extrusionOk="0">
                  <a:moveTo>
                    <a:pt x="19979" y="18074"/>
                  </a:moveTo>
                  <a:cubicBezTo>
                    <a:pt x="19121" y="18550"/>
                    <a:pt x="17597" y="18550"/>
                    <a:pt x="16740" y="18074"/>
                  </a:cubicBezTo>
                  <a:lnTo>
                    <a:pt x="643" y="8739"/>
                  </a:lnTo>
                  <a:cubicBezTo>
                    <a:pt x="-214" y="8263"/>
                    <a:pt x="-214" y="7406"/>
                    <a:pt x="643" y="6834"/>
                  </a:cubicBezTo>
                  <a:lnTo>
                    <a:pt x="11882" y="357"/>
                  </a:lnTo>
                  <a:cubicBezTo>
                    <a:pt x="12835" y="-119"/>
                    <a:pt x="14264" y="-119"/>
                    <a:pt x="15121" y="357"/>
                  </a:cubicBezTo>
                  <a:lnTo>
                    <a:pt x="31218" y="9692"/>
                  </a:lnTo>
                  <a:cubicBezTo>
                    <a:pt x="32075" y="10168"/>
                    <a:pt x="32075" y="11025"/>
                    <a:pt x="31218" y="11597"/>
                  </a:cubicBezTo>
                  <a:lnTo>
                    <a:pt x="19979" y="1807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16" name="Google Shape;1516;p33"/>
            <p:cNvGrpSpPr/>
            <p:nvPr/>
          </p:nvGrpSpPr>
          <p:grpSpPr>
            <a:xfrm>
              <a:off x="6741042" y="2310881"/>
              <a:ext cx="25606" cy="13602"/>
              <a:chOff x="2710589" y="5119041"/>
              <a:chExt cx="9144" cy="4857"/>
            </a:xfrm>
          </p:grpSpPr>
          <p:sp>
            <p:nvSpPr>
              <p:cNvPr id="1517" name="Google Shape;1517;p33"/>
              <p:cNvSpPr/>
              <p:nvPr/>
            </p:nvSpPr>
            <p:spPr>
              <a:xfrm>
                <a:off x="2710589" y="5119041"/>
                <a:ext cx="5524" cy="3143"/>
              </a:xfrm>
              <a:custGeom>
                <a:avLst/>
                <a:gdLst/>
                <a:ahLst/>
                <a:cxnLst/>
                <a:rect l="l" t="t" r="r" b="b"/>
                <a:pathLst>
                  <a:path w="5524" h="3143" extrusionOk="0">
                    <a:moveTo>
                      <a:pt x="4953" y="0"/>
                    </a:moveTo>
                    <a:lnTo>
                      <a:pt x="5525" y="286"/>
                    </a:lnTo>
                    <a:lnTo>
                      <a:pt x="3048" y="3143"/>
                    </a:lnTo>
                    <a:lnTo>
                      <a:pt x="2572" y="2858"/>
                    </a:lnTo>
                    <a:lnTo>
                      <a:pt x="3334" y="2000"/>
                    </a:lnTo>
                    <a:lnTo>
                      <a:pt x="2000" y="1238"/>
                    </a:lnTo>
                    <a:lnTo>
                      <a:pt x="476" y="1715"/>
                    </a:lnTo>
                    <a:lnTo>
                      <a:pt x="0" y="1429"/>
                    </a:lnTo>
                    <a:lnTo>
                      <a:pt x="4953" y="0"/>
                    </a:lnTo>
                    <a:close/>
                    <a:moveTo>
                      <a:pt x="2477" y="1143"/>
                    </a:moveTo>
                    <a:lnTo>
                      <a:pt x="3620" y="1810"/>
                    </a:lnTo>
                    <a:lnTo>
                      <a:pt x="4000" y="1334"/>
                    </a:lnTo>
                    <a:cubicBezTo>
                      <a:pt x="4000" y="1334"/>
                      <a:pt x="4572" y="762"/>
                      <a:pt x="4858" y="381"/>
                    </a:cubicBezTo>
                    <a:lnTo>
                      <a:pt x="4858" y="381"/>
                    </a:lnTo>
                    <a:cubicBezTo>
                      <a:pt x="4286" y="572"/>
                      <a:pt x="3810" y="762"/>
                      <a:pt x="3238" y="858"/>
                    </a:cubicBezTo>
                    <a:lnTo>
                      <a:pt x="2477" y="104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8" name="Google Shape;1518;p33"/>
              <p:cNvSpPr/>
              <p:nvPr/>
            </p:nvSpPr>
            <p:spPr>
              <a:xfrm>
                <a:off x="2714347" y="5120089"/>
                <a:ext cx="4242" cy="2666"/>
              </a:xfrm>
              <a:custGeom>
                <a:avLst/>
                <a:gdLst/>
                <a:ahLst/>
                <a:cxnLst/>
                <a:rect l="l" t="t" r="r" b="b"/>
                <a:pathLst>
                  <a:path w="4242" h="2666" extrusionOk="0">
                    <a:moveTo>
                      <a:pt x="338" y="2000"/>
                    </a:moveTo>
                    <a:lnTo>
                      <a:pt x="3767" y="0"/>
                    </a:lnTo>
                    <a:lnTo>
                      <a:pt x="4243" y="286"/>
                    </a:lnTo>
                    <a:lnTo>
                      <a:pt x="719" y="2286"/>
                    </a:lnTo>
                    <a:cubicBezTo>
                      <a:pt x="719" y="2286"/>
                      <a:pt x="528" y="2477"/>
                      <a:pt x="719" y="2477"/>
                    </a:cubicBezTo>
                    <a:cubicBezTo>
                      <a:pt x="719" y="2477"/>
                      <a:pt x="719" y="2477"/>
                      <a:pt x="814" y="2477"/>
                    </a:cubicBezTo>
                    <a:lnTo>
                      <a:pt x="528" y="2667"/>
                    </a:lnTo>
                    <a:cubicBezTo>
                      <a:pt x="528" y="2667"/>
                      <a:pt x="338" y="2667"/>
                      <a:pt x="243" y="2572"/>
                    </a:cubicBezTo>
                    <a:cubicBezTo>
                      <a:pt x="-138" y="2381"/>
                      <a:pt x="-43" y="2191"/>
                      <a:pt x="338" y="190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9" name="Google Shape;1519;p33"/>
              <p:cNvSpPr/>
              <p:nvPr/>
            </p:nvSpPr>
            <p:spPr>
              <a:xfrm>
                <a:off x="2716143" y="5121232"/>
                <a:ext cx="3590" cy="2666"/>
              </a:xfrm>
              <a:custGeom>
                <a:avLst/>
                <a:gdLst/>
                <a:ahLst/>
                <a:cxnLst/>
                <a:rect l="l" t="t" r="r" b="b"/>
                <a:pathLst>
                  <a:path w="3590" h="2666" extrusionOk="0">
                    <a:moveTo>
                      <a:pt x="353" y="1524"/>
                    </a:moveTo>
                    <a:lnTo>
                      <a:pt x="1876" y="667"/>
                    </a:lnTo>
                    <a:lnTo>
                      <a:pt x="1495" y="381"/>
                    </a:lnTo>
                    <a:lnTo>
                      <a:pt x="1876" y="190"/>
                    </a:lnTo>
                    <a:lnTo>
                      <a:pt x="2353" y="381"/>
                    </a:lnTo>
                    <a:lnTo>
                      <a:pt x="3210" y="0"/>
                    </a:lnTo>
                    <a:lnTo>
                      <a:pt x="3591" y="190"/>
                    </a:lnTo>
                    <a:lnTo>
                      <a:pt x="2829" y="667"/>
                    </a:lnTo>
                    <a:lnTo>
                      <a:pt x="3591" y="1143"/>
                    </a:lnTo>
                    <a:lnTo>
                      <a:pt x="3210" y="1334"/>
                    </a:lnTo>
                    <a:lnTo>
                      <a:pt x="2448" y="857"/>
                    </a:lnTo>
                    <a:lnTo>
                      <a:pt x="924" y="1714"/>
                    </a:lnTo>
                    <a:cubicBezTo>
                      <a:pt x="924" y="1714"/>
                      <a:pt x="448" y="2096"/>
                      <a:pt x="829" y="2286"/>
                    </a:cubicBezTo>
                    <a:cubicBezTo>
                      <a:pt x="829" y="2286"/>
                      <a:pt x="1114" y="2381"/>
                      <a:pt x="1210" y="2381"/>
                    </a:cubicBezTo>
                    <a:lnTo>
                      <a:pt x="924" y="2667"/>
                    </a:lnTo>
                    <a:cubicBezTo>
                      <a:pt x="924" y="2667"/>
                      <a:pt x="448" y="2572"/>
                      <a:pt x="353" y="2477"/>
                    </a:cubicBezTo>
                    <a:cubicBezTo>
                      <a:pt x="-219" y="2096"/>
                      <a:pt x="-29" y="1810"/>
                      <a:pt x="448" y="142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20" name="Google Shape;1520;p33"/>
            <p:cNvSpPr/>
            <p:nvPr/>
          </p:nvSpPr>
          <p:spPr>
            <a:xfrm>
              <a:off x="6664759" y="2263800"/>
              <a:ext cx="89352" cy="51813"/>
            </a:xfrm>
            <a:custGeom>
              <a:avLst/>
              <a:gdLst/>
              <a:ahLst/>
              <a:cxnLst/>
              <a:rect l="l" t="t" r="r" b="b"/>
              <a:pathLst>
                <a:path w="31908" h="18502" extrusionOk="0">
                  <a:moveTo>
                    <a:pt x="31909" y="10716"/>
                  </a:moveTo>
                  <a:lnTo>
                    <a:pt x="31909" y="8049"/>
                  </a:lnTo>
                  <a:lnTo>
                    <a:pt x="28289" y="8049"/>
                  </a:lnTo>
                  <a:lnTo>
                    <a:pt x="15145" y="429"/>
                  </a:lnTo>
                  <a:cubicBezTo>
                    <a:pt x="14288" y="-143"/>
                    <a:pt x="12763" y="-143"/>
                    <a:pt x="11906" y="429"/>
                  </a:cubicBezTo>
                  <a:lnTo>
                    <a:pt x="3429" y="5286"/>
                  </a:lnTo>
                  <a:lnTo>
                    <a:pt x="0" y="5286"/>
                  </a:lnTo>
                  <a:lnTo>
                    <a:pt x="0" y="7858"/>
                  </a:lnTo>
                  <a:cubicBezTo>
                    <a:pt x="0" y="7858"/>
                    <a:pt x="286" y="8525"/>
                    <a:pt x="667" y="8811"/>
                  </a:cubicBezTo>
                  <a:lnTo>
                    <a:pt x="16764" y="18145"/>
                  </a:lnTo>
                  <a:cubicBezTo>
                    <a:pt x="17621" y="18621"/>
                    <a:pt x="19145" y="18621"/>
                    <a:pt x="20003" y="18145"/>
                  </a:cubicBezTo>
                  <a:lnTo>
                    <a:pt x="31242" y="11668"/>
                  </a:lnTo>
                  <a:cubicBezTo>
                    <a:pt x="31242" y="11668"/>
                    <a:pt x="31909" y="11097"/>
                    <a:pt x="31909" y="1071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1" name="Google Shape;1521;p33"/>
            <p:cNvSpPr/>
            <p:nvPr/>
          </p:nvSpPr>
          <p:spPr>
            <a:xfrm>
              <a:off x="6665092" y="2256533"/>
              <a:ext cx="89220" cy="51813"/>
            </a:xfrm>
            <a:custGeom>
              <a:avLst/>
              <a:gdLst/>
              <a:ahLst/>
              <a:cxnLst/>
              <a:rect l="l" t="t" r="r" b="b"/>
              <a:pathLst>
                <a:path w="31861" h="18502" extrusionOk="0">
                  <a:moveTo>
                    <a:pt x="19979" y="18074"/>
                  </a:moveTo>
                  <a:cubicBezTo>
                    <a:pt x="19121" y="18645"/>
                    <a:pt x="17597" y="18645"/>
                    <a:pt x="16740" y="18074"/>
                  </a:cubicBezTo>
                  <a:lnTo>
                    <a:pt x="643" y="8739"/>
                  </a:lnTo>
                  <a:cubicBezTo>
                    <a:pt x="-214" y="8263"/>
                    <a:pt x="-214" y="7406"/>
                    <a:pt x="643" y="6834"/>
                  </a:cubicBezTo>
                  <a:lnTo>
                    <a:pt x="11882" y="357"/>
                  </a:lnTo>
                  <a:cubicBezTo>
                    <a:pt x="12740" y="-119"/>
                    <a:pt x="14264" y="-119"/>
                    <a:pt x="15121" y="357"/>
                  </a:cubicBezTo>
                  <a:lnTo>
                    <a:pt x="31218" y="9692"/>
                  </a:lnTo>
                  <a:cubicBezTo>
                    <a:pt x="32075" y="10168"/>
                    <a:pt x="32075" y="11025"/>
                    <a:pt x="31218" y="11597"/>
                  </a:cubicBezTo>
                  <a:lnTo>
                    <a:pt x="19979" y="1807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22" name="Google Shape;1522;p33"/>
            <p:cNvGrpSpPr/>
            <p:nvPr/>
          </p:nvGrpSpPr>
          <p:grpSpPr>
            <a:xfrm>
              <a:off x="6680496" y="2270337"/>
              <a:ext cx="32806" cy="19202"/>
              <a:chOff x="2688968" y="5104563"/>
              <a:chExt cx="11715" cy="6857"/>
            </a:xfrm>
          </p:grpSpPr>
          <p:sp>
            <p:nvSpPr>
              <p:cNvPr id="1523" name="Google Shape;1523;p33"/>
              <p:cNvSpPr/>
              <p:nvPr/>
            </p:nvSpPr>
            <p:spPr>
              <a:xfrm>
                <a:off x="2692301" y="5104563"/>
                <a:ext cx="5143" cy="2952"/>
              </a:xfrm>
              <a:custGeom>
                <a:avLst/>
                <a:gdLst/>
                <a:ahLst/>
                <a:cxnLst/>
                <a:rect l="l" t="t" r="r" b="b"/>
                <a:pathLst>
                  <a:path w="5143" h="2952" extrusionOk="0">
                    <a:moveTo>
                      <a:pt x="0" y="1429"/>
                    </a:moveTo>
                    <a:lnTo>
                      <a:pt x="2572" y="2953"/>
                    </a:lnTo>
                    <a:lnTo>
                      <a:pt x="5144" y="1429"/>
                    </a:lnTo>
                    <a:lnTo>
                      <a:pt x="2572" y="0"/>
                    </a:lnTo>
                    <a:lnTo>
                      <a:pt x="0" y="142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4" name="Google Shape;1524;p33"/>
              <p:cNvSpPr/>
              <p:nvPr/>
            </p:nvSpPr>
            <p:spPr>
              <a:xfrm>
                <a:off x="2695635" y="5106468"/>
                <a:ext cx="5048" cy="2952"/>
              </a:xfrm>
              <a:custGeom>
                <a:avLst/>
                <a:gdLst/>
                <a:ahLst/>
                <a:cxnLst/>
                <a:rect l="l" t="t" r="r" b="b"/>
                <a:pathLst>
                  <a:path w="5048" h="2952" extrusionOk="0">
                    <a:moveTo>
                      <a:pt x="2572" y="0"/>
                    </a:moveTo>
                    <a:lnTo>
                      <a:pt x="0" y="1429"/>
                    </a:lnTo>
                    <a:lnTo>
                      <a:pt x="2572" y="2953"/>
                    </a:lnTo>
                    <a:lnTo>
                      <a:pt x="5048" y="1429"/>
                    </a:lnTo>
                    <a:lnTo>
                      <a:pt x="257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5" name="Google Shape;1525;p33"/>
              <p:cNvSpPr/>
              <p:nvPr/>
            </p:nvSpPr>
            <p:spPr>
              <a:xfrm>
                <a:off x="2688968" y="5106468"/>
                <a:ext cx="5048" cy="2952"/>
              </a:xfrm>
              <a:custGeom>
                <a:avLst/>
                <a:gdLst/>
                <a:ahLst/>
                <a:cxnLst/>
                <a:rect l="l" t="t" r="r" b="b"/>
                <a:pathLst>
                  <a:path w="5048" h="2952" extrusionOk="0">
                    <a:moveTo>
                      <a:pt x="0" y="1524"/>
                    </a:moveTo>
                    <a:lnTo>
                      <a:pt x="2477" y="2953"/>
                    </a:lnTo>
                    <a:lnTo>
                      <a:pt x="5048" y="1524"/>
                    </a:lnTo>
                    <a:lnTo>
                      <a:pt x="2572" y="0"/>
                    </a:lnTo>
                    <a:lnTo>
                      <a:pt x="0" y="152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6" name="Google Shape;1526;p33"/>
              <p:cNvSpPr/>
              <p:nvPr/>
            </p:nvSpPr>
            <p:spPr>
              <a:xfrm>
                <a:off x="2692301" y="5108468"/>
                <a:ext cx="5048" cy="2952"/>
              </a:xfrm>
              <a:custGeom>
                <a:avLst/>
                <a:gdLst/>
                <a:ahLst/>
                <a:cxnLst/>
                <a:rect l="l" t="t" r="r" b="b"/>
                <a:pathLst>
                  <a:path w="5048" h="2952" extrusionOk="0">
                    <a:moveTo>
                      <a:pt x="0" y="1429"/>
                    </a:moveTo>
                    <a:lnTo>
                      <a:pt x="2476" y="2953"/>
                    </a:lnTo>
                    <a:lnTo>
                      <a:pt x="5048" y="1429"/>
                    </a:lnTo>
                    <a:lnTo>
                      <a:pt x="2476" y="0"/>
                    </a:lnTo>
                    <a:lnTo>
                      <a:pt x="0" y="142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27" name="Google Shape;1527;p33"/>
            <p:cNvSpPr/>
            <p:nvPr/>
          </p:nvSpPr>
          <p:spPr>
            <a:xfrm>
              <a:off x="6603144" y="2228258"/>
              <a:ext cx="89352" cy="51611"/>
            </a:xfrm>
            <a:custGeom>
              <a:avLst/>
              <a:gdLst/>
              <a:ahLst/>
              <a:cxnLst/>
              <a:rect l="l" t="t" r="r" b="b"/>
              <a:pathLst>
                <a:path w="31908" h="18430" extrusionOk="0">
                  <a:moveTo>
                    <a:pt x="31909" y="10644"/>
                  </a:moveTo>
                  <a:lnTo>
                    <a:pt x="31909" y="7977"/>
                  </a:lnTo>
                  <a:lnTo>
                    <a:pt x="28289" y="7977"/>
                  </a:lnTo>
                  <a:lnTo>
                    <a:pt x="15145" y="357"/>
                  </a:lnTo>
                  <a:cubicBezTo>
                    <a:pt x="14288" y="-119"/>
                    <a:pt x="12763" y="-119"/>
                    <a:pt x="11906" y="357"/>
                  </a:cubicBezTo>
                  <a:lnTo>
                    <a:pt x="3429" y="5215"/>
                  </a:lnTo>
                  <a:lnTo>
                    <a:pt x="0" y="5215"/>
                  </a:lnTo>
                  <a:lnTo>
                    <a:pt x="0" y="7787"/>
                  </a:lnTo>
                  <a:cubicBezTo>
                    <a:pt x="0" y="7787"/>
                    <a:pt x="191" y="8453"/>
                    <a:pt x="667" y="8739"/>
                  </a:cubicBezTo>
                  <a:lnTo>
                    <a:pt x="16764" y="18074"/>
                  </a:lnTo>
                  <a:cubicBezTo>
                    <a:pt x="17621" y="18550"/>
                    <a:pt x="19145" y="18550"/>
                    <a:pt x="20003" y="18074"/>
                  </a:cubicBezTo>
                  <a:lnTo>
                    <a:pt x="31242" y="11597"/>
                  </a:lnTo>
                  <a:cubicBezTo>
                    <a:pt x="31242" y="11597"/>
                    <a:pt x="31909" y="11025"/>
                    <a:pt x="31909" y="1064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8" name="Google Shape;1528;p33"/>
            <p:cNvSpPr/>
            <p:nvPr/>
          </p:nvSpPr>
          <p:spPr>
            <a:xfrm>
              <a:off x="6603278" y="2221058"/>
              <a:ext cx="89419" cy="51611"/>
            </a:xfrm>
            <a:custGeom>
              <a:avLst/>
              <a:gdLst/>
              <a:ahLst/>
              <a:cxnLst/>
              <a:rect l="l" t="t" r="r" b="b"/>
              <a:pathLst>
                <a:path w="31932" h="18430" extrusionOk="0">
                  <a:moveTo>
                    <a:pt x="20050" y="18073"/>
                  </a:moveTo>
                  <a:cubicBezTo>
                    <a:pt x="19193" y="18550"/>
                    <a:pt x="17669" y="18550"/>
                    <a:pt x="16812" y="18073"/>
                  </a:cubicBezTo>
                  <a:lnTo>
                    <a:pt x="714" y="8739"/>
                  </a:lnTo>
                  <a:cubicBezTo>
                    <a:pt x="-238" y="8263"/>
                    <a:pt x="-238" y="7406"/>
                    <a:pt x="714" y="6834"/>
                  </a:cubicBezTo>
                  <a:lnTo>
                    <a:pt x="11954" y="357"/>
                  </a:lnTo>
                  <a:cubicBezTo>
                    <a:pt x="12811" y="-119"/>
                    <a:pt x="14335" y="-119"/>
                    <a:pt x="15192" y="357"/>
                  </a:cubicBezTo>
                  <a:lnTo>
                    <a:pt x="31290" y="9692"/>
                  </a:lnTo>
                  <a:cubicBezTo>
                    <a:pt x="32147" y="10168"/>
                    <a:pt x="32147" y="11025"/>
                    <a:pt x="31290" y="11597"/>
                  </a:cubicBezTo>
                  <a:lnTo>
                    <a:pt x="20050" y="1807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29" name="Google Shape;1529;p33"/>
            <p:cNvGrpSpPr/>
            <p:nvPr/>
          </p:nvGrpSpPr>
          <p:grpSpPr>
            <a:xfrm>
              <a:off x="6620531" y="2239294"/>
              <a:ext cx="30092" cy="17172"/>
              <a:chOff x="2667554" y="5093478"/>
              <a:chExt cx="10746" cy="6132"/>
            </a:xfrm>
          </p:grpSpPr>
          <p:sp>
            <p:nvSpPr>
              <p:cNvPr id="1530" name="Google Shape;1530;p33"/>
              <p:cNvSpPr/>
              <p:nvPr/>
            </p:nvSpPr>
            <p:spPr>
              <a:xfrm>
                <a:off x="2667554" y="5093478"/>
                <a:ext cx="5126" cy="2989"/>
              </a:xfrm>
              <a:custGeom>
                <a:avLst/>
                <a:gdLst/>
                <a:ahLst/>
                <a:cxnLst/>
                <a:rect l="l" t="t" r="r" b="b"/>
                <a:pathLst>
                  <a:path w="5126" h="2989" extrusionOk="0">
                    <a:moveTo>
                      <a:pt x="1030" y="513"/>
                    </a:moveTo>
                    <a:cubicBezTo>
                      <a:pt x="2173" y="-154"/>
                      <a:pt x="3602" y="-154"/>
                      <a:pt x="4555" y="417"/>
                    </a:cubicBezTo>
                    <a:cubicBezTo>
                      <a:pt x="5031" y="703"/>
                      <a:pt x="5126" y="989"/>
                      <a:pt x="5126" y="1275"/>
                    </a:cubicBezTo>
                    <a:lnTo>
                      <a:pt x="4555" y="1275"/>
                    </a:lnTo>
                    <a:cubicBezTo>
                      <a:pt x="4555" y="1275"/>
                      <a:pt x="4555" y="894"/>
                      <a:pt x="4174" y="703"/>
                    </a:cubicBezTo>
                    <a:cubicBezTo>
                      <a:pt x="3507" y="322"/>
                      <a:pt x="2459" y="322"/>
                      <a:pt x="1507" y="894"/>
                    </a:cubicBezTo>
                    <a:cubicBezTo>
                      <a:pt x="554" y="1465"/>
                      <a:pt x="459" y="2036"/>
                      <a:pt x="1126" y="2418"/>
                    </a:cubicBezTo>
                    <a:cubicBezTo>
                      <a:pt x="1507" y="2608"/>
                      <a:pt x="1888" y="2703"/>
                      <a:pt x="2364" y="2703"/>
                    </a:cubicBezTo>
                    <a:lnTo>
                      <a:pt x="2364" y="2989"/>
                    </a:lnTo>
                    <a:cubicBezTo>
                      <a:pt x="1697" y="2989"/>
                      <a:pt x="1126" y="2989"/>
                      <a:pt x="649" y="2608"/>
                    </a:cubicBezTo>
                    <a:cubicBezTo>
                      <a:pt x="-303" y="2132"/>
                      <a:pt x="-208" y="1275"/>
                      <a:pt x="935" y="60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1" name="Google Shape;1531;p33"/>
              <p:cNvSpPr/>
              <p:nvPr/>
            </p:nvSpPr>
            <p:spPr>
              <a:xfrm>
                <a:off x="2670518" y="5095133"/>
                <a:ext cx="3590" cy="2571"/>
              </a:xfrm>
              <a:custGeom>
                <a:avLst/>
                <a:gdLst/>
                <a:ahLst/>
                <a:cxnLst/>
                <a:rect l="l" t="t" r="r" b="b"/>
                <a:pathLst>
                  <a:path w="3590" h="2571" extrusionOk="0">
                    <a:moveTo>
                      <a:pt x="352" y="1333"/>
                    </a:moveTo>
                    <a:lnTo>
                      <a:pt x="1876" y="476"/>
                    </a:lnTo>
                    <a:lnTo>
                      <a:pt x="1495" y="286"/>
                    </a:lnTo>
                    <a:lnTo>
                      <a:pt x="1876" y="95"/>
                    </a:lnTo>
                    <a:lnTo>
                      <a:pt x="2353" y="381"/>
                    </a:lnTo>
                    <a:lnTo>
                      <a:pt x="3210" y="0"/>
                    </a:lnTo>
                    <a:lnTo>
                      <a:pt x="3591" y="190"/>
                    </a:lnTo>
                    <a:lnTo>
                      <a:pt x="2829" y="667"/>
                    </a:lnTo>
                    <a:lnTo>
                      <a:pt x="3591" y="1048"/>
                    </a:lnTo>
                    <a:lnTo>
                      <a:pt x="3210" y="1238"/>
                    </a:lnTo>
                    <a:lnTo>
                      <a:pt x="2448" y="762"/>
                    </a:lnTo>
                    <a:lnTo>
                      <a:pt x="924" y="1619"/>
                    </a:lnTo>
                    <a:cubicBezTo>
                      <a:pt x="924" y="1619"/>
                      <a:pt x="543" y="2000"/>
                      <a:pt x="829" y="2191"/>
                    </a:cubicBezTo>
                    <a:cubicBezTo>
                      <a:pt x="829" y="2191"/>
                      <a:pt x="1114" y="2286"/>
                      <a:pt x="1210" y="2286"/>
                    </a:cubicBezTo>
                    <a:lnTo>
                      <a:pt x="924" y="2572"/>
                    </a:lnTo>
                    <a:cubicBezTo>
                      <a:pt x="924" y="2572"/>
                      <a:pt x="543" y="2476"/>
                      <a:pt x="352" y="2381"/>
                    </a:cubicBezTo>
                    <a:cubicBezTo>
                      <a:pt x="-219" y="2000"/>
                      <a:pt x="-29" y="1714"/>
                      <a:pt x="448" y="142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2" name="Google Shape;1532;p33"/>
              <p:cNvSpPr/>
              <p:nvPr/>
            </p:nvSpPr>
            <p:spPr>
              <a:xfrm>
                <a:off x="2671727" y="5096467"/>
                <a:ext cx="4381" cy="1809"/>
              </a:xfrm>
              <a:custGeom>
                <a:avLst/>
                <a:gdLst/>
                <a:ahLst/>
                <a:cxnLst/>
                <a:rect l="l" t="t" r="r" b="b"/>
                <a:pathLst>
                  <a:path w="4381" h="1809" extrusionOk="0">
                    <a:moveTo>
                      <a:pt x="2858" y="0"/>
                    </a:moveTo>
                    <a:lnTo>
                      <a:pt x="3239" y="191"/>
                    </a:lnTo>
                    <a:lnTo>
                      <a:pt x="2762" y="476"/>
                    </a:lnTo>
                    <a:lnTo>
                      <a:pt x="2762" y="476"/>
                    </a:lnTo>
                    <a:cubicBezTo>
                      <a:pt x="3334" y="476"/>
                      <a:pt x="3810" y="476"/>
                      <a:pt x="4096" y="571"/>
                    </a:cubicBezTo>
                    <a:cubicBezTo>
                      <a:pt x="4191" y="571"/>
                      <a:pt x="4286" y="667"/>
                      <a:pt x="4382" y="762"/>
                    </a:cubicBezTo>
                    <a:lnTo>
                      <a:pt x="3905" y="953"/>
                    </a:lnTo>
                    <a:cubicBezTo>
                      <a:pt x="3905" y="953"/>
                      <a:pt x="3810" y="857"/>
                      <a:pt x="3620" y="762"/>
                    </a:cubicBezTo>
                    <a:cubicBezTo>
                      <a:pt x="3429" y="667"/>
                      <a:pt x="2953" y="571"/>
                      <a:pt x="2286" y="762"/>
                    </a:cubicBezTo>
                    <a:lnTo>
                      <a:pt x="476" y="1810"/>
                    </a:lnTo>
                    <a:lnTo>
                      <a:pt x="0" y="1524"/>
                    </a:lnTo>
                    <a:lnTo>
                      <a:pt x="276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3" name="Google Shape;1533;p33"/>
              <p:cNvSpPr/>
              <p:nvPr/>
            </p:nvSpPr>
            <p:spPr>
              <a:xfrm>
                <a:off x="2674057" y="5096848"/>
                <a:ext cx="4243" cy="2762"/>
              </a:xfrm>
              <a:custGeom>
                <a:avLst/>
                <a:gdLst/>
                <a:ahLst/>
                <a:cxnLst/>
                <a:rect l="l" t="t" r="r" b="b"/>
                <a:pathLst>
                  <a:path w="4243" h="2762" extrusionOk="0">
                    <a:moveTo>
                      <a:pt x="243" y="2000"/>
                    </a:moveTo>
                    <a:lnTo>
                      <a:pt x="3767" y="0"/>
                    </a:lnTo>
                    <a:lnTo>
                      <a:pt x="4243" y="286"/>
                    </a:lnTo>
                    <a:lnTo>
                      <a:pt x="719" y="2286"/>
                    </a:lnTo>
                    <a:cubicBezTo>
                      <a:pt x="719" y="2286"/>
                      <a:pt x="623" y="2477"/>
                      <a:pt x="719" y="2477"/>
                    </a:cubicBezTo>
                    <a:cubicBezTo>
                      <a:pt x="719" y="2477"/>
                      <a:pt x="719" y="2477"/>
                      <a:pt x="814" y="2477"/>
                    </a:cubicBezTo>
                    <a:lnTo>
                      <a:pt x="528" y="2762"/>
                    </a:lnTo>
                    <a:cubicBezTo>
                      <a:pt x="528" y="2762"/>
                      <a:pt x="338" y="2762"/>
                      <a:pt x="243" y="2667"/>
                    </a:cubicBezTo>
                    <a:cubicBezTo>
                      <a:pt x="-138" y="2477"/>
                      <a:pt x="-43" y="2286"/>
                      <a:pt x="338" y="200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34" name="Google Shape;1534;p33"/>
            <p:cNvSpPr/>
            <p:nvPr/>
          </p:nvSpPr>
          <p:spPr>
            <a:xfrm>
              <a:off x="7263032" y="2608961"/>
              <a:ext cx="102690" cy="59016"/>
            </a:xfrm>
            <a:custGeom>
              <a:avLst/>
              <a:gdLst/>
              <a:ahLst/>
              <a:cxnLst/>
              <a:rect l="l" t="t" r="r" b="b"/>
              <a:pathLst>
                <a:path w="36671" h="21074" extrusionOk="0">
                  <a:moveTo>
                    <a:pt x="36576" y="13383"/>
                  </a:moveTo>
                  <a:lnTo>
                    <a:pt x="36576" y="10716"/>
                  </a:lnTo>
                  <a:lnTo>
                    <a:pt x="32957" y="10716"/>
                  </a:lnTo>
                  <a:lnTo>
                    <a:pt x="15145" y="429"/>
                  </a:lnTo>
                  <a:cubicBezTo>
                    <a:pt x="14288" y="-143"/>
                    <a:pt x="12763" y="-143"/>
                    <a:pt x="11906" y="429"/>
                  </a:cubicBezTo>
                  <a:lnTo>
                    <a:pt x="3429" y="5286"/>
                  </a:lnTo>
                  <a:lnTo>
                    <a:pt x="0" y="5286"/>
                  </a:lnTo>
                  <a:lnTo>
                    <a:pt x="0" y="7763"/>
                  </a:lnTo>
                  <a:cubicBezTo>
                    <a:pt x="0" y="7763"/>
                    <a:pt x="191" y="8430"/>
                    <a:pt x="667" y="8716"/>
                  </a:cubicBezTo>
                  <a:lnTo>
                    <a:pt x="21527" y="20717"/>
                  </a:lnTo>
                  <a:cubicBezTo>
                    <a:pt x="22384" y="21193"/>
                    <a:pt x="23908" y="21193"/>
                    <a:pt x="24765" y="20717"/>
                  </a:cubicBezTo>
                  <a:lnTo>
                    <a:pt x="36004" y="14240"/>
                  </a:lnTo>
                  <a:cubicBezTo>
                    <a:pt x="36004" y="14240"/>
                    <a:pt x="36671" y="13668"/>
                    <a:pt x="36671" y="132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5" name="Google Shape;1535;p33"/>
            <p:cNvSpPr/>
            <p:nvPr/>
          </p:nvSpPr>
          <p:spPr>
            <a:xfrm>
              <a:off x="7262830" y="2601960"/>
              <a:ext cx="102555" cy="59282"/>
            </a:xfrm>
            <a:custGeom>
              <a:avLst/>
              <a:gdLst/>
              <a:ahLst/>
              <a:cxnLst/>
              <a:rect l="l" t="t" r="r" b="b"/>
              <a:pathLst>
                <a:path w="36623" h="21169" extrusionOk="0">
                  <a:moveTo>
                    <a:pt x="24741" y="20741"/>
                  </a:moveTo>
                  <a:cubicBezTo>
                    <a:pt x="23884" y="21312"/>
                    <a:pt x="22360" y="21312"/>
                    <a:pt x="21503" y="20741"/>
                  </a:cubicBezTo>
                  <a:lnTo>
                    <a:pt x="643" y="8739"/>
                  </a:lnTo>
                  <a:cubicBezTo>
                    <a:pt x="-214" y="8263"/>
                    <a:pt x="-214" y="7406"/>
                    <a:pt x="643" y="6834"/>
                  </a:cubicBezTo>
                  <a:lnTo>
                    <a:pt x="11883" y="357"/>
                  </a:lnTo>
                  <a:cubicBezTo>
                    <a:pt x="12740" y="-119"/>
                    <a:pt x="14264" y="-119"/>
                    <a:pt x="15121" y="357"/>
                  </a:cubicBezTo>
                  <a:lnTo>
                    <a:pt x="35981" y="12359"/>
                  </a:lnTo>
                  <a:cubicBezTo>
                    <a:pt x="36838" y="12835"/>
                    <a:pt x="36838" y="13692"/>
                    <a:pt x="35981" y="14264"/>
                  </a:cubicBezTo>
                  <a:lnTo>
                    <a:pt x="24741" y="2074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36" name="Google Shape;1536;p33"/>
            <p:cNvGrpSpPr/>
            <p:nvPr/>
          </p:nvGrpSpPr>
          <p:grpSpPr>
            <a:xfrm>
              <a:off x="7281217" y="2620689"/>
              <a:ext cx="29826" cy="17211"/>
              <a:chOff x="2903488" y="5229671"/>
              <a:chExt cx="10651" cy="6146"/>
            </a:xfrm>
          </p:grpSpPr>
          <p:sp>
            <p:nvSpPr>
              <p:cNvPr id="1537" name="Google Shape;1537;p33"/>
              <p:cNvSpPr/>
              <p:nvPr/>
            </p:nvSpPr>
            <p:spPr>
              <a:xfrm>
                <a:off x="2903488" y="5229671"/>
                <a:ext cx="5126" cy="2717"/>
              </a:xfrm>
              <a:custGeom>
                <a:avLst/>
                <a:gdLst/>
                <a:ahLst/>
                <a:cxnLst/>
                <a:rect l="l" t="t" r="r" b="b"/>
                <a:pathLst>
                  <a:path w="5126" h="2717" extrusionOk="0">
                    <a:moveTo>
                      <a:pt x="1030" y="527"/>
                    </a:moveTo>
                    <a:cubicBezTo>
                      <a:pt x="2173" y="-140"/>
                      <a:pt x="3697" y="-140"/>
                      <a:pt x="4555" y="337"/>
                    </a:cubicBezTo>
                    <a:cubicBezTo>
                      <a:pt x="5031" y="622"/>
                      <a:pt x="5126" y="908"/>
                      <a:pt x="5126" y="1194"/>
                    </a:cubicBezTo>
                    <a:lnTo>
                      <a:pt x="4555" y="1194"/>
                    </a:lnTo>
                    <a:cubicBezTo>
                      <a:pt x="4555" y="1194"/>
                      <a:pt x="4555" y="717"/>
                      <a:pt x="4174" y="527"/>
                    </a:cubicBezTo>
                    <a:cubicBezTo>
                      <a:pt x="3507" y="146"/>
                      <a:pt x="2459" y="146"/>
                      <a:pt x="1507" y="717"/>
                    </a:cubicBezTo>
                    <a:cubicBezTo>
                      <a:pt x="554" y="1289"/>
                      <a:pt x="459" y="1861"/>
                      <a:pt x="1126" y="2241"/>
                    </a:cubicBezTo>
                    <a:cubicBezTo>
                      <a:pt x="1507" y="2432"/>
                      <a:pt x="1888" y="2527"/>
                      <a:pt x="2364" y="2432"/>
                    </a:cubicBezTo>
                    <a:lnTo>
                      <a:pt x="2364" y="2718"/>
                    </a:lnTo>
                    <a:cubicBezTo>
                      <a:pt x="1697" y="2718"/>
                      <a:pt x="1126" y="2718"/>
                      <a:pt x="649" y="2337"/>
                    </a:cubicBezTo>
                    <a:cubicBezTo>
                      <a:pt x="-303" y="1765"/>
                      <a:pt x="-208" y="1003"/>
                      <a:pt x="935" y="33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8" name="Google Shape;1538;p33"/>
              <p:cNvSpPr/>
              <p:nvPr/>
            </p:nvSpPr>
            <p:spPr>
              <a:xfrm>
                <a:off x="2906452" y="5231150"/>
                <a:ext cx="3591" cy="2857"/>
              </a:xfrm>
              <a:custGeom>
                <a:avLst/>
                <a:gdLst/>
                <a:ahLst/>
                <a:cxnLst/>
                <a:rect l="l" t="t" r="r" b="b"/>
                <a:pathLst>
                  <a:path w="3591" h="2857" extrusionOk="0">
                    <a:moveTo>
                      <a:pt x="352" y="1524"/>
                    </a:moveTo>
                    <a:lnTo>
                      <a:pt x="1876" y="667"/>
                    </a:lnTo>
                    <a:lnTo>
                      <a:pt x="1496" y="381"/>
                    </a:lnTo>
                    <a:lnTo>
                      <a:pt x="1876" y="190"/>
                    </a:lnTo>
                    <a:lnTo>
                      <a:pt x="2353" y="381"/>
                    </a:lnTo>
                    <a:lnTo>
                      <a:pt x="3210" y="0"/>
                    </a:lnTo>
                    <a:lnTo>
                      <a:pt x="3591" y="190"/>
                    </a:lnTo>
                    <a:lnTo>
                      <a:pt x="2829" y="667"/>
                    </a:lnTo>
                    <a:lnTo>
                      <a:pt x="3591" y="1143"/>
                    </a:lnTo>
                    <a:lnTo>
                      <a:pt x="3210" y="1333"/>
                    </a:lnTo>
                    <a:lnTo>
                      <a:pt x="2448" y="953"/>
                    </a:lnTo>
                    <a:lnTo>
                      <a:pt x="924" y="1810"/>
                    </a:lnTo>
                    <a:cubicBezTo>
                      <a:pt x="924" y="1810"/>
                      <a:pt x="543" y="2191"/>
                      <a:pt x="829" y="2381"/>
                    </a:cubicBezTo>
                    <a:cubicBezTo>
                      <a:pt x="924" y="2381"/>
                      <a:pt x="1115" y="2476"/>
                      <a:pt x="1210" y="2572"/>
                    </a:cubicBezTo>
                    <a:lnTo>
                      <a:pt x="924" y="2857"/>
                    </a:lnTo>
                    <a:cubicBezTo>
                      <a:pt x="924" y="2857"/>
                      <a:pt x="543" y="2762"/>
                      <a:pt x="352" y="2667"/>
                    </a:cubicBezTo>
                    <a:cubicBezTo>
                      <a:pt x="-219" y="2286"/>
                      <a:pt x="-28" y="2000"/>
                      <a:pt x="448" y="171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9" name="Google Shape;1539;p33"/>
              <p:cNvSpPr/>
              <p:nvPr/>
            </p:nvSpPr>
            <p:spPr>
              <a:xfrm>
                <a:off x="2907662" y="5232484"/>
                <a:ext cx="4286" cy="1905"/>
              </a:xfrm>
              <a:custGeom>
                <a:avLst/>
                <a:gdLst/>
                <a:ahLst/>
                <a:cxnLst/>
                <a:rect l="l" t="t" r="r" b="b"/>
                <a:pathLst>
                  <a:path w="4286" h="1905" extrusionOk="0">
                    <a:moveTo>
                      <a:pt x="2857" y="191"/>
                    </a:moveTo>
                    <a:lnTo>
                      <a:pt x="3238" y="381"/>
                    </a:lnTo>
                    <a:lnTo>
                      <a:pt x="2762" y="667"/>
                    </a:lnTo>
                    <a:lnTo>
                      <a:pt x="2762" y="667"/>
                    </a:lnTo>
                    <a:cubicBezTo>
                      <a:pt x="3334" y="667"/>
                      <a:pt x="3810" y="667"/>
                      <a:pt x="4096" y="762"/>
                    </a:cubicBezTo>
                    <a:cubicBezTo>
                      <a:pt x="4191" y="762"/>
                      <a:pt x="4286" y="857"/>
                      <a:pt x="4286" y="953"/>
                    </a:cubicBezTo>
                    <a:lnTo>
                      <a:pt x="3810" y="1143"/>
                    </a:lnTo>
                    <a:cubicBezTo>
                      <a:pt x="3810" y="1143"/>
                      <a:pt x="3715" y="1048"/>
                      <a:pt x="3619" y="953"/>
                    </a:cubicBezTo>
                    <a:cubicBezTo>
                      <a:pt x="3429" y="857"/>
                      <a:pt x="2953" y="762"/>
                      <a:pt x="2286" y="953"/>
                    </a:cubicBezTo>
                    <a:lnTo>
                      <a:pt x="476" y="1905"/>
                    </a:lnTo>
                    <a:lnTo>
                      <a:pt x="0" y="1619"/>
                    </a:lnTo>
                    <a:lnTo>
                      <a:pt x="276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0" name="Google Shape;1540;p33"/>
              <p:cNvSpPr/>
              <p:nvPr/>
            </p:nvSpPr>
            <p:spPr>
              <a:xfrm>
                <a:off x="2909896" y="5233055"/>
                <a:ext cx="4243" cy="2762"/>
              </a:xfrm>
              <a:custGeom>
                <a:avLst/>
                <a:gdLst/>
                <a:ahLst/>
                <a:cxnLst/>
                <a:rect l="l" t="t" r="r" b="b"/>
                <a:pathLst>
                  <a:path w="4243" h="2762" extrusionOk="0">
                    <a:moveTo>
                      <a:pt x="338" y="2000"/>
                    </a:moveTo>
                    <a:lnTo>
                      <a:pt x="3767" y="0"/>
                    </a:lnTo>
                    <a:lnTo>
                      <a:pt x="4243" y="286"/>
                    </a:lnTo>
                    <a:lnTo>
                      <a:pt x="719" y="2286"/>
                    </a:lnTo>
                    <a:cubicBezTo>
                      <a:pt x="719" y="2286"/>
                      <a:pt x="624" y="2381"/>
                      <a:pt x="719" y="2477"/>
                    </a:cubicBezTo>
                    <a:cubicBezTo>
                      <a:pt x="719" y="2477"/>
                      <a:pt x="719" y="2477"/>
                      <a:pt x="814" y="2477"/>
                    </a:cubicBezTo>
                    <a:lnTo>
                      <a:pt x="528" y="2762"/>
                    </a:lnTo>
                    <a:cubicBezTo>
                      <a:pt x="528" y="2762"/>
                      <a:pt x="338" y="2762"/>
                      <a:pt x="243" y="2667"/>
                    </a:cubicBezTo>
                    <a:cubicBezTo>
                      <a:pt x="-139" y="2477"/>
                      <a:pt x="-43" y="2286"/>
                      <a:pt x="338" y="200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41" name="Google Shape;1541;p33"/>
            <p:cNvSpPr/>
            <p:nvPr/>
          </p:nvSpPr>
          <p:spPr>
            <a:xfrm>
              <a:off x="7201417" y="2573418"/>
              <a:ext cx="89086" cy="51611"/>
            </a:xfrm>
            <a:custGeom>
              <a:avLst/>
              <a:gdLst/>
              <a:ahLst/>
              <a:cxnLst/>
              <a:rect l="l" t="t" r="r" b="b"/>
              <a:pathLst>
                <a:path w="31813" h="18430" extrusionOk="0">
                  <a:moveTo>
                    <a:pt x="31813" y="10644"/>
                  </a:moveTo>
                  <a:lnTo>
                    <a:pt x="31813" y="7977"/>
                  </a:lnTo>
                  <a:lnTo>
                    <a:pt x="28194" y="7977"/>
                  </a:lnTo>
                  <a:lnTo>
                    <a:pt x="15050" y="357"/>
                  </a:lnTo>
                  <a:cubicBezTo>
                    <a:pt x="14192" y="-119"/>
                    <a:pt x="12668" y="-119"/>
                    <a:pt x="11811" y="357"/>
                  </a:cubicBezTo>
                  <a:lnTo>
                    <a:pt x="3429" y="5215"/>
                  </a:lnTo>
                  <a:lnTo>
                    <a:pt x="0" y="5215"/>
                  </a:lnTo>
                  <a:lnTo>
                    <a:pt x="0" y="7787"/>
                  </a:lnTo>
                  <a:cubicBezTo>
                    <a:pt x="0" y="7787"/>
                    <a:pt x="191" y="8453"/>
                    <a:pt x="667" y="8739"/>
                  </a:cubicBezTo>
                  <a:lnTo>
                    <a:pt x="16764" y="18074"/>
                  </a:lnTo>
                  <a:cubicBezTo>
                    <a:pt x="17621" y="18550"/>
                    <a:pt x="19145" y="18550"/>
                    <a:pt x="20003" y="18074"/>
                  </a:cubicBezTo>
                  <a:lnTo>
                    <a:pt x="31147" y="11597"/>
                  </a:lnTo>
                  <a:cubicBezTo>
                    <a:pt x="31147" y="11597"/>
                    <a:pt x="31813" y="11025"/>
                    <a:pt x="31813" y="1064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2" name="Google Shape;1542;p33"/>
            <p:cNvSpPr/>
            <p:nvPr/>
          </p:nvSpPr>
          <p:spPr>
            <a:xfrm>
              <a:off x="7201484" y="2566216"/>
              <a:ext cx="89218" cy="51611"/>
            </a:xfrm>
            <a:custGeom>
              <a:avLst/>
              <a:gdLst/>
              <a:ahLst/>
              <a:cxnLst/>
              <a:rect l="l" t="t" r="r" b="b"/>
              <a:pathLst>
                <a:path w="31860" h="18430" extrusionOk="0">
                  <a:moveTo>
                    <a:pt x="19979" y="18073"/>
                  </a:moveTo>
                  <a:cubicBezTo>
                    <a:pt x="19121" y="18550"/>
                    <a:pt x="17597" y="18550"/>
                    <a:pt x="16740" y="18073"/>
                  </a:cubicBezTo>
                  <a:lnTo>
                    <a:pt x="643" y="8739"/>
                  </a:lnTo>
                  <a:cubicBezTo>
                    <a:pt x="-214" y="8168"/>
                    <a:pt x="-214" y="7406"/>
                    <a:pt x="643" y="6834"/>
                  </a:cubicBezTo>
                  <a:lnTo>
                    <a:pt x="11882" y="357"/>
                  </a:lnTo>
                  <a:cubicBezTo>
                    <a:pt x="12835" y="-119"/>
                    <a:pt x="14264" y="-119"/>
                    <a:pt x="15121" y="357"/>
                  </a:cubicBezTo>
                  <a:lnTo>
                    <a:pt x="31218" y="9692"/>
                  </a:lnTo>
                  <a:cubicBezTo>
                    <a:pt x="32075" y="10168"/>
                    <a:pt x="32075" y="11025"/>
                    <a:pt x="31218" y="11597"/>
                  </a:cubicBezTo>
                  <a:lnTo>
                    <a:pt x="20074" y="1807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3" name="Google Shape;1543;p33"/>
            <p:cNvSpPr/>
            <p:nvPr/>
          </p:nvSpPr>
          <p:spPr>
            <a:xfrm>
              <a:off x="7214752" y="2577619"/>
              <a:ext cx="34138" cy="19737"/>
            </a:xfrm>
            <a:custGeom>
              <a:avLst/>
              <a:gdLst/>
              <a:ahLst/>
              <a:cxnLst/>
              <a:rect l="l" t="t" r="r" b="b"/>
              <a:pathLst>
                <a:path w="12191" h="7048" extrusionOk="0">
                  <a:moveTo>
                    <a:pt x="6953" y="0"/>
                  </a:moveTo>
                  <a:lnTo>
                    <a:pt x="0" y="4001"/>
                  </a:lnTo>
                  <a:lnTo>
                    <a:pt x="5239" y="7049"/>
                  </a:lnTo>
                  <a:lnTo>
                    <a:pt x="12192" y="3048"/>
                  </a:lnTo>
                  <a:lnTo>
                    <a:pt x="6953" y="0"/>
                  </a:lnTo>
                  <a:close/>
                  <a:moveTo>
                    <a:pt x="11430" y="3048"/>
                  </a:moveTo>
                  <a:lnTo>
                    <a:pt x="10859" y="3429"/>
                  </a:lnTo>
                  <a:lnTo>
                    <a:pt x="6382" y="858"/>
                  </a:lnTo>
                  <a:lnTo>
                    <a:pt x="6953" y="476"/>
                  </a:lnTo>
                  <a:lnTo>
                    <a:pt x="11430" y="3048"/>
                  </a:lnTo>
                  <a:close/>
                  <a:moveTo>
                    <a:pt x="3334" y="2477"/>
                  </a:moveTo>
                  <a:lnTo>
                    <a:pt x="4477" y="1810"/>
                  </a:lnTo>
                  <a:lnTo>
                    <a:pt x="8954" y="4382"/>
                  </a:lnTo>
                  <a:lnTo>
                    <a:pt x="7811" y="5048"/>
                  </a:lnTo>
                  <a:lnTo>
                    <a:pt x="3334" y="2477"/>
                  </a:lnTo>
                  <a:close/>
                  <a:moveTo>
                    <a:pt x="7429" y="5334"/>
                  </a:moveTo>
                  <a:lnTo>
                    <a:pt x="6287" y="6001"/>
                  </a:lnTo>
                  <a:lnTo>
                    <a:pt x="1810" y="3429"/>
                  </a:lnTo>
                  <a:lnTo>
                    <a:pt x="2953" y="2762"/>
                  </a:lnTo>
                  <a:lnTo>
                    <a:pt x="7429" y="5334"/>
                  </a:lnTo>
                  <a:close/>
                  <a:moveTo>
                    <a:pt x="4763" y="1619"/>
                  </a:moveTo>
                  <a:lnTo>
                    <a:pt x="5905" y="953"/>
                  </a:lnTo>
                  <a:lnTo>
                    <a:pt x="10382" y="3524"/>
                  </a:lnTo>
                  <a:lnTo>
                    <a:pt x="9239" y="4191"/>
                  </a:lnTo>
                  <a:lnTo>
                    <a:pt x="4763" y="1619"/>
                  </a:lnTo>
                  <a:close/>
                  <a:moveTo>
                    <a:pt x="667" y="4001"/>
                  </a:moveTo>
                  <a:lnTo>
                    <a:pt x="1429" y="3620"/>
                  </a:lnTo>
                  <a:lnTo>
                    <a:pt x="5905" y="6191"/>
                  </a:lnTo>
                  <a:lnTo>
                    <a:pt x="5144" y="6572"/>
                  </a:lnTo>
                  <a:lnTo>
                    <a:pt x="667" y="400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4" name="Google Shape;1544;p33"/>
            <p:cNvSpPr/>
            <p:nvPr/>
          </p:nvSpPr>
          <p:spPr>
            <a:xfrm>
              <a:off x="7139535" y="2537940"/>
              <a:ext cx="89352" cy="51345"/>
            </a:xfrm>
            <a:custGeom>
              <a:avLst/>
              <a:gdLst/>
              <a:ahLst/>
              <a:cxnLst/>
              <a:rect l="l" t="t" r="r" b="b"/>
              <a:pathLst>
                <a:path w="31908" h="18335" extrusionOk="0">
                  <a:moveTo>
                    <a:pt x="31909" y="10644"/>
                  </a:moveTo>
                  <a:lnTo>
                    <a:pt x="31909" y="7977"/>
                  </a:lnTo>
                  <a:lnTo>
                    <a:pt x="28289" y="7977"/>
                  </a:lnTo>
                  <a:lnTo>
                    <a:pt x="15145" y="357"/>
                  </a:lnTo>
                  <a:cubicBezTo>
                    <a:pt x="14288" y="-119"/>
                    <a:pt x="12763" y="-119"/>
                    <a:pt x="11906" y="357"/>
                  </a:cubicBezTo>
                  <a:lnTo>
                    <a:pt x="3429" y="5215"/>
                  </a:lnTo>
                  <a:lnTo>
                    <a:pt x="0" y="5215"/>
                  </a:lnTo>
                  <a:lnTo>
                    <a:pt x="0" y="7691"/>
                  </a:lnTo>
                  <a:cubicBezTo>
                    <a:pt x="0" y="7691"/>
                    <a:pt x="190" y="8358"/>
                    <a:pt x="667" y="8644"/>
                  </a:cubicBezTo>
                  <a:lnTo>
                    <a:pt x="16764" y="17979"/>
                  </a:lnTo>
                  <a:cubicBezTo>
                    <a:pt x="17621" y="18455"/>
                    <a:pt x="19145" y="18455"/>
                    <a:pt x="20002" y="17979"/>
                  </a:cubicBezTo>
                  <a:lnTo>
                    <a:pt x="31147" y="11501"/>
                  </a:lnTo>
                  <a:cubicBezTo>
                    <a:pt x="31147" y="11501"/>
                    <a:pt x="31813" y="10930"/>
                    <a:pt x="31813" y="1054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5" name="Google Shape;1545;p33"/>
            <p:cNvSpPr/>
            <p:nvPr/>
          </p:nvSpPr>
          <p:spPr>
            <a:xfrm>
              <a:off x="7139869" y="2530740"/>
              <a:ext cx="89419" cy="51611"/>
            </a:xfrm>
            <a:custGeom>
              <a:avLst/>
              <a:gdLst/>
              <a:ahLst/>
              <a:cxnLst/>
              <a:rect l="l" t="t" r="r" b="b"/>
              <a:pathLst>
                <a:path w="31932" h="18430" extrusionOk="0">
                  <a:moveTo>
                    <a:pt x="19979" y="18074"/>
                  </a:moveTo>
                  <a:cubicBezTo>
                    <a:pt x="19121" y="18550"/>
                    <a:pt x="17597" y="18550"/>
                    <a:pt x="16740" y="18074"/>
                  </a:cubicBezTo>
                  <a:lnTo>
                    <a:pt x="643" y="8739"/>
                  </a:lnTo>
                  <a:cubicBezTo>
                    <a:pt x="-214" y="8263"/>
                    <a:pt x="-214" y="7406"/>
                    <a:pt x="643" y="6834"/>
                  </a:cubicBezTo>
                  <a:lnTo>
                    <a:pt x="11882" y="357"/>
                  </a:lnTo>
                  <a:cubicBezTo>
                    <a:pt x="12835" y="-119"/>
                    <a:pt x="14264" y="-119"/>
                    <a:pt x="15121" y="357"/>
                  </a:cubicBezTo>
                  <a:lnTo>
                    <a:pt x="31218" y="9692"/>
                  </a:lnTo>
                  <a:cubicBezTo>
                    <a:pt x="32171" y="10168"/>
                    <a:pt x="32171" y="11025"/>
                    <a:pt x="31218" y="11597"/>
                  </a:cubicBezTo>
                  <a:lnTo>
                    <a:pt x="20074" y="1807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46" name="Google Shape;1546;p33"/>
            <p:cNvGrpSpPr/>
            <p:nvPr/>
          </p:nvGrpSpPr>
          <p:grpSpPr>
            <a:xfrm>
              <a:off x="7155273" y="2544543"/>
              <a:ext cx="33074" cy="19202"/>
              <a:chOff x="2858513" y="5202480"/>
              <a:chExt cx="11811" cy="6857"/>
            </a:xfrm>
          </p:grpSpPr>
          <p:sp>
            <p:nvSpPr>
              <p:cNvPr id="1547" name="Google Shape;1547;p33"/>
              <p:cNvSpPr/>
              <p:nvPr/>
            </p:nvSpPr>
            <p:spPr>
              <a:xfrm>
                <a:off x="2861942" y="5202480"/>
                <a:ext cx="5048" cy="2952"/>
              </a:xfrm>
              <a:custGeom>
                <a:avLst/>
                <a:gdLst/>
                <a:ahLst/>
                <a:cxnLst/>
                <a:rect l="l" t="t" r="r" b="b"/>
                <a:pathLst>
                  <a:path w="5048" h="2952" extrusionOk="0">
                    <a:moveTo>
                      <a:pt x="0" y="1524"/>
                    </a:moveTo>
                    <a:lnTo>
                      <a:pt x="2477" y="2953"/>
                    </a:lnTo>
                    <a:lnTo>
                      <a:pt x="5048" y="1524"/>
                    </a:lnTo>
                    <a:lnTo>
                      <a:pt x="2572" y="0"/>
                    </a:lnTo>
                    <a:lnTo>
                      <a:pt x="0" y="152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8" name="Google Shape;1548;p33"/>
              <p:cNvSpPr/>
              <p:nvPr/>
            </p:nvSpPr>
            <p:spPr>
              <a:xfrm>
                <a:off x="2865276" y="5204385"/>
                <a:ext cx="5048" cy="2952"/>
              </a:xfrm>
              <a:custGeom>
                <a:avLst/>
                <a:gdLst/>
                <a:ahLst/>
                <a:cxnLst/>
                <a:rect l="l" t="t" r="r" b="b"/>
                <a:pathLst>
                  <a:path w="5048" h="2952" extrusionOk="0">
                    <a:moveTo>
                      <a:pt x="2572" y="0"/>
                    </a:moveTo>
                    <a:lnTo>
                      <a:pt x="0" y="1524"/>
                    </a:lnTo>
                    <a:lnTo>
                      <a:pt x="2477" y="2953"/>
                    </a:lnTo>
                    <a:lnTo>
                      <a:pt x="5048" y="1524"/>
                    </a:lnTo>
                    <a:lnTo>
                      <a:pt x="257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9" name="Google Shape;1549;p33"/>
              <p:cNvSpPr/>
              <p:nvPr/>
            </p:nvSpPr>
            <p:spPr>
              <a:xfrm>
                <a:off x="2858513" y="5204480"/>
                <a:ext cx="5143" cy="2857"/>
              </a:xfrm>
              <a:custGeom>
                <a:avLst/>
                <a:gdLst/>
                <a:ahLst/>
                <a:cxnLst/>
                <a:rect l="l" t="t" r="r" b="b"/>
                <a:pathLst>
                  <a:path w="5143" h="2857" extrusionOk="0">
                    <a:moveTo>
                      <a:pt x="0" y="1429"/>
                    </a:moveTo>
                    <a:lnTo>
                      <a:pt x="2572" y="2858"/>
                    </a:lnTo>
                    <a:lnTo>
                      <a:pt x="5143" y="1429"/>
                    </a:lnTo>
                    <a:lnTo>
                      <a:pt x="2572" y="0"/>
                    </a:lnTo>
                    <a:lnTo>
                      <a:pt x="0" y="142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0" name="Google Shape;1550;p33"/>
              <p:cNvSpPr/>
              <p:nvPr/>
            </p:nvSpPr>
            <p:spPr>
              <a:xfrm>
                <a:off x="2861846" y="5206385"/>
                <a:ext cx="5143" cy="2952"/>
              </a:xfrm>
              <a:custGeom>
                <a:avLst/>
                <a:gdLst/>
                <a:ahLst/>
                <a:cxnLst/>
                <a:rect l="l" t="t" r="r" b="b"/>
                <a:pathLst>
                  <a:path w="5143" h="2952" extrusionOk="0">
                    <a:moveTo>
                      <a:pt x="0" y="1429"/>
                    </a:moveTo>
                    <a:lnTo>
                      <a:pt x="2572" y="2953"/>
                    </a:lnTo>
                    <a:lnTo>
                      <a:pt x="5144" y="1429"/>
                    </a:lnTo>
                    <a:lnTo>
                      <a:pt x="2572" y="0"/>
                    </a:lnTo>
                    <a:lnTo>
                      <a:pt x="0" y="142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51" name="Google Shape;1551;p33"/>
            <p:cNvSpPr/>
            <p:nvPr/>
          </p:nvSpPr>
          <p:spPr>
            <a:xfrm>
              <a:off x="7077920" y="2502464"/>
              <a:ext cx="89352" cy="51813"/>
            </a:xfrm>
            <a:custGeom>
              <a:avLst/>
              <a:gdLst/>
              <a:ahLst/>
              <a:cxnLst/>
              <a:rect l="l" t="t" r="r" b="b"/>
              <a:pathLst>
                <a:path w="31908" h="18502" extrusionOk="0">
                  <a:moveTo>
                    <a:pt x="31909" y="10644"/>
                  </a:moveTo>
                  <a:lnTo>
                    <a:pt x="31909" y="7977"/>
                  </a:lnTo>
                  <a:lnTo>
                    <a:pt x="28289" y="7977"/>
                  </a:lnTo>
                  <a:lnTo>
                    <a:pt x="15145" y="357"/>
                  </a:lnTo>
                  <a:cubicBezTo>
                    <a:pt x="14288" y="-119"/>
                    <a:pt x="12764" y="-119"/>
                    <a:pt x="11906" y="357"/>
                  </a:cubicBezTo>
                  <a:lnTo>
                    <a:pt x="3429" y="5215"/>
                  </a:lnTo>
                  <a:lnTo>
                    <a:pt x="0" y="5215"/>
                  </a:lnTo>
                  <a:lnTo>
                    <a:pt x="0" y="7787"/>
                  </a:lnTo>
                  <a:cubicBezTo>
                    <a:pt x="0" y="7787"/>
                    <a:pt x="191" y="8453"/>
                    <a:pt x="667" y="8739"/>
                  </a:cubicBezTo>
                  <a:lnTo>
                    <a:pt x="16764" y="18074"/>
                  </a:lnTo>
                  <a:cubicBezTo>
                    <a:pt x="17621" y="18645"/>
                    <a:pt x="19145" y="18645"/>
                    <a:pt x="20003" y="18074"/>
                  </a:cubicBezTo>
                  <a:lnTo>
                    <a:pt x="31147" y="11597"/>
                  </a:lnTo>
                  <a:cubicBezTo>
                    <a:pt x="31147" y="11597"/>
                    <a:pt x="31814" y="10930"/>
                    <a:pt x="31814" y="1064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2" name="Google Shape;1552;p33"/>
            <p:cNvSpPr/>
            <p:nvPr/>
          </p:nvSpPr>
          <p:spPr>
            <a:xfrm>
              <a:off x="7078254" y="2494996"/>
              <a:ext cx="89218" cy="51611"/>
            </a:xfrm>
            <a:custGeom>
              <a:avLst/>
              <a:gdLst/>
              <a:ahLst/>
              <a:cxnLst/>
              <a:rect l="l" t="t" r="r" b="b"/>
              <a:pathLst>
                <a:path w="31860" h="18430" extrusionOk="0">
                  <a:moveTo>
                    <a:pt x="19979" y="18074"/>
                  </a:moveTo>
                  <a:cubicBezTo>
                    <a:pt x="19121" y="18550"/>
                    <a:pt x="17597" y="18550"/>
                    <a:pt x="16740" y="18074"/>
                  </a:cubicBezTo>
                  <a:lnTo>
                    <a:pt x="643" y="8739"/>
                  </a:lnTo>
                  <a:cubicBezTo>
                    <a:pt x="-214" y="8263"/>
                    <a:pt x="-214" y="7406"/>
                    <a:pt x="643" y="6834"/>
                  </a:cubicBezTo>
                  <a:lnTo>
                    <a:pt x="11882" y="357"/>
                  </a:lnTo>
                  <a:cubicBezTo>
                    <a:pt x="12740" y="-119"/>
                    <a:pt x="14264" y="-119"/>
                    <a:pt x="15121" y="357"/>
                  </a:cubicBezTo>
                  <a:lnTo>
                    <a:pt x="31218" y="9692"/>
                  </a:lnTo>
                  <a:cubicBezTo>
                    <a:pt x="32075" y="10168"/>
                    <a:pt x="32075" y="11120"/>
                    <a:pt x="31218" y="11597"/>
                  </a:cubicBezTo>
                  <a:lnTo>
                    <a:pt x="20074" y="1807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53" name="Google Shape;1553;p33"/>
            <p:cNvGrpSpPr/>
            <p:nvPr/>
          </p:nvGrpSpPr>
          <p:grpSpPr>
            <a:xfrm>
              <a:off x="7092056" y="2513336"/>
              <a:ext cx="43743" cy="23204"/>
              <a:chOff x="2835938" y="5191336"/>
              <a:chExt cx="15621" cy="8286"/>
            </a:xfrm>
          </p:grpSpPr>
          <p:sp>
            <p:nvSpPr>
              <p:cNvPr id="1554" name="Google Shape;1554;p33"/>
              <p:cNvSpPr/>
              <p:nvPr/>
            </p:nvSpPr>
            <p:spPr>
              <a:xfrm>
                <a:off x="2835938" y="5191336"/>
                <a:ext cx="5524" cy="3238"/>
              </a:xfrm>
              <a:custGeom>
                <a:avLst/>
                <a:gdLst/>
                <a:ahLst/>
                <a:cxnLst/>
                <a:rect l="l" t="t" r="r" b="b"/>
                <a:pathLst>
                  <a:path w="5524" h="3238" extrusionOk="0">
                    <a:moveTo>
                      <a:pt x="4953" y="95"/>
                    </a:moveTo>
                    <a:lnTo>
                      <a:pt x="5525" y="381"/>
                    </a:lnTo>
                    <a:lnTo>
                      <a:pt x="3048" y="3238"/>
                    </a:lnTo>
                    <a:lnTo>
                      <a:pt x="2572" y="2953"/>
                    </a:lnTo>
                    <a:lnTo>
                      <a:pt x="3334" y="2096"/>
                    </a:lnTo>
                    <a:lnTo>
                      <a:pt x="2000" y="1333"/>
                    </a:lnTo>
                    <a:lnTo>
                      <a:pt x="476" y="1714"/>
                    </a:lnTo>
                    <a:lnTo>
                      <a:pt x="0" y="1429"/>
                    </a:lnTo>
                    <a:lnTo>
                      <a:pt x="4953" y="0"/>
                    </a:lnTo>
                    <a:close/>
                    <a:moveTo>
                      <a:pt x="2477" y="1143"/>
                    </a:moveTo>
                    <a:lnTo>
                      <a:pt x="3620" y="1809"/>
                    </a:lnTo>
                    <a:lnTo>
                      <a:pt x="4001" y="1429"/>
                    </a:lnTo>
                    <a:cubicBezTo>
                      <a:pt x="4001" y="1429"/>
                      <a:pt x="4572" y="762"/>
                      <a:pt x="4858" y="476"/>
                    </a:cubicBezTo>
                    <a:lnTo>
                      <a:pt x="4858" y="476"/>
                    </a:lnTo>
                    <a:cubicBezTo>
                      <a:pt x="4286" y="667"/>
                      <a:pt x="3810" y="762"/>
                      <a:pt x="3239" y="952"/>
                    </a:cubicBezTo>
                    <a:lnTo>
                      <a:pt x="2477" y="114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5" name="Google Shape;1555;p33"/>
              <p:cNvSpPr/>
              <p:nvPr/>
            </p:nvSpPr>
            <p:spPr>
              <a:xfrm>
                <a:off x="2839696" y="5192479"/>
                <a:ext cx="4243" cy="2666"/>
              </a:xfrm>
              <a:custGeom>
                <a:avLst/>
                <a:gdLst/>
                <a:ahLst/>
                <a:cxnLst/>
                <a:rect l="l" t="t" r="r" b="b"/>
                <a:pathLst>
                  <a:path w="4243" h="2666" extrusionOk="0">
                    <a:moveTo>
                      <a:pt x="338" y="2000"/>
                    </a:moveTo>
                    <a:lnTo>
                      <a:pt x="3767" y="0"/>
                    </a:lnTo>
                    <a:lnTo>
                      <a:pt x="4243" y="286"/>
                    </a:lnTo>
                    <a:lnTo>
                      <a:pt x="719" y="2286"/>
                    </a:lnTo>
                    <a:cubicBezTo>
                      <a:pt x="719" y="2286"/>
                      <a:pt x="528" y="2476"/>
                      <a:pt x="719" y="2476"/>
                    </a:cubicBezTo>
                    <a:cubicBezTo>
                      <a:pt x="719" y="2476"/>
                      <a:pt x="719" y="2476"/>
                      <a:pt x="814" y="2476"/>
                    </a:cubicBezTo>
                    <a:lnTo>
                      <a:pt x="528" y="2667"/>
                    </a:lnTo>
                    <a:cubicBezTo>
                      <a:pt x="528" y="2667"/>
                      <a:pt x="338" y="2667"/>
                      <a:pt x="243" y="2572"/>
                    </a:cubicBezTo>
                    <a:cubicBezTo>
                      <a:pt x="-139" y="2381"/>
                      <a:pt x="-43" y="2191"/>
                      <a:pt x="338" y="190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6" name="Google Shape;1556;p33"/>
              <p:cNvSpPr/>
              <p:nvPr/>
            </p:nvSpPr>
            <p:spPr>
              <a:xfrm>
                <a:off x="2841587" y="5193717"/>
                <a:ext cx="3495" cy="2666"/>
              </a:xfrm>
              <a:custGeom>
                <a:avLst/>
                <a:gdLst/>
                <a:ahLst/>
                <a:cxnLst/>
                <a:rect l="l" t="t" r="r" b="b"/>
                <a:pathLst>
                  <a:path w="3495" h="2666" extrusionOk="0">
                    <a:moveTo>
                      <a:pt x="257" y="1524"/>
                    </a:moveTo>
                    <a:lnTo>
                      <a:pt x="1781" y="667"/>
                    </a:lnTo>
                    <a:lnTo>
                      <a:pt x="1400" y="381"/>
                    </a:lnTo>
                    <a:lnTo>
                      <a:pt x="1781" y="190"/>
                    </a:lnTo>
                    <a:lnTo>
                      <a:pt x="2257" y="381"/>
                    </a:lnTo>
                    <a:lnTo>
                      <a:pt x="3115" y="0"/>
                    </a:lnTo>
                    <a:lnTo>
                      <a:pt x="3496" y="190"/>
                    </a:lnTo>
                    <a:lnTo>
                      <a:pt x="2734" y="571"/>
                    </a:lnTo>
                    <a:lnTo>
                      <a:pt x="3496" y="1048"/>
                    </a:lnTo>
                    <a:lnTo>
                      <a:pt x="3115" y="1238"/>
                    </a:lnTo>
                    <a:lnTo>
                      <a:pt x="2353" y="857"/>
                    </a:lnTo>
                    <a:lnTo>
                      <a:pt x="829" y="1714"/>
                    </a:lnTo>
                    <a:cubicBezTo>
                      <a:pt x="829" y="1714"/>
                      <a:pt x="448" y="2096"/>
                      <a:pt x="829" y="2286"/>
                    </a:cubicBezTo>
                    <a:cubicBezTo>
                      <a:pt x="829" y="2286"/>
                      <a:pt x="1115" y="2286"/>
                      <a:pt x="1210" y="2381"/>
                    </a:cubicBezTo>
                    <a:lnTo>
                      <a:pt x="924" y="2667"/>
                    </a:lnTo>
                    <a:cubicBezTo>
                      <a:pt x="924" y="2667"/>
                      <a:pt x="543" y="2572"/>
                      <a:pt x="352" y="2476"/>
                    </a:cubicBezTo>
                    <a:cubicBezTo>
                      <a:pt x="-219" y="2096"/>
                      <a:pt x="-28" y="1809"/>
                      <a:pt x="448" y="152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7" name="Google Shape;1557;p33"/>
              <p:cNvSpPr/>
              <p:nvPr/>
            </p:nvSpPr>
            <p:spPr>
              <a:xfrm>
                <a:off x="2844686" y="5195681"/>
                <a:ext cx="5158" cy="2893"/>
              </a:xfrm>
              <a:custGeom>
                <a:avLst/>
                <a:gdLst/>
                <a:ahLst/>
                <a:cxnLst/>
                <a:rect l="l" t="t" r="r" b="b"/>
                <a:pathLst>
                  <a:path w="5158" h="2893" extrusionOk="0">
                    <a:moveTo>
                      <a:pt x="968" y="513"/>
                    </a:moveTo>
                    <a:cubicBezTo>
                      <a:pt x="2111" y="-154"/>
                      <a:pt x="3635" y="-154"/>
                      <a:pt x="4587" y="418"/>
                    </a:cubicBezTo>
                    <a:cubicBezTo>
                      <a:pt x="5064" y="703"/>
                      <a:pt x="5159" y="989"/>
                      <a:pt x="5159" y="1275"/>
                    </a:cubicBezTo>
                    <a:lnTo>
                      <a:pt x="4587" y="1275"/>
                    </a:lnTo>
                    <a:cubicBezTo>
                      <a:pt x="4587" y="1275"/>
                      <a:pt x="4587" y="894"/>
                      <a:pt x="4111" y="608"/>
                    </a:cubicBezTo>
                    <a:cubicBezTo>
                      <a:pt x="3349" y="227"/>
                      <a:pt x="2301" y="227"/>
                      <a:pt x="1349" y="703"/>
                    </a:cubicBezTo>
                    <a:cubicBezTo>
                      <a:pt x="396" y="1275"/>
                      <a:pt x="301" y="1846"/>
                      <a:pt x="1063" y="2322"/>
                    </a:cubicBezTo>
                    <a:cubicBezTo>
                      <a:pt x="1349" y="2513"/>
                      <a:pt x="1635" y="2608"/>
                      <a:pt x="1921" y="2608"/>
                    </a:cubicBezTo>
                    <a:lnTo>
                      <a:pt x="2873" y="2037"/>
                    </a:lnTo>
                    <a:lnTo>
                      <a:pt x="2111" y="1561"/>
                    </a:lnTo>
                    <a:lnTo>
                      <a:pt x="2492" y="1275"/>
                    </a:lnTo>
                    <a:lnTo>
                      <a:pt x="3730" y="2037"/>
                    </a:lnTo>
                    <a:lnTo>
                      <a:pt x="2206" y="2894"/>
                    </a:lnTo>
                    <a:cubicBezTo>
                      <a:pt x="1730" y="2894"/>
                      <a:pt x="1158" y="2799"/>
                      <a:pt x="682" y="2418"/>
                    </a:cubicBezTo>
                    <a:cubicBezTo>
                      <a:pt x="-270" y="1846"/>
                      <a:pt x="-270" y="1084"/>
                      <a:pt x="968" y="32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8" name="Google Shape;1558;p33"/>
              <p:cNvSpPr/>
              <p:nvPr/>
            </p:nvSpPr>
            <p:spPr>
              <a:xfrm>
                <a:off x="2847368" y="5197717"/>
                <a:ext cx="4191" cy="1905"/>
              </a:xfrm>
              <a:custGeom>
                <a:avLst/>
                <a:gdLst/>
                <a:ahLst/>
                <a:cxnLst/>
                <a:rect l="l" t="t" r="r" b="b"/>
                <a:pathLst>
                  <a:path w="4191" h="1905" extrusionOk="0">
                    <a:moveTo>
                      <a:pt x="2762" y="95"/>
                    </a:moveTo>
                    <a:lnTo>
                      <a:pt x="3143" y="286"/>
                    </a:lnTo>
                    <a:lnTo>
                      <a:pt x="2667" y="571"/>
                    </a:lnTo>
                    <a:lnTo>
                      <a:pt x="2667" y="571"/>
                    </a:lnTo>
                    <a:cubicBezTo>
                      <a:pt x="3238" y="571"/>
                      <a:pt x="3715" y="571"/>
                      <a:pt x="4001" y="667"/>
                    </a:cubicBezTo>
                    <a:cubicBezTo>
                      <a:pt x="4096" y="667"/>
                      <a:pt x="4191" y="762"/>
                      <a:pt x="4191" y="857"/>
                    </a:cubicBezTo>
                    <a:lnTo>
                      <a:pt x="3715" y="1048"/>
                    </a:lnTo>
                    <a:cubicBezTo>
                      <a:pt x="3715" y="1048"/>
                      <a:pt x="3620" y="953"/>
                      <a:pt x="3524" y="857"/>
                    </a:cubicBezTo>
                    <a:cubicBezTo>
                      <a:pt x="3334" y="762"/>
                      <a:pt x="2857" y="667"/>
                      <a:pt x="2191" y="857"/>
                    </a:cubicBezTo>
                    <a:lnTo>
                      <a:pt x="476" y="1905"/>
                    </a:lnTo>
                    <a:lnTo>
                      <a:pt x="0" y="1619"/>
                    </a:lnTo>
                    <a:lnTo>
                      <a:pt x="2762"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59" name="Google Shape;1559;p33"/>
            <p:cNvSpPr/>
            <p:nvPr/>
          </p:nvSpPr>
          <p:spPr>
            <a:xfrm>
              <a:off x="7352117" y="2660908"/>
              <a:ext cx="75482" cy="43611"/>
            </a:xfrm>
            <a:custGeom>
              <a:avLst/>
              <a:gdLst/>
              <a:ahLst/>
              <a:cxnLst/>
              <a:rect l="l" t="t" r="r" b="b"/>
              <a:pathLst>
                <a:path w="26955" h="15573" extrusionOk="0">
                  <a:moveTo>
                    <a:pt x="23622" y="5215"/>
                  </a:moveTo>
                  <a:lnTo>
                    <a:pt x="15145" y="357"/>
                  </a:lnTo>
                  <a:cubicBezTo>
                    <a:pt x="14288" y="-119"/>
                    <a:pt x="12764" y="-119"/>
                    <a:pt x="11906" y="357"/>
                  </a:cubicBezTo>
                  <a:lnTo>
                    <a:pt x="3429" y="5215"/>
                  </a:lnTo>
                  <a:lnTo>
                    <a:pt x="0" y="5215"/>
                  </a:lnTo>
                  <a:lnTo>
                    <a:pt x="0" y="7787"/>
                  </a:lnTo>
                  <a:cubicBezTo>
                    <a:pt x="0" y="7787"/>
                    <a:pt x="286" y="8453"/>
                    <a:pt x="667" y="8739"/>
                  </a:cubicBezTo>
                  <a:lnTo>
                    <a:pt x="11811" y="15216"/>
                  </a:lnTo>
                  <a:cubicBezTo>
                    <a:pt x="12764" y="15693"/>
                    <a:pt x="14192" y="15693"/>
                    <a:pt x="15050" y="15216"/>
                  </a:cubicBezTo>
                  <a:lnTo>
                    <a:pt x="26289" y="8739"/>
                  </a:lnTo>
                  <a:cubicBezTo>
                    <a:pt x="26289" y="8739"/>
                    <a:pt x="26956" y="8168"/>
                    <a:pt x="26956" y="7787"/>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0" name="Google Shape;1560;p33"/>
            <p:cNvSpPr/>
            <p:nvPr/>
          </p:nvSpPr>
          <p:spPr>
            <a:xfrm>
              <a:off x="7352252" y="2653440"/>
              <a:ext cx="75549" cy="43611"/>
            </a:xfrm>
            <a:custGeom>
              <a:avLst/>
              <a:gdLst/>
              <a:ahLst/>
              <a:cxnLst/>
              <a:rect l="l" t="t" r="r" b="b"/>
              <a:pathLst>
                <a:path w="26979" h="15573" extrusionOk="0">
                  <a:moveTo>
                    <a:pt x="15097" y="15216"/>
                  </a:moveTo>
                  <a:cubicBezTo>
                    <a:pt x="14240" y="15693"/>
                    <a:pt x="12716" y="15693"/>
                    <a:pt x="11859" y="15216"/>
                  </a:cubicBezTo>
                  <a:lnTo>
                    <a:pt x="714" y="8739"/>
                  </a:lnTo>
                  <a:cubicBezTo>
                    <a:pt x="-238" y="8263"/>
                    <a:pt x="-238" y="7406"/>
                    <a:pt x="714" y="6834"/>
                  </a:cubicBezTo>
                  <a:lnTo>
                    <a:pt x="11859" y="357"/>
                  </a:lnTo>
                  <a:cubicBezTo>
                    <a:pt x="12811" y="-119"/>
                    <a:pt x="14240" y="-119"/>
                    <a:pt x="15097" y="357"/>
                  </a:cubicBezTo>
                  <a:lnTo>
                    <a:pt x="26337" y="6834"/>
                  </a:lnTo>
                  <a:cubicBezTo>
                    <a:pt x="27194" y="7310"/>
                    <a:pt x="27194" y="8168"/>
                    <a:pt x="26337" y="8739"/>
                  </a:cubicBezTo>
                  <a:lnTo>
                    <a:pt x="15097"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1" name="Google Shape;1561;p33"/>
            <p:cNvSpPr/>
            <p:nvPr/>
          </p:nvSpPr>
          <p:spPr>
            <a:xfrm>
              <a:off x="7380392" y="2669643"/>
              <a:ext cx="20003" cy="11736"/>
            </a:xfrm>
            <a:custGeom>
              <a:avLst/>
              <a:gdLst/>
              <a:ahLst/>
              <a:cxnLst/>
              <a:rect l="l" t="t" r="r" b="b"/>
              <a:pathLst>
                <a:path w="7143" h="4191" extrusionOk="0">
                  <a:moveTo>
                    <a:pt x="3619" y="286"/>
                  </a:moveTo>
                  <a:lnTo>
                    <a:pt x="0" y="0"/>
                  </a:lnTo>
                  <a:lnTo>
                    <a:pt x="381" y="2096"/>
                  </a:lnTo>
                  <a:lnTo>
                    <a:pt x="1714" y="1334"/>
                  </a:lnTo>
                  <a:lnTo>
                    <a:pt x="6572" y="4191"/>
                  </a:lnTo>
                  <a:lnTo>
                    <a:pt x="7144" y="3810"/>
                  </a:lnTo>
                  <a:lnTo>
                    <a:pt x="2286" y="1048"/>
                  </a:lnTo>
                  <a:lnTo>
                    <a:pt x="3619" y="28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2" name="Google Shape;1562;p33"/>
            <p:cNvSpPr/>
            <p:nvPr/>
          </p:nvSpPr>
          <p:spPr>
            <a:xfrm>
              <a:off x="7450274" y="2659575"/>
              <a:ext cx="75748" cy="43543"/>
            </a:xfrm>
            <a:custGeom>
              <a:avLst/>
              <a:gdLst/>
              <a:ahLst/>
              <a:cxnLst/>
              <a:rect l="l" t="t" r="r" b="b"/>
              <a:pathLst>
                <a:path w="27050" h="15549" extrusionOk="0">
                  <a:moveTo>
                    <a:pt x="23622" y="5215"/>
                  </a:moveTo>
                  <a:lnTo>
                    <a:pt x="15145" y="357"/>
                  </a:lnTo>
                  <a:cubicBezTo>
                    <a:pt x="14192" y="-119"/>
                    <a:pt x="12763" y="-119"/>
                    <a:pt x="11906" y="357"/>
                  </a:cubicBezTo>
                  <a:lnTo>
                    <a:pt x="3429" y="5215"/>
                  </a:lnTo>
                  <a:lnTo>
                    <a:pt x="0" y="5215"/>
                  </a:lnTo>
                  <a:lnTo>
                    <a:pt x="0" y="7691"/>
                  </a:lnTo>
                  <a:cubicBezTo>
                    <a:pt x="0" y="7691"/>
                    <a:pt x="190" y="8358"/>
                    <a:pt x="667" y="8644"/>
                  </a:cubicBezTo>
                  <a:lnTo>
                    <a:pt x="11906" y="15121"/>
                  </a:lnTo>
                  <a:cubicBezTo>
                    <a:pt x="12859" y="15692"/>
                    <a:pt x="14288" y="15692"/>
                    <a:pt x="15145" y="15121"/>
                  </a:cubicBezTo>
                  <a:lnTo>
                    <a:pt x="26384" y="8644"/>
                  </a:lnTo>
                  <a:cubicBezTo>
                    <a:pt x="26384" y="8644"/>
                    <a:pt x="27051" y="8072"/>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3" name="Google Shape;1563;p33"/>
            <p:cNvSpPr/>
            <p:nvPr/>
          </p:nvSpPr>
          <p:spPr>
            <a:xfrm>
              <a:off x="7450341" y="2652104"/>
              <a:ext cx="75617" cy="43611"/>
            </a:xfrm>
            <a:custGeom>
              <a:avLst/>
              <a:gdLst/>
              <a:ahLst/>
              <a:cxnLst/>
              <a:rect l="l" t="t" r="r" b="b"/>
              <a:pathLst>
                <a:path w="27003" h="15573" extrusionOk="0">
                  <a:moveTo>
                    <a:pt x="15121" y="15216"/>
                  </a:moveTo>
                  <a:cubicBezTo>
                    <a:pt x="14169" y="15692"/>
                    <a:pt x="12740" y="15692"/>
                    <a:pt x="11883" y="15216"/>
                  </a:cubicBezTo>
                  <a:lnTo>
                    <a:pt x="643" y="8739"/>
                  </a:lnTo>
                  <a:cubicBezTo>
                    <a:pt x="-214" y="8263"/>
                    <a:pt x="-214" y="7406"/>
                    <a:pt x="643" y="6834"/>
                  </a:cubicBezTo>
                  <a:lnTo>
                    <a:pt x="11883" y="357"/>
                  </a:lnTo>
                  <a:cubicBezTo>
                    <a:pt x="12835" y="-119"/>
                    <a:pt x="14264" y="-119"/>
                    <a:pt x="15121" y="357"/>
                  </a:cubicBezTo>
                  <a:lnTo>
                    <a:pt x="26361" y="6834"/>
                  </a:lnTo>
                  <a:cubicBezTo>
                    <a:pt x="27218" y="7311"/>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4" name="Google Shape;1564;p33"/>
            <p:cNvSpPr/>
            <p:nvPr/>
          </p:nvSpPr>
          <p:spPr>
            <a:xfrm>
              <a:off x="7477747" y="2668310"/>
              <a:ext cx="20003" cy="11736"/>
            </a:xfrm>
            <a:custGeom>
              <a:avLst/>
              <a:gdLst/>
              <a:ahLst/>
              <a:cxnLst/>
              <a:rect l="l" t="t" r="r" b="b"/>
              <a:pathLst>
                <a:path w="7143" h="4191" extrusionOk="0">
                  <a:moveTo>
                    <a:pt x="6763" y="2096"/>
                  </a:moveTo>
                  <a:lnTo>
                    <a:pt x="7144" y="0"/>
                  </a:lnTo>
                  <a:lnTo>
                    <a:pt x="3524" y="190"/>
                  </a:lnTo>
                  <a:lnTo>
                    <a:pt x="4858" y="1048"/>
                  </a:lnTo>
                  <a:lnTo>
                    <a:pt x="0" y="3810"/>
                  </a:lnTo>
                  <a:lnTo>
                    <a:pt x="476" y="4191"/>
                  </a:lnTo>
                  <a:lnTo>
                    <a:pt x="5429" y="1333"/>
                  </a:lnTo>
                  <a:lnTo>
                    <a:pt x="6763" y="209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5" name="Google Shape;1565;p33"/>
            <p:cNvSpPr/>
            <p:nvPr/>
          </p:nvSpPr>
          <p:spPr>
            <a:xfrm>
              <a:off x="7399863" y="2688649"/>
              <a:ext cx="75482" cy="43345"/>
            </a:xfrm>
            <a:custGeom>
              <a:avLst/>
              <a:gdLst/>
              <a:ahLst/>
              <a:cxnLst/>
              <a:rect l="l" t="t" r="r" b="b"/>
              <a:pathLst>
                <a:path w="26955" h="15478" extrusionOk="0">
                  <a:moveTo>
                    <a:pt x="23622" y="5215"/>
                  </a:moveTo>
                  <a:lnTo>
                    <a:pt x="15145" y="357"/>
                  </a:lnTo>
                  <a:cubicBezTo>
                    <a:pt x="14192" y="-119"/>
                    <a:pt x="12763" y="-119"/>
                    <a:pt x="11906" y="357"/>
                  </a:cubicBezTo>
                  <a:lnTo>
                    <a:pt x="3429" y="5215"/>
                  </a:lnTo>
                  <a:lnTo>
                    <a:pt x="0" y="5215"/>
                  </a:lnTo>
                  <a:lnTo>
                    <a:pt x="0" y="7691"/>
                  </a:lnTo>
                  <a:cubicBezTo>
                    <a:pt x="0" y="7691"/>
                    <a:pt x="286" y="8358"/>
                    <a:pt x="667" y="8644"/>
                  </a:cubicBezTo>
                  <a:lnTo>
                    <a:pt x="11906" y="15121"/>
                  </a:lnTo>
                  <a:cubicBezTo>
                    <a:pt x="12859" y="15597"/>
                    <a:pt x="14288" y="15597"/>
                    <a:pt x="15145" y="15121"/>
                  </a:cubicBezTo>
                  <a:lnTo>
                    <a:pt x="26289" y="8644"/>
                  </a:lnTo>
                  <a:cubicBezTo>
                    <a:pt x="26289" y="8644"/>
                    <a:pt x="26956" y="8072"/>
                    <a:pt x="26956" y="7691"/>
                  </a:cubicBezTo>
                  <a:lnTo>
                    <a:pt x="26956" y="5215"/>
                  </a:lnTo>
                  <a:lnTo>
                    <a:pt x="23527"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6" name="Google Shape;1566;p33"/>
            <p:cNvSpPr/>
            <p:nvPr/>
          </p:nvSpPr>
          <p:spPr>
            <a:xfrm>
              <a:off x="7400196" y="2681180"/>
              <a:ext cx="75350" cy="43611"/>
            </a:xfrm>
            <a:custGeom>
              <a:avLst/>
              <a:gdLst/>
              <a:ahLst/>
              <a:cxnLst/>
              <a:rect l="l" t="t" r="r" b="b"/>
              <a:pathLst>
                <a:path w="26908" h="15573" extrusionOk="0">
                  <a:moveTo>
                    <a:pt x="15121" y="15216"/>
                  </a:moveTo>
                  <a:cubicBezTo>
                    <a:pt x="14168" y="15692"/>
                    <a:pt x="12740" y="15692"/>
                    <a:pt x="11882" y="15216"/>
                  </a:cubicBezTo>
                  <a:lnTo>
                    <a:pt x="643" y="8739"/>
                  </a:lnTo>
                  <a:cubicBezTo>
                    <a:pt x="-214" y="8168"/>
                    <a:pt x="-214" y="7406"/>
                    <a:pt x="643" y="6834"/>
                  </a:cubicBezTo>
                  <a:lnTo>
                    <a:pt x="11882" y="357"/>
                  </a:lnTo>
                  <a:cubicBezTo>
                    <a:pt x="12835" y="-119"/>
                    <a:pt x="14264" y="-119"/>
                    <a:pt x="15121" y="357"/>
                  </a:cubicBezTo>
                  <a:lnTo>
                    <a:pt x="26265" y="6834"/>
                  </a:lnTo>
                  <a:cubicBezTo>
                    <a:pt x="27122" y="7310"/>
                    <a:pt x="27122" y="8168"/>
                    <a:pt x="26265"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7" name="Google Shape;1567;p33"/>
            <p:cNvSpPr/>
            <p:nvPr/>
          </p:nvSpPr>
          <p:spPr>
            <a:xfrm>
              <a:off x="7427070" y="2697650"/>
              <a:ext cx="20003" cy="11468"/>
            </a:xfrm>
            <a:custGeom>
              <a:avLst/>
              <a:gdLst/>
              <a:ahLst/>
              <a:cxnLst/>
              <a:rect l="l" t="t" r="r" b="b"/>
              <a:pathLst>
                <a:path w="7143" h="4095" extrusionOk="0">
                  <a:moveTo>
                    <a:pt x="381" y="2000"/>
                  </a:moveTo>
                  <a:lnTo>
                    <a:pt x="0" y="4096"/>
                  </a:lnTo>
                  <a:lnTo>
                    <a:pt x="3619" y="3905"/>
                  </a:lnTo>
                  <a:lnTo>
                    <a:pt x="2286" y="3143"/>
                  </a:lnTo>
                  <a:lnTo>
                    <a:pt x="7144" y="286"/>
                  </a:lnTo>
                  <a:lnTo>
                    <a:pt x="6572" y="0"/>
                  </a:lnTo>
                  <a:lnTo>
                    <a:pt x="1714" y="2858"/>
                  </a:lnTo>
                  <a:lnTo>
                    <a:pt x="381" y="200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8" name="Google Shape;1568;p33"/>
            <p:cNvSpPr/>
            <p:nvPr/>
          </p:nvSpPr>
          <p:spPr>
            <a:xfrm>
              <a:off x="7447874" y="2716124"/>
              <a:ext cx="75748" cy="43611"/>
            </a:xfrm>
            <a:custGeom>
              <a:avLst/>
              <a:gdLst/>
              <a:ahLst/>
              <a:cxnLst/>
              <a:rect l="l" t="t" r="r" b="b"/>
              <a:pathLst>
                <a:path w="27050" h="15573" extrusionOk="0">
                  <a:moveTo>
                    <a:pt x="23622" y="5215"/>
                  </a:moveTo>
                  <a:lnTo>
                    <a:pt x="15145" y="357"/>
                  </a:lnTo>
                  <a:cubicBezTo>
                    <a:pt x="14288" y="-119"/>
                    <a:pt x="12763" y="-119"/>
                    <a:pt x="11906" y="357"/>
                  </a:cubicBezTo>
                  <a:lnTo>
                    <a:pt x="3429" y="5215"/>
                  </a:lnTo>
                  <a:lnTo>
                    <a:pt x="0" y="5215"/>
                  </a:lnTo>
                  <a:lnTo>
                    <a:pt x="0" y="7787"/>
                  </a:lnTo>
                  <a:cubicBezTo>
                    <a:pt x="0" y="7787"/>
                    <a:pt x="190" y="8453"/>
                    <a:pt x="667" y="8739"/>
                  </a:cubicBezTo>
                  <a:lnTo>
                    <a:pt x="11906" y="15216"/>
                  </a:lnTo>
                  <a:cubicBezTo>
                    <a:pt x="12763" y="15693"/>
                    <a:pt x="14288" y="15693"/>
                    <a:pt x="15145" y="15216"/>
                  </a:cubicBezTo>
                  <a:lnTo>
                    <a:pt x="26384" y="8739"/>
                  </a:lnTo>
                  <a:cubicBezTo>
                    <a:pt x="26384" y="8739"/>
                    <a:pt x="27051" y="8168"/>
                    <a:pt x="27051" y="7787"/>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9" name="Google Shape;1569;p33"/>
            <p:cNvSpPr/>
            <p:nvPr/>
          </p:nvSpPr>
          <p:spPr>
            <a:xfrm>
              <a:off x="7447941" y="2708453"/>
              <a:ext cx="75617" cy="43809"/>
            </a:xfrm>
            <a:custGeom>
              <a:avLst/>
              <a:gdLst/>
              <a:ahLst/>
              <a:cxnLst/>
              <a:rect l="l" t="t" r="r" b="b"/>
              <a:pathLst>
                <a:path w="27003" h="15644" extrusionOk="0">
                  <a:moveTo>
                    <a:pt x="15121" y="15288"/>
                  </a:moveTo>
                  <a:cubicBezTo>
                    <a:pt x="14264" y="15764"/>
                    <a:pt x="12740" y="15764"/>
                    <a:pt x="11883" y="15288"/>
                  </a:cubicBezTo>
                  <a:lnTo>
                    <a:pt x="643" y="8811"/>
                  </a:lnTo>
                  <a:cubicBezTo>
                    <a:pt x="-214" y="8334"/>
                    <a:pt x="-214" y="7477"/>
                    <a:pt x="643" y="6906"/>
                  </a:cubicBezTo>
                  <a:lnTo>
                    <a:pt x="11883" y="429"/>
                  </a:lnTo>
                  <a:cubicBezTo>
                    <a:pt x="12740" y="-143"/>
                    <a:pt x="14264" y="-143"/>
                    <a:pt x="15121" y="429"/>
                  </a:cubicBezTo>
                  <a:lnTo>
                    <a:pt x="26361" y="6906"/>
                  </a:lnTo>
                  <a:cubicBezTo>
                    <a:pt x="27218" y="7382"/>
                    <a:pt x="27218" y="8239"/>
                    <a:pt x="26361"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0" name="Google Shape;1570;p33"/>
            <p:cNvSpPr/>
            <p:nvPr/>
          </p:nvSpPr>
          <p:spPr>
            <a:xfrm>
              <a:off x="7474813" y="2724323"/>
              <a:ext cx="20271" cy="11736"/>
            </a:xfrm>
            <a:custGeom>
              <a:avLst/>
              <a:gdLst/>
              <a:ahLst/>
              <a:cxnLst/>
              <a:rect l="l" t="t" r="r" b="b"/>
              <a:pathLst>
                <a:path w="7239" h="4191" extrusionOk="0">
                  <a:moveTo>
                    <a:pt x="3620" y="3905"/>
                  </a:moveTo>
                  <a:lnTo>
                    <a:pt x="7239" y="4191"/>
                  </a:lnTo>
                  <a:lnTo>
                    <a:pt x="6858" y="2000"/>
                  </a:lnTo>
                  <a:lnTo>
                    <a:pt x="5525" y="2858"/>
                  </a:lnTo>
                  <a:lnTo>
                    <a:pt x="571" y="0"/>
                  </a:lnTo>
                  <a:lnTo>
                    <a:pt x="0" y="381"/>
                  </a:lnTo>
                  <a:lnTo>
                    <a:pt x="4953" y="3143"/>
                  </a:lnTo>
                  <a:lnTo>
                    <a:pt x="3620" y="390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1" name="Google Shape;1571;p33"/>
            <p:cNvSpPr/>
            <p:nvPr/>
          </p:nvSpPr>
          <p:spPr>
            <a:xfrm>
              <a:off x="7709002" y="2693183"/>
              <a:ext cx="75748" cy="43345"/>
            </a:xfrm>
            <a:custGeom>
              <a:avLst/>
              <a:gdLst/>
              <a:ahLst/>
              <a:cxnLst/>
              <a:rect l="l" t="t" r="r" b="b"/>
              <a:pathLst>
                <a:path w="27050" h="15478" extrusionOk="0">
                  <a:moveTo>
                    <a:pt x="23622" y="5215"/>
                  </a:moveTo>
                  <a:lnTo>
                    <a:pt x="15145" y="357"/>
                  </a:lnTo>
                  <a:cubicBezTo>
                    <a:pt x="14288" y="-119"/>
                    <a:pt x="12763" y="-119"/>
                    <a:pt x="11906" y="357"/>
                  </a:cubicBezTo>
                  <a:lnTo>
                    <a:pt x="3429" y="5215"/>
                  </a:lnTo>
                  <a:lnTo>
                    <a:pt x="0" y="5215"/>
                  </a:lnTo>
                  <a:lnTo>
                    <a:pt x="0" y="7691"/>
                  </a:lnTo>
                  <a:cubicBezTo>
                    <a:pt x="0" y="7691"/>
                    <a:pt x="191" y="8358"/>
                    <a:pt x="667" y="8644"/>
                  </a:cubicBezTo>
                  <a:lnTo>
                    <a:pt x="11906" y="15121"/>
                  </a:lnTo>
                  <a:cubicBezTo>
                    <a:pt x="12763" y="15597"/>
                    <a:pt x="14288" y="15597"/>
                    <a:pt x="15145" y="15121"/>
                  </a:cubicBezTo>
                  <a:lnTo>
                    <a:pt x="26384" y="8644"/>
                  </a:lnTo>
                  <a:cubicBezTo>
                    <a:pt x="26384" y="8644"/>
                    <a:pt x="27051" y="8073"/>
                    <a:pt x="27051" y="7691"/>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2" name="Google Shape;1572;p33"/>
            <p:cNvSpPr/>
            <p:nvPr/>
          </p:nvSpPr>
          <p:spPr>
            <a:xfrm>
              <a:off x="7709133" y="2685515"/>
              <a:ext cx="76017" cy="43809"/>
            </a:xfrm>
            <a:custGeom>
              <a:avLst/>
              <a:gdLst/>
              <a:ahLst/>
              <a:cxnLst/>
              <a:rect l="l" t="t" r="r" b="b"/>
              <a:pathLst>
                <a:path w="27146" h="15644" extrusionOk="0">
                  <a:moveTo>
                    <a:pt x="15192" y="15288"/>
                  </a:moveTo>
                  <a:cubicBezTo>
                    <a:pt x="14335" y="15764"/>
                    <a:pt x="12811" y="15764"/>
                    <a:pt x="11954" y="15288"/>
                  </a:cubicBezTo>
                  <a:lnTo>
                    <a:pt x="714" y="8811"/>
                  </a:lnTo>
                  <a:cubicBezTo>
                    <a:pt x="-238" y="8334"/>
                    <a:pt x="-238" y="7477"/>
                    <a:pt x="714" y="6906"/>
                  </a:cubicBezTo>
                  <a:lnTo>
                    <a:pt x="11954" y="429"/>
                  </a:lnTo>
                  <a:cubicBezTo>
                    <a:pt x="12811" y="-143"/>
                    <a:pt x="14335" y="-143"/>
                    <a:pt x="15192" y="429"/>
                  </a:cubicBezTo>
                  <a:lnTo>
                    <a:pt x="26432" y="6906"/>
                  </a:lnTo>
                  <a:cubicBezTo>
                    <a:pt x="27384" y="7382"/>
                    <a:pt x="27384" y="8239"/>
                    <a:pt x="26432" y="8811"/>
                  </a:cubicBezTo>
                  <a:lnTo>
                    <a:pt x="15192"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3" name="Google Shape;1573;p33"/>
            <p:cNvSpPr/>
            <p:nvPr/>
          </p:nvSpPr>
          <p:spPr>
            <a:xfrm>
              <a:off x="7748494" y="2699453"/>
              <a:ext cx="13385" cy="7569"/>
            </a:xfrm>
            <a:custGeom>
              <a:avLst/>
              <a:gdLst/>
              <a:ahLst/>
              <a:cxnLst/>
              <a:rect l="l" t="t" r="r" b="b"/>
              <a:pathLst>
                <a:path w="4780" h="2703" extrusionOk="0">
                  <a:moveTo>
                    <a:pt x="470" y="1167"/>
                  </a:moveTo>
                  <a:cubicBezTo>
                    <a:pt x="470" y="1167"/>
                    <a:pt x="1614" y="881"/>
                    <a:pt x="2090" y="976"/>
                  </a:cubicBezTo>
                  <a:lnTo>
                    <a:pt x="2090" y="976"/>
                  </a:lnTo>
                  <a:cubicBezTo>
                    <a:pt x="2090" y="976"/>
                    <a:pt x="2090" y="405"/>
                    <a:pt x="2375" y="214"/>
                  </a:cubicBezTo>
                  <a:cubicBezTo>
                    <a:pt x="2947" y="-71"/>
                    <a:pt x="3709" y="-71"/>
                    <a:pt x="4281" y="214"/>
                  </a:cubicBezTo>
                  <a:cubicBezTo>
                    <a:pt x="4947" y="595"/>
                    <a:pt x="4947" y="1072"/>
                    <a:pt x="4281" y="1357"/>
                  </a:cubicBezTo>
                  <a:cubicBezTo>
                    <a:pt x="3900" y="1548"/>
                    <a:pt x="3328" y="1548"/>
                    <a:pt x="2947" y="1548"/>
                  </a:cubicBezTo>
                  <a:lnTo>
                    <a:pt x="2947" y="1548"/>
                  </a:lnTo>
                  <a:cubicBezTo>
                    <a:pt x="2947" y="1548"/>
                    <a:pt x="3137" y="2214"/>
                    <a:pt x="2661" y="2500"/>
                  </a:cubicBezTo>
                  <a:cubicBezTo>
                    <a:pt x="2090" y="2786"/>
                    <a:pt x="1233" y="2786"/>
                    <a:pt x="566" y="2405"/>
                  </a:cubicBezTo>
                  <a:cubicBezTo>
                    <a:pt x="-101" y="2024"/>
                    <a:pt x="-196" y="1452"/>
                    <a:pt x="375" y="1167"/>
                  </a:cubicBezTo>
                  <a:close/>
                  <a:moveTo>
                    <a:pt x="2375" y="2310"/>
                  </a:moveTo>
                  <a:cubicBezTo>
                    <a:pt x="2375" y="2310"/>
                    <a:pt x="2566" y="1643"/>
                    <a:pt x="2280" y="1262"/>
                  </a:cubicBezTo>
                  <a:cubicBezTo>
                    <a:pt x="1804" y="1262"/>
                    <a:pt x="1328" y="1262"/>
                    <a:pt x="947" y="1452"/>
                  </a:cubicBezTo>
                  <a:cubicBezTo>
                    <a:pt x="566" y="1643"/>
                    <a:pt x="566" y="2024"/>
                    <a:pt x="947" y="2310"/>
                  </a:cubicBezTo>
                  <a:cubicBezTo>
                    <a:pt x="1328" y="2500"/>
                    <a:pt x="1899" y="2596"/>
                    <a:pt x="2280" y="2310"/>
                  </a:cubicBezTo>
                  <a:close/>
                  <a:moveTo>
                    <a:pt x="4090" y="1262"/>
                  </a:moveTo>
                  <a:cubicBezTo>
                    <a:pt x="4090" y="1262"/>
                    <a:pt x="4471" y="786"/>
                    <a:pt x="4090" y="500"/>
                  </a:cubicBezTo>
                  <a:cubicBezTo>
                    <a:pt x="3709" y="309"/>
                    <a:pt x="3233" y="309"/>
                    <a:pt x="2947" y="500"/>
                  </a:cubicBezTo>
                  <a:cubicBezTo>
                    <a:pt x="2471" y="690"/>
                    <a:pt x="2757" y="1072"/>
                    <a:pt x="2947" y="1452"/>
                  </a:cubicBezTo>
                  <a:cubicBezTo>
                    <a:pt x="3423" y="1452"/>
                    <a:pt x="3804" y="1452"/>
                    <a:pt x="4090" y="126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4" name="Google Shape;1574;p33"/>
            <p:cNvSpPr/>
            <p:nvPr/>
          </p:nvSpPr>
          <p:spPr>
            <a:xfrm>
              <a:off x="7730071" y="2709655"/>
              <a:ext cx="13601" cy="8001"/>
            </a:xfrm>
            <a:custGeom>
              <a:avLst/>
              <a:gdLst/>
              <a:ahLst/>
              <a:cxnLst/>
              <a:rect l="l" t="t" r="r" b="b"/>
              <a:pathLst>
                <a:path w="4857" h="2857" extrusionOk="0">
                  <a:moveTo>
                    <a:pt x="4667" y="1429"/>
                  </a:moveTo>
                  <a:lnTo>
                    <a:pt x="4858" y="0"/>
                  </a:lnTo>
                  <a:lnTo>
                    <a:pt x="2381" y="95"/>
                  </a:lnTo>
                  <a:lnTo>
                    <a:pt x="3334" y="667"/>
                  </a:lnTo>
                  <a:lnTo>
                    <a:pt x="0" y="2572"/>
                  </a:lnTo>
                  <a:lnTo>
                    <a:pt x="381" y="2857"/>
                  </a:lnTo>
                  <a:lnTo>
                    <a:pt x="3715" y="857"/>
                  </a:lnTo>
                  <a:lnTo>
                    <a:pt x="4667" y="142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5" name="Google Shape;1575;p33"/>
            <p:cNvSpPr/>
            <p:nvPr/>
          </p:nvSpPr>
          <p:spPr>
            <a:xfrm>
              <a:off x="7608712" y="2751064"/>
              <a:ext cx="75748" cy="43345"/>
            </a:xfrm>
            <a:custGeom>
              <a:avLst/>
              <a:gdLst/>
              <a:ahLst/>
              <a:cxnLst/>
              <a:rect l="l" t="t" r="r" b="b"/>
              <a:pathLst>
                <a:path w="27050" h="15478" extrusionOk="0">
                  <a:moveTo>
                    <a:pt x="23622" y="5215"/>
                  </a:moveTo>
                  <a:lnTo>
                    <a:pt x="15145" y="357"/>
                  </a:lnTo>
                  <a:cubicBezTo>
                    <a:pt x="14288" y="-119"/>
                    <a:pt x="12763" y="-119"/>
                    <a:pt x="11906" y="357"/>
                  </a:cubicBezTo>
                  <a:lnTo>
                    <a:pt x="3429" y="5215"/>
                  </a:lnTo>
                  <a:lnTo>
                    <a:pt x="0" y="5215"/>
                  </a:lnTo>
                  <a:lnTo>
                    <a:pt x="0" y="7692"/>
                  </a:lnTo>
                  <a:cubicBezTo>
                    <a:pt x="0" y="7692"/>
                    <a:pt x="190" y="8358"/>
                    <a:pt x="667" y="8644"/>
                  </a:cubicBezTo>
                  <a:lnTo>
                    <a:pt x="11906" y="15121"/>
                  </a:lnTo>
                  <a:cubicBezTo>
                    <a:pt x="12763" y="15597"/>
                    <a:pt x="14288" y="15597"/>
                    <a:pt x="15145" y="15121"/>
                  </a:cubicBezTo>
                  <a:lnTo>
                    <a:pt x="26384" y="8644"/>
                  </a:lnTo>
                  <a:cubicBezTo>
                    <a:pt x="26384" y="8644"/>
                    <a:pt x="27051" y="8072"/>
                    <a:pt x="27051" y="7692"/>
                  </a:cubicBezTo>
                  <a:lnTo>
                    <a:pt x="27051" y="5215"/>
                  </a:lnTo>
                  <a:lnTo>
                    <a:pt x="23622" y="52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6" name="Google Shape;1576;p33"/>
            <p:cNvSpPr/>
            <p:nvPr/>
          </p:nvSpPr>
          <p:spPr>
            <a:xfrm>
              <a:off x="7608776" y="2743596"/>
              <a:ext cx="75617" cy="43611"/>
            </a:xfrm>
            <a:custGeom>
              <a:avLst/>
              <a:gdLst/>
              <a:ahLst/>
              <a:cxnLst/>
              <a:rect l="l" t="t" r="r" b="b"/>
              <a:pathLst>
                <a:path w="27003" h="15573" extrusionOk="0">
                  <a:moveTo>
                    <a:pt x="15121" y="15216"/>
                  </a:moveTo>
                  <a:cubicBezTo>
                    <a:pt x="14264" y="15693"/>
                    <a:pt x="12740" y="15693"/>
                    <a:pt x="11883" y="15216"/>
                  </a:cubicBezTo>
                  <a:lnTo>
                    <a:pt x="643" y="8739"/>
                  </a:lnTo>
                  <a:cubicBezTo>
                    <a:pt x="-214" y="8168"/>
                    <a:pt x="-214" y="7406"/>
                    <a:pt x="643" y="6834"/>
                  </a:cubicBezTo>
                  <a:lnTo>
                    <a:pt x="11883" y="357"/>
                  </a:lnTo>
                  <a:cubicBezTo>
                    <a:pt x="12740" y="-119"/>
                    <a:pt x="14264" y="-119"/>
                    <a:pt x="15121" y="357"/>
                  </a:cubicBezTo>
                  <a:lnTo>
                    <a:pt x="26361" y="6834"/>
                  </a:lnTo>
                  <a:cubicBezTo>
                    <a:pt x="27218" y="7406"/>
                    <a:pt x="27218" y="8168"/>
                    <a:pt x="26361" y="8739"/>
                  </a:cubicBezTo>
                  <a:lnTo>
                    <a:pt x="15121" y="152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7" name="Google Shape;1577;p33"/>
            <p:cNvSpPr/>
            <p:nvPr/>
          </p:nvSpPr>
          <p:spPr>
            <a:xfrm>
              <a:off x="7647387" y="2756867"/>
              <a:ext cx="14469" cy="8802"/>
            </a:xfrm>
            <a:custGeom>
              <a:avLst/>
              <a:gdLst/>
              <a:ahLst/>
              <a:cxnLst/>
              <a:rect l="l" t="t" r="r" b="b"/>
              <a:pathLst>
                <a:path w="5167" h="3143" extrusionOk="0">
                  <a:moveTo>
                    <a:pt x="191" y="1619"/>
                  </a:moveTo>
                  <a:cubicBezTo>
                    <a:pt x="2381" y="1619"/>
                    <a:pt x="3620" y="1619"/>
                    <a:pt x="4191" y="1238"/>
                  </a:cubicBezTo>
                  <a:cubicBezTo>
                    <a:pt x="4572" y="1048"/>
                    <a:pt x="4667" y="667"/>
                    <a:pt x="4191" y="476"/>
                  </a:cubicBezTo>
                  <a:cubicBezTo>
                    <a:pt x="3905" y="286"/>
                    <a:pt x="3429" y="286"/>
                    <a:pt x="3048" y="286"/>
                  </a:cubicBezTo>
                  <a:lnTo>
                    <a:pt x="3048" y="0"/>
                  </a:lnTo>
                  <a:cubicBezTo>
                    <a:pt x="3620" y="0"/>
                    <a:pt x="4191" y="0"/>
                    <a:pt x="4667" y="286"/>
                  </a:cubicBezTo>
                  <a:cubicBezTo>
                    <a:pt x="5334" y="667"/>
                    <a:pt x="5334" y="1143"/>
                    <a:pt x="4667" y="1524"/>
                  </a:cubicBezTo>
                  <a:cubicBezTo>
                    <a:pt x="4001" y="1905"/>
                    <a:pt x="2762" y="1905"/>
                    <a:pt x="953" y="2000"/>
                  </a:cubicBezTo>
                  <a:cubicBezTo>
                    <a:pt x="1143" y="2096"/>
                    <a:pt x="1429" y="2191"/>
                    <a:pt x="1619" y="2381"/>
                  </a:cubicBezTo>
                  <a:lnTo>
                    <a:pt x="2667" y="2953"/>
                  </a:lnTo>
                  <a:lnTo>
                    <a:pt x="2286" y="3143"/>
                  </a:lnTo>
                  <a:lnTo>
                    <a:pt x="0" y="1810"/>
                  </a:lnTo>
                  <a:lnTo>
                    <a:pt x="286" y="1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8" name="Google Shape;1578;p33"/>
            <p:cNvSpPr/>
            <p:nvPr/>
          </p:nvSpPr>
          <p:spPr>
            <a:xfrm>
              <a:off x="7630582" y="2767001"/>
              <a:ext cx="13870" cy="8001"/>
            </a:xfrm>
            <a:custGeom>
              <a:avLst/>
              <a:gdLst/>
              <a:ahLst/>
              <a:cxnLst/>
              <a:rect l="l" t="t" r="r" b="b"/>
              <a:pathLst>
                <a:path w="4953" h="2857" extrusionOk="0">
                  <a:moveTo>
                    <a:pt x="191" y="1429"/>
                  </a:moveTo>
                  <a:lnTo>
                    <a:pt x="0" y="2858"/>
                  </a:lnTo>
                  <a:lnTo>
                    <a:pt x="2477" y="2762"/>
                  </a:lnTo>
                  <a:lnTo>
                    <a:pt x="1524" y="2191"/>
                  </a:lnTo>
                  <a:lnTo>
                    <a:pt x="4953" y="191"/>
                  </a:lnTo>
                  <a:lnTo>
                    <a:pt x="4477" y="0"/>
                  </a:lnTo>
                  <a:lnTo>
                    <a:pt x="1143" y="2000"/>
                  </a:lnTo>
                  <a:lnTo>
                    <a:pt x="191" y="142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9" name="Google Shape;1579;p33"/>
            <p:cNvSpPr/>
            <p:nvPr/>
          </p:nvSpPr>
          <p:spPr>
            <a:xfrm>
              <a:off x="7707134" y="2749533"/>
              <a:ext cx="75748" cy="43809"/>
            </a:xfrm>
            <a:custGeom>
              <a:avLst/>
              <a:gdLst/>
              <a:ahLst/>
              <a:cxnLst/>
              <a:rect l="l" t="t" r="r" b="b"/>
              <a:pathLst>
                <a:path w="27050" h="15644" extrusionOk="0">
                  <a:moveTo>
                    <a:pt x="23527" y="5286"/>
                  </a:moveTo>
                  <a:lnTo>
                    <a:pt x="15049" y="429"/>
                  </a:lnTo>
                  <a:cubicBezTo>
                    <a:pt x="14192" y="-143"/>
                    <a:pt x="12668" y="-143"/>
                    <a:pt x="11811" y="429"/>
                  </a:cubicBezTo>
                  <a:lnTo>
                    <a:pt x="3429" y="5286"/>
                  </a:lnTo>
                  <a:lnTo>
                    <a:pt x="0" y="5286"/>
                  </a:lnTo>
                  <a:lnTo>
                    <a:pt x="0" y="7858"/>
                  </a:lnTo>
                  <a:cubicBezTo>
                    <a:pt x="0" y="7858"/>
                    <a:pt x="190" y="8525"/>
                    <a:pt x="667" y="8811"/>
                  </a:cubicBezTo>
                  <a:lnTo>
                    <a:pt x="11906" y="15288"/>
                  </a:lnTo>
                  <a:cubicBezTo>
                    <a:pt x="12763" y="15764"/>
                    <a:pt x="14288" y="15764"/>
                    <a:pt x="15145" y="15288"/>
                  </a:cubicBezTo>
                  <a:lnTo>
                    <a:pt x="26384" y="8811"/>
                  </a:lnTo>
                  <a:cubicBezTo>
                    <a:pt x="26384" y="8811"/>
                    <a:pt x="27051" y="8239"/>
                    <a:pt x="27051" y="7858"/>
                  </a:cubicBezTo>
                  <a:lnTo>
                    <a:pt x="27051" y="5286"/>
                  </a:lnTo>
                  <a:lnTo>
                    <a:pt x="23622"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0" name="Google Shape;1580;p33"/>
            <p:cNvSpPr/>
            <p:nvPr/>
          </p:nvSpPr>
          <p:spPr>
            <a:xfrm>
              <a:off x="7706935" y="2742330"/>
              <a:ext cx="75617" cy="43745"/>
            </a:xfrm>
            <a:custGeom>
              <a:avLst/>
              <a:gdLst/>
              <a:ahLst/>
              <a:cxnLst/>
              <a:rect l="l" t="t" r="r" b="b"/>
              <a:pathLst>
                <a:path w="27003" h="15621" extrusionOk="0">
                  <a:moveTo>
                    <a:pt x="15121" y="15193"/>
                  </a:moveTo>
                  <a:cubicBezTo>
                    <a:pt x="14264" y="15764"/>
                    <a:pt x="12740" y="15764"/>
                    <a:pt x="11882" y="15193"/>
                  </a:cubicBezTo>
                  <a:lnTo>
                    <a:pt x="643" y="8716"/>
                  </a:lnTo>
                  <a:cubicBezTo>
                    <a:pt x="-214" y="8239"/>
                    <a:pt x="-214" y="7382"/>
                    <a:pt x="643" y="6906"/>
                  </a:cubicBezTo>
                  <a:lnTo>
                    <a:pt x="11882" y="429"/>
                  </a:lnTo>
                  <a:cubicBezTo>
                    <a:pt x="12740" y="-143"/>
                    <a:pt x="14264" y="-143"/>
                    <a:pt x="15121" y="429"/>
                  </a:cubicBezTo>
                  <a:lnTo>
                    <a:pt x="26360" y="6906"/>
                  </a:lnTo>
                  <a:cubicBezTo>
                    <a:pt x="27217" y="7382"/>
                    <a:pt x="27217" y="8239"/>
                    <a:pt x="26360" y="8716"/>
                  </a:cubicBezTo>
                  <a:lnTo>
                    <a:pt x="15121" y="1519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1" name="Google Shape;1581;p33"/>
            <p:cNvSpPr/>
            <p:nvPr/>
          </p:nvSpPr>
          <p:spPr>
            <a:xfrm>
              <a:off x="7747097" y="2765150"/>
              <a:ext cx="13114" cy="7186"/>
            </a:xfrm>
            <a:custGeom>
              <a:avLst/>
              <a:gdLst/>
              <a:ahLst/>
              <a:cxnLst/>
              <a:rect l="l" t="t" r="r" b="b"/>
              <a:pathLst>
                <a:path w="4683" h="2566" extrusionOk="0">
                  <a:moveTo>
                    <a:pt x="873" y="661"/>
                  </a:moveTo>
                  <a:cubicBezTo>
                    <a:pt x="2302" y="-196"/>
                    <a:pt x="3540" y="-101"/>
                    <a:pt x="4207" y="280"/>
                  </a:cubicBezTo>
                  <a:cubicBezTo>
                    <a:pt x="4588" y="471"/>
                    <a:pt x="4683" y="756"/>
                    <a:pt x="4683" y="1042"/>
                  </a:cubicBezTo>
                  <a:lnTo>
                    <a:pt x="4112" y="1042"/>
                  </a:lnTo>
                  <a:cubicBezTo>
                    <a:pt x="4112" y="1042"/>
                    <a:pt x="4112" y="661"/>
                    <a:pt x="3826" y="566"/>
                  </a:cubicBezTo>
                  <a:cubicBezTo>
                    <a:pt x="3350" y="280"/>
                    <a:pt x="2493" y="280"/>
                    <a:pt x="1350" y="852"/>
                  </a:cubicBezTo>
                  <a:cubicBezTo>
                    <a:pt x="1826" y="852"/>
                    <a:pt x="2397" y="852"/>
                    <a:pt x="2683" y="1042"/>
                  </a:cubicBezTo>
                  <a:cubicBezTo>
                    <a:pt x="3350" y="1423"/>
                    <a:pt x="3350" y="1804"/>
                    <a:pt x="2683" y="2280"/>
                  </a:cubicBezTo>
                  <a:cubicBezTo>
                    <a:pt x="2016" y="2662"/>
                    <a:pt x="1064" y="2662"/>
                    <a:pt x="492" y="2280"/>
                  </a:cubicBezTo>
                  <a:cubicBezTo>
                    <a:pt x="-269" y="1899"/>
                    <a:pt x="-174" y="1233"/>
                    <a:pt x="969" y="566"/>
                  </a:cubicBezTo>
                  <a:close/>
                  <a:moveTo>
                    <a:pt x="2207" y="2090"/>
                  </a:moveTo>
                  <a:cubicBezTo>
                    <a:pt x="2207" y="2090"/>
                    <a:pt x="2778" y="1518"/>
                    <a:pt x="2207" y="1233"/>
                  </a:cubicBezTo>
                  <a:cubicBezTo>
                    <a:pt x="1921" y="1137"/>
                    <a:pt x="1540" y="1042"/>
                    <a:pt x="969" y="1137"/>
                  </a:cubicBezTo>
                  <a:cubicBezTo>
                    <a:pt x="302" y="1614"/>
                    <a:pt x="207" y="1899"/>
                    <a:pt x="683" y="2185"/>
                  </a:cubicBezTo>
                  <a:cubicBezTo>
                    <a:pt x="1064" y="2375"/>
                    <a:pt x="1635" y="2375"/>
                    <a:pt x="2112" y="218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2" name="Google Shape;1582;p33"/>
            <p:cNvSpPr/>
            <p:nvPr/>
          </p:nvSpPr>
          <p:spPr>
            <a:xfrm>
              <a:off x="7729004" y="2755265"/>
              <a:ext cx="13870" cy="8001"/>
            </a:xfrm>
            <a:custGeom>
              <a:avLst/>
              <a:gdLst/>
              <a:ahLst/>
              <a:cxnLst/>
              <a:rect l="l" t="t" r="r" b="b"/>
              <a:pathLst>
                <a:path w="4953" h="2857" extrusionOk="0">
                  <a:moveTo>
                    <a:pt x="2477" y="2667"/>
                  </a:moveTo>
                  <a:lnTo>
                    <a:pt x="4953" y="2858"/>
                  </a:lnTo>
                  <a:lnTo>
                    <a:pt x="4667" y="1429"/>
                  </a:lnTo>
                  <a:lnTo>
                    <a:pt x="3715" y="1905"/>
                  </a:lnTo>
                  <a:lnTo>
                    <a:pt x="381" y="0"/>
                  </a:lnTo>
                  <a:lnTo>
                    <a:pt x="0" y="191"/>
                  </a:lnTo>
                  <a:lnTo>
                    <a:pt x="3334" y="2191"/>
                  </a:lnTo>
                  <a:lnTo>
                    <a:pt x="2477" y="266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3" name="Google Shape;1583;p33"/>
            <p:cNvSpPr/>
            <p:nvPr/>
          </p:nvSpPr>
          <p:spPr>
            <a:xfrm>
              <a:off x="7611112" y="2694317"/>
              <a:ext cx="75482" cy="43809"/>
            </a:xfrm>
            <a:custGeom>
              <a:avLst/>
              <a:gdLst/>
              <a:ahLst/>
              <a:cxnLst/>
              <a:rect l="l" t="t" r="r" b="b"/>
              <a:pathLst>
                <a:path w="26955" h="15644" extrusionOk="0">
                  <a:moveTo>
                    <a:pt x="23622" y="5286"/>
                  </a:moveTo>
                  <a:lnTo>
                    <a:pt x="15145" y="429"/>
                  </a:lnTo>
                  <a:cubicBezTo>
                    <a:pt x="14288" y="-143"/>
                    <a:pt x="12763" y="-143"/>
                    <a:pt x="11906" y="429"/>
                  </a:cubicBezTo>
                  <a:lnTo>
                    <a:pt x="3429" y="5286"/>
                  </a:lnTo>
                  <a:lnTo>
                    <a:pt x="0" y="5286"/>
                  </a:lnTo>
                  <a:lnTo>
                    <a:pt x="0" y="7858"/>
                  </a:lnTo>
                  <a:cubicBezTo>
                    <a:pt x="0" y="7858"/>
                    <a:pt x="190" y="8525"/>
                    <a:pt x="667" y="8811"/>
                  </a:cubicBezTo>
                  <a:lnTo>
                    <a:pt x="11906" y="15288"/>
                  </a:lnTo>
                  <a:cubicBezTo>
                    <a:pt x="12763" y="15764"/>
                    <a:pt x="14288" y="15764"/>
                    <a:pt x="15145" y="15288"/>
                  </a:cubicBezTo>
                  <a:lnTo>
                    <a:pt x="26289" y="8811"/>
                  </a:lnTo>
                  <a:cubicBezTo>
                    <a:pt x="26289" y="8811"/>
                    <a:pt x="26956" y="8144"/>
                    <a:pt x="26956" y="7858"/>
                  </a:cubicBezTo>
                  <a:lnTo>
                    <a:pt x="26956" y="5286"/>
                  </a:lnTo>
                  <a:lnTo>
                    <a:pt x="23527" y="52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4" name="Google Shape;1584;p33"/>
            <p:cNvSpPr/>
            <p:nvPr/>
          </p:nvSpPr>
          <p:spPr>
            <a:xfrm>
              <a:off x="7611179" y="2686848"/>
              <a:ext cx="75350" cy="43809"/>
            </a:xfrm>
            <a:custGeom>
              <a:avLst/>
              <a:gdLst/>
              <a:ahLst/>
              <a:cxnLst/>
              <a:rect l="l" t="t" r="r" b="b"/>
              <a:pathLst>
                <a:path w="26908" h="15644" extrusionOk="0">
                  <a:moveTo>
                    <a:pt x="15121" y="15288"/>
                  </a:moveTo>
                  <a:cubicBezTo>
                    <a:pt x="14264" y="15764"/>
                    <a:pt x="12740" y="15764"/>
                    <a:pt x="11883" y="15288"/>
                  </a:cubicBezTo>
                  <a:lnTo>
                    <a:pt x="643" y="8811"/>
                  </a:lnTo>
                  <a:cubicBezTo>
                    <a:pt x="-214" y="8334"/>
                    <a:pt x="-214" y="7477"/>
                    <a:pt x="643" y="6906"/>
                  </a:cubicBezTo>
                  <a:lnTo>
                    <a:pt x="11883" y="429"/>
                  </a:lnTo>
                  <a:cubicBezTo>
                    <a:pt x="12740" y="-143"/>
                    <a:pt x="14264" y="-143"/>
                    <a:pt x="15121" y="429"/>
                  </a:cubicBezTo>
                  <a:lnTo>
                    <a:pt x="26265" y="6906"/>
                  </a:lnTo>
                  <a:cubicBezTo>
                    <a:pt x="27123" y="7477"/>
                    <a:pt x="27123" y="8239"/>
                    <a:pt x="26265" y="8811"/>
                  </a:cubicBezTo>
                  <a:lnTo>
                    <a:pt x="15121" y="152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5" name="Google Shape;1585;p33"/>
            <p:cNvSpPr/>
            <p:nvPr/>
          </p:nvSpPr>
          <p:spPr>
            <a:xfrm>
              <a:off x="7636452" y="2701917"/>
              <a:ext cx="12803" cy="6668"/>
            </a:xfrm>
            <a:custGeom>
              <a:avLst/>
              <a:gdLst/>
              <a:ahLst/>
              <a:cxnLst/>
              <a:rect l="l" t="t" r="r" b="b"/>
              <a:pathLst>
                <a:path w="4572" h="2381" extrusionOk="0">
                  <a:moveTo>
                    <a:pt x="1619" y="1619"/>
                  </a:moveTo>
                  <a:lnTo>
                    <a:pt x="0" y="667"/>
                  </a:lnTo>
                  <a:lnTo>
                    <a:pt x="286" y="476"/>
                  </a:lnTo>
                  <a:lnTo>
                    <a:pt x="4096" y="0"/>
                  </a:lnTo>
                  <a:lnTo>
                    <a:pt x="4572" y="286"/>
                  </a:lnTo>
                  <a:lnTo>
                    <a:pt x="2286" y="1619"/>
                  </a:lnTo>
                  <a:lnTo>
                    <a:pt x="2762" y="1905"/>
                  </a:lnTo>
                  <a:lnTo>
                    <a:pt x="2381" y="2096"/>
                  </a:lnTo>
                  <a:lnTo>
                    <a:pt x="1905" y="1810"/>
                  </a:lnTo>
                  <a:lnTo>
                    <a:pt x="953" y="2381"/>
                  </a:lnTo>
                  <a:lnTo>
                    <a:pt x="476" y="2096"/>
                  </a:lnTo>
                  <a:lnTo>
                    <a:pt x="1429" y="1524"/>
                  </a:lnTo>
                  <a:close/>
                  <a:moveTo>
                    <a:pt x="2000" y="1429"/>
                  </a:moveTo>
                  <a:lnTo>
                    <a:pt x="3048" y="857"/>
                  </a:lnTo>
                  <a:cubicBezTo>
                    <a:pt x="3048" y="857"/>
                    <a:pt x="3524" y="571"/>
                    <a:pt x="3810" y="476"/>
                  </a:cubicBezTo>
                  <a:lnTo>
                    <a:pt x="3810" y="476"/>
                  </a:lnTo>
                  <a:cubicBezTo>
                    <a:pt x="3810" y="476"/>
                    <a:pt x="3334" y="476"/>
                    <a:pt x="3048" y="571"/>
                  </a:cubicBezTo>
                  <a:lnTo>
                    <a:pt x="953" y="762"/>
                  </a:lnTo>
                  <a:lnTo>
                    <a:pt x="2096" y="142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6" name="Google Shape;1586;p33"/>
            <p:cNvSpPr/>
            <p:nvPr/>
          </p:nvSpPr>
          <p:spPr>
            <a:xfrm>
              <a:off x="7650587" y="2709921"/>
              <a:ext cx="13870" cy="8001"/>
            </a:xfrm>
            <a:custGeom>
              <a:avLst/>
              <a:gdLst/>
              <a:ahLst/>
              <a:cxnLst/>
              <a:rect l="l" t="t" r="r" b="b"/>
              <a:pathLst>
                <a:path w="4953" h="2857" extrusionOk="0">
                  <a:moveTo>
                    <a:pt x="2477" y="190"/>
                  </a:moveTo>
                  <a:lnTo>
                    <a:pt x="0" y="0"/>
                  </a:lnTo>
                  <a:lnTo>
                    <a:pt x="286" y="1524"/>
                  </a:lnTo>
                  <a:lnTo>
                    <a:pt x="1143" y="953"/>
                  </a:lnTo>
                  <a:lnTo>
                    <a:pt x="4572" y="2857"/>
                  </a:lnTo>
                  <a:lnTo>
                    <a:pt x="4953" y="2667"/>
                  </a:lnTo>
                  <a:lnTo>
                    <a:pt x="1524" y="762"/>
                  </a:lnTo>
                  <a:lnTo>
                    <a:pt x="2477" y="19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7" name="Google Shape;1587;p33"/>
            <p:cNvSpPr/>
            <p:nvPr/>
          </p:nvSpPr>
          <p:spPr>
            <a:xfrm>
              <a:off x="7797021" y="2611495"/>
              <a:ext cx="37339" cy="18936"/>
            </a:xfrm>
            <a:custGeom>
              <a:avLst/>
              <a:gdLst/>
              <a:ahLst/>
              <a:cxnLst/>
              <a:rect l="l" t="t" r="r" b="b"/>
              <a:pathLst>
                <a:path w="13334" h="6762" extrusionOk="0">
                  <a:moveTo>
                    <a:pt x="13335" y="1714"/>
                  </a:moveTo>
                  <a:lnTo>
                    <a:pt x="12097" y="2476"/>
                  </a:lnTo>
                  <a:lnTo>
                    <a:pt x="10382" y="1524"/>
                  </a:lnTo>
                  <a:lnTo>
                    <a:pt x="1238" y="6763"/>
                  </a:lnTo>
                  <a:lnTo>
                    <a:pt x="0" y="6001"/>
                  </a:lnTo>
                  <a:lnTo>
                    <a:pt x="10382" y="0"/>
                  </a:lnTo>
                  <a:lnTo>
                    <a:pt x="13335" y="171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8" name="Google Shape;1588;p33"/>
            <p:cNvSpPr/>
            <p:nvPr/>
          </p:nvSpPr>
          <p:spPr>
            <a:xfrm>
              <a:off x="7800490" y="2615763"/>
              <a:ext cx="30406" cy="17337"/>
            </a:xfrm>
            <a:custGeom>
              <a:avLst/>
              <a:gdLst/>
              <a:ahLst/>
              <a:cxnLst/>
              <a:rect l="l" t="t" r="r" b="b"/>
              <a:pathLst>
                <a:path w="10858" h="6191" extrusionOk="0">
                  <a:moveTo>
                    <a:pt x="10858" y="952"/>
                  </a:moveTo>
                  <a:lnTo>
                    <a:pt x="1714" y="6191"/>
                  </a:lnTo>
                  <a:lnTo>
                    <a:pt x="0" y="5239"/>
                  </a:lnTo>
                  <a:lnTo>
                    <a:pt x="9144" y="0"/>
                  </a:lnTo>
                  <a:lnTo>
                    <a:pt x="10858" y="95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9" name="Google Shape;1589;p33"/>
            <p:cNvSpPr/>
            <p:nvPr/>
          </p:nvSpPr>
          <p:spPr>
            <a:xfrm>
              <a:off x="7866370" y="2651771"/>
              <a:ext cx="37339" cy="18670"/>
            </a:xfrm>
            <a:custGeom>
              <a:avLst/>
              <a:gdLst/>
              <a:ahLst/>
              <a:cxnLst/>
              <a:rect l="l" t="t" r="r" b="b"/>
              <a:pathLst>
                <a:path w="13334" h="6667" extrusionOk="0">
                  <a:moveTo>
                    <a:pt x="13335" y="1619"/>
                  </a:moveTo>
                  <a:lnTo>
                    <a:pt x="12097" y="2381"/>
                  </a:lnTo>
                  <a:lnTo>
                    <a:pt x="10382" y="1429"/>
                  </a:lnTo>
                  <a:lnTo>
                    <a:pt x="1333" y="6668"/>
                  </a:lnTo>
                  <a:lnTo>
                    <a:pt x="0" y="6001"/>
                  </a:lnTo>
                  <a:lnTo>
                    <a:pt x="10382" y="0"/>
                  </a:lnTo>
                  <a:lnTo>
                    <a:pt x="13335" y="161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0" name="Google Shape;1590;p33"/>
            <p:cNvSpPr/>
            <p:nvPr/>
          </p:nvSpPr>
          <p:spPr>
            <a:xfrm>
              <a:off x="7870106" y="2655772"/>
              <a:ext cx="30140" cy="17337"/>
            </a:xfrm>
            <a:custGeom>
              <a:avLst/>
              <a:gdLst/>
              <a:ahLst/>
              <a:cxnLst/>
              <a:rect l="l" t="t" r="r" b="b"/>
              <a:pathLst>
                <a:path w="10763" h="6191" extrusionOk="0">
                  <a:moveTo>
                    <a:pt x="10763" y="952"/>
                  </a:moveTo>
                  <a:lnTo>
                    <a:pt x="1619" y="6191"/>
                  </a:lnTo>
                  <a:lnTo>
                    <a:pt x="0" y="5239"/>
                  </a:lnTo>
                  <a:lnTo>
                    <a:pt x="9049" y="0"/>
                  </a:lnTo>
                  <a:lnTo>
                    <a:pt x="10763" y="95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1" name="Google Shape;1591;p33"/>
            <p:cNvSpPr/>
            <p:nvPr/>
          </p:nvSpPr>
          <p:spPr>
            <a:xfrm>
              <a:off x="7935988" y="2691783"/>
              <a:ext cx="37339" cy="18670"/>
            </a:xfrm>
            <a:custGeom>
              <a:avLst/>
              <a:gdLst/>
              <a:ahLst/>
              <a:cxnLst/>
              <a:rect l="l" t="t" r="r" b="b"/>
              <a:pathLst>
                <a:path w="13334" h="6667" extrusionOk="0">
                  <a:moveTo>
                    <a:pt x="13335" y="1715"/>
                  </a:moveTo>
                  <a:lnTo>
                    <a:pt x="12002" y="2381"/>
                  </a:lnTo>
                  <a:lnTo>
                    <a:pt x="10382" y="1429"/>
                  </a:lnTo>
                  <a:lnTo>
                    <a:pt x="1238" y="6668"/>
                  </a:lnTo>
                  <a:lnTo>
                    <a:pt x="0" y="6001"/>
                  </a:lnTo>
                  <a:lnTo>
                    <a:pt x="10382" y="0"/>
                  </a:lnTo>
                  <a:lnTo>
                    <a:pt x="13335" y="17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2" name="Google Shape;1592;p33"/>
            <p:cNvSpPr/>
            <p:nvPr/>
          </p:nvSpPr>
          <p:spPr>
            <a:xfrm>
              <a:off x="7939455" y="2695784"/>
              <a:ext cx="30140" cy="17603"/>
            </a:xfrm>
            <a:custGeom>
              <a:avLst/>
              <a:gdLst/>
              <a:ahLst/>
              <a:cxnLst/>
              <a:rect l="l" t="t" r="r" b="b"/>
              <a:pathLst>
                <a:path w="10763" h="6286" extrusionOk="0">
                  <a:moveTo>
                    <a:pt x="10763" y="952"/>
                  </a:moveTo>
                  <a:lnTo>
                    <a:pt x="1714" y="6287"/>
                  </a:lnTo>
                  <a:lnTo>
                    <a:pt x="0" y="5239"/>
                  </a:lnTo>
                  <a:lnTo>
                    <a:pt x="9144" y="0"/>
                  </a:lnTo>
                  <a:lnTo>
                    <a:pt x="10763" y="95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93" name="Google Shape;1593;p33"/>
            <p:cNvGrpSpPr/>
            <p:nvPr/>
          </p:nvGrpSpPr>
          <p:grpSpPr>
            <a:xfrm>
              <a:off x="7417199" y="1882907"/>
              <a:ext cx="684424" cy="493386"/>
              <a:chOff x="2952048" y="4966215"/>
              <a:chExt cx="244411" cy="176184"/>
            </a:xfrm>
          </p:grpSpPr>
          <p:sp>
            <p:nvSpPr>
              <p:cNvPr id="1594" name="Google Shape;1594;p33"/>
              <p:cNvSpPr/>
              <p:nvPr/>
            </p:nvSpPr>
            <p:spPr>
              <a:xfrm>
                <a:off x="3044822" y="5035697"/>
                <a:ext cx="150685" cy="104298"/>
              </a:xfrm>
              <a:custGeom>
                <a:avLst/>
                <a:gdLst/>
                <a:ahLst/>
                <a:cxnLst/>
                <a:rect l="l" t="t" r="r" b="b"/>
                <a:pathLst>
                  <a:path w="150685" h="104298" extrusionOk="0">
                    <a:moveTo>
                      <a:pt x="150685" y="39719"/>
                    </a:moveTo>
                    <a:lnTo>
                      <a:pt x="82201" y="0"/>
                    </a:lnTo>
                    <a:lnTo>
                      <a:pt x="30289" y="19241"/>
                    </a:lnTo>
                    <a:lnTo>
                      <a:pt x="0" y="62770"/>
                    </a:lnTo>
                    <a:lnTo>
                      <a:pt x="24860" y="95631"/>
                    </a:lnTo>
                    <a:lnTo>
                      <a:pt x="39529" y="104299"/>
                    </a:lnTo>
                    <a:lnTo>
                      <a:pt x="56102" y="98012"/>
                    </a:lnTo>
                    <a:lnTo>
                      <a:pt x="146971" y="44863"/>
                    </a:lnTo>
                    <a:lnTo>
                      <a:pt x="150685" y="3971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5" name="Google Shape;1595;p33"/>
              <p:cNvSpPr/>
              <p:nvPr/>
            </p:nvSpPr>
            <p:spPr>
              <a:xfrm>
                <a:off x="2952048" y="4966215"/>
                <a:ext cx="188595" cy="173780"/>
              </a:xfrm>
              <a:custGeom>
                <a:avLst/>
                <a:gdLst/>
                <a:ahLst/>
                <a:cxnLst/>
                <a:rect l="l" t="t" r="r" b="b"/>
                <a:pathLst>
                  <a:path w="188595" h="173780" extrusionOk="0">
                    <a:moveTo>
                      <a:pt x="77724" y="235"/>
                    </a:moveTo>
                    <a:lnTo>
                      <a:pt x="77724" y="235"/>
                    </a:lnTo>
                    <a:cubicBezTo>
                      <a:pt x="77153" y="-146"/>
                      <a:pt x="76295" y="-51"/>
                      <a:pt x="75343" y="426"/>
                    </a:cubicBezTo>
                    <a:lnTo>
                      <a:pt x="36576" y="22809"/>
                    </a:lnTo>
                    <a:cubicBezTo>
                      <a:pt x="16383" y="34430"/>
                      <a:pt x="0" y="62814"/>
                      <a:pt x="0" y="86151"/>
                    </a:cubicBezTo>
                    <a:cubicBezTo>
                      <a:pt x="0" y="97485"/>
                      <a:pt x="3905" y="105582"/>
                      <a:pt x="10287" y="109487"/>
                    </a:cubicBezTo>
                    <a:lnTo>
                      <a:pt x="10383" y="109487"/>
                    </a:lnTo>
                    <a:cubicBezTo>
                      <a:pt x="10383" y="109487"/>
                      <a:pt x="10859" y="109773"/>
                      <a:pt x="11049" y="109963"/>
                    </a:cubicBezTo>
                    <a:lnTo>
                      <a:pt x="121539" y="173781"/>
                    </a:lnTo>
                    <a:lnTo>
                      <a:pt x="124968" y="171971"/>
                    </a:lnTo>
                    <a:lnTo>
                      <a:pt x="115158" y="153683"/>
                    </a:lnTo>
                    <a:lnTo>
                      <a:pt x="112586" y="144348"/>
                    </a:lnTo>
                    <a:lnTo>
                      <a:pt x="119063" y="124441"/>
                    </a:lnTo>
                    <a:lnTo>
                      <a:pt x="131159" y="105105"/>
                    </a:lnTo>
                    <a:lnTo>
                      <a:pt x="144113" y="90913"/>
                    </a:lnTo>
                    <a:lnTo>
                      <a:pt x="169926" y="77483"/>
                    </a:lnTo>
                    <a:lnTo>
                      <a:pt x="188595" y="64243"/>
                    </a:lnTo>
                    <a:lnTo>
                      <a:pt x="77724" y="23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6" name="Google Shape;1596;p33"/>
              <p:cNvSpPr/>
              <p:nvPr/>
            </p:nvSpPr>
            <p:spPr>
              <a:xfrm>
                <a:off x="3062919" y="5030202"/>
                <a:ext cx="133540" cy="112197"/>
              </a:xfrm>
              <a:custGeom>
                <a:avLst/>
                <a:gdLst/>
                <a:ahLst/>
                <a:cxnLst/>
                <a:rect l="l" t="t" r="r" b="b"/>
                <a:pathLst>
                  <a:path w="133540" h="112197" extrusionOk="0">
                    <a:moveTo>
                      <a:pt x="130207" y="53120"/>
                    </a:moveTo>
                    <a:lnTo>
                      <a:pt x="36576" y="107223"/>
                    </a:lnTo>
                    <a:cubicBezTo>
                      <a:pt x="16383" y="118843"/>
                      <a:pt x="0" y="109413"/>
                      <a:pt x="0" y="86172"/>
                    </a:cubicBezTo>
                    <a:cubicBezTo>
                      <a:pt x="0" y="62931"/>
                      <a:pt x="16383" y="34547"/>
                      <a:pt x="36576" y="22831"/>
                    </a:cubicBezTo>
                    <a:lnTo>
                      <a:pt x="75343" y="447"/>
                    </a:lnTo>
                    <a:cubicBezTo>
                      <a:pt x="77153" y="-601"/>
                      <a:pt x="78677" y="257"/>
                      <a:pt x="78677" y="2352"/>
                    </a:cubicBezTo>
                    <a:cubicBezTo>
                      <a:pt x="78677" y="4448"/>
                      <a:pt x="77153" y="7115"/>
                      <a:pt x="75343" y="8162"/>
                    </a:cubicBezTo>
                    <a:lnTo>
                      <a:pt x="36576" y="30546"/>
                    </a:lnTo>
                    <a:cubicBezTo>
                      <a:pt x="20098" y="40071"/>
                      <a:pt x="6763" y="63217"/>
                      <a:pt x="6763" y="82172"/>
                    </a:cubicBezTo>
                    <a:cubicBezTo>
                      <a:pt x="6763" y="101126"/>
                      <a:pt x="20193" y="108937"/>
                      <a:pt x="36576" y="99412"/>
                    </a:cubicBezTo>
                    <a:lnTo>
                      <a:pt x="130207" y="45310"/>
                    </a:lnTo>
                    <a:cubicBezTo>
                      <a:pt x="132016" y="44262"/>
                      <a:pt x="133540" y="45119"/>
                      <a:pt x="133540" y="47215"/>
                    </a:cubicBezTo>
                    <a:cubicBezTo>
                      <a:pt x="133540" y="49310"/>
                      <a:pt x="132016" y="51977"/>
                      <a:pt x="130207" y="5302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97" name="Google Shape;1597;p33"/>
            <p:cNvGrpSpPr/>
            <p:nvPr/>
          </p:nvGrpSpPr>
          <p:grpSpPr>
            <a:xfrm>
              <a:off x="7028842" y="539499"/>
              <a:ext cx="1401923" cy="1852635"/>
              <a:chOff x="2813364" y="4486495"/>
              <a:chExt cx="500633" cy="661561"/>
            </a:xfrm>
          </p:grpSpPr>
          <p:sp>
            <p:nvSpPr>
              <p:cNvPr id="1598" name="Google Shape;1598;p33"/>
              <p:cNvSpPr/>
              <p:nvPr/>
            </p:nvSpPr>
            <p:spPr>
              <a:xfrm>
                <a:off x="2815269" y="4486495"/>
                <a:ext cx="498728" cy="627403"/>
              </a:xfrm>
              <a:custGeom>
                <a:avLst/>
                <a:gdLst/>
                <a:ahLst/>
                <a:cxnLst/>
                <a:rect l="l" t="t" r="r" b="b"/>
                <a:pathLst>
                  <a:path w="498728" h="627403" extrusionOk="0">
                    <a:moveTo>
                      <a:pt x="498729" y="601781"/>
                    </a:moveTo>
                    <a:lnTo>
                      <a:pt x="498729" y="287456"/>
                    </a:lnTo>
                    <a:cubicBezTo>
                      <a:pt x="498729" y="281836"/>
                      <a:pt x="494824" y="275264"/>
                      <a:pt x="490061" y="272692"/>
                    </a:cubicBezTo>
                    <a:lnTo>
                      <a:pt x="19907" y="1039"/>
                    </a:lnTo>
                    <a:cubicBezTo>
                      <a:pt x="17526" y="-294"/>
                      <a:pt x="15145" y="-294"/>
                      <a:pt x="13525" y="753"/>
                    </a:cubicBezTo>
                    <a:lnTo>
                      <a:pt x="13525" y="563"/>
                    </a:lnTo>
                    <a:lnTo>
                      <a:pt x="0" y="8659"/>
                    </a:lnTo>
                    <a:lnTo>
                      <a:pt x="9525" y="22184"/>
                    </a:lnTo>
                    <a:lnTo>
                      <a:pt x="12097" y="6659"/>
                    </a:lnTo>
                    <a:lnTo>
                      <a:pt x="12097" y="352892"/>
                    </a:lnTo>
                    <a:cubicBezTo>
                      <a:pt x="12097" y="371371"/>
                      <a:pt x="16002" y="377943"/>
                      <a:pt x="20669" y="380801"/>
                    </a:cubicBezTo>
                    <a:lnTo>
                      <a:pt x="445865" y="627403"/>
                    </a:lnTo>
                    <a:lnTo>
                      <a:pt x="485299" y="609496"/>
                    </a:lnTo>
                    <a:lnTo>
                      <a:pt x="498729" y="60168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9" name="Google Shape;1599;p33"/>
              <p:cNvSpPr/>
              <p:nvPr/>
            </p:nvSpPr>
            <p:spPr>
              <a:xfrm>
                <a:off x="3294948" y="5088275"/>
                <a:ext cx="18954" cy="59245"/>
              </a:xfrm>
              <a:custGeom>
                <a:avLst/>
                <a:gdLst/>
                <a:ahLst/>
                <a:cxnLst/>
                <a:rect l="l" t="t" r="r" b="b"/>
                <a:pathLst>
                  <a:path w="18954" h="59245" extrusionOk="0">
                    <a:moveTo>
                      <a:pt x="95" y="44291"/>
                    </a:moveTo>
                    <a:lnTo>
                      <a:pt x="3334" y="59246"/>
                    </a:lnTo>
                    <a:lnTo>
                      <a:pt x="16478" y="51340"/>
                    </a:lnTo>
                    <a:lnTo>
                      <a:pt x="16478" y="51340"/>
                    </a:lnTo>
                    <a:cubicBezTo>
                      <a:pt x="18098" y="50387"/>
                      <a:pt x="18955" y="48482"/>
                      <a:pt x="18955" y="45815"/>
                    </a:cubicBezTo>
                    <a:lnTo>
                      <a:pt x="18955" y="0"/>
                    </a:lnTo>
                    <a:lnTo>
                      <a:pt x="5525" y="7811"/>
                    </a:lnTo>
                    <a:lnTo>
                      <a:pt x="0" y="4429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0" name="Google Shape;1600;p33"/>
              <p:cNvSpPr/>
              <p:nvPr/>
            </p:nvSpPr>
            <p:spPr>
              <a:xfrm>
                <a:off x="2813364" y="4494307"/>
                <a:ext cx="487203" cy="615515"/>
              </a:xfrm>
              <a:custGeom>
                <a:avLst/>
                <a:gdLst/>
                <a:ahLst/>
                <a:cxnLst/>
                <a:rect l="l" t="t" r="r" b="b"/>
                <a:pathLst>
                  <a:path w="487203" h="615515" extrusionOk="0">
                    <a:moveTo>
                      <a:pt x="451676" y="615209"/>
                    </a:moveTo>
                    <a:lnTo>
                      <a:pt x="9906" y="349938"/>
                    </a:lnTo>
                    <a:cubicBezTo>
                      <a:pt x="5144" y="346985"/>
                      <a:pt x="0" y="326030"/>
                      <a:pt x="0" y="320600"/>
                    </a:cubicBezTo>
                    <a:lnTo>
                      <a:pt x="0" y="6180"/>
                    </a:lnTo>
                    <a:cubicBezTo>
                      <a:pt x="0" y="656"/>
                      <a:pt x="3715" y="-1535"/>
                      <a:pt x="8573" y="1132"/>
                    </a:cubicBezTo>
                    <a:lnTo>
                      <a:pt x="478727" y="272690"/>
                    </a:lnTo>
                    <a:cubicBezTo>
                      <a:pt x="483203" y="275452"/>
                      <a:pt x="487204" y="281834"/>
                      <a:pt x="487204" y="287263"/>
                    </a:cubicBezTo>
                    <a:lnTo>
                      <a:pt x="487204" y="601683"/>
                    </a:lnTo>
                    <a:cubicBezTo>
                      <a:pt x="487204" y="607303"/>
                      <a:pt x="456152" y="617685"/>
                      <a:pt x="451676" y="6151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1" name="Google Shape;1601;p33"/>
              <p:cNvSpPr/>
              <p:nvPr/>
            </p:nvSpPr>
            <p:spPr>
              <a:xfrm>
                <a:off x="2813460" y="4814813"/>
                <a:ext cx="487203" cy="333243"/>
              </a:xfrm>
              <a:custGeom>
                <a:avLst/>
                <a:gdLst/>
                <a:ahLst/>
                <a:cxnLst/>
                <a:rect l="l" t="t" r="r" b="b"/>
                <a:pathLst>
                  <a:path w="487203" h="333243" extrusionOk="0">
                    <a:moveTo>
                      <a:pt x="478727" y="332137"/>
                    </a:moveTo>
                    <a:lnTo>
                      <a:pt x="8572" y="60674"/>
                    </a:lnTo>
                    <a:cubicBezTo>
                      <a:pt x="3715" y="57817"/>
                      <a:pt x="0" y="51149"/>
                      <a:pt x="0" y="45815"/>
                    </a:cubicBezTo>
                    <a:lnTo>
                      <a:pt x="0" y="0"/>
                    </a:lnTo>
                    <a:lnTo>
                      <a:pt x="487204" y="281178"/>
                    </a:lnTo>
                    <a:lnTo>
                      <a:pt x="487204" y="327088"/>
                    </a:lnTo>
                    <a:cubicBezTo>
                      <a:pt x="487204" y="332708"/>
                      <a:pt x="483203" y="334708"/>
                      <a:pt x="478727" y="3321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02" name="Google Shape;1602;p33"/>
            <p:cNvSpPr/>
            <p:nvPr/>
          </p:nvSpPr>
          <p:spPr>
            <a:xfrm>
              <a:off x="7056851" y="606692"/>
              <a:ext cx="1305368" cy="1579622"/>
            </a:xfrm>
            <a:custGeom>
              <a:avLst/>
              <a:gdLst/>
              <a:ahLst/>
              <a:cxnLst/>
              <a:rect l="l" t="t" r="r" b="b"/>
              <a:pathLst>
                <a:path w="466153" h="564070" extrusionOk="0">
                  <a:moveTo>
                    <a:pt x="466154" y="560165"/>
                  </a:moveTo>
                  <a:lnTo>
                    <a:pt x="466154" y="564071"/>
                  </a:lnTo>
                  <a:lnTo>
                    <a:pt x="0" y="294894"/>
                  </a:lnTo>
                  <a:lnTo>
                    <a:pt x="0" y="0"/>
                  </a:lnTo>
                  <a:lnTo>
                    <a:pt x="3429" y="2000"/>
                  </a:lnTo>
                  <a:lnTo>
                    <a:pt x="3429" y="292989"/>
                  </a:lnTo>
                  <a:lnTo>
                    <a:pt x="466154" y="56016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3" name="Google Shape;1603;p33"/>
            <p:cNvSpPr/>
            <p:nvPr/>
          </p:nvSpPr>
          <p:spPr>
            <a:xfrm>
              <a:off x="7066450" y="612292"/>
              <a:ext cx="1295766" cy="1563085"/>
            </a:xfrm>
            <a:custGeom>
              <a:avLst/>
              <a:gdLst/>
              <a:ahLst/>
              <a:cxnLst/>
              <a:rect l="l" t="t" r="r" b="b"/>
              <a:pathLst>
                <a:path w="462724" h="558165" extrusionOk="0">
                  <a:moveTo>
                    <a:pt x="462725" y="267271"/>
                  </a:moveTo>
                  <a:lnTo>
                    <a:pt x="462725" y="558165"/>
                  </a:lnTo>
                  <a:lnTo>
                    <a:pt x="0" y="290989"/>
                  </a:lnTo>
                  <a:lnTo>
                    <a:pt x="0" y="0"/>
                  </a:lnTo>
                  <a:lnTo>
                    <a:pt x="462725" y="26727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04" name="Google Shape;1604;p33"/>
            <p:cNvGrpSpPr/>
            <p:nvPr/>
          </p:nvGrpSpPr>
          <p:grpSpPr>
            <a:xfrm>
              <a:off x="7211019" y="767801"/>
              <a:ext cx="1019169" cy="1312083"/>
              <a:chOff x="2878420" y="4568020"/>
              <a:chExt cx="363950" cy="468534"/>
            </a:xfrm>
          </p:grpSpPr>
          <p:sp>
            <p:nvSpPr>
              <p:cNvPr id="1605" name="Google Shape;1605;p33"/>
              <p:cNvSpPr/>
              <p:nvPr/>
            </p:nvSpPr>
            <p:spPr>
              <a:xfrm>
                <a:off x="2883754" y="4575449"/>
                <a:ext cx="342042" cy="439959"/>
              </a:xfrm>
              <a:custGeom>
                <a:avLst/>
                <a:gdLst/>
                <a:ahLst/>
                <a:cxnLst/>
                <a:rect l="l" t="t" r="r" b="b"/>
                <a:pathLst>
                  <a:path w="342042" h="439959" extrusionOk="0">
                    <a:moveTo>
                      <a:pt x="0" y="0"/>
                    </a:moveTo>
                    <a:lnTo>
                      <a:pt x="0" y="244316"/>
                    </a:lnTo>
                    <a:lnTo>
                      <a:pt x="342043" y="439960"/>
                    </a:lnTo>
                    <a:lnTo>
                      <a:pt x="342043" y="195167"/>
                    </a:lnTo>
                    <a:lnTo>
                      <a:pt x="0"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06" name="Google Shape;1606;p33"/>
              <p:cNvGrpSpPr/>
              <p:nvPr/>
            </p:nvGrpSpPr>
            <p:grpSpPr>
              <a:xfrm>
                <a:off x="2956678" y="4727075"/>
                <a:ext cx="176725" cy="126218"/>
                <a:chOff x="2956678" y="4727075"/>
                <a:chExt cx="176725" cy="126218"/>
              </a:xfrm>
            </p:grpSpPr>
            <p:sp>
              <p:nvSpPr>
                <p:cNvPr id="1607" name="Google Shape;1607;p33"/>
                <p:cNvSpPr/>
                <p:nvPr/>
              </p:nvSpPr>
              <p:spPr>
                <a:xfrm>
                  <a:off x="2956678" y="4727075"/>
                  <a:ext cx="176725" cy="126218"/>
                </a:xfrm>
                <a:custGeom>
                  <a:avLst/>
                  <a:gdLst/>
                  <a:ahLst/>
                  <a:cxnLst/>
                  <a:rect l="l" t="t" r="r" b="b"/>
                  <a:pathLst>
                    <a:path w="176725" h="126218" extrusionOk="0">
                      <a:moveTo>
                        <a:pt x="176154" y="43446"/>
                      </a:moveTo>
                      <a:cubicBezTo>
                        <a:pt x="176154" y="42780"/>
                        <a:pt x="175678" y="42208"/>
                        <a:pt x="175011" y="42208"/>
                      </a:cubicBezTo>
                      <a:lnTo>
                        <a:pt x="160247" y="42208"/>
                      </a:lnTo>
                      <a:cubicBezTo>
                        <a:pt x="160247" y="42208"/>
                        <a:pt x="160247" y="21063"/>
                        <a:pt x="160247" y="21063"/>
                      </a:cubicBezTo>
                      <a:lnTo>
                        <a:pt x="160247" y="21063"/>
                      </a:lnTo>
                      <a:cubicBezTo>
                        <a:pt x="160247" y="21063"/>
                        <a:pt x="160247" y="20967"/>
                        <a:pt x="160247" y="20872"/>
                      </a:cubicBezTo>
                      <a:cubicBezTo>
                        <a:pt x="160247" y="20872"/>
                        <a:pt x="160247" y="20872"/>
                        <a:pt x="160247" y="20872"/>
                      </a:cubicBezTo>
                      <a:cubicBezTo>
                        <a:pt x="160247" y="20872"/>
                        <a:pt x="160247" y="20872"/>
                        <a:pt x="160247" y="20872"/>
                      </a:cubicBezTo>
                      <a:cubicBezTo>
                        <a:pt x="160247" y="20872"/>
                        <a:pt x="160247" y="20872"/>
                        <a:pt x="160247" y="20872"/>
                      </a:cubicBezTo>
                      <a:cubicBezTo>
                        <a:pt x="160247" y="20872"/>
                        <a:pt x="160247" y="20872"/>
                        <a:pt x="160247" y="20872"/>
                      </a:cubicBezTo>
                      <a:cubicBezTo>
                        <a:pt x="160247" y="20872"/>
                        <a:pt x="160247" y="20872"/>
                        <a:pt x="160247" y="20872"/>
                      </a:cubicBezTo>
                      <a:cubicBezTo>
                        <a:pt x="160247" y="20872"/>
                        <a:pt x="160247" y="20872"/>
                        <a:pt x="160247" y="20872"/>
                      </a:cubicBezTo>
                      <a:cubicBezTo>
                        <a:pt x="160247" y="20872"/>
                        <a:pt x="160247" y="20872"/>
                        <a:pt x="160247" y="20872"/>
                      </a:cubicBezTo>
                      <a:cubicBezTo>
                        <a:pt x="160247" y="20872"/>
                        <a:pt x="160247" y="20872"/>
                        <a:pt x="160247" y="20872"/>
                      </a:cubicBezTo>
                      <a:cubicBezTo>
                        <a:pt x="160247" y="20872"/>
                        <a:pt x="160247" y="20872"/>
                        <a:pt x="160247" y="20872"/>
                      </a:cubicBezTo>
                      <a:cubicBezTo>
                        <a:pt x="160247" y="20872"/>
                        <a:pt x="160247" y="20872"/>
                        <a:pt x="160247" y="20872"/>
                      </a:cubicBezTo>
                      <a:cubicBezTo>
                        <a:pt x="160247" y="20872"/>
                        <a:pt x="160247" y="20872"/>
                        <a:pt x="160247" y="20872"/>
                      </a:cubicBezTo>
                      <a:cubicBezTo>
                        <a:pt x="160247" y="20872"/>
                        <a:pt x="160247" y="20872"/>
                        <a:pt x="160247" y="20872"/>
                      </a:cubicBezTo>
                      <a:cubicBezTo>
                        <a:pt x="160247" y="20872"/>
                        <a:pt x="160247" y="20872"/>
                        <a:pt x="160152" y="20872"/>
                      </a:cubicBezTo>
                      <a:lnTo>
                        <a:pt x="160152" y="20872"/>
                      </a:lnTo>
                      <a:lnTo>
                        <a:pt x="141007" y="9632"/>
                      </a:lnTo>
                      <a:cubicBezTo>
                        <a:pt x="141007" y="9632"/>
                        <a:pt x="140150" y="9442"/>
                        <a:pt x="139864" y="9632"/>
                      </a:cubicBezTo>
                      <a:lnTo>
                        <a:pt x="120338" y="20777"/>
                      </a:lnTo>
                      <a:cubicBezTo>
                        <a:pt x="115004" y="18872"/>
                        <a:pt x="109194" y="17443"/>
                        <a:pt x="103002" y="16490"/>
                      </a:cubicBezTo>
                      <a:lnTo>
                        <a:pt x="103002" y="1250"/>
                      </a:lnTo>
                      <a:cubicBezTo>
                        <a:pt x="103002" y="1250"/>
                        <a:pt x="103002" y="584"/>
                        <a:pt x="102717" y="393"/>
                      </a:cubicBezTo>
                      <a:cubicBezTo>
                        <a:pt x="102526" y="203"/>
                        <a:pt x="102240" y="12"/>
                        <a:pt x="101859" y="12"/>
                      </a:cubicBezTo>
                      <a:lnTo>
                        <a:pt x="74713" y="12"/>
                      </a:lnTo>
                      <a:cubicBezTo>
                        <a:pt x="74046" y="-83"/>
                        <a:pt x="73475" y="393"/>
                        <a:pt x="73475" y="1060"/>
                      </a:cubicBezTo>
                      <a:lnTo>
                        <a:pt x="73475" y="16300"/>
                      </a:lnTo>
                      <a:cubicBezTo>
                        <a:pt x="67284" y="17157"/>
                        <a:pt x="61473" y="18491"/>
                        <a:pt x="56044" y="20396"/>
                      </a:cubicBezTo>
                      <a:lnTo>
                        <a:pt x="36613" y="9061"/>
                      </a:lnTo>
                      <a:cubicBezTo>
                        <a:pt x="36613" y="9061"/>
                        <a:pt x="35756" y="8870"/>
                        <a:pt x="35470" y="9061"/>
                      </a:cubicBezTo>
                      <a:lnTo>
                        <a:pt x="16230" y="20015"/>
                      </a:lnTo>
                      <a:cubicBezTo>
                        <a:pt x="16230" y="20015"/>
                        <a:pt x="16230" y="20015"/>
                        <a:pt x="16134" y="20015"/>
                      </a:cubicBezTo>
                      <a:cubicBezTo>
                        <a:pt x="16134" y="20015"/>
                        <a:pt x="16134" y="20015"/>
                        <a:pt x="16134" y="20015"/>
                      </a:cubicBezTo>
                      <a:cubicBezTo>
                        <a:pt x="16134" y="20015"/>
                        <a:pt x="16134" y="20015"/>
                        <a:pt x="16134" y="20110"/>
                      </a:cubicBezTo>
                      <a:cubicBezTo>
                        <a:pt x="16134" y="20110"/>
                        <a:pt x="16134" y="20110"/>
                        <a:pt x="16134" y="20110"/>
                      </a:cubicBezTo>
                      <a:cubicBezTo>
                        <a:pt x="16134" y="20110"/>
                        <a:pt x="16134" y="20110"/>
                        <a:pt x="16134" y="20205"/>
                      </a:cubicBezTo>
                      <a:cubicBezTo>
                        <a:pt x="16134" y="20205"/>
                        <a:pt x="16134" y="20205"/>
                        <a:pt x="16134" y="20205"/>
                      </a:cubicBezTo>
                      <a:cubicBezTo>
                        <a:pt x="16134" y="20205"/>
                        <a:pt x="16134" y="20205"/>
                        <a:pt x="16134" y="20300"/>
                      </a:cubicBezTo>
                      <a:cubicBezTo>
                        <a:pt x="16134" y="20300"/>
                        <a:pt x="16134" y="20300"/>
                        <a:pt x="16134" y="20300"/>
                      </a:cubicBezTo>
                      <a:cubicBezTo>
                        <a:pt x="16134" y="20300"/>
                        <a:pt x="16134" y="20300"/>
                        <a:pt x="16134" y="20396"/>
                      </a:cubicBezTo>
                      <a:cubicBezTo>
                        <a:pt x="16134" y="20396"/>
                        <a:pt x="16134" y="20396"/>
                        <a:pt x="16134" y="20396"/>
                      </a:cubicBezTo>
                      <a:cubicBezTo>
                        <a:pt x="16134" y="20396"/>
                        <a:pt x="16134" y="20396"/>
                        <a:pt x="16134" y="20396"/>
                      </a:cubicBezTo>
                      <a:cubicBezTo>
                        <a:pt x="16134" y="20396"/>
                        <a:pt x="16134" y="20396"/>
                        <a:pt x="16134" y="20396"/>
                      </a:cubicBezTo>
                      <a:cubicBezTo>
                        <a:pt x="16134" y="20396"/>
                        <a:pt x="16134" y="20396"/>
                        <a:pt x="16134" y="20491"/>
                      </a:cubicBezTo>
                      <a:cubicBezTo>
                        <a:pt x="16134" y="20491"/>
                        <a:pt x="16134" y="20491"/>
                        <a:pt x="16134" y="20491"/>
                      </a:cubicBezTo>
                      <a:lnTo>
                        <a:pt x="16134" y="20491"/>
                      </a:lnTo>
                      <a:cubicBezTo>
                        <a:pt x="16134" y="20491"/>
                        <a:pt x="16039" y="41732"/>
                        <a:pt x="16039" y="41732"/>
                      </a:cubicBezTo>
                      <a:lnTo>
                        <a:pt x="1276" y="41732"/>
                      </a:lnTo>
                      <a:cubicBezTo>
                        <a:pt x="1276" y="41732"/>
                        <a:pt x="704" y="41732"/>
                        <a:pt x="418" y="42017"/>
                      </a:cubicBezTo>
                      <a:cubicBezTo>
                        <a:pt x="228" y="42208"/>
                        <a:pt x="37" y="42589"/>
                        <a:pt x="37" y="42875"/>
                      </a:cubicBezTo>
                      <a:lnTo>
                        <a:pt x="37" y="58591"/>
                      </a:lnTo>
                      <a:lnTo>
                        <a:pt x="37" y="58591"/>
                      </a:lnTo>
                      <a:lnTo>
                        <a:pt x="37" y="82118"/>
                      </a:lnTo>
                      <a:cubicBezTo>
                        <a:pt x="-153" y="82784"/>
                        <a:pt x="418" y="83261"/>
                        <a:pt x="1085" y="83261"/>
                      </a:cubicBezTo>
                      <a:lnTo>
                        <a:pt x="15849" y="83261"/>
                      </a:lnTo>
                      <a:cubicBezTo>
                        <a:pt x="15849" y="83261"/>
                        <a:pt x="15753" y="104406"/>
                        <a:pt x="15753" y="104406"/>
                      </a:cubicBezTo>
                      <a:cubicBezTo>
                        <a:pt x="15753" y="104787"/>
                        <a:pt x="15944" y="105264"/>
                        <a:pt x="16325" y="105454"/>
                      </a:cubicBezTo>
                      <a:lnTo>
                        <a:pt x="35470" y="116598"/>
                      </a:lnTo>
                      <a:lnTo>
                        <a:pt x="35470" y="116598"/>
                      </a:lnTo>
                      <a:cubicBezTo>
                        <a:pt x="35470" y="116598"/>
                        <a:pt x="35470" y="116598"/>
                        <a:pt x="35565" y="116598"/>
                      </a:cubicBezTo>
                      <a:cubicBezTo>
                        <a:pt x="35565" y="116598"/>
                        <a:pt x="35565" y="116598"/>
                        <a:pt x="35565" y="116598"/>
                      </a:cubicBezTo>
                      <a:cubicBezTo>
                        <a:pt x="35565" y="116598"/>
                        <a:pt x="35565" y="116598"/>
                        <a:pt x="35565" y="116598"/>
                      </a:cubicBezTo>
                      <a:cubicBezTo>
                        <a:pt x="35565" y="116598"/>
                        <a:pt x="35565" y="116598"/>
                        <a:pt x="35661" y="116598"/>
                      </a:cubicBezTo>
                      <a:lnTo>
                        <a:pt x="35661" y="116598"/>
                      </a:lnTo>
                      <a:cubicBezTo>
                        <a:pt x="35661" y="116598"/>
                        <a:pt x="35756" y="116598"/>
                        <a:pt x="35851" y="116598"/>
                      </a:cubicBezTo>
                      <a:cubicBezTo>
                        <a:pt x="36042" y="116598"/>
                        <a:pt x="36137" y="116598"/>
                        <a:pt x="36327" y="116598"/>
                      </a:cubicBezTo>
                      <a:cubicBezTo>
                        <a:pt x="36327" y="116598"/>
                        <a:pt x="36327" y="116598"/>
                        <a:pt x="36422" y="116598"/>
                      </a:cubicBezTo>
                      <a:cubicBezTo>
                        <a:pt x="36422" y="116598"/>
                        <a:pt x="36422" y="116598"/>
                        <a:pt x="36422" y="116598"/>
                      </a:cubicBezTo>
                      <a:lnTo>
                        <a:pt x="36422" y="116598"/>
                      </a:lnTo>
                      <a:lnTo>
                        <a:pt x="55949" y="105454"/>
                      </a:lnTo>
                      <a:cubicBezTo>
                        <a:pt x="63474" y="108121"/>
                        <a:pt x="70617" y="109359"/>
                        <a:pt x="73284" y="109740"/>
                      </a:cubicBezTo>
                      <a:lnTo>
                        <a:pt x="73284" y="124980"/>
                      </a:lnTo>
                      <a:cubicBezTo>
                        <a:pt x="73284" y="124980"/>
                        <a:pt x="73284" y="125647"/>
                        <a:pt x="73570" y="125838"/>
                      </a:cubicBezTo>
                      <a:cubicBezTo>
                        <a:pt x="73761" y="126028"/>
                        <a:pt x="74142" y="126218"/>
                        <a:pt x="74427" y="126218"/>
                      </a:cubicBezTo>
                      <a:lnTo>
                        <a:pt x="101669" y="126218"/>
                      </a:lnTo>
                      <a:cubicBezTo>
                        <a:pt x="101669" y="126218"/>
                        <a:pt x="102336" y="126218"/>
                        <a:pt x="102526" y="126028"/>
                      </a:cubicBezTo>
                      <a:cubicBezTo>
                        <a:pt x="102717" y="125838"/>
                        <a:pt x="102907" y="125552"/>
                        <a:pt x="102907" y="125171"/>
                      </a:cubicBezTo>
                      <a:lnTo>
                        <a:pt x="102907" y="109931"/>
                      </a:lnTo>
                      <a:cubicBezTo>
                        <a:pt x="111003" y="108978"/>
                        <a:pt x="118338" y="106502"/>
                        <a:pt x="120338" y="105835"/>
                      </a:cubicBezTo>
                      <a:lnTo>
                        <a:pt x="139769" y="117170"/>
                      </a:lnTo>
                      <a:cubicBezTo>
                        <a:pt x="139769" y="117170"/>
                        <a:pt x="140055" y="117265"/>
                        <a:pt x="140245" y="117265"/>
                      </a:cubicBezTo>
                      <a:cubicBezTo>
                        <a:pt x="140245" y="117265"/>
                        <a:pt x="140340" y="117265"/>
                        <a:pt x="140436" y="117265"/>
                      </a:cubicBezTo>
                      <a:cubicBezTo>
                        <a:pt x="140436" y="117265"/>
                        <a:pt x="140436" y="117265"/>
                        <a:pt x="140531" y="117265"/>
                      </a:cubicBezTo>
                      <a:cubicBezTo>
                        <a:pt x="140531" y="117265"/>
                        <a:pt x="140531" y="117265"/>
                        <a:pt x="140531" y="117265"/>
                      </a:cubicBezTo>
                      <a:cubicBezTo>
                        <a:pt x="140531" y="117265"/>
                        <a:pt x="140531" y="117265"/>
                        <a:pt x="140626" y="117265"/>
                      </a:cubicBezTo>
                      <a:cubicBezTo>
                        <a:pt x="140626" y="117265"/>
                        <a:pt x="140626" y="117265"/>
                        <a:pt x="140626" y="117265"/>
                      </a:cubicBezTo>
                      <a:cubicBezTo>
                        <a:pt x="140626" y="117265"/>
                        <a:pt x="140626" y="117265"/>
                        <a:pt x="140626" y="117265"/>
                      </a:cubicBezTo>
                      <a:cubicBezTo>
                        <a:pt x="140626" y="117265"/>
                        <a:pt x="140626" y="117265"/>
                        <a:pt x="140626" y="117265"/>
                      </a:cubicBezTo>
                      <a:cubicBezTo>
                        <a:pt x="140626" y="117265"/>
                        <a:pt x="140626" y="117265"/>
                        <a:pt x="140626" y="117265"/>
                      </a:cubicBezTo>
                      <a:lnTo>
                        <a:pt x="140626" y="117265"/>
                      </a:lnTo>
                      <a:lnTo>
                        <a:pt x="159962" y="106311"/>
                      </a:lnTo>
                      <a:cubicBezTo>
                        <a:pt x="159962" y="106311"/>
                        <a:pt x="160534" y="105740"/>
                        <a:pt x="160534" y="105264"/>
                      </a:cubicBezTo>
                      <a:lnTo>
                        <a:pt x="160534" y="84118"/>
                      </a:lnTo>
                      <a:cubicBezTo>
                        <a:pt x="160534" y="84118"/>
                        <a:pt x="175392" y="84118"/>
                        <a:pt x="175392" y="84118"/>
                      </a:cubicBezTo>
                      <a:lnTo>
                        <a:pt x="175392" y="84118"/>
                      </a:lnTo>
                      <a:cubicBezTo>
                        <a:pt x="176059" y="84118"/>
                        <a:pt x="176535" y="83547"/>
                        <a:pt x="176535" y="82880"/>
                      </a:cubicBezTo>
                      <a:lnTo>
                        <a:pt x="176726" y="59353"/>
                      </a:lnTo>
                      <a:lnTo>
                        <a:pt x="176726" y="59353"/>
                      </a:lnTo>
                      <a:lnTo>
                        <a:pt x="176726" y="43637"/>
                      </a:lnTo>
                      <a:close/>
                      <a:moveTo>
                        <a:pt x="17468" y="22396"/>
                      </a:moveTo>
                      <a:lnTo>
                        <a:pt x="34232" y="32207"/>
                      </a:lnTo>
                      <a:cubicBezTo>
                        <a:pt x="34232" y="32207"/>
                        <a:pt x="33946" y="32492"/>
                        <a:pt x="33851" y="32683"/>
                      </a:cubicBezTo>
                      <a:cubicBezTo>
                        <a:pt x="31089" y="35445"/>
                        <a:pt x="29088" y="38398"/>
                        <a:pt x="27660" y="41541"/>
                      </a:cubicBezTo>
                      <a:lnTo>
                        <a:pt x="18325" y="41541"/>
                      </a:lnTo>
                      <a:cubicBezTo>
                        <a:pt x="18325" y="41541"/>
                        <a:pt x="17372" y="41541"/>
                        <a:pt x="17372" y="41541"/>
                      </a:cubicBezTo>
                      <a:lnTo>
                        <a:pt x="17372" y="22491"/>
                      </a:lnTo>
                      <a:close/>
                      <a:moveTo>
                        <a:pt x="15372" y="79546"/>
                      </a:moveTo>
                      <a:cubicBezTo>
                        <a:pt x="15372" y="79546"/>
                        <a:pt x="15372" y="79546"/>
                        <a:pt x="15277" y="79546"/>
                      </a:cubicBezTo>
                      <a:cubicBezTo>
                        <a:pt x="15277" y="79546"/>
                        <a:pt x="15277" y="79546"/>
                        <a:pt x="15277" y="79546"/>
                      </a:cubicBezTo>
                      <a:cubicBezTo>
                        <a:pt x="15277" y="79546"/>
                        <a:pt x="15277" y="79546"/>
                        <a:pt x="15182" y="79546"/>
                      </a:cubicBezTo>
                      <a:lnTo>
                        <a:pt x="15182" y="79546"/>
                      </a:lnTo>
                      <a:cubicBezTo>
                        <a:pt x="15182" y="79546"/>
                        <a:pt x="15182" y="79546"/>
                        <a:pt x="15182" y="79546"/>
                      </a:cubicBezTo>
                      <a:cubicBezTo>
                        <a:pt x="15182" y="79546"/>
                        <a:pt x="15182" y="79546"/>
                        <a:pt x="15182" y="79641"/>
                      </a:cubicBezTo>
                      <a:lnTo>
                        <a:pt x="15182" y="79641"/>
                      </a:lnTo>
                      <a:cubicBezTo>
                        <a:pt x="15182" y="79641"/>
                        <a:pt x="15182" y="79641"/>
                        <a:pt x="15182" y="79641"/>
                      </a:cubicBezTo>
                      <a:cubicBezTo>
                        <a:pt x="15182" y="79641"/>
                        <a:pt x="15182" y="79641"/>
                        <a:pt x="15182" y="79641"/>
                      </a:cubicBezTo>
                      <a:lnTo>
                        <a:pt x="15182" y="79641"/>
                      </a:lnTo>
                      <a:cubicBezTo>
                        <a:pt x="15182" y="79641"/>
                        <a:pt x="15182" y="79641"/>
                        <a:pt x="15182" y="79641"/>
                      </a:cubicBezTo>
                      <a:cubicBezTo>
                        <a:pt x="15182" y="79641"/>
                        <a:pt x="15182" y="79641"/>
                        <a:pt x="15182" y="79641"/>
                      </a:cubicBezTo>
                      <a:lnTo>
                        <a:pt x="15182" y="79641"/>
                      </a:lnTo>
                      <a:cubicBezTo>
                        <a:pt x="15182" y="79641"/>
                        <a:pt x="15182" y="79641"/>
                        <a:pt x="15182" y="79641"/>
                      </a:cubicBezTo>
                      <a:cubicBezTo>
                        <a:pt x="15182" y="79641"/>
                        <a:pt x="15182" y="79641"/>
                        <a:pt x="15182" y="79641"/>
                      </a:cubicBezTo>
                      <a:lnTo>
                        <a:pt x="15182" y="79641"/>
                      </a:lnTo>
                      <a:cubicBezTo>
                        <a:pt x="15182" y="79641"/>
                        <a:pt x="15182" y="79641"/>
                        <a:pt x="15182" y="79641"/>
                      </a:cubicBezTo>
                      <a:cubicBezTo>
                        <a:pt x="15182" y="79641"/>
                        <a:pt x="15182" y="79641"/>
                        <a:pt x="15182" y="79641"/>
                      </a:cubicBezTo>
                      <a:lnTo>
                        <a:pt x="15182" y="79641"/>
                      </a:lnTo>
                      <a:cubicBezTo>
                        <a:pt x="15182" y="79641"/>
                        <a:pt x="15182" y="79641"/>
                        <a:pt x="15182" y="79641"/>
                      </a:cubicBezTo>
                      <a:lnTo>
                        <a:pt x="15182" y="79641"/>
                      </a:lnTo>
                      <a:lnTo>
                        <a:pt x="15182" y="79832"/>
                      </a:lnTo>
                      <a:lnTo>
                        <a:pt x="1561" y="79832"/>
                      </a:lnTo>
                      <a:cubicBezTo>
                        <a:pt x="1561" y="79832"/>
                        <a:pt x="1656" y="58591"/>
                        <a:pt x="1656" y="58591"/>
                      </a:cubicBezTo>
                      <a:lnTo>
                        <a:pt x="5562" y="58591"/>
                      </a:lnTo>
                      <a:cubicBezTo>
                        <a:pt x="5562" y="58591"/>
                        <a:pt x="27564" y="58686"/>
                        <a:pt x="27564" y="58686"/>
                      </a:cubicBezTo>
                      <a:lnTo>
                        <a:pt x="27564" y="72021"/>
                      </a:lnTo>
                      <a:cubicBezTo>
                        <a:pt x="27564" y="72021"/>
                        <a:pt x="16039" y="78498"/>
                        <a:pt x="16039" y="78498"/>
                      </a:cubicBezTo>
                      <a:lnTo>
                        <a:pt x="15753" y="78689"/>
                      </a:lnTo>
                      <a:close/>
                      <a:moveTo>
                        <a:pt x="33851" y="110407"/>
                      </a:moveTo>
                      <a:lnTo>
                        <a:pt x="33851" y="113264"/>
                      </a:lnTo>
                      <a:cubicBezTo>
                        <a:pt x="33851" y="113264"/>
                        <a:pt x="17087" y="103454"/>
                        <a:pt x="17087" y="103454"/>
                      </a:cubicBezTo>
                      <a:lnTo>
                        <a:pt x="17087" y="82689"/>
                      </a:lnTo>
                      <a:cubicBezTo>
                        <a:pt x="17087" y="82689"/>
                        <a:pt x="17563" y="82880"/>
                        <a:pt x="17563" y="82880"/>
                      </a:cubicBezTo>
                      <a:lnTo>
                        <a:pt x="34041" y="92500"/>
                      </a:lnTo>
                      <a:lnTo>
                        <a:pt x="34041" y="110407"/>
                      </a:lnTo>
                      <a:close/>
                      <a:moveTo>
                        <a:pt x="53949" y="90690"/>
                      </a:moveTo>
                      <a:lnTo>
                        <a:pt x="53949" y="103263"/>
                      </a:lnTo>
                      <a:cubicBezTo>
                        <a:pt x="53949" y="103263"/>
                        <a:pt x="36232" y="113360"/>
                        <a:pt x="36232" y="113360"/>
                      </a:cubicBezTo>
                      <a:lnTo>
                        <a:pt x="36232" y="104692"/>
                      </a:lnTo>
                      <a:cubicBezTo>
                        <a:pt x="36232" y="104692"/>
                        <a:pt x="36422" y="92595"/>
                        <a:pt x="36422" y="92595"/>
                      </a:cubicBezTo>
                      <a:lnTo>
                        <a:pt x="54044" y="82594"/>
                      </a:lnTo>
                      <a:lnTo>
                        <a:pt x="54044" y="90785"/>
                      </a:lnTo>
                      <a:close/>
                      <a:moveTo>
                        <a:pt x="72618" y="89738"/>
                      </a:moveTo>
                      <a:lnTo>
                        <a:pt x="72618" y="94310"/>
                      </a:lnTo>
                      <a:cubicBezTo>
                        <a:pt x="72618" y="94310"/>
                        <a:pt x="72618" y="107073"/>
                        <a:pt x="72618" y="107073"/>
                      </a:cubicBezTo>
                      <a:cubicBezTo>
                        <a:pt x="69855" y="106692"/>
                        <a:pt x="63283" y="105549"/>
                        <a:pt x="56425" y="103073"/>
                      </a:cubicBezTo>
                      <a:lnTo>
                        <a:pt x="56425" y="90690"/>
                      </a:lnTo>
                      <a:cubicBezTo>
                        <a:pt x="56425" y="90690"/>
                        <a:pt x="56520" y="82118"/>
                        <a:pt x="56520" y="82118"/>
                      </a:cubicBezTo>
                      <a:cubicBezTo>
                        <a:pt x="57663" y="82499"/>
                        <a:pt x="58902" y="82880"/>
                        <a:pt x="60235" y="83261"/>
                      </a:cubicBezTo>
                      <a:cubicBezTo>
                        <a:pt x="60330" y="83261"/>
                        <a:pt x="60426" y="83261"/>
                        <a:pt x="60616" y="83356"/>
                      </a:cubicBezTo>
                      <a:cubicBezTo>
                        <a:pt x="64521" y="84499"/>
                        <a:pt x="68617" y="85356"/>
                        <a:pt x="72808" y="86023"/>
                      </a:cubicBezTo>
                      <a:lnTo>
                        <a:pt x="72808" y="89738"/>
                      </a:lnTo>
                      <a:close/>
                      <a:moveTo>
                        <a:pt x="99764" y="103930"/>
                      </a:moveTo>
                      <a:cubicBezTo>
                        <a:pt x="99764" y="106406"/>
                        <a:pt x="99764" y="108216"/>
                        <a:pt x="99764" y="108597"/>
                      </a:cubicBezTo>
                      <a:lnTo>
                        <a:pt x="99764" y="108597"/>
                      </a:lnTo>
                      <a:cubicBezTo>
                        <a:pt x="99764" y="108597"/>
                        <a:pt x="99764" y="123742"/>
                        <a:pt x="99764" y="123742"/>
                      </a:cubicBezTo>
                      <a:lnTo>
                        <a:pt x="74904" y="123742"/>
                      </a:lnTo>
                      <a:cubicBezTo>
                        <a:pt x="74904" y="123742"/>
                        <a:pt x="74999" y="102501"/>
                        <a:pt x="74999" y="102501"/>
                      </a:cubicBezTo>
                      <a:lnTo>
                        <a:pt x="89763" y="102501"/>
                      </a:lnTo>
                      <a:cubicBezTo>
                        <a:pt x="89763" y="102501"/>
                        <a:pt x="99764" y="102597"/>
                        <a:pt x="99764" y="102597"/>
                      </a:cubicBezTo>
                      <a:lnTo>
                        <a:pt x="99764" y="103930"/>
                      </a:lnTo>
                      <a:close/>
                      <a:moveTo>
                        <a:pt x="118433" y="103454"/>
                      </a:moveTo>
                      <a:cubicBezTo>
                        <a:pt x="116242" y="104216"/>
                        <a:pt x="109479" y="106406"/>
                        <a:pt x="102145" y="107264"/>
                      </a:cubicBezTo>
                      <a:lnTo>
                        <a:pt x="102145" y="103930"/>
                      </a:lnTo>
                      <a:cubicBezTo>
                        <a:pt x="102145" y="98310"/>
                        <a:pt x="102240" y="89166"/>
                        <a:pt x="102240" y="86118"/>
                      </a:cubicBezTo>
                      <a:cubicBezTo>
                        <a:pt x="106336" y="85547"/>
                        <a:pt x="110527" y="84689"/>
                        <a:pt x="114432" y="83642"/>
                      </a:cubicBezTo>
                      <a:cubicBezTo>
                        <a:pt x="114528" y="83642"/>
                        <a:pt x="114623" y="83642"/>
                        <a:pt x="114718" y="83642"/>
                      </a:cubicBezTo>
                      <a:cubicBezTo>
                        <a:pt x="115956" y="83356"/>
                        <a:pt x="117195" y="82975"/>
                        <a:pt x="118433" y="82499"/>
                      </a:cubicBezTo>
                      <a:lnTo>
                        <a:pt x="118433" y="103454"/>
                      </a:lnTo>
                      <a:close/>
                      <a:moveTo>
                        <a:pt x="138340" y="113836"/>
                      </a:moveTo>
                      <a:lnTo>
                        <a:pt x="120814" y="103644"/>
                      </a:lnTo>
                      <a:cubicBezTo>
                        <a:pt x="120814" y="101930"/>
                        <a:pt x="120814" y="97263"/>
                        <a:pt x="120814" y="92595"/>
                      </a:cubicBezTo>
                      <a:cubicBezTo>
                        <a:pt x="120814" y="89642"/>
                        <a:pt x="120814" y="86690"/>
                        <a:pt x="120814" y="84499"/>
                      </a:cubicBezTo>
                      <a:lnTo>
                        <a:pt x="120814" y="82975"/>
                      </a:lnTo>
                      <a:lnTo>
                        <a:pt x="130339" y="88595"/>
                      </a:lnTo>
                      <a:lnTo>
                        <a:pt x="138245" y="93262"/>
                      </a:lnTo>
                      <a:lnTo>
                        <a:pt x="138245" y="114026"/>
                      </a:lnTo>
                      <a:close/>
                      <a:moveTo>
                        <a:pt x="157676" y="104216"/>
                      </a:moveTo>
                      <a:lnTo>
                        <a:pt x="140721" y="113836"/>
                      </a:lnTo>
                      <a:lnTo>
                        <a:pt x="140721" y="93072"/>
                      </a:lnTo>
                      <a:cubicBezTo>
                        <a:pt x="140721" y="93072"/>
                        <a:pt x="157390" y="83642"/>
                        <a:pt x="157390" y="83642"/>
                      </a:cubicBezTo>
                      <a:lnTo>
                        <a:pt x="157771" y="83451"/>
                      </a:lnTo>
                      <a:lnTo>
                        <a:pt x="157771" y="104216"/>
                      </a:lnTo>
                      <a:close/>
                      <a:moveTo>
                        <a:pt x="173773" y="81451"/>
                      </a:moveTo>
                      <a:lnTo>
                        <a:pt x="160152" y="81451"/>
                      </a:lnTo>
                      <a:lnTo>
                        <a:pt x="160152" y="81260"/>
                      </a:lnTo>
                      <a:lnTo>
                        <a:pt x="160152" y="81260"/>
                      </a:lnTo>
                      <a:cubicBezTo>
                        <a:pt x="160152" y="81260"/>
                        <a:pt x="160152" y="81165"/>
                        <a:pt x="160152" y="81165"/>
                      </a:cubicBezTo>
                      <a:cubicBezTo>
                        <a:pt x="160152" y="81165"/>
                        <a:pt x="160152" y="81165"/>
                        <a:pt x="160152" y="81070"/>
                      </a:cubicBezTo>
                      <a:cubicBezTo>
                        <a:pt x="160152" y="81070"/>
                        <a:pt x="160152" y="81070"/>
                        <a:pt x="160152" y="81070"/>
                      </a:cubicBezTo>
                      <a:cubicBezTo>
                        <a:pt x="160152" y="81070"/>
                        <a:pt x="160152" y="81070"/>
                        <a:pt x="160152" y="80975"/>
                      </a:cubicBezTo>
                      <a:cubicBezTo>
                        <a:pt x="160152" y="80975"/>
                        <a:pt x="160152" y="80975"/>
                        <a:pt x="160152" y="80975"/>
                      </a:cubicBezTo>
                      <a:cubicBezTo>
                        <a:pt x="160152" y="80975"/>
                        <a:pt x="160152" y="80975"/>
                        <a:pt x="160152" y="80975"/>
                      </a:cubicBezTo>
                      <a:cubicBezTo>
                        <a:pt x="160152" y="80975"/>
                        <a:pt x="160152" y="80975"/>
                        <a:pt x="160152" y="80975"/>
                      </a:cubicBezTo>
                      <a:cubicBezTo>
                        <a:pt x="160152" y="80975"/>
                        <a:pt x="160152" y="80975"/>
                        <a:pt x="160152" y="80975"/>
                      </a:cubicBezTo>
                      <a:cubicBezTo>
                        <a:pt x="160152" y="80975"/>
                        <a:pt x="160152" y="80975"/>
                        <a:pt x="160152" y="80975"/>
                      </a:cubicBezTo>
                      <a:cubicBezTo>
                        <a:pt x="160152" y="80975"/>
                        <a:pt x="160152" y="80975"/>
                        <a:pt x="160152" y="80975"/>
                      </a:cubicBezTo>
                      <a:cubicBezTo>
                        <a:pt x="160152" y="80975"/>
                        <a:pt x="159962" y="80784"/>
                        <a:pt x="159867" y="80784"/>
                      </a:cubicBezTo>
                      <a:lnTo>
                        <a:pt x="148246" y="74022"/>
                      </a:lnTo>
                      <a:lnTo>
                        <a:pt x="148246" y="60686"/>
                      </a:lnTo>
                      <a:cubicBezTo>
                        <a:pt x="148246" y="60686"/>
                        <a:pt x="174154" y="60782"/>
                        <a:pt x="174154" y="60782"/>
                      </a:cubicBezTo>
                      <a:lnTo>
                        <a:pt x="174154" y="81927"/>
                      </a:lnTo>
                      <a:close/>
                      <a:moveTo>
                        <a:pt x="173868" y="57924"/>
                      </a:moveTo>
                      <a:lnTo>
                        <a:pt x="146817" y="57734"/>
                      </a:lnTo>
                      <a:lnTo>
                        <a:pt x="146817" y="57734"/>
                      </a:lnTo>
                      <a:cubicBezTo>
                        <a:pt x="146817" y="57734"/>
                        <a:pt x="146817" y="57734"/>
                        <a:pt x="146817" y="57734"/>
                      </a:cubicBezTo>
                      <a:lnTo>
                        <a:pt x="146817" y="57734"/>
                      </a:lnTo>
                      <a:cubicBezTo>
                        <a:pt x="146817" y="57734"/>
                        <a:pt x="146817" y="57734"/>
                        <a:pt x="146817" y="57734"/>
                      </a:cubicBezTo>
                      <a:cubicBezTo>
                        <a:pt x="146817" y="57734"/>
                        <a:pt x="146817" y="57734"/>
                        <a:pt x="146817" y="57734"/>
                      </a:cubicBezTo>
                      <a:lnTo>
                        <a:pt x="146817" y="57734"/>
                      </a:lnTo>
                      <a:cubicBezTo>
                        <a:pt x="146817" y="57734"/>
                        <a:pt x="146817" y="57734"/>
                        <a:pt x="146817" y="57734"/>
                      </a:cubicBezTo>
                      <a:cubicBezTo>
                        <a:pt x="146817" y="57734"/>
                        <a:pt x="146817" y="57734"/>
                        <a:pt x="146817" y="57734"/>
                      </a:cubicBezTo>
                      <a:cubicBezTo>
                        <a:pt x="146817" y="57734"/>
                        <a:pt x="146817" y="57734"/>
                        <a:pt x="146817" y="57734"/>
                      </a:cubicBezTo>
                      <a:cubicBezTo>
                        <a:pt x="146817" y="57734"/>
                        <a:pt x="146817" y="57734"/>
                        <a:pt x="146817" y="57734"/>
                      </a:cubicBezTo>
                      <a:cubicBezTo>
                        <a:pt x="146817" y="57734"/>
                        <a:pt x="146817" y="57734"/>
                        <a:pt x="146817" y="57734"/>
                      </a:cubicBezTo>
                      <a:cubicBezTo>
                        <a:pt x="146817" y="57734"/>
                        <a:pt x="146817" y="57734"/>
                        <a:pt x="146817" y="57734"/>
                      </a:cubicBezTo>
                      <a:lnTo>
                        <a:pt x="146817" y="57734"/>
                      </a:lnTo>
                      <a:cubicBezTo>
                        <a:pt x="146817" y="57734"/>
                        <a:pt x="146817" y="57734"/>
                        <a:pt x="146817" y="57734"/>
                      </a:cubicBezTo>
                      <a:cubicBezTo>
                        <a:pt x="146817" y="57734"/>
                        <a:pt x="146817" y="57734"/>
                        <a:pt x="146817" y="57734"/>
                      </a:cubicBezTo>
                      <a:cubicBezTo>
                        <a:pt x="146817" y="57734"/>
                        <a:pt x="146817" y="57734"/>
                        <a:pt x="146817" y="57734"/>
                      </a:cubicBezTo>
                      <a:cubicBezTo>
                        <a:pt x="146817" y="57734"/>
                        <a:pt x="146817" y="57734"/>
                        <a:pt x="146817" y="57734"/>
                      </a:cubicBezTo>
                      <a:cubicBezTo>
                        <a:pt x="146817" y="57734"/>
                        <a:pt x="146817" y="57734"/>
                        <a:pt x="146817" y="57734"/>
                      </a:cubicBezTo>
                      <a:cubicBezTo>
                        <a:pt x="146817" y="57734"/>
                        <a:pt x="146817" y="57734"/>
                        <a:pt x="146817" y="57734"/>
                      </a:cubicBezTo>
                      <a:cubicBezTo>
                        <a:pt x="146817" y="57734"/>
                        <a:pt x="146817" y="57734"/>
                        <a:pt x="146817" y="57734"/>
                      </a:cubicBezTo>
                      <a:cubicBezTo>
                        <a:pt x="146817" y="57734"/>
                        <a:pt x="146817" y="57734"/>
                        <a:pt x="146817" y="57734"/>
                      </a:cubicBezTo>
                      <a:cubicBezTo>
                        <a:pt x="146817" y="57734"/>
                        <a:pt x="146817" y="57734"/>
                        <a:pt x="146817" y="57829"/>
                      </a:cubicBezTo>
                      <a:cubicBezTo>
                        <a:pt x="146817" y="57829"/>
                        <a:pt x="146817" y="57829"/>
                        <a:pt x="146817" y="57829"/>
                      </a:cubicBezTo>
                      <a:cubicBezTo>
                        <a:pt x="144627" y="62687"/>
                        <a:pt x="141388" y="66116"/>
                        <a:pt x="140055" y="67544"/>
                      </a:cubicBezTo>
                      <a:cubicBezTo>
                        <a:pt x="139769" y="67735"/>
                        <a:pt x="139578" y="68021"/>
                        <a:pt x="139293" y="68211"/>
                      </a:cubicBezTo>
                      <a:cubicBezTo>
                        <a:pt x="139293" y="68211"/>
                        <a:pt x="139293" y="68211"/>
                        <a:pt x="139293" y="68211"/>
                      </a:cubicBezTo>
                      <a:cubicBezTo>
                        <a:pt x="139293" y="68211"/>
                        <a:pt x="139293" y="68211"/>
                        <a:pt x="139293" y="68211"/>
                      </a:cubicBezTo>
                      <a:cubicBezTo>
                        <a:pt x="139293" y="68211"/>
                        <a:pt x="139293" y="68211"/>
                        <a:pt x="139293" y="68211"/>
                      </a:cubicBezTo>
                      <a:cubicBezTo>
                        <a:pt x="139293" y="68211"/>
                        <a:pt x="139293" y="68211"/>
                        <a:pt x="139293" y="68211"/>
                      </a:cubicBezTo>
                      <a:cubicBezTo>
                        <a:pt x="139293" y="68211"/>
                        <a:pt x="139293" y="68211"/>
                        <a:pt x="139293" y="68211"/>
                      </a:cubicBezTo>
                      <a:cubicBezTo>
                        <a:pt x="139293" y="68211"/>
                        <a:pt x="139293" y="68211"/>
                        <a:pt x="139293" y="68211"/>
                      </a:cubicBezTo>
                      <a:cubicBezTo>
                        <a:pt x="139293" y="68211"/>
                        <a:pt x="139293" y="68211"/>
                        <a:pt x="139293" y="68211"/>
                      </a:cubicBezTo>
                      <a:cubicBezTo>
                        <a:pt x="139293" y="68211"/>
                        <a:pt x="139293" y="68211"/>
                        <a:pt x="139293" y="68211"/>
                      </a:cubicBezTo>
                      <a:cubicBezTo>
                        <a:pt x="139293" y="68211"/>
                        <a:pt x="139293" y="68211"/>
                        <a:pt x="139293" y="68211"/>
                      </a:cubicBezTo>
                      <a:cubicBezTo>
                        <a:pt x="139293" y="68211"/>
                        <a:pt x="139293" y="68211"/>
                        <a:pt x="139293" y="68211"/>
                      </a:cubicBezTo>
                      <a:cubicBezTo>
                        <a:pt x="139293" y="68211"/>
                        <a:pt x="139293" y="68211"/>
                        <a:pt x="139293" y="68211"/>
                      </a:cubicBezTo>
                      <a:cubicBezTo>
                        <a:pt x="139293" y="68211"/>
                        <a:pt x="139293" y="68211"/>
                        <a:pt x="139293" y="68211"/>
                      </a:cubicBezTo>
                      <a:cubicBezTo>
                        <a:pt x="139293" y="68211"/>
                        <a:pt x="139293" y="68211"/>
                        <a:pt x="139293" y="68211"/>
                      </a:cubicBezTo>
                      <a:lnTo>
                        <a:pt x="139293" y="68211"/>
                      </a:lnTo>
                      <a:lnTo>
                        <a:pt x="139293" y="68402"/>
                      </a:lnTo>
                      <a:lnTo>
                        <a:pt x="139293" y="68402"/>
                      </a:lnTo>
                      <a:cubicBezTo>
                        <a:pt x="139293" y="68402"/>
                        <a:pt x="139293" y="68402"/>
                        <a:pt x="139293" y="68402"/>
                      </a:cubicBezTo>
                      <a:cubicBezTo>
                        <a:pt x="139293" y="68402"/>
                        <a:pt x="139293" y="68402"/>
                        <a:pt x="139293" y="68402"/>
                      </a:cubicBezTo>
                      <a:cubicBezTo>
                        <a:pt x="139293" y="68402"/>
                        <a:pt x="139293" y="68402"/>
                        <a:pt x="139293" y="68402"/>
                      </a:cubicBezTo>
                      <a:cubicBezTo>
                        <a:pt x="139293" y="68402"/>
                        <a:pt x="139293" y="68402"/>
                        <a:pt x="139293" y="68402"/>
                      </a:cubicBezTo>
                      <a:cubicBezTo>
                        <a:pt x="139293" y="68402"/>
                        <a:pt x="139293" y="68402"/>
                        <a:pt x="139293" y="68402"/>
                      </a:cubicBezTo>
                      <a:cubicBezTo>
                        <a:pt x="139293" y="68402"/>
                        <a:pt x="139293" y="68402"/>
                        <a:pt x="139293" y="68402"/>
                      </a:cubicBezTo>
                      <a:cubicBezTo>
                        <a:pt x="139293" y="68402"/>
                        <a:pt x="139293" y="68402"/>
                        <a:pt x="139293" y="68402"/>
                      </a:cubicBezTo>
                      <a:cubicBezTo>
                        <a:pt x="139293" y="68402"/>
                        <a:pt x="139293" y="68402"/>
                        <a:pt x="139293" y="68402"/>
                      </a:cubicBezTo>
                      <a:cubicBezTo>
                        <a:pt x="139293" y="68402"/>
                        <a:pt x="139293" y="68402"/>
                        <a:pt x="139293" y="68402"/>
                      </a:cubicBezTo>
                      <a:cubicBezTo>
                        <a:pt x="139293" y="68402"/>
                        <a:pt x="139293" y="68402"/>
                        <a:pt x="139293" y="68402"/>
                      </a:cubicBezTo>
                      <a:cubicBezTo>
                        <a:pt x="139293" y="68402"/>
                        <a:pt x="139293" y="68402"/>
                        <a:pt x="139293" y="68402"/>
                      </a:cubicBezTo>
                      <a:cubicBezTo>
                        <a:pt x="139293" y="68402"/>
                        <a:pt x="139293" y="68402"/>
                        <a:pt x="139293" y="68402"/>
                      </a:cubicBezTo>
                      <a:cubicBezTo>
                        <a:pt x="139293" y="68402"/>
                        <a:pt x="139293" y="68402"/>
                        <a:pt x="139293" y="68402"/>
                      </a:cubicBezTo>
                      <a:cubicBezTo>
                        <a:pt x="139293" y="68402"/>
                        <a:pt x="139293" y="68402"/>
                        <a:pt x="139293" y="68402"/>
                      </a:cubicBezTo>
                      <a:cubicBezTo>
                        <a:pt x="139293" y="68402"/>
                        <a:pt x="139293" y="68402"/>
                        <a:pt x="139293" y="68402"/>
                      </a:cubicBezTo>
                      <a:cubicBezTo>
                        <a:pt x="139293" y="68402"/>
                        <a:pt x="139293" y="68402"/>
                        <a:pt x="139293" y="68402"/>
                      </a:cubicBezTo>
                      <a:lnTo>
                        <a:pt x="139674" y="68592"/>
                      </a:lnTo>
                      <a:lnTo>
                        <a:pt x="157485" y="78974"/>
                      </a:lnTo>
                      <a:lnTo>
                        <a:pt x="140531" y="88595"/>
                      </a:lnTo>
                      <a:lnTo>
                        <a:pt x="121576" y="77450"/>
                      </a:lnTo>
                      <a:cubicBezTo>
                        <a:pt x="121576" y="77450"/>
                        <a:pt x="121576" y="77450"/>
                        <a:pt x="121576" y="77450"/>
                      </a:cubicBezTo>
                      <a:cubicBezTo>
                        <a:pt x="121386" y="77260"/>
                        <a:pt x="121005" y="77069"/>
                        <a:pt x="120719" y="77069"/>
                      </a:cubicBezTo>
                      <a:cubicBezTo>
                        <a:pt x="120528" y="77069"/>
                        <a:pt x="120243" y="77069"/>
                        <a:pt x="119957" y="77355"/>
                      </a:cubicBezTo>
                      <a:cubicBezTo>
                        <a:pt x="118528" y="77831"/>
                        <a:pt x="117099" y="78308"/>
                        <a:pt x="115480" y="78784"/>
                      </a:cubicBezTo>
                      <a:cubicBezTo>
                        <a:pt x="109479" y="80403"/>
                        <a:pt x="103479" y="81356"/>
                        <a:pt x="102145" y="81546"/>
                      </a:cubicBezTo>
                      <a:cubicBezTo>
                        <a:pt x="102145" y="81546"/>
                        <a:pt x="101955" y="81546"/>
                        <a:pt x="101859" y="81546"/>
                      </a:cubicBezTo>
                      <a:lnTo>
                        <a:pt x="101859" y="81546"/>
                      </a:lnTo>
                      <a:cubicBezTo>
                        <a:pt x="101859" y="81546"/>
                        <a:pt x="101859" y="81546"/>
                        <a:pt x="101764" y="81546"/>
                      </a:cubicBezTo>
                      <a:cubicBezTo>
                        <a:pt x="101764" y="81546"/>
                        <a:pt x="101764" y="81546"/>
                        <a:pt x="101669" y="81546"/>
                      </a:cubicBezTo>
                      <a:cubicBezTo>
                        <a:pt x="101669" y="81546"/>
                        <a:pt x="101669" y="81546"/>
                        <a:pt x="101669" y="81546"/>
                      </a:cubicBezTo>
                      <a:cubicBezTo>
                        <a:pt x="101669" y="81546"/>
                        <a:pt x="101669" y="81546"/>
                        <a:pt x="101574" y="81546"/>
                      </a:cubicBezTo>
                      <a:cubicBezTo>
                        <a:pt x="101574" y="81546"/>
                        <a:pt x="101574" y="81546"/>
                        <a:pt x="101574" y="81546"/>
                      </a:cubicBezTo>
                      <a:cubicBezTo>
                        <a:pt x="101574" y="81546"/>
                        <a:pt x="101574" y="81546"/>
                        <a:pt x="101478" y="81546"/>
                      </a:cubicBezTo>
                      <a:cubicBezTo>
                        <a:pt x="101478" y="81546"/>
                        <a:pt x="101478" y="81546"/>
                        <a:pt x="101478" y="81546"/>
                      </a:cubicBezTo>
                      <a:cubicBezTo>
                        <a:pt x="101478" y="81546"/>
                        <a:pt x="101478" y="81546"/>
                        <a:pt x="101383" y="81641"/>
                      </a:cubicBezTo>
                      <a:cubicBezTo>
                        <a:pt x="101383" y="81641"/>
                        <a:pt x="101383" y="81641"/>
                        <a:pt x="101383" y="81641"/>
                      </a:cubicBezTo>
                      <a:cubicBezTo>
                        <a:pt x="101383" y="81641"/>
                        <a:pt x="101383" y="81641"/>
                        <a:pt x="101288" y="81737"/>
                      </a:cubicBezTo>
                      <a:cubicBezTo>
                        <a:pt x="101288" y="81737"/>
                        <a:pt x="101288" y="81737"/>
                        <a:pt x="101288" y="81737"/>
                      </a:cubicBezTo>
                      <a:cubicBezTo>
                        <a:pt x="101288" y="81737"/>
                        <a:pt x="101288" y="81737"/>
                        <a:pt x="101288" y="81832"/>
                      </a:cubicBezTo>
                      <a:cubicBezTo>
                        <a:pt x="101288" y="81832"/>
                        <a:pt x="101288" y="81832"/>
                        <a:pt x="101288" y="81927"/>
                      </a:cubicBezTo>
                      <a:cubicBezTo>
                        <a:pt x="101288" y="81927"/>
                        <a:pt x="101288" y="81927"/>
                        <a:pt x="101288" y="81927"/>
                      </a:cubicBezTo>
                      <a:cubicBezTo>
                        <a:pt x="101288" y="81927"/>
                        <a:pt x="101288" y="81927"/>
                        <a:pt x="101288" y="82118"/>
                      </a:cubicBezTo>
                      <a:cubicBezTo>
                        <a:pt x="101288" y="82118"/>
                        <a:pt x="101288" y="82118"/>
                        <a:pt x="101288" y="82118"/>
                      </a:cubicBezTo>
                      <a:lnTo>
                        <a:pt x="101288" y="82118"/>
                      </a:lnTo>
                      <a:cubicBezTo>
                        <a:pt x="101288" y="82118"/>
                        <a:pt x="101193" y="97263"/>
                        <a:pt x="101193" y="97263"/>
                      </a:cubicBezTo>
                      <a:lnTo>
                        <a:pt x="85476" y="97263"/>
                      </a:lnTo>
                      <a:cubicBezTo>
                        <a:pt x="85476" y="97263"/>
                        <a:pt x="76428" y="97072"/>
                        <a:pt x="76428" y="97072"/>
                      </a:cubicBezTo>
                      <a:lnTo>
                        <a:pt x="76428" y="91357"/>
                      </a:lnTo>
                      <a:cubicBezTo>
                        <a:pt x="76428" y="91357"/>
                        <a:pt x="76428" y="82022"/>
                        <a:pt x="76428" y="82022"/>
                      </a:cubicBezTo>
                      <a:lnTo>
                        <a:pt x="76428" y="82022"/>
                      </a:lnTo>
                      <a:cubicBezTo>
                        <a:pt x="76428" y="82022"/>
                        <a:pt x="76428" y="81832"/>
                        <a:pt x="76428" y="81832"/>
                      </a:cubicBezTo>
                      <a:cubicBezTo>
                        <a:pt x="76428" y="81832"/>
                        <a:pt x="76428" y="81832"/>
                        <a:pt x="76428" y="81832"/>
                      </a:cubicBezTo>
                      <a:cubicBezTo>
                        <a:pt x="76428" y="81832"/>
                        <a:pt x="76428" y="81737"/>
                        <a:pt x="76428" y="81641"/>
                      </a:cubicBezTo>
                      <a:cubicBezTo>
                        <a:pt x="76428" y="81641"/>
                        <a:pt x="76428" y="81641"/>
                        <a:pt x="76428" y="81641"/>
                      </a:cubicBezTo>
                      <a:cubicBezTo>
                        <a:pt x="76428" y="81641"/>
                        <a:pt x="76428" y="81546"/>
                        <a:pt x="76428" y="81546"/>
                      </a:cubicBezTo>
                      <a:cubicBezTo>
                        <a:pt x="76428" y="81546"/>
                        <a:pt x="76428" y="81546"/>
                        <a:pt x="76428" y="81546"/>
                      </a:cubicBezTo>
                      <a:cubicBezTo>
                        <a:pt x="76428" y="81546"/>
                        <a:pt x="76428" y="81546"/>
                        <a:pt x="76428" y="81451"/>
                      </a:cubicBezTo>
                      <a:cubicBezTo>
                        <a:pt x="76428" y="81451"/>
                        <a:pt x="76428" y="81451"/>
                        <a:pt x="76428" y="81451"/>
                      </a:cubicBezTo>
                      <a:cubicBezTo>
                        <a:pt x="76428" y="81451"/>
                        <a:pt x="76428" y="81451"/>
                        <a:pt x="76428" y="81451"/>
                      </a:cubicBezTo>
                      <a:cubicBezTo>
                        <a:pt x="76428" y="81451"/>
                        <a:pt x="76428" y="81451"/>
                        <a:pt x="76428" y="81451"/>
                      </a:cubicBezTo>
                      <a:cubicBezTo>
                        <a:pt x="76428" y="81451"/>
                        <a:pt x="76428" y="81451"/>
                        <a:pt x="76428" y="81451"/>
                      </a:cubicBezTo>
                      <a:cubicBezTo>
                        <a:pt x="76428" y="81451"/>
                        <a:pt x="76428" y="81451"/>
                        <a:pt x="76428" y="81451"/>
                      </a:cubicBezTo>
                      <a:cubicBezTo>
                        <a:pt x="76428" y="81451"/>
                        <a:pt x="76428" y="81451"/>
                        <a:pt x="76332" y="81451"/>
                      </a:cubicBezTo>
                      <a:cubicBezTo>
                        <a:pt x="76332" y="81451"/>
                        <a:pt x="76332" y="81451"/>
                        <a:pt x="76332" y="81451"/>
                      </a:cubicBezTo>
                      <a:cubicBezTo>
                        <a:pt x="76332" y="81451"/>
                        <a:pt x="76332" y="81451"/>
                        <a:pt x="76237" y="81451"/>
                      </a:cubicBezTo>
                      <a:cubicBezTo>
                        <a:pt x="76237" y="81451"/>
                        <a:pt x="68808" y="80213"/>
                        <a:pt x="62902" y="78593"/>
                      </a:cubicBezTo>
                      <a:cubicBezTo>
                        <a:pt x="60807" y="78022"/>
                        <a:pt x="59283" y="77450"/>
                        <a:pt x="57854" y="76974"/>
                      </a:cubicBezTo>
                      <a:cubicBezTo>
                        <a:pt x="57854" y="76974"/>
                        <a:pt x="57854" y="76974"/>
                        <a:pt x="57854" y="76974"/>
                      </a:cubicBezTo>
                      <a:cubicBezTo>
                        <a:pt x="57854" y="76974"/>
                        <a:pt x="57854" y="76974"/>
                        <a:pt x="57854" y="76974"/>
                      </a:cubicBezTo>
                      <a:lnTo>
                        <a:pt x="57854" y="76974"/>
                      </a:lnTo>
                      <a:cubicBezTo>
                        <a:pt x="57854" y="76974"/>
                        <a:pt x="57854" y="76974"/>
                        <a:pt x="57854" y="76974"/>
                      </a:cubicBezTo>
                      <a:cubicBezTo>
                        <a:pt x="57854" y="76974"/>
                        <a:pt x="57854" y="76974"/>
                        <a:pt x="57854" y="76974"/>
                      </a:cubicBezTo>
                      <a:lnTo>
                        <a:pt x="57854" y="76974"/>
                      </a:lnTo>
                      <a:cubicBezTo>
                        <a:pt x="57854" y="76974"/>
                        <a:pt x="57854" y="76974"/>
                        <a:pt x="57854" y="76974"/>
                      </a:cubicBezTo>
                      <a:lnTo>
                        <a:pt x="57663" y="76974"/>
                      </a:lnTo>
                      <a:cubicBezTo>
                        <a:pt x="57663" y="76974"/>
                        <a:pt x="57663" y="76974"/>
                        <a:pt x="57663" y="76974"/>
                      </a:cubicBezTo>
                      <a:cubicBezTo>
                        <a:pt x="57663" y="76974"/>
                        <a:pt x="57663" y="76974"/>
                        <a:pt x="57663" y="76974"/>
                      </a:cubicBezTo>
                      <a:cubicBezTo>
                        <a:pt x="57663" y="76974"/>
                        <a:pt x="57663" y="76974"/>
                        <a:pt x="57663" y="76974"/>
                      </a:cubicBezTo>
                      <a:lnTo>
                        <a:pt x="57663" y="76974"/>
                      </a:lnTo>
                      <a:cubicBezTo>
                        <a:pt x="57663" y="76974"/>
                        <a:pt x="57663" y="76974"/>
                        <a:pt x="57663" y="76974"/>
                      </a:cubicBezTo>
                      <a:cubicBezTo>
                        <a:pt x="57663" y="76974"/>
                        <a:pt x="57663" y="76974"/>
                        <a:pt x="57663" y="76974"/>
                      </a:cubicBezTo>
                      <a:cubicBezTo>
                        <a:pt x="57663" y="76974"/>
                        <a:pt x="57663" y="76974"/>
                        <a:pt x="57663" y="76974"/>
                      </a:cubicBezTo>
                      <a:cubicBezTo>
                        <a:pt x="57663" y="76974"/>
                        <a:pt x="57663" y="76974"/>
                        <a:pt x="57663" y="76974"/>
                      </a:cubicBezTo>
                      <a:cubicBezTo>
                        <a:pt x="57663" y="76974"/>
                        <a:pt x="57663" y="76974"/>
                        <a:pt x="57663" y="76974"/>
                      </a:cubicBezTo>
                      <a:cubicBezTo>
                        <a:pt x="57663" y="76974"/>
                        <a:pt x="57663" y="76974"/>
                        <a:pt x="57663" y="76974"/>
                      </a:cubicBezTo>
                      <a:lnTo>
                        <a:pt x="38232" y="88023"/>
                      </a:lnTo>
                      <a:lnTo>
                        <a:pt x="21468" y="78213"/>
                      </a:lnTo>
                      <a:lnTo>
                        <a:pt x="39661" y="67830"/>
                      </a:lnTo>
                      <a:cubicBezTo>
                        <a:pt x="39661" y="67830"/>
                        <a:pt x="39661" y="67830"/>
                        <a:pt x="39756" y="67830"/>
                      </a:cubicBezTo>
                      <a:cubicBezTo>
                        <a:pt x="39756" y="67830"/>
                        <a:pt x="39756" y="67830"/>
                        <a:pt x="39756" y="67830"/>
                      </a:cubicBezTo>
                      <a:cubicBezTo>
                        <a:pt x="39756" y="67830"/>
                        <a:pt x="39756" y="67830"/>
                        <a:pt x="39756" y="67830"/>
                      </a:cubicBezTo>
                      <a:cubicBezTo>
                        <a:pt x="39756" y="67830"/>
                        <a:pt x="39756" y="67830"/>
                        <a:pt x="39756" y="67830"/>
                      </a:cubicBezTo>
                      <a:cubicBezTo>
                        <a:pt x="39756" y="67830"/>
                        <a:pt x="39756" y="67830"/>
                        <a:pt x="39756" y="67830"/>
                      </a:cubicBezTo>
                      <a:cubicBezTo>
                        <a:pt x="39756" y="67830"/>
                        <a:pt x="39756" y="67830"/>
                        <a:pt x="39756" y="67830"/>
                      </a:cubicBezTo>
                      <a:cubicBezTo>
                        <a:pt x="39756" y="67830"/>
                        <a:pt x="39756" y="67830"/>
                        <a:pt x="39756" y="67830"/>
                      </a:cubicBezTo>
                      <a:cubicBezTo>
                        <a:pt x="39756" y="67830"/>
                        <a:pt x="39756" y="67830"/>
                        <a:pt x="39756" y="67830"/>
                      </a:cubicBezTo>
                      <a:cubicBezTo>
                        <a:pt x="39756" y="67830"/>
                        <a:pt x="39756" y="67830"/>
                        <a:pt x="39756" y="67830"/>
                      </a:cubicBezTo>
                      <a:cubicBezTo>
                        <a:pt x="39756" y="67830"/>
                        <a:pt x="39756" y="67830"/>
                        <a:pt x="39756" y="67830"/>
                      </a:cubicBezTo>
                      <a:cubicBezTo>
                        <a:pt x="39756" y="67830"/>
                        <a:pt x="39756" y="67830"/>
                        <a:pt x="39756" y="67830"/>
                      </a:cubicBezTo>
                      <a:cubicBezTo>
                        <a:pt x="39756" y="67830"/>
                        <a:pt x="39756" y="67830"/>
                        <a:pt x="39756" y="67830"/>
                      </a:cubicBezTo>
                      <a:cubicBezTo>
                        <a:pt x="39756" y="67830"/>
                        <a:pt x="39756" y="67830"/>
                        <a:pt x="39756" y="67830"/>
                      </a:cubicBezTo>
                      <a:cubicBezTo>
                        <a:pt x="39756" y="67830"/>
                        <a:pt x="39756" y="67830"/>
                        <a:pt x="39756" y="67830"/>
                      </a:cubicBezTo>
                      <a:lnTo>
                        <a:pt x="39756" y="67830"/>
                      </a:lnTo>
                      <a:lnTo>
                        <a:pt x="39756" y="67640"/>
                      </a:lnTo>
                      <a:lnTo>
                        <a:pt x="39756" y="67640"/>
                      </a:lnTo>
                      <a:cubicBezTo>
                        <a:pt x="39756" y="67640"/>
                        <a:pt x="39756" y="67544"/>
                        <a:pt x="39756" y="67544"/>
                      </a:cubicBezTo>
                      <a:cubicBezTo>
                        <a:pt x="39756" y="67544"/>
                        <a:pt x="39756" y="67544"/>
                        <a:pt x="39756" y="67544"/>
                      </a:cubicBezTo>
                      <a:cubicBezTo>
                        <a:pt x="39756" y="67544"/>
                        <a:pt x="39756" y="67544"/>
                        <a:pt x="39756" y="67544"/>
                      </a:cubicBezTo>
                      <a:cubicBezTo>
                        <a:pt x="39756" y="67544"/>
                        <a:pt x="39756" y="67544"/>
                        <a:pt x="39756" y="67544"/>
                      </a:cubicBezTo>
                      <a:cubicBezTo>
                        <a:pt x="39756" y="67544"/>
                        <a:pt x="39756" y="67544"/>
                        <a:pt x="39756" y="67544"/>
                      </a:cubicBezTo>
                      <a:cubicBezTo>
                        <a:pt x="39756" y="67544"/>
                        <a:pt x="39756" y="67544"/>
                        <a:pt x="39756" y="67544"/>
                      </a:cubicBezTo>
                      <a:cubicBezTo>
                        <a:pt x="39756" y="67544"/>
                        <a:pt x="39756" y="67544"/>
                        <a:pt x="39756" y="67544"/>
                      </a:cubicBezTo>
                      <a:cubicBezTo>
                        <a:pt x="39756" y="67544"/>
                        <a:pt x="39756" y="67544"/>
                        <a:pt x="39756" y="67544"/>
                      </a:cubicBezTo>
                      <a:cubicBezTo>
                        <a:pt x="39756" y="67544"/>
                        <a:pt x="39756" y="67544"/>
                        <a:pt x="39756" y="67544"/>
                      </a:cubicBezTo>
                      <a:cubicBezTo>
                        <a:pt x="39756" y="67544"/>
                        <a:pt x="39756" y="67544"/>
                        <a:pt x="39756" y="67544"/>
                      </a:cubicBezTo>
                      <a:cubicBezTo>
                        <a:pt x="39756" y="67544"/>
                        <a:pt x="39756" y="67544"/>
                        <a:pt x="39756" y="67544"/>
                      </a:cubicBezTo>
                      <a:cubicBezTo>
                        <a:pt x="39756" y="67544"/>
                        <a:pt x="39756" y="67544"/>
                        <a:pt x="39756" y="67544"/>
                      </a:cubicBezTo>
                      <a:cubicBezTo>
                        <a:pt x="39756" y="67544"/>
                        <a:pt x="39756" y="67544"/>
                        <a:pt x="39756" y="67544"/>
                      </a:cubicBezTo>
                      <a:cubicBezTo>
                        <a:pt x="37566" y="65544"/>
                        <a:pt x="35756" y="63353"/>
                        <a:pt x="34327" y="60877"/>
                      </a:cubicBezTo>
                      <a:cubicBezTo>
                        <a:pt x="34327" y="60877"/>
                        <a:pt x="34327" y="60877"/>
                        <a:pt x="34327" y="60877"/>
                      </a:cubicBezTo>
                      <a:cubicBezTo>
                        <a:pt x="33184" y="58877"/>
                        <a:pt x="32517" y="57353"/>
                        <a:pt x="32517" y="57257"/>
                      </a:cubicBezTo>
                      <a:lnTo>
                        <a:pt x="32517" y="57257"/>
                      </a:lnTo>
                      <a:cubicBezTo>
                        <a:pt x="32517" y="57257"/>
                        <a:pt x="32517" y="57257"/>
                        <a:pt x="32517" y="57257"/>
                      </a:cubicBezTo>
                      <a:lnTo>
                        <a:pt x="32517" y="57257"/>
                      </a:lnTo>
                      <a:cubicBezTo>
                        <a:pt x="32517" y="57257"/>
                        <a:pt x="32517" y="57257"/>
                        <a:pt x="32517" y="57257"/>
                      </a:cubicBezTo>
                      <a:cubicBezTo>
                        <a:pt x="32517" y="57257"/>
                        <a:pt x="32517" y="57257"/>
                        <a:pt x="32517" y="57162"/>
                      </a:cubicBezTo>
                      <a:cubicBezTo>
                        <a:pt x="32517" y="57162"/>
                        <a:pt x="32517" y="57162"/>
                        <a:pt x="32517" y="57162"/>
                      </a:cubicBezTo>
                      <a:cubicBezTo>
                        <a:pt x="32517" y="57162"/>
                        <a:pt x="32517" y="57162"/>
                        <a:pt x="32517" y="57162"/>
                      </a:cubicBezTo>
                      <a:cubicBezTo>
                        <a:pt x="32517" y="57162"/>
                        <a:pt x="32517" y="57162"/>
                        <a:pt x="32517" y="57162"/>
                      </a:cubicBezTo>
                      <a:cubicBezTo>
                        <a:pt x="32517" y="57162"/>
                        <a:pt x="32517" y="57162"/>
                        <a:pt x="32517" y="57162"/>
                      </a:cubicBezTo>
                      <a:cubicBezTo>
                        <a:pt x="32517" y="57162"/>
                        <a:pt x="32517" y="57162"/>
                        <a:pt x="32517" y="57162"/>
                      </a:cubicBezTo>
                      <a:cubicBezTo>
                        <a:pt x="32517" y="57162"/>
                        <a:pt x="32517" y="57162"/>
                        <a:pt x="32517" y="57162"/>
                      </a:cubicBezTo>
                      <a:cubicBezTo>
                        <a:pt x="32517" y="57162"/>
                        <a:pt x="32517" y="57162"/>
                        <a:pt x="32517" y="57162"/>
                      </a:cubicBezTo>
                      <a:cubicBezTo>
                        <a:pt x="32517" y="57162"/>
                        <a:pt x="32517" y="57162"/>
                        <a:pt x="32517" y="57162"/>
                      </a:cubicBezTo>
                      <a:cubicBezTo>
                        <a:pt x="32517" y="57162"/>
                        <a:pt x="32517" y="57162"/>
                        <a:pt x="32517" y="57162"/>
                      </a:cubicBezTo>
                      <a:cubicBezTo>
                        <a:pt x="32517" y="57162"/>
                        <a:pt x="32517" y="57162"/>
                        <a:pt x="32517" y="57162"/>
                      </a:cubicBezTo>
                      <a:lnTo>
                        <a:pt x="32517" y="57162"/>
                      </a:lnTo>
                      <a:cubicBezTo>
                        <a:pt x="32517" y="57162"/>
                        <a:pt x="32517" y="57162"/>
                        <a:pt x="32517" y="57162"/>
                      </a:cubicBezTo>
                      <a:cubicBezTo>
                        <a:pt x="32517" y="57162"/>
                        <a:pt x="32517" y="57162"/>
                        <a:pt x="32517" y="57162"/>
                      </a:cubicBezTo>
                      <a:cubicBezTo>
                        <a:pt x="32517" y="57162"/>
                        <a:pt x="32517" y="57162"/>
                        <a:pt x="32517" y="57162"/>
                      </a:cubicBezTo>
                      <a:cubicBezTo>
                        <a:pt x="32517" y="57162"/>
                        <a:pt x="32517" y="57162"/>
                        <a:pt x="32517" y="57162"/>
                      </a:cubicBezTo>
                      <a:cubicBezTo>
                        <a:pt x="32517" y="57162"/>
                        <a:pt x="32517" y="57162"/>
                        <a:pt x="32422" y="57162"/>
                      </a:cubicBezTo>
                      <a:cubicBezTo>
                        <a:pt x="32422" y="57162"/>
                        <a:pt x="32422" y="57162"/>
                        <a:pt x="32422" y="57162"/>
                      </a:cubicBezTo>
                      <a:lnTo>
                        <a:pt x="32422" y="57162"/>
                      </a:lnTo>
                      <a:cubicBezTo>
                        <a:pt x="32422" y="57162"/>
                        <a:pt x="32327" y="57162"/>
                        <a:pt x="32232" y="57162"/>
                      </a:cubicBezTo>
                      <a:lnTo>
                        <a:pt x="5180" y="57162"/>
                      </a:lnTo>
                      <a:cubicBezTo>
                        <a:pt x="5180" y="57162"/>
                        <a:pt x="5180" y="43732"/>
                        <a:pt x="5180" y="43732"/>
                      </a:cubicBezTo>
                      <a:lnTo>
                        <a:pt x="19944" y="43732"/>
                      </a:lnTo>
                      <a:cubicBezTo>
                        <a:pt x="19944" y="43732"/>
                        <a:pt x="19944" y="43732"/>
                        <a:pt x="19944" y="43732"/>
                      </a:cubicBezTo>
                      <a:lnTo>
                        <a:pt x="32232" y="43732"/>
                      </a:lnTo>
                      <a:cubicBezTo>
                        <a:pt x="32232" y="43732"/>
                        <a:pt x="32327" y="43732"/>
                        <a:pt x="32422" y="43732"/>
                      </a:cubicBezTo>
                      <a:lnTo>
                        <a:pt x="32422" y="43732"/>
                      </a:lnTo>
                      <a:cubicBezTo>
                        <a:pt x="32422" y="43732"/>
                        <a:pt x="32517" y="43732"/>
                        <a:pt x="32613" y="43732"/>
                      </a:cubicBezTo>
                      <a:cubicBezTo>
                        <a:pt x="32613" y="43732"/>
                        <a:pt x="32613" y="43732"/>
                        <a:pt x="32613" y="43732"/>
                      </a:cubicBezTo>
                      <a:cubicBezTo>
                        <a:pt x="32613" y="43732"/>
                        <a:pt x="32708" y="43732"/>
                        <a:pt x="32708" y="43732"/>
                      </a:cubicBezTo>
                      <a:cubicBezTo>
                        <a:pt x="32708" y="43732"/>
                        <a:pt x="32708" y="43732"/>
                        <a:pt x="32708" y="43732"/>
                      </a:cubicBezTo>
                      <a:cubicBezTo>
                        <a:pt x="32708" y="43732"/>
                        <a:pt x="32708" y="43732"/>
                        <a:pt x="32803" y="43732"/>
                      </a:cubicBezTo>
                      <a:lnTo>
                        <a:pt x="32803" y="43732"/>
                      </a:lnTo>
                      <a:cubicBezTo>
                        <a:pt x="32803" y="43732"/>
                        <a:pt x="32803" y="43732"/>
                        <a:pt x="32898" y="43637"/>
                      </a:cubicBezTo>
                      <a:lnTo>
                        <a:pt x="32898" y="43637"/>
                      </a:lnTo>
                      <a:cubicBezTo>
                        <a:pt x="32898" y="43637"/>
                        <a:pt x="32898" y="43637"/>
                        <a:pt x="32994" y="43541"/>
                      </a:cubicBezTo>
                      <a:cubicBezTo>
                        <a:pt x="32994" y="43541"/>
                        <a:pt x="32994" y="43541"/>
                        <a:pt x="32994" y="43541"/>
                      </a:cubicBezTo>
                      <a:cubicBezTo>
                        <a:pt x="32994" y="43541"/>
                        <a:pt x="32994" y="43541"/>
                        <a:pt x="32994" y="43446"/>
                      </a:cubicBezTo>
                      <a:cubicBezTo>
                        <a:pt x="32994" y="43446"/>
                        <a:pt x="32994" y="43446"/>
                        <a:pt x="32994" y="43446"/>
                      </a:cubicBezTo>
                      <a:cubicBezTo>
                        <a:pt x="32994" y="43446"/>
                        <a:pt x="32994" y="43446"/>
                        <a:pt x="32994" y="43446"/>
                      </a:cubicBezTo>
                      <a:cubicBezTo>
                        <a:pt x="32994" y="43256"/>
                        <a:pt x="33089" y="43160"/>
                        <a:pt x="33184" y="42970"/>
                      </a:cubicBezTo>
                      <a:cubicBezTo>
                        <a:pt x="33660" y="41827"/>
                        <a:pt x="35375" y="38398"/>
                        <a:pt x="38994" y="34683"/>
                      </a:cubicBezTo>
                      <a:cubicBezTo>
                        <a:pt x="39185" y="34493"/>
                        <a:pt x="39280" y="34302"/>
                        <a:pt x="39471" y="34207"/>
                      </a:cubicBezTo>
                      <a:cubicBezTo>
                        <a:pt x="39471" y="34112"/>
                        <a:pt x="39661" y="34016"/>
                        <a:pt x="39756" y="33921"/>
                      </a:cubicBezTo>
                      <a:cubicBezTo>
                        <a:pt x="39756" y="33921"/>
                        <a:pt x="39756" y="33921"/>
                        <a:pt x="39852" y="33826"/>
                      </a:cubicBezTo>
                      <a:cubicBezTo>
                        <a:pt x="40042" y="33635"/>
                        <a:pt x="40233" y="33445"/>
                        <a:pt x="40518" y="33159"/>
                      </a:cubicBezTo>
                      <a:cubicBezTo>
                        <a:pt x="40518" y="33159"/>
                        <a:pt x="40518" y="33159"/>
                        <a:pt x="40518" y="33159"/>
                      </a:cubicBezTo>
                      <a:cubicBezTo>
                        <a:pt x="40518" y="33159"/>
                        <a:pt x="40518" y="33159"/>
                        <a:pt x="40518" y="33159"/>
                      </a:cubicBezTo>
                      <a:cubicBezTo>
                        <a:pt x="40518" y="33159"/>
                        <a:pt x="40518" y="33159"/>
                        <a:pt x="40518" y="33159"/>
                      </a:cubicBezTo>
                      <a:cubicBezTo>
                        <a:pt x="40518" y="33159"/>
                        <a:pt x="40518" y="33159"/>
                        <a:pt x="40518" y="33159"/>
                      </a:cubicBezTo>
                      <a:cubicBezTo>
                        <a:pt x="40518" y="33159"/>
                        <a:pt x="40518" y="33159"/>
                        <a:pt x="40518" y="33159"/>
                      </a:cubicBezTo>
                      <a:cubicBezTo>
                        <a:pt x="40518" y="33159"/>
                        <a:pt x="40518" y="33159"/>
                        <a:pt x="40518" y="33159"/>
                      </a:cubicBezTo>
                      <a:cubicBezTo>
                        <a:pt x="40518" y="33159"/>
                        <a:pt x="40518" y="33159"/>
                        <a:pt x="40518" y="33159"/>
                      </a:cubicBezTo>
                      <a:cubicBezTo>
                        <a:pt x="40518" y="33159"/>
                        <a:pt x="40518" y="33159"/>
                        <a:pt x="40518" y="33159"/>
                      </a:cubicBezTo>
                      <a:cubicBezTo>
                        <a:pt x="40518" y="33159"/>
                        <a:pt x="40518" y="33159"/>
                        <a:pt x="40518" y="33159"/>
                      </a:cubicBezTo>
                      <a:cubicBezTo>
                        <a:pt x="40518" y="33159"/>
                        <a:pt x="40518" y="33159"/>
                        <a:pt x="40518" y="33159"/>
                      </a:cubicBezTo>
                      <a:cubicBezTo>
                        <a:pt x="40518" y="33159"/>
                        <a:pt x="40518" y="33159"/>
                        <a:pt x="40518" y="33159"/>
                      </a:cubicBezTo>
                      <a:cubicBezTo>
                        <a:pt x="40518" y="33159"/>
                        <a:pt x="40518" y="33159"/>
                        <a:pt x="40518" y="33159"/>
                      </a:cubicBezTo>
                      <a:cubicBezTo>
                        <a:pt x="40518" y="33159"/>
                        <a:pt x="40518" y="33159"/>
                        <a:pt x="40518" y="33159"/>
                      </a:cubicBezTo>
                      <a:lnTo>
                        <a:pt x="40518" y="33159"/>
                      </a:lnTo>
                      <a:lnTo>
                        <a:pt x="40518" y="32969"/>
                      </a:lnTo>
                      <a:lnTo>
                        <a:pt x="40518" y="32969"/>
                      </a:lnTo>
                      <a:cubicBezTo>
                        <a:pt x="40518" y="32969"/>
                        <a:pt x="40518" y="32969"/>
                        <a:pt x="40518" y="32969"/>
                      </a:cubicBezTo>
                      <a:cubicBezTo>
                        <a:pt x="40518" y="32969"/>
                        <a:pt x="40518" y="32969"/>
                        <a:pt x="40518" y="32969"/>
                      </a:cubicBezTo>
                      <a:cubicBezTo>
                        <a:pt x="40518" y="32969"/>
                        <a:pt x="40518" y="32969"/>
                        <a:pt x="40518" y="32969"/>
                      </a:cubicBezTo>
                      <a:cubicBezTo>
                        <a:pt x="40518" y="32969"/>
                        <a:pt x="40518" y="32969"/>
                        <a:pt x="40518" y="32969"/>
                      </a:cubicBezTo>
                      <a:cubicBezTo>
                        <a:pt x="40518" y="32969"/>
                        <a:pt x="40518" y="32969"/>
                        <a:pt x="40518" y="32969"/>
                      </a:cubicBezTo>
                      <a:cubicBezTo>
                        <a:pt x="40518" y="32969"/>
                        <a:pt x="40518" y="32969"/>
                        <a:pt x="40518" y="32969"/>
                      </a:cubicBezTo>
                      <a:cubicBezTo>
                        <a:pt x="40518" y="32969"/>
                        <a:pt x="40518" y="32969"/>
                        <a:pt x="40518" y="32969"/>
                      </a:cubicBezTo>
                      <a:cubicBezTo>
                        <a:pt x="40518" y="32969"/>
                        <a:pt x="40518" y="32969"/>
                        <a:pt x="40518" y="32969"/>
                      </a:cubicBezTo>
                      <a:cubicBezTo>
                        <a:pt x="40518" y="32969"/>
                        <a:pt x="40518" y="32969"/>
                        <a:pt x="40518" y="32969"/>
                      </a:cubicBezTo>
                      <a:cubicBezTo>
                        <a:pt x="40518" y="32969"/>
                        <a:pt x="40518" y="32969"/>
                        <a:pt x="40518" y="32969"/>
                      </a:cubicBezTo>
                      <a:cubicBezTo>
                        <a:pt x="40518" y="32969"/>
                        <a:pt x="40518" y="32969"/>
                        <a:pt x="40518" y="32969"/>
                      </a:cubicBezTo>
                      <a:cubicBezTo>
                        <a:pt x="40518" y="32969"/>
                        <a:pt x="40518" y="32969"/>
                        <a:pt x="40518" y="32969"/>
                      </a:cubicBezTo>
                      <a:cubicBezTo>
                        <a:pt x="40518" y="32969"/>
                        <a:pt x="40518" y="32969"/>
                        <a:pt x="40518" y="32969"/>
                      </a:cubicBezTo>
                      <a:cubicBezTo>
                        <a:pt x="40518" y="32969"/>
                        <a:pt x="40518" y="32969"/>
                        <a:pt x="40518" y="32969"/>
                      </a:cubicBezTo>
                      <a:cubicBezTo>
                        <a:pt x="40518" y="32969"/>
                        <a:pt x="40518" y="32969"/>
                        <a:pt x="40423" y="32969"/>
                      </a:cubicBezTo>
                      <a:lnTo>
                        <a:pt x="22326" y="22396"/>
                      </a:lnTo>
                      <a:lnTo>
                        <a:pt x="39185" y="12776"/>
                      </a:lnTo>
                      <a:lnTo>
                        <a:pt x="58521" y="24110"/>
                      </a:lnTo>
                      <a:cubicBezTo>
                        <a:pt x="58521" y="24110"/>
                        <a:pt x="59187" y="24301"/>
                        <a:pt x="59473" y="24110"/>
                      </a:cubicBezTo>
                      <a:cubicBezTo>
                        <a:pt x="65093" y="22110"/>
                        <a:pt x="71284" y="20681"/>
                        <a:pt x="77856" y="19824"/>
                      </a:cubicBezTo>
                      <a:cubicBezTo>
                        <a:pt x="78428" y="19824"/>
                        <a:pt x="78904" y="19253"/>
                        <a:pt x="78904" y="18681"/>
                      </a:cubicBezTo>
                      <a:lnTo>
                        <a:pt x="78904" y="3536"/>
                      </a:lnTo>
                      <a:cubicBezTo>
                        <a:pt x="78904" y="3536"/>
                        <a:pt x="103764" y="3632"/>
                        <a:pt x="103764" y="3632"/>
                      </a:cubicBezTo>
                      <a:lnTo>
                        <a:pt x="103764" y="18776"/>
                      </a:lnTo>
                      <a:cubicBezTo>
                        <a:pt x="103764" y="19348"/>
                        <a:pt x="104145" y="19919"/>
                        <a:pt x="104717" y="19919"/>
                      </a:cubicBezTo>
                      <a:cubicBezTo>
                        <a:pt x="111289" y="20777"/>
                        <a:pt x="117480" y="22301"/>
                        <a:pt x="123100" y="24396"/>
                      </a:cubicBezTo>
                      <a:cubicBezTo>
                        <a:pt x="123386" y="24491"/>
                        <a:pt x="123767" y="24491"/>
                        <a:pt x="124053" y="24396"/>
                      </a:cubicBezTo>
                      <a:lnTo>
                        <a:pt x="143484" y="13347"/>
                      </a:lnTo>
                      <a:lnTo>
                        <a:pt x="160247" y="23158"/>
                      </a:lnTo>
                      <a:lnTo>
                        <a:pt x="142055" y="33540"/>
                      </a:lnTo>
                      <a:cubicBezTo>
                        <a:pt x="142055" y="33540"/>
                        <a:pt x="142055" y="33540"/>
                        <a:pt x="141960" y="33540"/>
                      </a:cubicBezTo>
                      <a:cubicBezTo>
                        <a:pt x="141960" y="33540"/>
                        <a:pt x="141960" y="33540"/>
                        <a:pt x="141960" y="33540"/>
                      </a:cubicBezTo>
                      <a:cubicBezTo>
                        <a:pt x="141960" y="33540"/>
                        <a:pt x="141960" y="33540"/>
                        <a:pt x="141960" y="33540"/>
                      </a:cubicBezTo>
                      <a:cubicBezTo>
                        <a:pt x="141960" y="33540"/>
                        <a:pt x="141960" y="33540"/>
                        <a:pt x="141960" y="33540"/>
                      </a:cubicBezTo>
                      <a:cubicBezTo>
                        <a:pt x="141960" y="33540"/>
                        <a:pt x="141960" y="33540"/>
                        <a:pt x="141960" y="33540"/>
                      </a:cubicBezTo>
                      <a:cubicBezTo>
                        <a:pt x="141960" y="33540"/>
                        <a:pt x="141960" y="33540"/>
                        <a:pt x="141960" y="33540"/>
                      </a:cubicBezTo>
                      <a:cubicBezTo>
                        <a:pt x="141960" y="33540"/>
                        <a:pt x="141960" y="33540"/>
                        <a:pt x="141960" y="33540"/>
                      </a:cubicBezTo>
                      <a:cubicBezTo>
                        <a:pt x="141960" y="33540"/>
                        <a:pt x="141960" y="33540"/>
                        <a:pt x="141960" y="33540"/>
                      </a:cubicBezTo>
                      <a:cubicBezTo>
                        <a:pt x="141960" y="33540"/>
                        <a:pt x="141960" y="33540"/>
                        <a:pt x="141960" y="33540"/>
                      </a:cubicBezTo>
                      <a:cubicBezTo>
                        <a:pt x="141960" y="33540"/>
                        <a:pt x="141960" y="33540"/>
                        <a:pt x="141960" y="33540"/>
                      </a:cubicBezTo>
                      <a:cubicBezTo>
                        <a:pt x="141960" y="33540"/>
                        <a:pt x="141960" y="33540"/>
                        <a:pt x="141960" y="33540"/>
                      </a:cubicBezTo>
                      <a:cubicBezTo>
                        <a:pt x="141960" y="33540"/>
                        <a:pt x="141960" y="33540"/>
                        <a:pt x="141960" y="33540"/>
                      </a:cubicBezTo>
                      <a:cubicBezTo>
                        <a:pt x="141960" y="33540"/>
                        <a:pt x="141960" y="33540"/>
                        <a:pt x="141960" y="33540"/>
                      </a:cubicBezTo>
                      <a:cubicBezTo>
                        <a:pt x="141960" y="33540"/>
                        <a:pt x="141960" y="33540"/>
                        <a:pt x="141960" y="33540"/>
                      </a:cubicBezTo>
                      <a:cubicBezTo>
                        <a:pt x="141960" y="33540"/>
                        <a:pt x="141960" y="33540"/>
                        <a:pt x="141960" y="33540"/>
                      </a:cubicBezTo>
                      <a:lnTo>
                        <a:pt x="141960" y="33540"/>
                      </a:lnTo>
                      <a:cubicBezTo>
                        <a:pt x="141960" y="33540"/>
                        <a:pt x="141960" y="33540"/>
                        <a:pt x="141960" y="33540"/>
                      </a:cubicBezTo>
                      <a:lnTo>
                        <a:pt x="141960" y="33540"/>
                      </a:lnTo>
                      <a:lnTo>
                        <a:pt x="141960" y="33731"/>
                      </a:lnTo>
                      <a:cubicBezTo>
                        <a:pt x="141960" y="33731"/>
                        <a:pt x="141960" y="33731"/>
                        <a:pt x="141960" y="33731"/>
                      </a:cubicBezTo>
                      <a:cubicBezTo>
                        <a:pt x="141960" y="33731"/>
                        <a:pt x="141960" y="33731"/>
                        <a:pt x="141960" y="33731"/>
                      </a:cubicBezTo>
                      <a:cubicBezTo>
                        <a:pt x="141960" y="33731"/>
                        <a:pt x="141960" y="33731"/>
                        <a:pt x="141960" y="33731"/>
                      </a:cubicBezTo>
                      <a:cubicBezTo>
                        <a:pt x="141960" y="33731"/>
                        <a:pt x="141960" y="33731"/>
                        <a:pt x="141960" y="33731"/>
                      </a:cubicBezTo>
                      <a:cubicBezTo>
                        <a:pt x="141960" y="33731"/>
                        <a:pt x="141960" y="33731"/>
                        <a:pt x="141960" y="33731"/>
                      </a:cubicBezTo>
                      <a:cubicBezTo>
                        <a:pt x="141960" y="33731"/>
                        <a:pt x="141960" y="33731"/>
                        <a:pt x="141960" y="33731"/>
                      </a:cubicBezTo>
                      <a:cubicBezTo>
                        <a:pt x="141960" y="33731"/>
                        <a:pt x="141960" y="33731"/>
                        <a:pt x="141960" y="33731"/>
                      </a:cubicBezTo>
                      <a:cubicBezTo>
                        <a:pt x="141960" y="33731"/>
                        <a:pt x="141960" y="33731"/>
                        <a:pt x="141960" y="33731"/>
                      </a:cubicBezTo>
                      <a:cubicBezTo>
                        <a:pt x="141960" y="33731"/>
                        <a:pt x="141960" y="33731"/>
                        <a:pt x="141960" y="33731"/>
                      </a:cubicBezTo>
                      <a:cubicBezTo>
                        <a:pt x="141960" y="33731"/>
                        <a:pt x="141960" y="33731"/>
                        <a:pt x="141960" y="33731"/>
                      </a:cubicBezTo>
                      <a:cubicBezTo>
                        <a:pt x="141960" y="33731"/>
                        <a:pt x="141960" y="33731"/>
                        <a:pt x="141960" y="33731"/>
                      </a:cubicBezTo>
                      <a:cubicBezTo>
                        <a:pt x="141960" y="33731"/>
                        <a:pt x="141960" y="33731"/>
                        <a:pt x="141960" y="33731"/>
                      </a:cubicBezTo>
                      <a:cubicBezTo>
                        <a:pt x="141960" y="33731"/>
                        <a:pt x="141960" y="33731"/>
                        <a:pt x="141960" y="33731"/>
                      </a:cubicBezTo>
                      <a:cubicBezTo>
                        <a:pt x="142245" y="33921"/>
                        <a:pt x="142436" y="34207"/>
                        <a:pt x="142626" y="34397"/>
                      </a:cubicBezTo>
                      <a:cubicBezTo>
                        <a:pt x="142626" y="34397"/>
                        <a:pt x="142626" y="34397"/>
                        <a:pt x="142626" y="34397"/>
                      </a:cubicBezTo>
                      <a:cubicBezTo>
                        <a:pt x="142722" y="34493"/>
                        <a:pt x="142817" y="34588"/>
                        <a:pt x="143007" y="34778"/>
                      </a:cubicBezTo>
                      <a:cubicBezTo>
                        <a:pt x="143293" y="35064"/>
                        <a:pt x="143579" y="35350"/>
                        <a:pt x="143865" y="35636"/>
                      </a:cubicBezTo>
                      <a:cubicBezTo>
                        <a:pt x="147103" y="39255"/>
                        <a:pt x="148627" y="42494"/>
                        <a:pt x="149199" y="43637"/>
                      </a:cubicBezTo>
                      <a:cubicBezTo>
                        <a:pt x="149199" y="43827"/>
                        <a:pt x="149294" y="43922"/>
                        <a:pt x="149389" y="44113"/>
                      </a:cubicBezTo>
                      <a:cubicBezTo>
                        <a:pt x="149389" y="44113"/>
                        <a:pt x="149389" y="44113"/>
                        <a:pt x="149389" y="44113"/>
                      </a:cubicBezTo>
                      <a:cubicBezTo>
                        <a:pt x="149389" y="44113"/>
                        <a:pt x="149389" y="44113"/>
                        <a:pt x="149389" y="44113"/>
                      </a:cubicBezTo>
                      <a:cubicBezTo>
                        <a:pt x="149389" y="44113"/>
                        <a:pt x="149389" y="44113"/>
                        <a:pt x="149389" y="44113"/>
                      </a:cubicBezTo>
                      <a:cubicBezTo>
                        <a:pt x="149389" y="44113"/>
                        <a:pt x="149389" y="44113"/>
                        <a:pt x="149389" y="44113"/>
                      </a:cubicBezTo>
                      <a:cubicBezTo>
                        <a:pt x="149389" y="44113"/>
                        <a:pt x="149389" y="44113"/>
                        <a:pt x="149389" y="44113"/>
                      </a:cubicBezTo>
                      <a:cubicBezTo>
                        <a:pt x="149389" y="44113"/>
                        <a:pt x="149389" y="44113"/>
                        <a:pt x="149389" y="44113"/>
                      </a:cubicBezTo>
                      <a:cubicBezTo>
                        <a:pt x="149389" y="44113"/>
                        <a:pt x="149389" y="44113"/>
                        <a:pt x="149389" y="44113"/>
                      </a:cubicBezTo>
                      <a:cubicBezTo>
                        <a:pt x="149389" y="44113"/>
                        <a:pt x="149389" y="44113"/>
                        <a:pt x="149389" y="44113"/>
                      </a:cubicBezTo>
                      <a:cubicBezTo>
                        <a:pt x="149389" y="44113"/>
                        <a:pt x="149389" y="44113"/>
                        <a:pt x="149389" y="44113"/>
                      </a:cubicBezTo>
                      <a:cubicBezTo>
                        <a:pt x="149389" y="44113"/>
                        <a:pt x="149389" y="44113"/>
                        <a:pt x="149389" y="44113"/>
                      </a:cubicBezTo>
                      <a:cubicBezTo>
                        <a:pt x="149389" y="44113"/>
                        <a:pt x="149389" y="44113"/>
                        <a:pt x="149389" y="44113"/>
                      </a:cubicBezTo>
                      <a:cubicBezTo>
                        <a:pt x="149389" y="44113"/>
                        <a:pt x="149389" y="44113"/>
                        <a:pt x="149389" y="44113"/>
                      </a:cubicBezTo>
                      <a:cubicBezTo>
                        <a:pt x="149389" y="44113"/>
                        <a:pt x="149389" y="44113"/>
                        <a:pt x="149484" y="44113"/>
                      </a:cubicBezTo>
                      <a:cubicBezTo>
                        <a:pt x="149484" y="44113"/>
                        <a:pt x="149484" y="44113"/>
                        <a:pt x="149484" y="44113"/>
                      </a:cubicBezTo>
                      <a:cubicBezTo>
                        <a:pt x="149484" y="44113"/>
                        <a:pt x="149484" y="44113"/>
                        <a:pt x="149580" y="44113"/>
                      </a:cubicBezTo>
                      <a:cubicBezTo>
                        <a:pt x="149580" y="44113"/>
                        <a:pt x="149580" y="44113"/>
                        <a:pt x="149580" y="44113"/>
                      </a:cubicBezTo>
                      <a:lnTo>
                        <a:pt x="161867" y="44113"/>
                      </a:lnTo>
                      <a:cubicBezTo>
                        <a:pt x="161867" y="44113"/>
                        <a:pt x="162153" y="44113"/>
                        <a:pt x="162248" y="44113"/>
                      </a:cubicBezTo>
                      <a:lnTo>
                        <a:pt x="176631" y="44113"/>
                      </a:lnTo>
                      <a:cubicBezTo>
                        <a:pt x="176631" y="44113"/>
                        <a:pt x="176631" y="57543"/>
                        <a:pt x="176631" y="57543"/>
                      </a:cubicBezTo>
                      <a:close/>
                      <a:moveTo>
                        <a:pt x="145579" y="63734"/>
                      </a:moveTo>
                      <a:lnTo>
                        <a:pt x="145579" y="65258"/>
                      </a:lnTo>
                      <a:cubicBezTo>
                        <a:pt x="145579" y="65258"/>
                        <a:pt x="145579" y="72116"/>
                        <a:pt x="145579" y="72116"/>
                      </a:cubicBezTo>
                      <a:lnTo>
                        <a:pt x="141007" y="69449"/>
                      </a:lnTo>
                      <a:cubicBezTo>
                        <a:pt x="142722" y="67735"/>
                        <a:pt x="144341" y="65735"/>
                        <a:pt x="145579" y="63734"/>
                      </a:cubicBezTo>
                      <a:close/>
                      <a:moveTo>
                        <a:pt x="29660" y="71450"/>
                      </a:moveTo>
                      <a:lnTo>
                        <a:pt x="29660" y="63163"/>
                      </a:lnTo>
                      <a:cubicBezTo>
                        <a:pt x="30803" y="64877"/>
                        <a:pt x="32232" y="66973"/>
                        <a:pt x="34232" y="68878"/>
                      </a:cubicBezTo>
                      <a:lnTo>
                        <a:pt x="29660" y="71450"/>
                      </a:lnTo>
                      <a:close/>
                      <a:moveTo>
                        <a:pt x="158057" y="23063"/>
                      </a:moveTo>
                      <a:lnTo>
                        <a:pt x="158057" y="42113"/>
                      </a:lnTo>
                      <a:lnTo>
                        <a:pt x="147675" y="42113"/>
                      </a:lnTo>
                      <a:cubicBezTo>
                        <a:pt x="146436" y="39160"/>
                        <a:pt x="144531" y="36398"/>
                        <a:pt x="141960" y="33635"/>
                      </a:cubicBezTo>
                      <a:cubicBezTo>
                        <a:pt x="141674" y="33350"/>
                        <a:pt x="141388" y="33064"/>
                        <a:pt x="141102" y="32778"/>
                      </a:cubicBezTo>
                      <a:lnTo>
                        <a:pt x="157962" y="2315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8" name="Google Shape;1608;p33"/>
                <p:cNvSpPr/>
                <p:nvPr/>
              </p:nvSpPr>
              <p:spPr>
                <a:xfrm>
                  <a:off x="3013008" y="4759377"/>
                  <a:ext cx="62293" cy="36861"/>
                </a:xfrm>
                <a:custGeom>
                  <a:avLst/>
                  <a:gdLst/>
                  <a:ahLst/>
                  <a:cxnLst/>
                  <a:rect l="l" t="t" r="r" b="b"/>
                  <a:pathLst>
                    <a:path w="62293" h="36861" extrusionOk="0">
                      <a:moveTo>
                        <a:pt x="57531" y="8572"/>
                      </a:moveTo>
                      <a:cubicBezTo>
                        <a:pt x="51625" y="3143"/>
                        <a:pt x="41719" y="0"/>
                        <a:pt x="30956" y="0"/>
                      </a:cubicBezTo>
                      <a:cubicBezTo>
                        <a:pt x="20193" y="0"/>
                        <a:pt x="10858" y="3048"/>
                        <a:pt x="4953" y="8287"/>
                      </a:cubicBezTo>
                      <a:cubicBezTo>
                        <a:pt x="1714" y="11144"/>
                        <a:pt x="0" y="14573"/>
                        <a:pt x="0" y="18193"/>
                      </a:cubicBezTo>
                      <a:cubicBezTo>
                        <a:pt x="0" y="21812"/>
                        <a:pt x="1619" y="25337"/>
                        <a:pt x="4858" y="28289"/>
                      </a:cubicBezTo>
                      <a:cubicBezTo>
                        <a:pt x="5810" y="29242"/>
                        <a:pt x="7048" y="30099"/>
                        <a:pt x="8572" y="31051"/>
                      </a:cubicBezTo>
                      <a:lnTo>
                        <a:pt x="8572" y="31051"/>
                      </a:lnTo>
                      <a:cubicBezTo>
                        <a:pt x="14573" y="34766"/>
                        <a:pt x="22669" y="36862"/>
                        <a:pt x="31337" y="36862"/>
                      </a:cubicBezTo>
                      <a:cubicBezTo>
                        <a:pt x="40005" y="36862"/>
                        <a:pt x="47720" y="34862"/>
                        <a:pt x="53530" y="31337"/>
                      </a:cubicBezTo>
                      <a:cubicBezTo>
                        <a:pt x="53911" y="31147"/>
                        <a:pt x="54292" y="30861"/>
                        <a:pt x="54673" y="30671"/>
                      </a:cubicBezTo>
                      <a:cubicBezTo>
                        <a:pt x="55721" y="30004"/>
                        <a:pt x="56579" y="29337"/>
                        <a:pt x="57340" y="28670"/>
                      </a:cubicBezTo>
                      <a:cubicBezTo>
                        <a:pt x="59531" y="26670"/>
                        <a:pt x="61055" y="24384"/>
                        <a:pt x="61817" y="22003"/>
                      </a:cubicBezTo>
                      <a:cubicBezTo>
                        <a:pt x="62198" y="20955"/>
                        <a:pt x="62293" y="19812"/>
                        <a:pt x="62293" y="18669"/>
                      </a:cubicBezTo>
                      <a:cubicBezTo>
                        <a:pt x="62293" y="15049"/>
                        <a:pt x="60674" y="11525"/>
                        <a:pt x="57436" y="8572"/>
                      </a:cubicBezTo>
                      <a:close/>
                      <a:moveTo>
                        <a:pt x="31432" y="34480"/>
                      </a:moveTo>
                      <a:cubicBezTo>
                        <a:pt x="24098" y="34480"/>
                        <a:pt x="17050" y="32861"/>
                        <a:pt x="11716" y="30099"/>
                      </a:cubicBezTo>
                      <a:cubicBezTo>
                        <a:pt x="16954" y="27432"/>
                        <a:pt x="23717" y="25908"/>
                        <a:pt x="30956" y="25908"/>
                      </a:cubicBezTo>
                      <a:cubicBezTo>
                        <a:pt x="38195" y="25908"/>
                        <a:pt x="45339" y="27527"/>
                        <a:pt x="50673" y="30289"/>
                      </a:cubicBezTo>
                      <a:cubicBezTo>
                        <a:pt x="45434" y="32956"/>
                        <a:pt x="38671" y="34480"/>
                        <a:pt x="31528" y="34480"/>
                      </a:cubicBezTo>
                      <a:close/>
                      <a:moveTo>
                        <a:pt x="59626" y="21241"/>
                      </a:moveTo>
                      <a:cubicBezTo>
                        <a:pt x="58960" y="23241"/>
                        <a:pt x="57721" y="25051"/>
                        <a:pt x="55816" y="26765"/>
                      </a:cubicBezTo>
                      <a:cubicBezTo>
                        <a:pt x="55721" y="26861"/>
                        <a:pt x="55626" y="26956"/>
                        <a:pt x="55531" y="27051"/>
                      </a:cubicBezTo>
                      <a:cubicBezTo>
                        <a:pt x="55531" y="27051"/>
                        <a:pt x="55531" y="27051"/>
                        <a:pt x="55435" y="27051"/>
                      </a:cubicBezTo>
                      <a:cubicBezTo>
                        <a:pt x="55435" y="27051"/>
                        <a:pt x="55245" y="27146"/>
                        <a:pt x="55245" y="27241"/>
                      </a:cubicBezTo>
                      <a:cubicBezTo>
                        <a:pt x="55245" y="27241"/>
                        <a:pt x="55150" y="27241"/>
                        <a:pt x="55150" y="27241"/>
                      </a:cubicBezTo>
                      <a:cubicBezTo>
                        <a:pt x="55150" y="27241"/>
                        <a:pt x="54959" y="27337"/>
                        <a:pt x="54959" y="27432"/>
                      </a:cubicBezTo>
                      <a:cubicBezTo>
                        <a:pt x="54959" y="27432"/>
                        <a:pt x="54864" y="27432"/>
                        <a:pt x="54769" y="27527"/>
                      </a:cubicBezTo>
                      <a:cubicBezTo>
                        <a:pt x="54769" y="27527"/>
                        <a:pt x="54578" y="27622"/>
                        <a:pt x="54483" y="27718"/>
                      </a:cubicBezTo>
                      <a:cubicBezTo>
                        <a:pt x="54483" y="27718"/>
                        <a:pt x="54483" y="27718"/>
                        <a:pt x="54292" y="27813"/>
                      </a:cubicBezTo>
                      <a:cubicBezTo>
                        <a:pt x="54292" y="27813"/>
                        <a:pt x="54102" y="27908"/>
                        <a:pt x="54007" y="28004"/>
                      </a:cubicBezTo>
                      <a:cubicBezTo>
                        <a:pt x="54007" y="28004"/>
                        <a:pt x="54007" y="28004"/>
                        <a:pt x="53911" y="28099"/>
                      </a:cubicBezTo>
                      <a:cubicBezTo>
                        <a:pt x="53721" y="28099"/>
                        <a:pt x="53626" y="28289"/>
                        <a:pt x="53435" y="28384"/>
                      </a:cubicBezTo>
                      <a:cubicBezTo>
                        <a:pt x="53435" y="28384"/>
                        <a:pt x="53435" y="28384"/>
                        <a:pt x="53435" y="28384"/>
                      </a:cubicBezTo>
                      <a:cubicBezTo>
                        <a:pt x="53340" y="28384"/>
                        <a:pt x="53149" y="28575"/>
                        <a:pt x="53054" y="28670"/>
                      </a:cubicBezTo>
                      <a:cubicBezTo>
                        <a:pt x="47149" y="25146"/>
                        <a:pt x="39338" y="23241"/>
                        <a:pt x="30956" y="23241"/>
                      </a:cubicBezTo>
                      <a:cubicBezTo>
                        <a:pt x="22574" y="23241"/>
                        <a:pt x="15145" y="25051"/>
                        <a:pt x="9334" y="28384"/>
                      </a:cubicBezTo>
                      <a:cubicBezTo>
                        <a:pt x="9239" y="28384"/>
                        <a:pt x="9049" y="28194"/>
                        <a:pt x="8954" y="28194"/>
                      </a:cubicBezTo>
                      <a:cubicBezTo>
                        <a:pt x="8954" y="28194"/>
                        <a:pt x="8954" y="28194"/>
                        <a:pt x="8954" y="28194"/>
                      </a:cubicBezTo>
                      <a:cubicBezTo>
                        <a:pt x="8763" y="28099"/>
                        <a:pt x="8667" y="28004"/>
                        <a:pt x="8477" y="27908"/>
                      </a:cubicBezTo>
                      <a:cubicBezTo>
                        <a:pt x="8477" y="27908"/>
                        <a:pt x="8477" y="27908"/>
                        <a:pt x="8382" y="27908"/>
                      </a:cubicBezTo>
                      <a:cubicBezTo>
                        <a:pt x="8382" y="27908"/>
                        <a:pt x="8191" y="27813"/>
                        <a:pt x="8096" y="27718"/>
                      </a:cubicBezTo>
                      <a:cubicBezTo>
                        <a:pt x="8096" y="27718"/>
                        <a:pt x="8096" y="27718"/>
                        <a:pt x="7906" y="27622"/>
                      </a:cubicBezTo>
                      <a:cubicBezTo>
                        <a:pt x="7906" y="27622"/>
                        <a:pt x="7715" y="27527"/>
                        <a:pt x="7715" y="27432"/>
                      </a:cubicBezTo>
                      <a:cubicBezTo>
                        <a:pt x="7715" y="27432"/>
                        <a:pt x="7620" y="27432"/>
                        <a:pt x="7525" y="27337"/>
                      </a:cubicBezTo>
                      <a:cubicBezTo>
                        <a:pt x="7525" y="27337"/>
                        <a:pt x="7429" y="27241"/>
                        <a:pt x="7334" y="27146"/>
                      </a:cubicBezTo>
                      <a:cubicBezTo>
                        <a:pt x="7334" y="27146"/>
                        <a:pt x="7334" y="27146"/>
                        <a:pt x="7239" y="27051"/>
                      </a:cubicBezTo>
                      <a:cubicBezTo>
                        <a:pt x="7239" y="27051"/>
                        <a:pt x="7144" y="26956"/>
                        <a:pt x="7048" y="26861"/>
                      </a:cubicBezTo>
                      <a:cubicBezTo>
                        <a:pt x="7048" y="26861"/>
                        <a:pt x="7048" y="26861"/>
                        <a:pt x="6953" y="26861"/>
                      </a:cubicBezTo>
                      <a:cubicBezTo>
                        <a:pt x="6858" y="26765"/>
                        <a:pt x="6763" y="26670"/>
                        <a:pt x="6667" y="26575"/>
                      </a:cubicBezTo>
                      <a:cubicBezTo>
                        <a:pt x="3905" y="24098"/>
                        <a:pt x="2572" y="21241"/>
                        <a:pt x="2572" y="18288"/>
                      </a:cubicBezTo>
                      <a:cubicBezTo>
                        <a:pt x="2572" y="18097"/>
                        <a:pt x="2572" y="17907"/>
                        <a:pt x="2572" y="17716"/>
                      </a:cubicBezTo>
                      <a:cubicBezTo>
                        <a:pt x="2667" y="15716"/>
                        <a:pt x="3524" y="13811"/>
                        <a:pt x="4953" y="12001"/>
                      </a:cubicBezTo>
                      <a:cubicBezTo>
                        <a:pt x="5429" y="11335"/>
                        <a:pt x="6096" y="10763"/>
                        <a:pt x="6763" y="10096"/>
                      </a:cubicBezTo>
                      <a:cubicBezTo>
                        <a:pt x="10858" y="6477"/>
                        <a:pt x="16954" y="3905"/>
                        <a:pt x="24003" y="2953"/>
                      </a:cubicBezTo>
                      <a:cubicBezTo>
                        <a:pt x="26384" y="2572"/>
                        <a:pt x="28765" y="2381"/>
                        <a:pt x="31242" y="2381"/>
                      </a:cubicBezTo>
                      <a:cubicBezTo>
                        <a:pt x="41434" y="2381"/>
                        <a:pt x="50673" y="5334"/>
                        <a:pt x="56197" y="10382"/>
                      </a:cubicBezTo>
                      <a:cubicBezTo>
                        <a:pt x="58864" y="12859"/>
                        <a:pt x="60293" y="15716"/>
                        <a:pt x="60293" y="18669"/>
                      </a:cubicBezTo>
                      <a:cubicBezTo>
                        <a:pt x="60293" y="19526"/>
                        <a:pt x="60103" y="20479"/>
                        <a:pt x="59817" y="2133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09" name="Google Shape;1609;p33"/>
              <p:cNvSpPr/>
              <p:nvPr/>
            </p:nvSpPr>
            <p:spPr>
              <a:xfrm>
                <a:off x="2878420" y="4568020"/>
                <a:ext cx="363950" cy="468534"/>
              </a:xfrm>
              <a:custGeom>
                <a:avLst/>
                <a:gdLst/>
                <a:ahLst/>
                <a:cxnLst/>
                <a:rect l="l" t="t" r="r" b="b"/>
                <a:pathLst>
                  <a:path w="363950" h="468534" extrusionOk="0">
                    <a:moveTo>
                      <a:pt x="0" y="0"/>
                    </a:moveTo>
                    <a:lnTo>
                      <a:pt x="0" y="258413"/>
                    </a:lnTo>
                    <a:lnTo>
                      <a:pt x="363950" y="468535"/>
                    </a:lnTo>
                    <a:lnTo>
                      <a:pt x="363950" y="210121"/>
                    </a:lnTo>
                    <a:lnTo>
                      <a:pt x="0" y="0"/>
                    </a:lnTo>
                    <a:close/>
                    <a:moveTo>
                      <a:pt x="326707" y="427006"/>
                    </a:moveTo>
                    <a:lnTo>
                      <a:pt x="8191" y="243173"/>
                    </a:lnTo>
                    <a:lnTo>
                      <a:pt x="8191" y="13144"/>
                    </a:lnTo>
                    <a:lnTo>
                      <a:pt x="326707" y="197072"/>
                    </a:lnTo>
                    <a:lnTo>
                      <a:pt x="326707" y="42710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10" name="Google Shape;1610;p33"/>
            <p:cNvGrpSpPr/>
            <p:nvPr/>
          </p:nvGrpSpPr>
          <p:grpSpPr>
            <a:xfrm>
              <a:off x="7999468" y="1549343"/>
              <a:ext cx="122160" cy="360361"/>
              <a:chOff x="3159979" y="4847102"/>
              <a:chExt cx="43624" cy="128682"/>
            </a:xfrm>
          </p:grpSpPr>
          <p:sp>
            <p:nvSpPr>
              <p:cNvPr id="1611" name="Google Shape;1611;p33"/>
              <p:cNvSpPr/>
              <p:nvPr/>
            </p:nvSpPr>
            <p:spPr>
              <a:xfrm>
                <a:off x="3159979" y="4847102"/>
                <a:ext cx="43624" cy="128682"/>
              </a:xfrm>
              <a:custGeom>
                <a:avLst/>
                <a:gdLst/>
                <a:ahLst/>
                <a:cxnLst/>
                <a:rect l="l" t="t" r="r" b="b"/>
                <a:pathLst>
                  <a:path w="43624" h="128682" extrusionOk="0">
                    <a:moveTo>
                      <a:pt x="43624" y="128683"/>
                    </a:moveTo>
                    <a:lnTo>
                      <a:pt x="0" y="103537"/>
                    </a:lnTo>
                    <a:lnTo>
                      <a:pt x="0" y="0"/>
                    </a:lnTo>
                    <a:lnTo>
                      <a:pt x="43624" y="25146"/>
                    </a:lnTo>
                    <a:lnTo>
                      <a:pt x="43624" y="12868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2" name="Google Shape;1612;p33"/>
              <p:cNvSpPr/>
              <p:nvPr/>
            </p:nvSpPr>
            <p:spPr>
              <a:xfrm>
                <a:off x="3164265" y="4856437"/>
                <a:ext cx="14382" cy="24860"/>
              </a:xfrm>
              <a:custGeom>
                <a:avLst/>
                <a:gdLst/>
                <a:ahLst/>
                <a:cxnLst/>
                <a:rect l="l" t="t" r="r" b="b"/>
                <a:pathLst>
                  <a:path w="14382" h="24860" extrusionOk="0">
                    <a:moveTo>
                      <a:pt x="14383" y="24860"/>
                    </a:moveTo>
                    <a:lnTo>
                      <a:pt x="0" y="16573"/>
                    </a:lnTo>
                    <a:lnTo>
                      <a:pt x="0" y="0"/>
                    </a:lnTo>
                    <a:lnTo>
                      <a:pt x="14383" y="8287"/>
                    </a:lnTo>
                    <a:lnTo>
                      <a:pt x="14383" y="2486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3" name="Google Shape;1613;p33"/>
              <p:cNvSpPr/>
              <p:nvPr/>
            </p:nvSpPr>
            <p:spPr>
              <a:xfrm>
                <a:off x="3164265" y="4880630"/>
                <a:ext cx="14382" cy="24955"/>
              </a:xfrm>
              <a:custGeom>
                <a:avLst/>
                <a:gdLst/>
                <a:ahLst/>
                <a:cxnLst/>
                <a:rect l="l" t="t" r="r" b="b"/>
                <a:pathLst>
                  <a:path w="14382" h="24955" extrusionOk="0">
                    <a:moveTo>
                      <a:pt x="14383" y="24956"/>
                    </a:moveTo>
                    <a:lnTo>
                      <a:pt x="0" y="16574"/>
                    </a:lnTo>
                    <a:lnTo>
                      <a:pt x="0" y="0"/>
                    </a:lnTo>
                    <a:lnTo>
                      <a:pt x="14383" y="8287"/>
                    </a:lnTo>
                    <a:lnTo>
                      <a:pt x="14383" y="2495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4" name="Google Shape;1614;p33"/>
              <p:cNvSpPr/>
              <p:nvPr/>
            </p:nvSpPr>
            <p:spPr>
              <a:xfrm>
                <a:off x="3164265" y="4904824"/>
                <a:ext cx="14382" cy="24860"/>
              </a:xfrm>
              <a:custGeom>
                <a:avLst/>
                <a:gdLst/>
                <a:ahLst/>
                <a:cxnLst/>
                <a:rect l="l" t="t" r="r" b="b"/>
                <a:pathLst>
                  <a:path w="14382" h="24860" extrusionOk="0">
                    <a:moveTo>
                      <a:pt x="14383" y="24860"/>
                    </a:moveTo>
                    <a:lnTo>
                      <a:pt x="0" y="16573"/>
                    </a:lnTo>
                    <a:lnTo>
                      <a:pt x="0" y="0"/>
                    </a:lnTo>
                    <a:lnTo>
                      <a:pt x="14383" y="8287"/>
                    </a:lnTo>
                    <a:lnTo>
                      <a:pt x="14383" y="2486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5" name="Google Shape;1615;p33"/>
              <p:cNvSpPr/>
              <p:nvPr/>
            </p:nvSpPr>
            <p:spPr>
              <a:xfrm>
                <a:off x="3164265" y="4929017"/>
                <a:ext cx="14382" cy="24860"/>
              </a:xfrm>
              <a:custGeom>
                <a:avLst/>
                <a:gdLst/>
                <a:ahLst/>
                <a:cxnLst/>
                <a:rect l="l" t="t" r="r" b="b"/>
                <a:pathLst>
                  <a:path w="14382" h="24860" extrusionOk="0">
                    <a:moveTo>
                      <a:pt x="14383" y="24860"/>
                    </a:moveTo>
                    <a:lnTo>
                      <a:pt x="0" y="16573"/>
                    </a:lnTo>
                    <a:lnTo>
                      <a:pt x="0" y="0"/>
                    </a:lnTo>
                    <a:lnTo>
                      <a:pt x="14383" y="8287"/>
                    </a:lnTo>
                    <a:lnTo>
                      <a:pt x="14383" y="2486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6" name="Google Shape;1616;p33"/>
              <p:cNvSpPr/>
              <p:nvPr/>
            </p:nvSpPr>
            <p:spPr>
              <a:xfrm>
                <a:off x="3184363" y="4868057"/>
                <a:ext cx="14382" cy="24860"/>
              </a:xfrm>
              <a:custGeom>
                <a:avLst/>
                <a:gdLst/>
                <a:ahLst/>
                <a:cxnLst/>
                <a:rect l="l" t="t" r="r" b="b"/>
                <a:pathLst>
                  <a:path w="14382" h="24860" extrusionOk="0">
                    <a:moveTo>
                      <a:pt x="14383" y="24860"/>
                    </a:moveTo>
                    <a:lnTo>
                      <a:pt x="0" y="16573"/>
                    </a:lnTo>
                    <a:lnTo>
                      <a:pt x="0" y="0"/>
                    </a:lnTo>
                    <a:lnTo>
                      <a:pt x="14383" y="8287"/>
                    </a:lnTo>
                    <a:lnTo>
                      <a:pt x="14383" y="2486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7" name="Google Shape;1617;p33"/>
              <p:cNvSpPr/>
              <p:nvPr/>
            </p:nvSpPr>
            <p:spPr>
              <a:xfrm>
                <a:off x="3184363" y="4892156"/>
                <a:ext cx="14382" cy="24955"/>
              </a:xfrm>
              <a:custGeom>
                <a:avLst/>
                <a:gdLst/>
                <a:ahLst/>
                <a:cxnLst/>
                <a:rect l="l" t="t" r="r" b="b"/>
                <a:pathLst>
                  <a:path w="14382" h="24955" extrusionOk="0">
                    <a:moveTo>
                      <a:pt x="14383" y="24955"/>
                    </a:moveTo>
                    <a:lnTo>
                      <a:pt x="0" y="16669"/>
                    </a:lnTo>
                    <a:lnTo>
                      <a:pt x="0" y="0"/>
                    </a:lnTo>
                    <a:lnTo>
                      <a:pt x="14383" y="8382"/>
                    </a:lnTo>
                    <a:lnTo>
                      <a:pt x="14383" y="2495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8" name="Google Shape;1618;p33"/>
              <p:cNvSpPr/>
              <p:nvPr/>
            </p:nvSpPr>
            <p:spPr>
              <a:xfrm>
                <a:off x="3184363" y="4916349"/>
                <a:ext cx="14382" cy="24955"/>
              </a:xfrm>
              <a:custGeom>
                <a:avLst/>
                <a:gdLst/>
                <a:ahLst/>
                <a:cxnLst/>
                <a:rect l="l" t="t" r="r" b="b"/>
                <a:pathLst>
                  <a:path w="14382" h="24955" extrusionOk="0">
                    <a:moveTo>
                      <a:pt x="14383" y="24956"/>
                    </a:moveTo>
                    <a:lnTo>
                      <a:pt x="0" y="16669"/>
                    </a:lnTo>
                    <a:lnTo>
                      <a:pt x="0" y="0"/>
                    </a:lnTo>
                    <a:lnTo>
                      <a:pt x="14383" y="8382"/>
                    </a:lnTo>
                    <a:lnTo>
                      <a:pt x="14383" y="2495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9" name="Google Shape;1619;p33"/>
              <p:cNvSpPr/>
              <p:nvPr/>
            </p:nvSpPr>
            <p:spPr>
              <a:xfrm>
                <a:off x="3184363" y="4940542"/>
                <a:ext cx="14382" cy="24955"/>
              </a:xfrm>
              <a:custGeom>
                <a:avLst/>
                <a:gdLst/>
                <a:ahLst/>
                <a:cxnLst/>
                <a:rect l="l" t="t" r="r" b="b"/>
                <a:pathLst>
                  <a:path w="14382" h="24955" extrusionOk="0">
                    <a:moveTo>
                      <a:pt x="14383" y="24955"/>
                    </a:moveTo>
                    <a:lnTo>
                      <a:pt x="0" y="16669"/>
                    </a:lnTo>
                    <a:lnTo>
                      <a:pt x="0" y="0"/>
                    </a:lnTo>
                    <a:lnTo>
                      <a:pt x="14383" y="8287"/>
                    </a:lnTo>
                    <a:lnTo>
                      <a:pt x="14383" y="2495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20" name="Google Shape;1620;p33"/>
            <p:cNvGrpSpPr/>
            <p:nvPr/>
          </p:nvGrpSpPr>
          <p:grpSpPr>
            <a:xfrm>
              <a:off x="8044545" y="1345289"/>
              <a:ext cx="216315" cy="261669"/>
              <a:chOff x="3176076" y="4774236"/>
              <a:chExt cx="77247" cy="93440"/>
            </a:xfrm>
          </p:grpSpPr>
          <p:sp>
            <p:nvSpPr>
              <p:cNvPr id="1621" name="Google Shape;1621;p33"/>
              <p:cNvSpPr/>
              <p:nvPr/>
            </p:nvSpPr>
            <p:spPr>
              <a:xfrm>
                <a:off x="3176076" y="4774236"/>
                <a:ext cx="77247" cy="93440"/>
              </a:xfrm>
              <a:custGeom>
                <a:avLst/>
                <a:gdLst/>
                <a:ahLst/>
                <a:cxnLst/>
                <a:rect l="l" t="t" r="r" b="b"/>
                <a:pathLst>
                  <a:path w="77247" h="93440" extrusionOk="0">
                    <a:moveTo>
                      <a:pt x="77248" y="93440"/>
                    </a:moveTo>
                    <a:lnTo>
                      <a:pt x="0" y="48863"/>
                    </a:lnTo>
                    <a:lnTo>
                      <a:pt x="0" y="0"/>
                    </a:lnTo>
                    <a:lnTo>
                      <a:pt x="77248" y="44577"/>
                    </a:lnTo>
                    <a:lnTo>
                      <a:pt x="77248" y="9344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2" name="Google Shape;1622;p33"/>
              <p:cNvSpPr/>
              <p:nvPr/>
            </p:nvSpPr>
            <p:spPr>
              <a:xfrm>
                <a:off x="3182649" y="4806716"/>
                <a:ext cx="64198" cy="45624"/>
              </a:xfrm>
              <a:custGeom>
                <a:avLst/>
                <a:gdLst/>
                <a:ahLst/>
                <a:cxnLst/>
                <a:rect l="l" t="t" r="r" b="b"/>
                <a:pathLst>
                  <a:path w="64198" h="45624" extrusionOk="0">
                    <a:moveTo>
                      <a:pt x="64198" y="45625"/>
                    </a:moveTo>
                    <a:lnTo>
                      <a:pt x="0" y="8572"/>
                    </a:lnTo>
                    <a:lnTo>
                      <a:pt x="0" y="0"/>
                    </a:lnTo>
                    <a:lnTo>
                      <a:pt x="64198" y="37052"/>
                    </a:lnTo>
                    <a:lnTo>
                      <a:pt x="64198" y="4562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3" name="Google Shape;1623;p33"/>
              <p:cNvSpPr/>
              <p:nvPr/>
            </p:nvSpPr>
            <p:spPr>
              <a:xfrm>
                <a:off x="3182649" y="4791000"/>
                <a:ext cx="64198" cy="45624"/>
              </a:xfrm>
              <a:custGeom>
                <a:avLst/>
                <a:gdLst/>
                <a:ahLst/>
                <a:cxnLst/>
                <a:rect l="l" t="t" r="r" b="b"/>
                <a:pathLst>
                  <a:path w="64198" h="45624" extrusionOk="0">
                    <a:moveTo>
                      <a:pt x="64198" y="45625"/>
                    </a:moveTo>
                    <a:lnTo>
                      <a:pt x="0" y="8572"/>
                    </a:lnTo>
                    <a:lnTo>
                      <a:pt x="0" y="0"/>
                    </a:lnTo>
                    <a:lnTo>
                      <a:pt x="64198" y="37052"/>
                    </a:lnTo>
                    <a:lnTo>
                      <a:pt x="64198" y="4562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24" name="Google Shape;1624;p33"/>
            <p:cNvGrpSpPr/>
            <p:nvPr/>
          </p:nvGrpSpPr>
          <p:grpSpPr>
            <a:xfrm>
              <a:off x="7110197" y="1080153"/>
              <a:ext cx="201644" cy="343559"/>
              <a:chOff x="2842416" y="4679558"/>
              <a:chExt cx="72008" cy="122682"/>
            </a:xfrm>
          </p:grpSpPr>
          <p:sp>
            <p:nvSpPr>
              <p:cNvPr id="1625" name="Google Shape;1625;p33"/>
              <p:cNvSpPr/>
              <p:nvPr/>
            </p:nvSpPr>
            <p:spPr>
              <a:xfrm>
                <a:off x="2842416" y="4679558"/>
                <a:ext cx="72008" cy="122682"/>
              </a:xfrm>
              <a:custGeom>
                <a:avLst/>
                <a:gdLst/>
                <a:ahLst/>
                <a:cxnLst/>
                <a:rect l="l" t="t" r="r" b="b"/>
                <a:pathLst>
                  <a:path w="72008" h="122682" extrusionOk="0">
                    <a:moveTo>
                      <a:pt x="72009" y="122682"/>
                    </a:moveTo>
                    <a:lnTo>
                      <a:pt x="0" y="81153"/>
                    </a:lnTo>
                    <a:lnTo>
                      <a:pt x="0" y="0"/>
                    </a:lnTo>
                    <a:lnTo>
                      <a:pt x="72009" y="41529"/>
                    </a:lnTo>
                    <a:lnTo>
                      <a:pt x="72009" y="12268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6" name="Google Shape;1626;p33"/>
              <p:cNvSpPr/>
              <p:nvPr/>
            </p:nvSpPr>
            <p:spPr>
              <a:xfrm>
                <a:off x="2847368" y="4691940"/>
                <a:ext cx="62198" cy="56578"/>
              </a:xfrm>
              <a:custGeom>
                <a:avLst/>
                <a:gdLst/>
                <a:ahLst/>
                <a:cxnLst/>
                <a:rect l="l" t="t" r="r" b="b"/>
                <a:pathLst>
                  <a:path w="62198" h="56578" extrusionOk="0">
                    <a:moveTo>
                      <a:pt x="62198" y="56579"/>
                    </a:moveTo>
                    <a:lnTo>
                      <a:pt x="0" y="20669"/>
                    </a:lnTo>
                    <a:lnTo>
                      <a:pt x="0" y="0"/>
                    </a:lnTo>
                    <a:lnTo>
                      <a:pt x="62198" y="35909"/>
                    </a:lnTo>
                    <a:lnTo>
                      <a:pt x="62198" y="56579"/>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7" name="Google Shape;1627;p33"/>
              <p:cNvSpPr/>
              <p:nvPr/>
            </p:nvSpPr>
            <p:spPr>
              <a:xfrm>
                <a:off x="2847368" y="4727380"/>
                <a:ext cx="29241" cy="37801"/>
              </a:xfrm>
              <a:custGeom>
                <a:avLst/>
                <a:gdLst/>
                <a:ahLst/>
                <a:cxnLst/>
                <a:rect l="l" t="t" r="r" b="b"/>
                <a:pathLst>
                  <a:path w="29241" h="37801" extrusionOk="0">
                    <a:moveTo>
                      <a:pt x="29242" y="27330"/>
                    </a:moveTo>
                    <a:cubicBezTo>
                      <a:pt x="29242" y="36665"/>
                      <a:pt x="22670" y="40475"/>
                      <a:pt x="14573" y="35807"/>
                    </a:cubicBezTo>
                    <a:cubicBezTo>
                      <a:pt x="6477" y="31140"/>
                      <a:pt x="0" y="19806"/>
                      <a:pt x="0" y="10471"/>
                    </a:cubicBezTo>
                    <a:cubicBezTo>
                      <a:pt x="0" y="1136"/>
                      <a:pt x="6572" y="-2674"/>
                      <a:pt x="14573" y="1994"/>
                    </a:cubicBezTo>
                    <a:cubicBezTo>
                      <a:pt x="22670" y="6661"/>
                      <a:pt x="29242" y="17996"/>
                      <a:pt x="29242" y="2733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8" name="Google Shape;1628;p33"/>
              <p:cNvSpPr/>
              <p:nvPr/>
            </p:nvSpPr>
            <p:spPr>
              <a:xfrm>
                <a:off x="2881182" y="4760520"/>
                <a:ext cx="10953" cy="20002"/>
              </a:xfrm>
              <a:custGeom>
                <a:avLst/>
                <a:gdLst/>
                <a:ahLst/>
                <a:cxnLst/>
                <a:rect l="l" t="t" r="r" b="b"/>
                <a:pathLst>
                  <a:path w="10953" h="20002" extrusionOk="0">
                    <a:moveTo>
                      <a:pt x="10954" y="20003"/>
                    </a:moveTo>
                    <a:lnTo>
                      <a:pt x="0" y="13621"/>
                    </a:lnTo>
                    <a:lnTo>
                      <a:pt x="0" y="0"/>
                    </a:lnTo>
                    <a:lnTo>
                      <a:pt x="10954" y="6382"/>
                    </a:lnTo>
                    <a:lnTo>
                      <a:pt x="10954" y="20003"/>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9" name="Google Shape;1629;p33"/>
              <p:cNvSpPr/>
              <p:nvPr/>
            </p:nvSpPr>
            <p:spPr>
              <a:xfrm>
                <a:off x="2881182" y="4740899"/>
                <a:ext cx="10953" cy="19907"/>
              </a:xfrm>
              <a:custGeom>
                <a:avLst/>
                <a:gdLst/>
                <a:ahLst/>
                <a:cxnLst/>
                <a:rect l="l" t="t" r="r" b="b"/>
                <a:pathLst>
                  <a:path w="10953" h="19907" extrusionOk="0">
                    <a:moveTo>
                      <a:pt x="10954" y="19907"/>
                    </a:moveTo>
                    <a:lnTo>
                      <a:pt x="0" y="13621"/>
                    </a:lnTo>
                    <a:lnTo>
                      <a:pt x="0" y="0"/>
                    </a:lnTo>
                    <a:lnTo>
                      <a:pt x="10954" y="6287"/>
                    </a:lnTo>
                    <a:lnTo>
                      <a:pt x="10954" y="19907"/>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0" name="Google Shape;1630;p33"/>
              <p:cNvSpPr/>
              <p:nvPr/>
            </p:nvSpPr>
            <p:spPr>
              <a:xfrm>
                <a:off x="2898518" y="4770617"/>
                <a:ext cx="11049" cy="20002"/>
              </a:xfrm>
              <a:custGeom>
                <a:avLst/>
                <a:gdLst/>
                <a:ahLst/>
                <a:cxnLst/>
                <a:rect l="l" t="t" r="r" b="b"/>
                <a:pathLst>
                  <a:path w="11049" h="20002" extrusionOk="0">
                    <a:moveTo>
                      <a:pt x="11049" y="20003"/>
                    </a:moveTo>
                    <a:lnTo>
                      <a:pt x="95" y="13621"/>
                    </a:lnTo>
                    <a:lnTo>
                      <a:pt x="0" y="0"/>
                    </a:lnTo>
                    <a:lnTo>
                      <a:pt x="11049" y="6382"/>
                    </a:lnTo>
                    <a:lnTo>
                      <a:pt x="11049" y="2000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1" name="Google Shape;1631;p33"/>
              <p:cNvSpPr/>
              <p:nvPr/>
            </p:nvSpPr>
            <p:spPr>
              <a:xfrm>
                <a:off x="2898518" y="4750995"/>
                <a:ext cx="11049" cy="19907"/>
              </a:xfrm>
              <a:custGeom>
                <a:avLst/>
                <a:gdLst/>
                <a:ahLst/>
                <a:cxnLst/>
                <a:rect l="l" t="t" r="r" b="b"/>
                <a:pathLst>
                  <a:path w="11049" h="19907" extrusionOk="0">
                    <a:moveTo>
                      <a:pt x="11049" y="19907"/>
                    </a:moveTo>
                    <a:lnTo>
                      <a:pt x="95" y="13621"/>
                    </a:lnTo>
                    <a:lnTo>
                      <a:pt x="0" y="0"/>
                    </a:lnTo>
                    <a:lnTo>
                      <a:pt x="11049" y="6287"/>
                    </a:lnTo>
                    <a:lnTo>
                      <a:pt x="11049" y="1990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32" name="Google Shape;1632;p33"/>
            <p:cNvGrpSpPr/>
            <p:nvPr/>
          </p:nvGrpSpPr>
          <p:grpSpPr>
            <a:xfrm>
              <a:off x="7737005" y="2929447"/>
              <a:ext cx="361152" cy="246178"/>
              <a:chOff x="3066252" y="5339926"/>
              <a:chExt cx="128969" cy="87908"/>
            </a:xfrm>
          </p:grpSpPr>
          <p:sp>
            <p:nvSpPr>
              <p:cNvPr id="1633" name="Google Shape;1633;p33"/>
              <p:cNvSpPr/>
              <p:nvPr/>
            </p:nvSpPr>
            <p:spPr>
              <a:xfrm>
                <a:off x="3066252" y="5399171"/>
                <a:ext cx="41244" cy="28663"/>
              </a:xfrm>
              <a:custGeom>
                <a:avLst/>
                <a:gdLst/>
                <a:ahLst/>
                <a:cxnLst/>
                <a:rect l="l" t="t" r="r" b="b"/>
                <a:pathLst>
                  <a:path w="41244" h="28663" extrusionOk="0">
                    <a:moveTo>
                      <a:pt x="41245" y="19241"/>
                    </a:moveTo>
                    <a:lnTo>
                      <a:pt x="1240" y="0"/>
                    </a:lnTo>
                    <a:cubicBezTo>
                      <a:pt x="-94" y="4572"/>
                      <a:pt x="1" y="8668"/>
                      <a:pt x="1" y="8668"/>
                    </a:cubicBezTo>
                    <a:lnTo>
                      <a:pt x="1" y="8668"/>
                    </a:lnTo>
                    <a:cubicBezTo>
                      <a:pt x="192" y="13716"/>
                      <a:pt x="3621" y="18764"/>
                      <a:pt x="10384" y="22670"/>
                    </a:cubicBezTo>
                    <a:cubicBezTo>
                      <a:pt x="18861" y="27527"/>
                      <a:pt x="30481" y="29432"/>
                      <a:pt x="41245" y="28385"/>
                    </a:cubicBezTo>
                    <a:lnTo>
                      <a:pt x="41245" y="1924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4" name="Google Shape;1634;p33"/>
              <p:cNvSpPr/>
              <p:nvPr/>
            </p:nvSpPr>
            <p:spPr>
              <a:xfrm>
                <a:off x="3066825" y="5339926"/>
                <a:ext cx="106108" cy="80676"/>
              </a:xfrm>
              <a:custGeom>
                <a:avLst/>
                <a:gdLst/>
                <a:ahLst/>
                <a:cxnLst/>
                <a:rect l="l" t="t" r="r" b="b"/>
                <a:pathLst>
                  <a:path w="106108" h="80676" extrusionOk="0">
                    <a:moveTo>
                      <a:pt x="80963" y="17336"/>
                    </a:moveTo>
                    <a:lnTo>
                      <a:pt x="106108" y="9335"/>
                    </a:lnTo>
                    <a:lnTo>
                      <a:pt x="85630" y="0"/>
                    </a:lnTo>
                    <a:cubicBezTo>
                      <a:pt x="83153" y="191"/>
                      <a:pt x="80772" y="476"/>
                      <a:pt x="78486" y="857"/>
                    </a:cubicBezTo>
                    <a:cubicBezTo>
                      <a:pt x="16573" y="9430"/>
                      <a:pt x="0" y="53912"/>
                      <a:pt x="0" y="64103"/>
                    </a:cubicBezTo>
                    <a:lnTo>
                      <a:pt x="7906" y="80677"/>
                    </a:lnTo>
                    <a:cubicBezTo>
                      <a:pt x="16859" y="61341"/>
                      <a:pt x="34957" y="43910"/>
                      <a:pt x="34957" y="43910"/>
                    </a:cubicBezTo>
                    <a:lnTo>
                      <a:pt x="81058" y="1733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5" name="Google Shape;1635;p33"/>
              <p:cNvSpPr/>
              <p:nvPr/>
            </p:nvSpPr>
            <p:spPr>
              <a:xfrm>
                <a:off x="3146549" y="5349260"/>
                <a:ext cx="26289" cy="18573"/>
              </a:xfrm>
              <a:custGeom>
                <a:avLst/>
                <a:gdLst/>
                <a:ahLst/>
                <a:cxnLst/>
                <a:rect l="l" t="t" r="r" b="b"/>
                <a:pathLst>
                  <a:path w="26289" h="18573" extrusionOk="0">
                    <a:moveTo>
                      <a:pt x="19526" y="18574"/>
                    </a:moveTo>
                    <a:lnTo>
                      <a:pt x="26289" y="0"/>
                    </a:lnTo>
                    <a:cubicBezTo>
                      <a:pt x="16859" y="857"/>
                      <a:pt x="8001" y="2667"/>
                      <a:pt x="0" y="5144"/>
                    </a:cubicBezTo>
                    <a:lnTo>
                      <a:pt x="19431" y="1857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36" name="Google Shape;1636;p33"/>
              <p:cNvGrpSpPr/>
              <p:nvPr/>
            </p:nvGrpSpPr>
            <p:grpSpPr>
              <a:xfrm>
                <a:off x="3144072" y="5348540"/>
                <a:ext cx="21907" cy="25611"/>
                <a:chOff x="3144072" y="5348540"/>
                <a:chExt cx="21907" cy="25611"/>
              </a:xfrm>
            </p:grpSpPr>
            <p:sp>
              <p:nvSpPr>
                <p:cNvPr id="1637" name="Google Shape;1637;p33"/>
                <p:cNvSpPr/>
                <p:nvPr/>
              </p:nvSpPr>
              <p:spPr>
                <a:xfrm>
                  <a:off x="3144072" y="5348540"/>
                  <a:ext cx="19335" cy="25008"/>
                </a:xfrm>
                <a:custGeom>
                  <a:avLst/>
                  <a:gdLst/>
                  <a:ahLst/>
                  <a:cxnLst/>
                  <a:rect l="l" t="t" r="r" b="b"/>
                  <a:pathLst>
                    <a:path w="19335" h="25008" extrusionOk="0">
                      <a:moveTo>
                        <a:pt x="19336" y="2816"/>
                      </a:moveTo>
                      <a:lnTo>
                        <a:pt x="15526" y="625"/>
                      </a:lnTo>
                      <a:lnTo>
                        <a:pt x="15526" y="625"/>
                      </a:lnTo>
                      <a:cubicBezTo>
                        <a:pt x="13907" y="-328"/>
                        <a:pt x="11621" y="-233"/>
                        <a:pt x="9049" y="1196"/>
                      </a:cubicBezTo>
                      <a:cubicBezTo>
                        <a:pt x="4001" y="4054"/>
                        <a:pt x="0" y="11102"/>
                        <a:pt x="0" y="16913"/>
                      </a:cubicBezTo>
                      <a:cubicBezTo>
                        <a:pt x="0" y="19960"/>
                        <a:pt x="1048" y="21961"/>
                        <a:pt x="2762" y="22913"/>
                      </a:cubicBezTo>
                      <a:lnTo>
                        <a:pt x="2762" y="22913"/>
                      </a:lnTo>
                      <a:lnTo>
                        <a:pt x="6477" y="25009"/>
                      </a:lnTo>
                      <a:lnTo>
                        <a:pt x="7715" y="22913"/>
                      </a:lnTo>
                      <a:cubicBezTo>
                        <a:pt x="7715" y="22913"/>
                        <a:pt x="8572" y="22532"/>
                        <a:pt x="9049" y="22247"/>
                      </a:cubicBezTo>
                      <a:cubicBezTo>
                        <a:pt x="14097" y="19294"/>
                        <a:pt x="18097" y="12341"/>
                        <a:pt x="18097" y="6530"/>
                      </a:cubicBezTo>
                      <a:cubicBezTo>
                        <a:pt x="18097" y="5959"/>
                        <a:pt x="18097" y="5483"/>
                        <a:pt x="18097" y="5006"/>
                      </a:cubicBezTo>
                      <a:lnTo>
                        <a:pt x="19336" y="2816"/>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8" name="Google Shape;1638;p33"/>
                <p:cNvSpPr/>
                <p:nvPr/>
              </p:nvSpPr>
              <p:spPr>
                <a:xfrm>
                  <a:off x="3144929" y="5349016"/>
                  <a:ext cx="17430" cy="23960"/>
                </a:xfrm>
                <a:custGeom>
                  <a:avLst/>
                  <a:gdLst/>
                  <a:ahLst/>
                  <a:cxnLst/>
                  <a:rect l="l" t="t" r="r" b="b"/>
                  <a:pathLst>
                    <a:path w="17430" h="23960" extrusionOk="0">
                      <a:moveTo>
                        <a:pt x="4572" y="23961"/>
                      </a:moveTo>
                      <a:cubicBezTo>
                        <a:pt x="2953" y="23009"/>
                        <a:pt x="2000" y="21008"/>
                        <a:pt x="2000" y="18151"/>
                      </a:cubicBezTo>
                      <a:cubicBezTo>
                        <a:pt x="2000" y="12340"/>
                        <a:pt x="6096" y="5292"/>
                        <a:pt x="11049" y="2435"/>
                      </a:cubicBezTo>
                      <a:cubicBezTo>
                        <a:pt x="13526" y="1006"/>
                        <a:pt x="15812" y="911"/>
                        <a:pt x="17431" y="1768"/>
                      </a:cubicBezTo>
                      <a:lnTo>
                        <a:pt x="15526" y="625"/>
                      </a:lnTo>
                      <a:cubicBezTo>
                        <a:pt x="13907" y="-328"/>
                        <a:pt x="11621" y="-232"/>
                        <a:pt x="9144" y="1196"/>
                      </a:cubicBezTo>
                      <a:cubicBezTo>
                        <a:pt x="4096" y="4054"/>
                        <a:pt x="0" y="11102"/>
                        <a:pt x="0" y="16913"/>
                      </a:cubicBezTo>
                      <a:cubicBezTo>
                        <a:pt x="0" y="19865"/>
                        <a:pt x="1048" y="21961"/>
                        <a:pt x="2762" y="22818"/>
                      </a:cubicBezTo>
                      <a:lnTo>
                        <a:pt x="2762" y="22818"/>
                      </a:lnTo>
                      <a:lnTo>
                        <a:pt x="4572" y="2386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9" name="Google Shape;1639;p33"/>
                <p:cNvSpPr/>
                <p:nvPr/>
              </p:nvSpPr>
              <p:spPr>
                <a:xfrm>
                  <a:off x="3147787" y="5350699"/>
                  <a:ext cx="18192" cy="23452"/>
                </a:xfrm>
                <a:custGeom>
                  <a:avLst/>
                  <a:gdLst/>
                  <a:ahLst/>
                  <a:cxnLst/>
                  <a:rect l="l" t="t" r="r" b="b"/>
                  <a:pathLst>
                    <a:path w="18192" h="23452" extrusionOk="0">
                      <a:moveTo>
                        <a:pt x="18193" y="6466"/>
                      </a:moveTo>
                      <a:cubicBezTo>
                        <a:pt x="18193" y="12277"/>
                        <a:pt x="14097" y="19230"/>
                        <a:pt x="9049" y="22183"/>
                      </a:cubicBezTo>
                      <a:cubicBezTo>
                        <a:pt x="4096" y="25136"/>
                        <a:pt x="0" y="22754"/>
                        <a:pt x="0" y="16944"/>
                      </a:cubicBezTo>
                      <a:cubicBezTo>
                        <a:pt x="0" y="11134"/>
                        <a:pt x="4096" y="4085"/>
                        <a:pt x="9049" y="1228"/>
                      </a:cubicBezTo>
                      <a:cubicBezTo>
                        <a:pt x="14097" y="-1630"/>
                        <a:pt x="18193" y="656"/>
                        <a:pt x="18193" y="646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40" name="Google Shape;1640;p33"/>
              <p:cNvSpPr/>
              <p:nvPr/>
            </p:nvSpPr>
            <p:spPr>
              <a:xfrm>
                <a:off x="3074635" y="5354404"/>
                <a:ext cx="76104" cy="68579"/>
              </a:xfrm>
              <a:custGeom>
                <a:avLst/>
                <a:gdLst/>
                <a:ahLst/>
                <a:cxnLst/>
                <a:rect l="l" t="t" r="r" b="b"/>
                <a:pathLst>
                  <a:path w="76104" h="68579" extrusionOk="0">
                    <a:moveTo>
                      <a:pt x="76105" y="2381"/>
                    </a:moveTo>
                    <a:lnTo>
                      <a:pt x="71914" y="0"/>
                    </a:lnTo>
                    <a:cubicBezTo>
                      <a:pt x="63055" y="2762"/>
                      <a:pt x="55054" y="6382"/>
                      <a:pt x="47911" y="10478"/>
                    </a:cubicBezTo>
                    <a:lnTo>
                      <a:pt x="47911" y="10478"/>
                    </a:lnTo>
                    <a:cubicBezTo>
                      <a:pt x="14383" y="28956"/>
                      <a:pt x="0" y="58864"/>
                      <a:pt x="0" y="66199"/>
                    </a:cubicBezTo>
                    <a:lnTo>
                      <a:pt x="4096" y="68580"/>
                    </a:lnTo>
                    <a:lnTo>
                      <a:pt x="76009" y="238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1" name="Google Shape;1641;p33"/>
              <p:cNvSpPr/>
              <p:nvPr/>
            </p:nvSpPr>
            <p:spPr>
              <a:xfrm>
                <a:off x="3078804" y="5351642"/>
                <a:ext cx="114322" cy="75818"/>
              </a:xfrm>
              <a:custGeom>
                <a:avLst/>
                <a:gdLst/>
                <a:ahLst/>
                <a:cxnLst/>
                <a:rect l="l" t="t" r="r" b="b"/>
                <a:pathLst>
                  <a:path w="114322" h="75818" extrusionOk="0">
                    <a:moveTo>
                      <a:pt x="114322" y="11811"/>
                    </a:moveTo>
                    <a:lnTo>
                      <a:pt x="98225" y="0"/>
                    </a:lnTo>
                    <a:cubicBezTo>
                      <a:pt x="28978" y="6477"/>
                      <a:pt x="-930" y="61055"/>
                      <a:pt x="22" y="71342"/>
                    </a:cubicBezTo>
                    <a:lnTo>
                      <a:pt x="28692" y="75819"/>
                    </a:lnTo>
                    <a:lnTo>
                      <a:pt x="114322" y="1181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2" name="Google Shape;1642;p33"/>
              <p:cNvSpPr/>
              <p:nvPr/>
            </p:nvSpPr>
            <p:spPr>
              <a:xfrm>
                <a:off x="3107496" y="5370864"/>
                <a:ext cx="87630" cy="56691"/>
              </a:xfrm>
              <a:custGeom>
                <a:avLst/>
                <a:gdLst/>
                <a:ahLst/>
                <a:cxnLst/>
                <a:rect l="l" t="t" r="r" b="b"/>
                <a:pathLst>
                  <a:path w="87630" h="56691" extrusionOk="0">
                    <a:moveTo>
                      <a:pt x="61627" y="17"/>
                    </a:moveTo>
                    <a:cubicBezTo>
                      <a:pt x="44387" y="1256"/>
                      <a:pt x="22765" y="17639"/>
                      <a:pt x="22765" y="17639"/>
                    </a:cubicBezTo>
                    <a:cubicBezTo>
                      <a:pt x="5715" y="32974"/>
                      <a:pt x="0" y="50691"/>
                      <a:pt x="0" y="56691"/>
                    </a:cubicBezTo>
                    <a:lnTo>
                      <a:pt x="0" y="56691"/>
                    </a:lnTo>
                    <a:lnTo>
                      <a:pt x="0" y="56691"/>
                    </a:lnTo>
                    <a:cubicBezTo>
                      <a:pt x="6668" y="56025"/>
                      <a:pt x="13049" y="54215"/>
                      <a:pt x="18193" y="51167"/>
                    </a:cubicBezTo>
                    <a:lnTo>
                      <a:pt x="84011" y="13162"/>
                    </a:lnTo>
                    <a:lnTo>
                      <a:pt x="87630" y="1256"/>
                    </a:lnTo>
                    <a:cubicBezTo>
                      <a:pt x="87630" y="1256"/>
                      <a:pt x="68675" y="-173"/>
                      <a:pt x="61531" y="1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3" name="Google Shape;1643;p33"/>
              <p:cNvSpPr/>
              <p:nvPr/>
            </p:nvSpPr>
            <p:spPr>
              <a:xfrm>
                <a:off x="3130261" y="5363548"/>
                <a:ext cx="64960" cy="25050"/>
              </a:xfrm>
              <a:custGeom>
                <a:avLst/>
                <a:gdLst/>
                <a:ahLst/>
                <a:cxnLst/>
                <a:rect l="l" t="t" r="r" b="b"/>
                <a:pathLst>
                  <a:path w="64960" h="25050" extrusionOk="0">
                    <a:moveTo>
                      <a:pt x="64960" y="8668"/>
                    </a:moveTo>
                    <a:lnTo>
                      <a:pt x="62865" y="0"/>
                    </a:lnTo>
                    <a:cubicBezTo>
                      <a:pt x="33242" y="2572"/>
                      <a:pt x="13240" y="13145"/>
                      <a:pt x="0" y="25051"/>
                    </a:cubicBezTo>
                    <a:cubicBezTo>
                      <a:pt x="0" y="25051"/>
                      <a:pt x="17621" y="11716"/>
                      <a:pt x="64960" y="866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44" name="Google Shape;1644;p33"/>
              <p:cNvGrpSpPr/>
              <p:nvPr/>
            </p:nvGrpSpPr>
            <p:grpSpPr>
              <a:xfrm>
                <a:off x="3159503" y="5374406"/>
                <a:ext cx="15715" cy="8572"/>
                <a:chOff x="3159503" y="5374406"/>
                <a:chExt cx="15715" cy="8572"/>
              </a:xfrm>
            </p:grpSpPr>
            <p:sp>
              <p:nvSpPr>
                <p:cNvPr id="1645" name="Google Shape;1645;p33"/>
                <p:cNvSpPr/>
                <p:nvPr/>
              </p:nvSpPr>
              <p:spPr>
                <a:xfrm>
                  <a:off x="3159503" y="5377168"/>
                  <a:ext cx="3048" cy="5810"/>
                </a:xfrm>
                <a:custGeom>
                  <a:avLst/>
                  <a:gdLst/>
                  <a:ahLst/>
                  <a:cxnLst/>
                  <a:rect l="l" t="t" r="r" b="b"/>
                  <a:pathLst>
                    <a:path w="3048" h="5810" extrusionOk="0">
                      <a:moveTo>
                        <a:pt x="0" y="5239"/>
                      </a:moveTo>
                      <a:lnTo>
                        <a:pt x="953" y="5810"/>
                      </a:lnTo>
                      <a:lnTo>
                        <a:pt x="3048" y="1619"/>
                      </a:lnTo>
                      <a:lnTo>
                        <a:pt x="2096" y="286"/>
                      </a:lnTo>
                      <a:lnTo>
                        <a:pt x="191" y="0"/>
                      </a:lnTo>
                      <a:lnTo>
                        <a:pt x="0" y="523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6" name="Google Shape;1646;p33"/>
                <p:cNvSpPr/>
                <p:nvPr/>
              </p:nvSpPr>
              <p:spPr>
                <a:xfrm>
                  <a:off x="3159598" y="5374406"/>
                  <a:ext cx="15525" cy="3714"/>
                </a:xfrm>
                <a:custGeom>
                  <a:avLst/>
                  <a:gdLst/>
                  <a:ahLst/>
                  <a:cxnLst/>
                  <a:rect l="l" t="t" r="r" b="b"/>
                  <a:pathLst>
                    <a:path w="15525" h="3714" extrusionOk="0">
                      <a:moveTo>
                        <a:pt x="1714" y="3715"/>
                      </a:moveTo>
                      <a:lnTo>
                        <a:pt x="12478" y="3143"/>
                      </a:lnTo>
                      <a:lnTo>
                        <a:pt x="15526" y="952"/>
                      </a:lnTo>
                      <a:lnTo>
                        <a:pt x="13906" y="0"/>
                      </a:lnTo>
                      <a:cubicBezTo>
                        <a:pt x="8763" y="762"/>
                        <a:pt x="4191" y="1714"/>
                        <a:pt x="0" y="2667"/>
                      </a:cubicBezTo>
                      <a:lnTo>
                        <a:pt x="1619" y="36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7" name="Google Shape;1647;p33"/>
                <p:cNvSpPr/>
                <p:nvPr/>
              </p:nvSpPr>
              <p:spPr>
                <a:xfrm>
                  <a:off x="3160455" y="5375454"/>
                  <a:ext cx="14763" cy="7524"/>
                </a:xfrm>
                <a:custGeom>
                  <a:avLst/>
                  <a:gdLst/>
                  <a:ahLst/>
                  <a:cxnLst/>
                  <a:rect l="l" t="t" r="r" b="b"/>
                  <a:pathLst>
                    <a:path w="14763" h="7524" extrusionOk="0">
                      <a:moveTo>
                        <a:pt x="0" y="7525"/>
                      </a:moveTo>
                      <a:cubicBezTo>
                        <a:pt x="4858" y="6953"/>
                        <a:pt x="9430" y="6572"/>
                        <a:pt x="13430" y="6287"/>
                      </a:cubicBezTo>
                      <a:lnTo>
                        <a:pt x="14764" y="0"/>
                      </a:lnTo>
                      <a:cubicBezTo>
                        <a:pt x="9620" y="762"/>
                        <a:pt x="5048" y="1714"/>
                        <a:pt x="953" y="2667"/>
                      </a:cubicBezTo>
                      <a:lnTo>
                        <a:pt x="0" y="752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48" name="Google Shape;1648;p33"/>
              <p:cNvGrpSpPr/>
              <p:nvPr/>
            </p:nvGrpSpPr>
            <p:grpSpPr>
              <a:xfrm>
                <a:off x="3150263" y="5377264"/>
                <a:ext cx="10287" cy="6858"/>
                <a:chOff x="3150263" y="5377264"/>
                <a:chExt cx="10287" cy="6858"/>
              </a:xfrm>
            </p:grpSpPr>
            <p:sp>
              <p:nvSpPr>
                <p:cNvPr id="1649" name="Google Shape;1649;p33"/>
                <p:cNvSpPr/>
                <p:nvPr/>
              </p:nvSpPr>
              <p:spPr>
                <a:xfrm>
                  <a:off x="3150263" y="5379550"/>
                  <a:ext cx="2095" cy="4572"/>
                </a:xfrm>
                <a:custGeom>
                  <a:avLst/>
                  <a:gdLst/>
                  <a:ahLst/>
                  <a:cxnLst/>
                  <a:rect l="l" t="t" r="r" b="b"/>
                  <a:pathLst>
                    <a:path w="2095" h="4572" extrusionOk="0">
                      <a:moveTo>
                        <a:pt x="0" y="3905"/>
                      </a:moveTo>
                      <a:lnTo>
                        <a:pt x="953" y="4572"/>
                      </a:lnTo>
                      <a:lnTo>
                        <a:pt x="2096" y="953"/>
                      </a:lnTo>
                      <a:lnTo>
                        <a:pt x="476" y="0"/>
                      </a:lnTo>
                      <a:lnTo>
                        <a:pt x="0" y="390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0" name="Google Shape;1650;p33"/>
                <p:cNvSpPr/>
                <p:nvPr/>
              </p:nvSpPr>
              <p:spPr>
                <a:xfrm>
                  <a:off x="3150740" y="5377264"/>
                  <a:ext cx="9715" cy="3428"/>
                </a:xfrm>
                <a:custGeom>
                  <a:avLst/>
                  <a:gdLst/>
                  <a:ahLst/>
                  <a:cxnLst/>
                  <a:rect l="l" t="t" r="r" b="b"/>
                  <a:pathLst>
                    <a:path w="9715" h="3428" extrusionOk="0">
                      <a:moveTo>
                        <a:pt x="1143" y="3429"/>
                      </a:moveTo>
                      <a:cubicBezTo>
                        <a:pt x="4000" y="3048"/>
                        <a:pt x="9715" y="1143"/>
                        <a:pt x="9715" y="1143"/>
                      </a:cubicBezTo>
                      <a:lnTo>
                        <a:pt x="8572" y="0"/>
                      </a:lnTo>
                      <a:cubicBezTo>
                        <a:pt x="5429" y="762"/>
                        <a:pt x="2572" y="1524"/>
                        <a:pt x="0" y="2286"/>
                      </a:cubicBezTo>
                      <a:lnTo>
                        <a:pt x="1143" y="333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1" name="Google Shape;1651;p33"/>
                <p:cNvSpPr/>
                <p:nvPr/>
              </p:nvSpPr>
              <p:spPr>
                <a:xfrm>
                  <a:off x="3151216" y="5378407"/>
                  <a:ext cx="9334" cy="5715"/>
                </a:xfrm>
                <a:custGeom>
                  <a:avLst/>
                  <a:gdLst/>
                  <a:ahLst/>
                  <a:cxnLst/>
                  <a:rect l="l" t="t" r="r" b="b"/>
                  <a:pathLst>
                    <a:path w="9334" h="5715" extrusionOk="0">
                      <a:moveTo>
                        <a:pt x="0" y="5715"/>
                      </a:moveTo>
                      <a:cubicBezTo>
                        <a:pt x="2858" y="5334"/>
                        <a:pt x="5620" y="4953"/>
                        <a:pt x="8572" y="4667"/>
                      </a:cubicBezTo>
                      <a:lnTo>
                        <a:pt x="9335" y="0"/>
                      </a:lnTo>
                      <a:cubicBezTo>
                        <a:pt x="6191" y="762"/>
                        <a:pt x="3334" y="1524"/>
                        <a:pt x="762" y="2286"/>
                      </a:cubicBezTo>
                      <a:lnTo>
                        <a:pt x="95" y="57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652" name="Google Shape;1652;p33"/>
          <p:cNvGrpSpPr/>
          <p:nvPr/>
        </p:nvGrpSpPr>
        <p:grpSpPr>
          <a:xfrm>
            <a:off x="6700708" y="3086312"/>
            <a:ext cx="1733136" cy="1708141"/>
            <a:chOff x="1495104" y="2372126"/>
            <a:chExt cx="858583" cy="846201"/>
          </a:xfrm>
        </p:grpSpPr>
        <p:grpSp>
          <p:nvGrpSpPr>
            <p:cNvPr id="1653" name="Google Shape;1653;p33"/>
            <p:cNvGrpSpPr/>
            <p:nvPr/>
          </p:nvGrpSpPr>
          <p:grpSpPr>
            <a:xfrm>
              <a:off x="1985070" y="2709025"/>
              <a:ext cx="161067" cy="194215"/>
              <a:chOff x="1985070" y="2709025"/>
              <a:chExt cx="161067" cy="194215"/>
            </a:xfrm>
          </p:grpSpPr>
          <p:sp>
            <p:nvSpPr>
              <p:cNvPr id="1654" name="Google Shape;1654;p33"/>
              <p:cNvSpPr/>
              <p:nvPr/>
            </p:nvSpPr>
            <p:spPr>
              <a:xfrm>
                <a:off x="1985070" y="2749126"/>
                <a:ext cx="91725" cy="154114"/>
              </a:xfrm>
              <a:custGeom>
                <a:avLst/>
                <a:gdLst/>
                <a:ahLst/>
                <a:cxnLst/>
                <a:rect l="l" t="t" r="r" b="b"/>
                <a:pathLst>
                  <a:path w="91725" h="154114" extrusionOk="0">
                    <a:moveTo>
                      <a:pt x="0" y="0"/>
                    </a:moveTo>
                    <a:lnTo>
                      <a:pt x="0" y="101155"/>
                    </a:lnTo>
                    <a:lnTo>
                      <a:pt x="91726" y="154114"/>
                    </a:lnTo>
                    <a:lnTo>
                      <a:pt x="91726" y="52959"/>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5" name="Google Shape;1655;p33"/>
              <p:cNvSpPr/>
              <p:nvPr/>
            </p:nvSpPr>
            <p:spPr>
              <a:xfrm>
                <a:off x="1985070" y="2709025"/>
                <a:ext cx="161067" cy="93059"/>
              </a:xfrm>
              <a:custGeom>
                <a:avLst/>
                <a:gdLst/>
                <a:ahLst/>
                <a:cxnLst/>
                <a:rect l="l" t="t" r="r" b="b"/>
                <a:pathLst>
                  <a:path w="161067" h="93059" extrusionOk="0">
                    <a:moveTo>
                      <a:pt x="0" y="40100"/>
                    </a:moveTo>
                    <a:lnTo>
                      <a:pt x="69437" y="0"/>
                    </a:lnTo>
                    <a:lnTo>
                      <a:pt x="161068" y="52959"/>
                    </a:lnTo>
                    <a:lnTo>
                      <a:pt x="91726" y="93059"/>
                    </a:lnTo>
                    <a:lnTo>
                      <a:pt x="0" y="4010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6" name="Google Shape;1656;p33"/>
              <p:cNvSpPr/>
              <p:nvPr/>
            </p:nvSpPr>
            <p:spPr>
              <a:xfrm>
                <a:off x="2076796" y="2761984"/>
                <a:ext cx="69341" cy="141255"/>
              </a:xfrm>
              <a:custGeom>
                <a:avLst/>
                <a:gdLst/>
                <a:ahLst/>
                <a:cxnLst/>
                <a:rect l="l" t="t" r="r" b="b"/>
                <a:pathLst>
                  <a:path w="69341" h="141255" extrusionOk="0">
                    <a:moveTo>
                      <a:pt x="0" y="40100"/>
                    </a:moveTo>
                    <a:lnTo>
                      <a:pt x="69342" y="0"/>
                    </a:lnTo>
                    <a:lnTo>
                      <a:pt x="69342" y="73247"/>
                    </a:lnTo>
                    <a:lnTo>
                      <a:pt x="53245" y="110490"/>
                    </a:lnTo>
                    <a:lnTo>
                      <a:pt x="0" y="141256"/>
                    </a:lnTo>
                    <a:lnTo>
                      <a:pt x="0" y="4010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57" name="Google Shape;1657;p33"/>
            <p:cNvGrpSpPr/>
            <p:nvPr/>
          </p:nvGrpSpPr>
          <p:grpSpPr>
            <a:xfrm>
              <a:off x="1550826" y="2730266"/>
              <a:ext cx="743807" cy="488061"/>
              <a:chOff x="1550826" y="2730266"/>
              <a:chExt cx="743807" cy="488061"/>
            </a:xfrm>
          </p:grpSpPr>
          <p:grpSp>
            <p:nvGrpSpPr>
              <p:cNvPr id="1658" name="Google Shape;1658;p33"/>
              <p:cNvGrpSpPr/>
              <p:nvPr/>
            </p:nvGrpSpPr>
            <p:grpSpPr>
              <a:xfrm>
                <a:off x="1550826" y="2731981"/>
                <a:ext cx="743807" cy="486346"/>
                <a:chOff x="1550826" y="2731981"/>
                <a:chExt cx="743807" cy="486346"/>
              </a:xfrm>
            </p:grpSpPr>
            <p:sp>
              <p:nvSpPr>
                <p:cNvPr id="1659" name="Google Shape;1659;p33"/>
                <p:cNvSpPr/>
                <p:nvPr/>
              </p:nvSpPr>
              <p:spPr>
                <a:xfrm>
                  <a:off x="1550826" y="2921338"/>
                  <a:ext cx="415956" cy="296989"/>
                </a:xfrm>
                <a:custGeom>
                  <a:avLst/>
                  <a:gdLst/>
                  <a:ahLst/>
                  <a:cxnLst/>
                  <a:rect l="l" t="t" r="r" b="b"/>
                  <a:pathLst>
                    <a:path w="415956" h="296989" extrusionOk="0">
                      <a:moveTo>
                        <a:pt x="415957" y="296989"/>
                      </a:moveTo>
                      <a:lnTo>
                        <a:pt x="0" y="56959"/>
                      </a:lnTo>
                      <a:lnTo>
                        <a:pt x="0" y="0"/>
                      </a:lnTo>
                      <a:lnTo>
                        <a:pt x="415957" y="240125"/>
                      </a:lnTo>
                      <a:lnTo>
                        <a:pt x="415957" y="29698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0" name="Google Shape;1660;p33"/>
                <p:cNvSpPr/>
                <p:nvPr/>
              </p:nvSpPr>
              <p:spPr>
                <a:xfrm>
                  <a:off x="1966782" y="2972106"/>
                  <a:ext cx="327850" cy="246221"/>
                </a:xfrm>
                <a:custGeom>
                  <a:avLst/>
                  <a:gdLst/>
                  <a:ahLst/>
                  <a:cxnLst/>
                  <a:rect l="l" t="t" r="r" b="b"/>
                  <a:pathLst>
                    <a:path w="327850" h="246221" extrusionOk="0">
                      <a:moveTo>
                        <a:pt x="0" y="246221"/>
                      </a:moveTo>
                      <a:lnTo>
                        <a:pt x="0" y="189357"/>
                      </a:lnTo>
                      <a:lnTo>
                        <a:pt x="327850" y="0"/>
                      </a:lnTo>
                      <a:lnTo>
                        <a:pt x="327850" y="56960"/>
                      </a:lnTo>
                      <a:lnTo>
                        <a:pt x="0" y="24622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1" name="Google Shape;1661;p33"/>
                <p:cNvSpPr/>
                <p:nvPr/>
              </p:nvSpPr>
              <p:spPr>
                <a:xfrm>
                  <a:off x="1550826" y="2731981"/>
                  <a:ext cx="743807" cy="429482"/>
                </a:xfrm>
                <a:custGeom>
                  <a:avLst/>
                  <a:gdLst/>
                  <a:ahLst/>
                  <a:cxnLst/>
                  <a:rect l="l" t="t" r="r" b="b"/>
                  <a:pathLst>
                    <a:path w="743807" h="429482" extrusionOk="0">
                      <a:moveTo>
                        <a:pt x="415957" y="429482"/>
                      </a:moveTo>
                      <a:lnTo>
                        <a:pt x="0" y="189357"/>
                      </a:lnTo>
                      <a:lnTo>
                        <a:pt x="327946" y="0"/>
                      </a:lnTo>
                      <a:lnTo>
                        <a:pt x="743807" y="240125"/>
                      </a:lnTo>
                      <a:lnTo>
                        <a:pt x="415957" y="42948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62" name="Google Shape;1662;p33"/>
              <p:cNvGrpSpPr/>
              <p:nvPr/>
            </p:nvGrpSpPr>
            <p:grpSpPr>
              <a:xfrm>
                <a:off x="1589021" y="2730266"/>
                <a:ext cx="695229" cy="405479"/>
                <a:chOff x="1589021" y="2730266"/>
                <a:chExt cx="695229" cy="405479"/>
              </a:xfrm>
            </p:grpSpPr>
            <p:sp>
              <p:nvSpPr>
                <p:cNvPr id="1663" name="Google Shape;1663;p33"/>
                <p:cNvSpPr/>
                <p:nvPr/>
              </p:nvSpPr>
              <p:spPr>
                <a:xfrm>
                  <a:off x="1589021" y="2753888"/>
                  <a:ext cx="695229" cy="381857"/>
                </a:xfrm>
                <a:custGeom>
                  <a:avLst/>
                  <a:gdLst/>
                  <a:ahLst/>
                  <a:cxnLst/>
                  <a:rect l="l" t="t" r="r" b="b"/>
                  <a:pathLst>
                    <a:path w="695229" h="381857" extrusionOk="0">
                      <a:moveTo>
                        <a:pt x="677704" y="202121"/>
                      </a:moveTo>
                      <a:lnTo>
                        <a:pt x="327660" y="0"/>
                      </a:lnTo>
                      <a:lnTo>
                        <a:pt x="272415" y="0"/>
                      </a:lnTo>
                      <a:lnTo>
                        <a:pt x="0" y="157258"/>
                      </a:lnTo>
                      <a:lnTo>
                        <a:pt x="0" y="177546"/>
                      </a:lnTo>
                      <a:lnTo>
                        <a:pt x="353949" y="381857"/>
                      </a:lnTo>
                      <a:lnTo>
                        <a:pt x="401479" y="381857"/>
                      </a:lnTo>
                      <a:lnTo>
                        <a:pt x="695230" y="212217"/>
                      </a:lnTo>
                      <a:lnTo>
                        <a:pt x="695230" y="204502"/>
                      </a:lnTo>
                      <a:lnTo>
                        <a:pt x="677704" y="20212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4" name="Google Shape;1664;p33"/>
                <p:cNvSpPr/>
                <p:nvPr/>
              </p:nvSpPr>
              <p:spPr>
                <a:xfrm>
                  <a:off x="1589021" y="2730266"/>
                  <a:ext cx="695229" cy="397764"/>
                </a:xfrm>
                <a:custGeom>
                  <a:avLst/>
                  <a:gdLst/>
                  <a:ahLst/>
                  <a:cxnLst/>
                  <a:rect l="l" t="t" r="r" b="b"/>
                  <a:pathLst>
                    <a:path w="695229" h="397764" extrusionOk="0">
                      <a:moveTo>
                        <a:pt x="300038" y="0"/>
                      </a:moveTo>
                      <a:lnTo>
                        <a:pt x="0" y="173165"/>
                      </a:lnTo>
                      <a:lnTo>
                        <a:pt x="0" y="193453"/>
                      </a:lnTo>
                      <a:lnTo>
                        <a:pt x="353949" y="397764"/>
                      </a:lnTo>
                      <a:lnTo>
                        <a:pt x="401479" y="397764"/>
                      </a:lnTo>
                      <a:lnTo>
                        <a:pt x="695230" y="228124"/>
                      </a:lnTo>
                      <a:lnTo>
                        <a:pt x="300038"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5" name="Google Shape;1665;p33"/>
                <p:cNvSpPr/>
                <p:nvPr/>
              </p:nvSpPr>
              <p:spPr>
                <a:xfrm>
                  <a:off x="1600355" y="2743316"/>
                  <a:ext cx="661225" cy="373379"/>
                </a:xfrm>
                <a:custGeom>
                  <a:avLst/>
                  <a:gdLst/>
                  <a:ahLst/>
                  <a:cxnLst/>
                  <a:rect l="l" t="t" r="r" b="b"/>
                  <a:pathLst>
                    <a:path w="661225" h="373379" extrusionOk="0">
                      <a:moveTo>
                        <a:pt x="288703" y="0"/>
                      </a:moveTo>
                      <a:lnTo>
                        <a:pt x="0" y="166688"/>
                      </a:lnTo>
                      <a:lnTo>
                        <a:pt x="0" y="173831"/>
                      </a:lnTo>
                      <a:lnTo>
                        <a:pt x="345567" y="373380"/>
                      </a:lnTo>
                      <a:lnTo>
                        <a:pt x="387191" y="373380"/>
                      </a:lnTo>
                      <a:lnTo>
                        <a:pt x="661226" y="215075"/>
                      </a:lnTo>
                      <a:lnTo>
                        <a:pt x="288703" y="0"/>
                      </a:lnTo>
                      <a:close/>
                    </a:path>
                  </a:pathLst>
                </a:custGeom>
                <a:solidFill>
                  <a:srgbClr val="303033">
                    <a:alpha val="6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666" name="Google Shape;1666;p33"/>
            <p:cNvGrpSpPr/>
            <p:nvPr/>
          </p:nvGrpSpPr>
          <p:grpSpPr>
            <a:xfrm>
              <a:off x="2005263" y="2788654"/>
              <a:ext cx="65151" cy="63818"/>
              <a:chOff x="2005263" y="2788654"/>
              <a:chExt cx="65151" cy="63818"/>
            </a:xfrm>
          </p:grpSpPr>
          <p:sp>
            <p:nvSpPr>
              <p:cNvPr id="1667" name="Google Shape;1667;p33"/>
              <p:cNvSpPr/>
              <p:nvPr/>
            </p:nvSpPr>
            <p:spPr>
              <a:xfrm>
                <a:off x="2005263" y="2819230"/>
                <a:ext cx="34766" cy="33242"/>
              </a:xfrm>
              <a:custGeom>
                <a:avLst/>
                <a:gdLst/>
                <a:ahLst/>
                <a:cxnLst/>
                <a:rect l="l" t="t" r="r" b="b"/>
                <a:pathLst>
                  <a:path w="34766" h="33242" extrusionOk="0">
                    <a:moveTo>
                      <a:pt x="0" y="0"/>
                    </a:moveTo>
                    <a:lnTo>
                      <a:pt x="0" y="13144"/>
                    </a:lnTo>
                    <a:lnTo>
                      <a:pt x="34766" y="33242"/>
                    </a:lnTo>
                    <a:lnTo>
                      <a:pt x="34766" y="20098"/>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8" name="Google Shape;1668;p33"/>
              <p:cNvSpPr/>
              <p:nvPr/>
            </p:nvSpPr>
            <p:spPr>
              <a:xfrm>
                <a:off x="2005263" y="2788654"/>
                <a:ext cx="65151" cy="50673"/>
              </a:xfrm>
              <a:custGeom>
                <a:avLst/>
                <a:gdLst/>
                <a:ahLst/>
                <a:cxnLst/>
                <a:rect l="l" t="t" r="r" b="b"/>
                <a:pathLst>
                  <a:path w="65151" h="50673" extrusionOk="0">
                    <a:moveTo>
                      <a:pt x="0" y="30575"/>
                    </a:moveTo>
                    <a:lnTo>
                      <a:pt x="30385" y="0"/>
                    </a:lnTo>
                    <a:lnTo>
                      <a:pt x="65151" y="20003"/>
                    </a:lnTo>
                    <a:lnTo>
                      <a:pt x="34766" y="50673"/>
                    </a:lnTo>
                    <a:lnTo>
                      <a:pt x="0" y="3057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9" name="Google Shape;1669;p33"/>
              <p:cNvSpPr/>
              <p:nvPr/>
            </p:nvSpPr>
            <p:spPr>
              <a:xfrm>
                <a:off x="2040030" y="2808657"/>
                <a:ext cx="30384" cy="43814"/>
              </a:xfrm>
              <a:custGeom>
                <a:avLst/>
                <a:gdLst/>
                <a:ahLst/>
                <a:cxnLst/>
                <a:rect l="l" t="t" r="r" b="b"/>
                <a:pathLst>
                  <a:path w="30384" h="43814" extrusionOk="0">
                    <a:moveTo>
                      <a:pt x="0" y="30671"/>
                    </a:moveTo>
                    <a:lnTo>
                      <a:pt x="30385" y="0"/>
                    </a:lnTo>
                    <a:lnTo>
                      <a:pt x="30385" y="26289"/>
                    </a:lnTo>
                    <a:lnTo>
                      <a:pt x="0" y="43815"/>
                    </a:lnTo>
                    <a:lnTo>
                      <a:pt x="0" y="3067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70" name="Google Shape;1670;p33"/>
            <p:cNvGrpSpPr/>
            <p:nvPr/>
          </p:nvGrpSpPr>
          <p:grpSpPr>
            <a:xfrm>
              <a:off x="2015360" y="2372126"/>
              <a:ext cx="263175" cy="411860"/>
              <a:chOff x="2015360" y="2372126"/>
              <a:chExt cx="263175" cy="411860"/>
            </a:xfrm>
          </p:grpSpPr>
          <p:grpSp>
            <p:nvGrpSpPr>
              <p:cNvPr id="1671" name="Google Shape;1671;p33"/>
              <p:cNvGrpSpPr/>
              <p:nvPr/>
            </p:nvGrpSpPr>
            <p:grpSpPr>
              <a:xfrm>
                <a:off x="2015360" y="2694643"/>
                <a:ext cx="100203" cy="89343"/>
                <a:chOff x="2015360" y="2694643"/>
                <a:chExt cx="100203" cy="89343"/>
              </a:xfrm>
            </p:grpSpPr>
            <p:sp>
              <p:nvSpPr>
                <p:cNvPr id="1672" name="Google Shape;1672;p33"/>
                <p:cNvSpPr/>
                <p:nvPr/>
              </p:nvSpPr>
              <p:spPr>
                <a:xfrm>
                  <a:off x="2069843" y="2726075"/>
                  <a:ext cx="45720" cy="57911"/>
                </a:xfrm>
                <a:custGeom>
                  <a:avLst/>
                  <a:gdLst/>
                  <a:ahLst/>
                  <a:cxnLst/>
                  <a:rect l="l" t="t" r="r" b="b"/>
                  <a:pathLst>
                    <a:path w="45720" h="57911" extrusionOk="0">
                      <a:moveTo>
                        <a:pt x="0" y="57912"/>
                      </a:moveTo>
                      <a:lnTo>
                        <a:pt x="45720" y="31432"/>
                      </a:lnTo>
                      <a:lnTo>
                        <a:pt x="45720" y="0"/>
                      </a:lnTo>
                      <a:lnTo>
                        <a:pt x="0" y="26479"/>
                      </a:lnTo>
                      <a:lnTo>
                        <a:pt x="0" y="57912"/>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3" name="Google Shape;1673;p33"/>
                <p:cNvSpPr/>
                <p:nvPr/>
              </p:nvSpPr>
              <p:spPr>
                <a:xfrm>
                  <a:off x="2015360" y="2721122"/>
                  <a:ext cx="54482" cy="62864"/>
                </a:xfrm>
                <a:custGeom>
                  <a:avLst/>
                  <a:gdLst/>
                  <a:ahLst/>
                  <a:cxnLst/>
                  <a:rect l="l" t="t" r="r" b="b"/>
                  <a:pathLst>
                    <a:path w="54482" h="62864" extrusionOk="0">
                      <a:moveTo>
                        <a:pt x="54483" y="62865"/>
                      </a:moveTo>
                      <a:lnTo>
                        <a:pt x="54483" y="31433"/>
                      </a:lnTo>
                      <a:lnTo>
                        <a:pt x="0" y="0"/>
                      </a:lnTo>
                      <a:lnTo>
                        <a:pt x="0" y="31433"/>
                      </a:lnTo>
                      <a:lnTo>
                        <a:pt x="54483" y="628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4" name="Google Shape;1674;p33"/>
                <p:cNvSpPr/>
                <p:nvPr/>
              </p:nvSpPr>
              <p:spPr>
                <a:xfrm>
                  <a:off x="2015360" y="2694643"/>
                  <a:ext cx="100202" cy="57912"/>
                </a:xfrm>
                <a:custGeom>
                  <a:avLst/>
                  <a:gdLst/>
                  <a:ahLst/>
                  <a:cxnLst/>
                  <a:rect l="l" t="t" r="r" b="b"/>
                  <a:pathLst>
                    <a:path w="100202" h="57912" extrusionOk="0">
                      <a:moveTo>
                        <a:pt x="54483" y="57912"/>
                      </a:moveTo>
                      <a:lnTo>
                        <a:pt x="100203" y="31433"/>
                      </a:lnTo>
                      <a:lnTo>
                        <a:pt x="45720" y="0"/>
                      </a:lnTo>
                      <a:lnTo>
                        <a:pt x="0" y="26479"/>
                      </a:lnTo>
                      <a:lnTo>
                        <a:pt x="54483" y="579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75" name="Google Shape;1675;p33"/>
              <p:cNvGrpSpPr/>
              <p:nvPr/>
            </p:nvGrpSpPr>
            <p:grpSpPr>
              <a:xfrm>
                <a:off x="2024789" y="2565579"/>
                <a:ext cx="80010" cy="181641"/>
                <a:chOff x="2024789" y="2565579"/>
                <a:chExt cx="80010" cy="181641"/>
              </a:xfrm>
            </p:grpSpPr>
            <p:grpSp>
              <p:nvGrpSpPr>
                <p:cNvPr id="1676" name="Google Shape;1676;p33"/>
                <p:cNvGrpSpPr/>
                <p:nvPr/>
              </p:nvGrpSpPr>
              <p:grpSpPr>
                <a:xfrm>
                  <a:off x="2024789" y="2565579"/>
                  <a:ext cx="39338" cy="158210"/>
                  <a:chOff x="2024789" y="2565579"/>
                  <a:chExt cx="39338" cy="158210"/>
                </a:xfrm>
              </p:grpSpPr>
              <p:sp>
                <p:nvSpPr>
                  <p:cNvPr id="1677" name="Google Shape;1677;p33"/>
                  <p:cNvSpPr/>
                  <p:nvPr/>
                </p:nvSpPr>
                <p:spPr>
                  <a:xfrm>
                    <a:off x="2024789" y="2584153"/>
                    <a:ext cx="7048" cy="139636"/>
                  </a:xfrm>
                  <a:custGeom>
                    <a:avLst/>
                    <a:gdLst/>
                    <a:ahLst/>
                    <a:cxnLst/>
                    <a:rect l="l" t="t" r="r" b="b"/>
                    <a:pathLst>
                      <a:path w="7048" h="139636" extrusionOk="0">
                        <a:moveTo>
                          <a:pt x="0" y="0"/>
                        </a:moveTo>
                        <a:lnTo>
                          <a:pt x="0" y="135541"/>
                        </a:lnTo>
                        <a:lnTo>
                          <a:pt x="7049" y="139637"/>
                        </a:lnTo>
                        <a:lnTo>
                          <a:pt x="7049" y="409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8" name="Google Shape;1678;p33"/>
                  <p:cNvSpPr/>
                  <p:nvPr/>
                </p:nvSpPr>
                <p:spPr>
                  <a:xfrm>
                    <a:off x="2024789" y="2565579"/>
                    <a:ext cx="39338" cy="22669"/>
                  </a:xfrm>
                  <a:custGeom>
                    <a:avLst/>
                    <a:gdLst/>
                    <a:ahLst/>
                    <a:cxnLst/>
                    <a:rect l="l" t="t" r="r" b="b"/>
                    <a:pathLst>
                      <a:path w="39338" h="22669" extrusionOk="0">
                        <a:moveTo>
                          <a:pt x="0" y="18574"/>
                        </a:moveTo>
                        <a:lnTo>
                          <a:pt x="7049" y="22670"/>
                        </a:lnTo>
                        <a:lnTo>
                          <a:pt x="39338" y="4000"/>
                        </a:lnTo>
                        <a:lnTo>
                          <a:pt x="32290" y="0"/>
                        </a:lnTo>
                        <a:lnTo>
                          <a:pt x="0" y="18574"/>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9" name="Google Shape;1679;p33"/>
                  <p:cNvSpPr/>
                  <p:nvPr/>
                </p:nvSpPr>
                <p:spPr>
                  <a:xfrm>
                    <a:off x="2031838" y="2569579"/>
                    <a:ext cx="32289" cy="154209"/>
                  </a:xfrm>
                  <a:custGeom>
                    <a:avLst/>
                    <a:gdLst/>
                    <a:ahLst/>
                    <a:cxnLst/>
                    <a:rect l="l" t="t" r="r" b="b"/>
                    <a:pathLst>
                      <a:path w="32289" h="154209" extrusionOk="0">
                        <a:moveTo>
                          <a:pt x="0" y="18669"/>
                        </a:moveTo>
                        <a:lnTo>
                          <a:pt x="0" y="154210"/>
                        </a:lnTo>
                        <a:lnTo>
                          <a:pt x="32290" y="135636"/>
                        </a:lnTo>
                        <a:lnTo>
                          <a:pt x="32290" y="0"/>
                        </a:lnTo>
                        <a:lnTo>
                          <a:pt x="0" y="1866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0" name="Google Shape;1680;p33"/>
                  <p:cNvSpPr/>
                  <p:nvPr/>
                </p:nvSpPr>
                <p:spPr>
                  <a:xfrm>
                    <a:off x="2042982" y="2576057"/>
                    <a:ext cx="10001" cy="141350"/>
                  </a:xfrm>
                  <a:custGeom>
                    <a:avLst/>
                    <a:gdLst/>
                    <a:ahLst/>
                    <a:cxnLst/>
                    <a:rect l="l" t="t" r="r" b="b"/>
                    <a:pathLst>
                      <a:path w="10001" h="141350" extrusionOk="0">
                        <a:moveTo>
                          <a:pt x="0" y="5810"/>
                        </a:moveTo>
                        <a:lnTo>
                          <a:pt x="0" y="141351"/>
                        </a:lnTo>
                        <a:lnTo>
                          <a:pt x="10001" y="135541"/>
                        </a:lnTo>
                        <a:lnTo>
                          <a:pt x="10001" y="0"/>
                        </a:lnTo>
                        <a:lnTo>
                          <a:pt x="0" y="5810"/>
                        </a:ln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1" name="Google Shape;1681;p33"/>
                  <p:cNvSpPr/>
                  <p:nvPr/>
                </p:nvSpPr>
                <p:spPr>
                  <a:xfrm>
                    <a:off x="2044601" y="2578724"/>
                    <a:ext cx="6858" cy="135635"/>
                  </a:xfrm>
                  <a:custGeom>
                    <a:avLst/>
                    <a:gdLst/>
                    <a:ahLst/>
                    <a:cxnLst/>
                    <a:rect l="l" t="t" r="r" b="b"/>
                    <a:pathLst>
                      <a:path w="6858" h="135635" extrusionOk="0">
                        <a:moveTo>
                          <a:pt x="6858" y="0"/>
                        </a:moveTo>
                        <a:lnTo>
                          <a:pt x="4953" y="1143"/>
                        </a:lnTo>
                        <a:lnTo>
                          <a:pt x="4953" y="130683"/>
                        </a:lnTo>
                        <a:lnTo>
                          <a:pt x="0" y="133445"/>
                        </a:lnTo>
                        <a:lnTo>
                          <a:pt x="0" y="135636"/>
                        </a:lnTo>
                        <a:lnTo>
                          <a:pt x="6858" y="131731"/>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2" name="Google Shape;1682;p33"/>
                  <p:cNvSpPr/>
                  <p:nvPr/>
                </p:nvSpPr>
                <p:spPr>
                  <a:xfrm>
                    <a:off x="2044601" y="2579867"/>
                    <a:ext cx="4953" cy="132302"/>
                  </a:xfrm>
                  <a:custGeom>
                    <a:avLst/>
                    <a:gdLst/>
                    <a:ahLst/>
                    <a:cxnLst/>
                    <a:rect l="l" t="t" r="r" b="b"/>
                    <a:pathLst>
                      <a:path w="4953" h="132302" extrusionOk="0">
                        <a:moveTo>
                          <a:pt x="4953" y="0"/>
                        </a:moveTo>
                        <a:lnTo>
                          <a:pt x="0" y="2858"/>
                        </a:lnTo>
                        <a:lnTo>
                          <a:pt x="0" y="132302"/>
                        </a:lnTo>
                        <a:lnTo>
                          <a:pt x="4953" y="129540"/>
                        </a:lnTo>
                        <a:lnTo>
                          <a:pt x="4953"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83" name="Google Shape;1683;p33"/>
                <p:cNvGrpSpPr/>
                <p:nvPr/>
              </p:nvGrpSpPr>
              <p:grpSpPr>
                <a:xfrm>
                  <a:off x="2065556" y="2589011"/>
                  <a:ext cx="39243" cy="158209"/>
                  <a:chOff x="2065556" y="2589011"/>
                  <a:chExt cx="39243" cy="158209"/>
                </a:xfrm>
              </p:grpSpPr>
              <p:sp>
                <p:nvSpPr>
                  <p:cNvPr id="1684" name="Google Shape;1684;p33"/>
                  <p:cNvSpPr/>
                  <p:nvPr/>
                </p:nvSpPr>
                <p:spPr>
                  <a:xfrm>
                    <a:off x="2065556" y="2607679"/>
                    <a:ext cx="7048" cy="139541"/>
                  </a:xfrm>
                  <a:custGeom>
                    <a:avLst/>
                    <a:gdLst/>
                    <a:ahLst/>
                    <a:cxnLst/>
                    <a:rect l="l" t="t" r="r" b="b"/>
                    <a:pathLst>
                      <a:path w="7048" h="139541" extrusionOk="0">
                        <a:moveTo>
                          <a:pt x="0" y="0"/>
                        </a:moveTo>
                        <a:lnTo>
                          <a:pt x="0" y="135446"/>
                        </a:lnTo>
                        <a:lnTo>
                          <a:pt x="7049" y="139541"/>
                        </a:lnTo>
                        <a:lnTo>
                          <a:pt x="7049" y="409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5" name="Google Shape;1685;p33"/>
                  <p:cNvSpPr/>
                  <p:nvPr/>
                </p:nvSpPr>
                <p:spPr>
                  <a:xfrm>
                    <a:off x="2065556" y="2589011"/>
                    <a:ext cx="39243" cy="22764"/>
                  </a:xfrm>
                  <a:custGeom>
                    <a:avLst/>
                    <a:gdLst/>
                    <a:ahLst/>
                    <a:cxnLst/>
                    <a:rect l="l" t="t" r="r" b="b"/>
                    <a:pathLst>
                      <a:path w="39243" h="22764" extrusionOk="0">
                        <a:moveTo>
                          <a:pt x="0" y="18669"/>
                        </a:moveTo>
                        <a:lnTo>
                          <a:pt x="7049" y="22765"/>
                        </a:lnTo>
                        <a:lnTo>
                          <a:pt x="39243" y="4096"/>
                        </a:lnTo>
                        <a:lnTo>
                          <a:pt x="32195" y="0"/>
                        </a:lnTo>
                        <a:lnTo>
                          <a:pt x="0" y="1866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6" name="Google Shape;1686;p33"/>
                  <p:cNvSpPr/>
                  <p:nvPr/>
                </p:nvSpPr>
                <p:spPr>
                  <a:xfrm>
                    <a:off x="2072605" y="2593106"/>
                    <a:ext cx="32194" cy="154114"/>
                  </a:xfrm>
                  <a:custGeom>
                    <a:avLst/>
                    <a:gdLst/>
                    <a:ahLst/>
                    <a:cxnLst/>
                    <a:rect l="l" t="t" r="r" b="b"/>
                    <a:pathLst>
                      <a:path w="32194" h="154114" extrusionOk="0">
                        <a:moveTo>
                          <a:pt x="0" y="18669"/>
                        </a:moveTo>
                        <a:lnTo>
                          <a:pt x="0" y="154115"/>
                        </a:lnTo>
                        <a:lnTo>
                          <a:pt x="32195" y="135541"/>
                        </a:lnTo>
                        <a:lnTo>
                          <a:pt x="32195" y="0"/>
                        </a:lnTo>
                        <a:lnTo>
                          <a:pt x="0" y="1866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7" name="Google Shape;1687;p33"/>
                  <p:cNvSpPr/>
                  <p:nvPr/>
                </p:nvSpPr>
                <p:spPr>
                  <a:xfrm>
                    <a:off x="2083654" y="2599583"/>
                    <a:ext cx="10001" cy="141255"/>
                  </a:xfrm>
                  <a:custGeom>
                    <a:avLst/>
                    <a:gdLst/>
                    <a:ahLst/>
                    <a:cxnLst/>
                    <a:rect l="l" t="t" r="r" b="b"/>
                    <a:pathLst>
                      <a:path w="10001" h="141255" extrusionOk="0">
                        <a:moveTo>
                          <a:pt x="0" y="5715"/>
                        </a:moveTo>
                        <a:lnTo>
                          <a:pt x="0" y="141256"/>
                        </a:lnTo>
                        <a:lnTo>
                          <a:pt x="10001" y="135541"/>
                        </a:lnTo>
                        <a:lnTo>
                          <a:pt x="10001" y="0"/>
                        </a:lnTo>
                        <a:lnTo>
                          <a:pt x="0" y="57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8" name="Google Shape;1688;p33"/>
                  <p:cNvSpPr/>
                  <p:nvPr/>
                </p:nvSpPr>
                <p:spPr>
                  <a:xfrm>
                    <a:off x="2085273" y="2602250"/>
                    <a:ext cx="6858" cy="135635"/>
                  </a:xfrm>
                  <a:custGeom>
                    <a:avLst/>
                    <a:gdLst/>
                    <a:ahLst/>
                    <a:cxnLst/>
                    <a:rect l="l" t="t" r="r" b="b"/>
                    <a:pathLst>
                      <a:path w="6858" h="135635" extrusionOk="0">
                        <a:moveTo>
                          <a:pt x="6858" y="0"/>
                        </a:moveTo>
                        <a:lnTo>
                          <a:pt x="5048" y="1048"/>
                        </a:lnTo>
                        <a:lnTo>
                          <a:pt x="5048" y="130588"/>
                        </a:lnTo>
                        <a:lnTo>
                          <a:pt x="0" y="133445"/>
                        </a:lnTo>
                        <a:lnTo>
                          <a:pt x="0" y="135636"/>
                        </a:lnTo>
                        <a:lnTo>
                          <a:pt x="6858" y="131635"/>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9" name="Google Shape;1689;p33"/>
                  <p:cNvSpPr/>
                  <p:nvPr/>
                </p:nvSpPr>
                <p:spPr>
                  <a:xfrm>
                    <a:off x="2085273" y="2603298"/>
                    <a:ext cx="5048" cy="132397"/>
                  </a:xfrm>
                  <a:custGeom>
                    <a:avLst/>
                    <a:gdLst/>
                    <a:ahLst/>
                    <a:cxnLst/>
                    <a:rect l="l" t="t" r="r" b="b"/>
                    <a:pathLst>
                      <a:path w="5048" h="132397" extrusionOk="0">
                        <a:moveTo>
                          <a:pt x="5048" y="0"/>
                        </a:moveTo>
                        <a:lnTo>
                          <a:pt x="0" y="2953"/>
                        </a:lnTo>
                        <a:lnTo>
                          <a:pt x="0" y="132397"/>
                        </a:lnTo>
                        <a:lnTo>
                          <a:pt x="5048" y="129540"/>
                        </a:lnTo>
                        <a:lnTo>
                          <a:pt x="5048"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690" name="Google Shape;1690;p33"/>
              <p:cNvGrpSpPr/>
              <p:nvPr/>
            </p:nvGrpSpPr>
            <p:grpSpPr>
              <a:xfrm>
                <a:off x="2208431" y="2389462"/>
                <a:ext cx="70104" cy="102012"/>
                <a:chOff x="2208431" y="2389462"/>
                <a:chExt cx="70104" cy="102012"/>
              </a:xfrm>
            </p:grpSpPr>
            <p:sp>
              <p:nvSpPr>
                <p:cNvPr id="1691" name="Google Shape;1691;p33"/>
                <p:cNvSpPr/>
                <p:nvPr/>
              </p:nvSpPr>
              <p:spPr>
                <a:xfrm>
                  <a:off x="2262914" y="2420989"/>
                  <a:ext cx="15620" cy="70485"/>
                </a:xfrm>
                <a:custGeom>
                  <a:avLst/>
                  <a:gdLst/>
                  <a:ahLst/>
                  <a:cxnLst/>
                  <a:rect l="l" t="t" r="r" b="b"/>
                  <a:pathLst>
                    <a:path w="15620" h="70485" extrusionOk="0">
                      <a:moveTo>
                        <a:pt x="0" y="70485"/>
                      </a:moveTo>
                      <a:lnTo>
                        <a:pt x="15621" y="61531"/>
                      </a:lnTo>
                      <a:lnTo>
                        <a:pt x="15621" y="0"/>
                      </a:lnTo>
                      <a:lnTo>
                        <a:pt x="0" y="8954"/>
                      </a:lnTo>
                      <a:lnTo>
                        <a:pt x="0" y="7048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2" name="Google Shape;1692;p33"/>
                <p:cNvSpPr/>
                <p:nvPr/>
              </p:nvSpPr>
              <p:spPr>
                <a:xfrm>
                  <a:off x="2208431" y="2398510"/>
                  <a:ext cx="54483" cy="92964"/>
                </a:xfrm>
                <a:custGeom>
                  <a:avLst/>
                  <a:gdLst/>
                  <a:ahLst/>
                  <a:cxnLst/>
                  <a:rect l="l" t="t" r="r" b="b"/>
                  <a:pathLst>
                    <a:path w="54483" h="92964" extrusionOk="0">
                      <a:moveTo>
                        <a:pt x="54483" y="92964"/>
                      </a:moveTo>
                      <a:lnTo>
                        <a:pt x="54483" y="31433"/>
                      </a:lnTo>
                      <a:lnTo>
                        <a:pt x="0" y="0"/>
                      </a:lnTo>
                      <a:lnTo>
                        <a:pt x="0" y="61531"/>
                      </a:lnTo>
                      <a:lnTo>
                        <a:pt x="54483" y="92964"/>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3" name="Google Shape;1693;p33"/>
                <p:cNvSpPr/>
                <p:nvPr/>
              </p:nvSpPr>
              <p:spPr>
                <a:xfrm>
                  <a:off x="2208431" y="2389462"/>
                  <a:ext cx="70104" cy="40481"/>
                </a:xfrm>
                <a:custGeom>
                  <a:avLst/>
                  <a:gdLst/>
                  <a:ahLst/>
                  <a:cxnLst/>
                  <a:rect l="l" t="t" r="r" b="b"/>
                  <a:pathLst>
                    <a:path w="70104" h="40481" extrusionOk="0">
                      <a:moveTo>
                        <a:pt x="54483" y="40481"/>
                      </a:moveTo>
                      <a:lnTo>
                        <a:pt x="70104" y="31528"/>
                      </a:lnTo>
                      <a:lnTo>
                        <a:pt x="15526" y="0"/>
                      </a:lnTo>
                      <a:lnTo>
                        <a:pt x="0" y="9049"/>
                      </a:lnTo>
                      <a:lnTo>
                        <a:pt x="54483" y="4048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94" name="Google Shape;1694;p33"/>
              <p:cNvGrpSpPr/>
              <p:nvPr/>
            </p:nvGrpSpPr>
            <p:grpSpPr>
              <a:xfrm>
                <a:off x="2064890" y="2419656"/>
                <a:ext cx="192500" cy="137636"/>
                <a:chOff x="2064890" y="2419656"/>
                <a:chExt cx="192500" cy="137636"/>
              </a:xfrm>
            </p:grpSpPr>
            <p:sp>
              <p:nvSpPr>
                <p:cNvPr id="1695" name="Google Shape;1695;p33"/>
                <p:cNvSpPr/>
                <p:nvPr/>
              </p:nvSpPr>
              <p:spPr>
                <a:xfrm>
                  <a:off x="2109372" y="2445373"/>
                  <a:ext cx="148018" cy="111918"/>
                </a:xfrm>
                <a:custGeom>
                  <a:avLst/>
                  <a:gdLst/>
                  <a:ahLst/>
                  <a:cxnLst/>
                  <a:rect l="l" t="t" r="r" b="b"/>
                  <a:pathLst>
                    <a:path w="148018" h="111918" extrusionOk="0">
                      <a:moveTo>
                        <a:pt x="0" y="111919"/>
                      </a:moveTo>
                      <a:lnTo>
                        <a:pt x="148018" y="26480"/>
                      </a:lnTo>
                      <a:lnTo>
                        <a:pt x="148018" y="0"/>
                      </a:lnTo>
                      <a:lnTo>
                        <a:pt x="0" y="85439"/>
                      </a:lnTo>
                      <a:lnTo>
                        <a:pt x="0" y="11191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6" name="Google Shape;1696;p33"/>
                <p:cNvSpPr/>
                <p:nvPr/>
              </p:nvSpPr>
              <p:spPr>
                <a:xfrm>
                  <a:off x="2064890" y="2505191"/>
                  <a:ext cx="44481" cy="52101"/>
                </a:xfrm>
                <a:custGeom>
                  <a:avLst/>
                  <a:gdLst/>
                  <a:ahLst/>
                  <a:cxnLst/>
                  <a:rect l="l" t="t" r="r" b="b"/>
                  <a:pathLst>
                    <a:path w="44481" h="52101" extrusionOk="0">
                      <a:moveTo>
                        <a:pt x="44482" y="52102"/>
                      </a:moveTo>
                      <a:lnTo>
                        <a:pt x="44482" y="25622"/>
                      </a:lnTo>
                      <a:lnTo>
                        <a:pt x="0" y="0"/>
                      </a:lnTo>
                      <a:lnTo>
                        <a:pt x="0" y="26479"/>
                      </a:lnTo>
                      <a:lnTo>
                        <a:pt x="44482" y="52102"/>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7" name="Google Shape;1697;p33"/>
                <p:cNvSpPr/>
                <p:nvPr/>
              </p:nvSpPr>
              <p:spPr>
                <a:xfrm>
                  <a:off x="2064890" y="2419656"/>
                  <a:ext cx="192500" cy="111156"/>
                </a:xfrm>
                <a:custGeom>
                  <a:avLst/>
                  <a:gdLst/>
                  <a:ahLst/>
                  <a:cxnLst/>
                  <a:rect l="l" t="t" r="r" b="b"/>
                  <a:pathLst>
                    <a:path w="192500" h="111156" extrusionOk="0">
                      <a:moveTo>
                        <a:pt x="44482" y="111157"/>
                      </a:moveTo>
                      <a:lnTo>
                        <a:pt x="192500" y="25717"/>
                      </a:lnTo>
                      <a:lnTo>
                        <a:pt x="148018" y="0"/>
                      </a:lnTo>
                      <a:lnTo>
                        <a:pt x="0" y="85535"/>
                      </a:lnTo>
                      <a:lnTo>
                        <a:pt x="44482" y="11115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8" name="Google Shape;1698;p33"/>
                <p:cNvSpPr/>
                <p:nvPr/>
              </p:nvSpPr>
              <p:spPr>
                <a:xfrm>
                  <a:off x="2080320" y="2428514"/>
                  <a:ext cx="161829" cy="93535"/>
                </a:xfrm>
                <a:custGeom>
                  <a:avLst/>
                  <a:gdLst/>
                  <a:ahLst/>
                  <a:cxnLst/>
                  <a:rect l="l" t="t" r="r" b="b"/>
                  <a:pathLst>
                    <a:path w="161829" h="93535" extrusionOk="0">
                      <a:moveTo>
                        <a:pt x="13716" y="93535"/>
                      </a:moveTo>
                      <a:lnTo>
                        <a:pt x="161830" y="8001"/>
                      </a:lnTo>
                      <a:lnTo>
                        <a:pt x="148019" y="0"/>
                      </a:lnTo>
                      <a:lnTo>
                        <a:pt x="0" y="85534"/>
                      </a:lnTo>
                      <a:lnTo>
                        <a:pt x="13716" y="9353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9" name="Google Shape;1699;p33"/>
                <p:cNvSpPr/>
                <p:nvPr/>
              </p:nvSpPr>
              <p:spPr>
                <a:xfrm>
                  <a:off x="2084511" y="2431181"/>
                  <a:ext cx="152971" cy="84296"/>
                </a:xfrm>
                <a:custGeom>
                  <a:avLst/>
                  <a:gdLst/>
                  <a:ahLst/>
                  <a:cxnLst/>
                  <a:rect l="l" t="t" r="r" b="b"/>
                  <a:pathLst>
                    <a:path w="152971" h="84296" extrusionOk="0">
                      <a:moveTo>
                        <a:pt x="0" y="82867"/>
                      </a:moveTo>
                      <a:lnTo>
                        <a:pt x="2572" y="84296"/>
                      </a:lnTo>
                      <a:lnTo>
                        <a:pt x="143446" y="2953"/>
                      </a:lnTo>
                      <a:lnTo>
                        <a:pt x="150304" y="6953"/>
                      </a:lnTo>
                      <a:lnTo>
                        <a:pt x="152971" y="5525"/>
                      </a:lnTo>
                      <a:lnTo>
                        <a:pt x="143446" y="0"/>
                      </a:lnTo>
                      <a:lnTo>
                        <a:pt x="0" y="8286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0" name="Google Shape;1700;p33"/>
                <p:cNvSpPr/>
                <p:nvPr/>
              </p:nvSpPr>
              <p:spPr>
                <a:xfrm>
                  <a:off x="2087083" y="2434134"/>
                  <a:ext cx="147732" cy="85344"/>
                </a:xfrm>
                <a:custGeom>
                  <a:avLst/>
                  <a:gdLst/>
                  <a:ahLst/>
                  <a:cxnLst/>
                  <a:rect l="l" t="t" r="r" b="b"/>
                  <a:pathLst>
                    <a:path w="147732" h="85344" extrusionOk="0">
                      <a:moveTo>
                        <a:pt x="0" y="81344"/>
                      </a:moveTo>
                      <a:lnTo>
                        <a:pt x="6858" y="85344"/>
                      </a:lnTo>
                      <a:lnTo>
                        <a:pt x="147733" y="4001"/>
                      </a:lnTo>
                      <a:lnTo>
                        <a:pt x="140875" y="0"/>
                      </a:lnTo>
                      <a:lnTo>
                        <a:pt x="0" y="8134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01" name="Google Shape;1701;p33"/>
              <p:cNvGrpSpPr/>
              <p:nvPr/>
            </p:nvGrpSpPr>
            <p:grpSpPr>
              <a:xfrm>
                <a:off x="2015360" y="2483569"/>
                <a:ext cx="100203" cy="134206"/>
                <a:chOff x="2015360" y="2483569"/>
                <a:chExt cx="100203" cy="134206"/>
              </a:xfrm>
            </p:grpSpPr>
            <p:sp>
              <p:nvSpPr>
                <p:cNvPr id="1702" name="Google Shape;1702;p33"/>
                <p:cNvSpPr/>
                <p:nvPr/>
              </p:nvSpPr>
              <p:spPr>
                <a:xfrm>
                  <a:off x="2069843" y="2515096"/>
                  <a:ext cx="45720" cy="102679"/>
                </a:xfrm>
                <a:custGeom>
                  <a:avLst/>
                  <a:gdLst/>
                  <a:ahLst/>
                  <a:cxnLst/>
                  <a:rect l="l" t="t" r="r" b="b"/>
                  <a:pathLst>
                    <a:path w="45720" h="102679" extrusionOk="0">
                      <a:moveTo>
                        <a:pt x="0" y="102679"/>
                      </a:moveTo>
                      <a:lnTo>
                        <a:pt x="45720" y="76200"/>
                      </a:lnTo>
                      <a:lnTo>
                        <a:pt x="45720" y="0"/>
                      </a:lnTo>
                      <a:lnTo>
                        <a:pt x="0" y="26479"/>
                      </a:lnTo>
                      <a:lnTo>
                        <a:pt x="0" y="102679"/>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3" name="Google Shape;1703;p33"/>
                <p:cNvSpPr/>
                <p:nvPr/>
              </p:nvSpPr>
              <p:spPr>
                <a:xfrm>
                  <a:off x="2015360" y="2510048"/>
                  <a:ext cx="54482" cy="107727"/>
                </a:xfrm>
                <a:custGeom>
                  <a:avLst/>
                  <a:gdLst/>
                  <a:ahLst/>
                  <a:cxnLst/>
                  <a:rect l="l" t="t" r="r" b="b"/>
                  <a:pathLst>
                    <a:path w="54482" h="107727" extrusionOk="0">
                      <a:moveTo>
                        <a:pt x="54483" y="107728"/>
                      </a:moveTo>
                      <a:lnTo>
                        <a:pt x="54483" y="31528"/>
                      </a:lnTo>
                      <a:lnTo>
                        <a:pt x="0" y="0"/>
                      </a:lnTo>
                      <a:lnTo>
                        <a:pt x="0" y="76295"/>
                      </a:lnTo>
                      <a:lnTo>
                        <a:pt x="54483" y="10772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4" name="Google Shape;1704;p33"/>
                <p:cNvSpPr/>
                <p:nvPr/>
              </p:nvSpPr>
              <p:spPr>
                <a:xfrm>
                  <a:off x="2015360" y="2483569"/>
                  <a:ext cx="100202" cy="58007"/>
                </a:xfrm>
                <a:custGeom>
                  <a:avLst/>
                  <a:gdLst/>
                  <a:ahLst/>
                  <a:cxnLst/>
                  <a:rect l="l" t="t" r="r" b="b"/>
                  <a:pathLst>
                    <a:path w="100202" h="58007" extrusionOk="0">
                      <a:moveTo>
                        <a:pt x="54483" y="58007"/>
                      </a:moveTo>
                      <a:lnTo>
                        <a:pt x="100203" y="31528"/>
                      </a:lnTo>
                      <a:lnTo>
                        <a:pt x="45720" y="0"/>
                      </a:lnTo>
                      <a:lnTo>
                        <a:pt x="0" y="26479"/>
                      </a:lnTo>
                      <a:lnTo>
                        <a:pt x="54483" y="58007"/>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05" name="Google Shape;1705;p33"/>
              <p:cNvGrpSpPr/>
              <p:nvPr/>
            </p:nvGrpSpPr>
            <p:grpSpPr>
              <a:xfrm>
                <a:off x="2024789" y="2387557"/>
                <a:ext cx="80010" cy="148589"/>
                <a:chOff x="2024789" y="2387557"/>
                <a:chExt cx="80010" cy="148589"/>
              </a:xfrm>
            </p:grpSpPr>
            <p:grpSp>
              <p:nvGrpSpPr>
                <p:cNvPr id="1706" name="Google Shape;1706;p33"/>
                <p:cNvGrpSpPr/>
                <p:nvPr/>
              </p:nvGrpSpPr>
              <p:grpSpPr>
                <a:xfrm>
                  <a:off x="2024789" y="2387557"/>
                  <a:ext cx="39338" cy="125158"/>
                  <a:chOff x="2024789" y="2387557"/>
                  <a:chExt cx="39338" cy="125158"/>
                </a:xfrm>
              </p:grpSpPr>
              <p:sp>
                <p:nvSpPr>
                  <p:cNvPr id="1707" name="Google Shape;1707;p33"/>
                  <p:cNvSpPr/>
                  <p:nvPr/>
                </p:nvSpPr>
                <p:spPr>
                  <a:xfrm>
                    <a:off x="2024789" y="2406226"/>
                    <a:ext cx="7143" cy="106489"/>
                  </a:xfrm>
                  <a:custGeom>
                    <a:avLst/>
                    <a:gdLst/>
                    <a:ahLst/>
                    <a:cxnLst/>
                    <a:rect l="l" t="t" r="r" b="b"/>
                    <a:pathLst>
                      <a:path w="7143" h="106489" extrusionOk="0">
                        <a:moveTo>
                          <a:pt x="0" y="0"/>
                        </a:moveTo>
                        <a:lnTo>
                          <a:pt x="0" y="102394"/>
                        </a:lnTo>
                        <a:lnTo>
                          <a:pt x="7144" y="106490"/>
                        </a:lnTo>
                        <a:lnTo>
                          <a:pt x="7144" y="4001"/>
                        </a:lnTo>
                        <a:lnTo>
                          <a:pt x="0"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8" name="Google Shape;1708;p33"/>
                  <p:cNvSpPr/>
                  <p:nvPr/>
                </p:nvSpPr>
                <p:spPr>
                  <a:xfrm>
                    <a:off x="2024789" y="2387557"/>
                    <a:ext cx="39338" cy="22669"/>
                  </a:xfrm>
                  <a:custGeom>
                    <a:avLst/>
                    <a:gdLst/>
                    <a:ahLst/>
                    <a:cxnLst/>
                    <a:rect l="l" t="t" r="r" b="b"/>
                    <a:pathLst>
                      <a:path w="39338" h="22669" extrusionOk="0">
                        <a:moveTo>
                          <a:pt x="0" y="18669"/>
                        </a:moveTo>
                        <a:lnTo>
                          <a:pt x="7144" y="22670"/>
                        </a:lnTo>
                        <a:lnTo>
                          <a:pt x="39338" y="4096"/>
                        </a:lnTo>
                        <a:lnTo>
                          <a:pt x="32290" y="0"/>
                        </a:lnTo>
                        <a:lnTo>
                          <a:pt x="0" y="1866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9" name="Google Shape;1709;p33"/>
                  <p:cNvSpPr/>
                  <p:nvPr/>
                </p:nvSpPr>
                <p:spPr>
                  <a:xfrm>
                    <a:off x="2031933" y="2391652"/>
                    <a:ext cx="32194" cy="121062"/>
                  </a:xfrm>
                  <a:custGeom>
                    <a:avLst/>
                    <a:gdLst/>
                    <a:ahLst/>
                    <a:cxnLst/>
                    <a:rect l="l" t="t" r="r" b="b"/>
                    <a:pathLst>
                      <a:path w="32194" h="121062" extrusionOk="0">
                        <a:moveTo>
                          <a:pt x="0" y="18574"/>
                        </a:moveTo>
                        <a:lnTo>
                          <a:pt x="0" y="121063"/>
                        </a:lnTo>
                        <a:lnTo>
                          <a:pt x="32195" y="102394"/>
                        </a:lnTo>
                        <a:lnTo>
                          <a:pt x="32195" y="0"/>
                        </a:lnTo>
                        <a:lnTo>
                          <a:pt x="0" y="1857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0" name="Google Shape;1710;p33"/>
                  <p:cNvSpPr/>
                  <p:nvPr/>
                </p:nvSpPr>
                <p:spPr>
                  <a:xfrm>
                    <a:off x="2042982" y="2398129"/>
                    <a:ext cx="10001" cy="108204"/>
                  </a:xfrm>
                  <a:custGeom>
                    <a:avLst/>
                    <a:gdLst/>
                    <a:ahLst/>
                    <a:cxnLst/>
                    <a:rect l="l" t="t" r="r" b="b"/>
                    <a:pathLst>
                      <a:path w="10001" h="108204" extrusionOk="0">
                        <a:moveTo>
                          <a:pt x="0" y="5810"/>
                        </a:moveTo>
                        <a:lnTo>
                          <a:pt x="0" y="108204"/>
                        </a:lnTo>
                        <a:lnTo>
                          <a:pt x="10001" y="102394"/>
                        </a:lnTo>
                        <a:lnTo>
                          <a:pt x="10001" y="0"/>
                        </a:lnTo>
                        <a:lnTo>
                          <a:pt x="0" y="581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1" name="Google Shape;1711;p33"/>
                  <p:cNvSpPr/>
                  <p:nvPr/>
                </p:nvSpPr>
                <p:spPr>
                  <a:xfrm>
                    <a:off x="2044601" y="2400796"/>
                    <a:ext cx="6858" cy="102489"/>
                  </a:xfrm>
                  <a:custGeom>
                    <a:avLst/>
                    <a:gdLst/>
                    <a:ahLst/>
                    <a:cxnLst/>
                    <a:rect l="l" t="t" r="r" b="b"/>
                    <a:pathLst>
                      <a:path w="6858" h="102489" extrusionOk="0">
                        <a:moveTo>
                          <a:pt x="6858" y="0"/>
                        </a:moveTo>
                        <a:lnTo>
                          <a:pt x="4953" y="1048"/>
                        </a:lnTo>
                        <a:lnTo>
                          <a:pt x="4953" y="97441"/>
                        </a:lnTo>
                        <a:lnTo>
                          <a:pt x="0" y="100298"/>
                        </a:lnTo>
                        <a:lnTo>
                          <a:pt x="0" y="102489"/>
                        </a:lnTo>
                        <a:lnTo>
                          <a:pt x="6858" y="98584"/>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2" name="Google Shape;1712;p33"/>
                  <p:cNvSpPr/>
                  <p:nvPr/>
                </p:nvSpPr>
                <p:spPr>
                  <a:xfrm>
                    <a:off x="2044601" y="2401844"/>
                    <a:ext cx="4953" cy="99250"/>
                  </a:xfrm>
                  <a:custGeom>
                    <a:avLst/>
                    <a:gdLst/>
                    <a:ahLst/>
                    <a:cxnLst/>
                    <a:rect l="l" t="t" r="r" b="b"/>
                    <a:pathLst>
                      <a:path w="4953" h="99250" extrusionOk="0">
                        <a:moveTo>
                          <a:pt x="4953" y="0"/>
                        </a:moveTo>
                        <a:lnTo>
                          <a:pt x="0" y="2858"/>
                        </a:lnTo>
                        <a:lnTo>
                          <a:pt x="0" y="99250"/>
                        </a:lnTo>
                        <a:lnTo>
                          <a:pt x="4953" y="96393"/>
                        </a:lnTo>
                        <a:lnTo>
                          <a:pt x="4953"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13" name="Google Shape;1713;p33"/>
                <p:cNvGrpSpPr/>
                <p:nvPr/>
              </p:nvGrpSpPr>
              <p:grpSpPr>
                <a:xfrm>
                  <a:off x="2065556" y="2411083"/>
                  <a:ext cx="39243" cy="125063"/>
                  <a:chOff x="2065556" y="2411083"/>
                  <a:chExt cx="39243" cy="125063"/>
                </a:xfrm>
              </p:grpSpPr>
              <p:sp>
                <p:nvSpPr>
                  <p:cNvPr id="1714" name="Google Shape;1714;p33"/>
                  <p:cNvSpPr/>
                  <p:nvPr/>
                </p:nvSpPr>
                <p:spPr>
                  <a:xfrm>
                    <a:off x="2065556" y="2429657"/>
                    <a:ext cx="7048" cy="106489"/>
                  </a:xfrm>
                  <a:custGeom>
                    <a:avLst/>
                    <a:gdLst/>
                    <a:ahLst/>
                    <a:cxnLst/>
                    <a:rect l="l" t="t" r="r" b="b"/>
                    <a:pathLst>
                      <a:path w="7048" h="106489" extrusionOk="0">
                        <a:moveTo>
                          <a:pt x="0" y="0"/>
                        </a:moveTo>
                        <a:lnTo>
                          <a:pt x="0" y="102394"/>
                        </a:lnTo>
                        <a:lnTo>
                          <a:pt x="7049" y="106490"/>
                        </a:lnTo>
                        <a:lnTo>
                          <a:pt x="7049" y="4096"/>
                        </a:lnTo>
                        <a:lnTo>
                          <a:pt x="0"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5" name="Google Shape;1715;p33"/>
                  <p:cNvSpPr/>
                  <p:nvPr/>
                </p:nvSpPr>
                <p:spPr>
                  <a:xfrm>
                    <a:off x="2065556" y="2411083"/>
                    <a:ext cx="39243" cy="22669"/>
                  </a:xfrm>
                  <a:custGeom>
                    <a:avLst/>
                    <a:gdLst/>
                    <a:ahLst/>
                    <a:cxnLst/>
                    <a:rect l="l" t="t" r="r" b="b"/>
                    <a:pathLst>
                      <a:path w="39243" h="22669" extrusionOk="0">
                        <a:moveTo>
                          <a:pt x="0" y="18574"/>
                        </a:moveTo>
                        <a:lnTo>
                          <a:pt x="7049" y="22670"/>
                        </a:lnTo>
                        <a:lnTo>
                          <a:pt x="39243" y="4096"/>
                        </a:lnTo>
                        <a:lnTo>
                          <a:pt x="32195" y="0"/>
                        </a:lnTo>
                        <a:lnTo>
                          <a:pt x="0" y="18574"/>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6" name="Google Shape;1716;p33"/>
                  <p:cNvSpPr/>
                  <p:nvPr/>
                </p:nvSpPr>
                <p:spPr>
                  <a:xfrm>
                    <a:off x="2072605" y="2415179"/>
                    <a:ext cx="32194" cy="120967"/>
                  </a:xfrm>
                  <a:custGeom>
                    <a:avLst/>
                    <a:gdLst/>
                    <a:ahLst/>
                    <a:cxnLst/>
                    <a:rect l="l" t="t" r="r" b="b"/>
                    <a:pathLst>
                      <a:path w="32194" h="120967" extrusionOk="0">
                        <a:moveTo>
                          <a:pt x="0" y="18574"/>
                        </a:moveTo>
                        <a:lnTo>
                          <a:pt x="0" y="120968"/>
                        </a:lnTo>
                        <a:lnTo>
                          <a:pt x="32195" y="102394"/>
                        </a:lnTo>
                        <a:lnTo>
                          <a:pt x="32195" y="0"/>
                        </a:lnTo>
                        <a:lnTo>
                          <a:pt x="0" y="1857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7" name="Google Shape;1717;p33"/>
                  <p:cNvSpPr/>
                  <p:nvPr/>
                </p:nvSpPr>
                <p:spPr>
                  <a:xfrm>
                    <a:off x="2083654" y="2421561"/>
                    <a:ext cx="10001" cy="108204"/>
                  </a:xfrm>
                  <a:custGeom>
                    <a:avLst/>
                    <a:gdLst/>
                    <a:ahLst/>
                    <a:cxnLst/>
                    <a:rect l="l" t="t" r="r" b="b"/>
                    <a:pathLst>
                      <a:path w="10001" h="108204" extrusionOk="0">
                        <a:moveTo>
                          <a:pt x="0" y="5810"/>
                        </a:moveTo>
                        <a:lnTo>
                          <a:pt x="0" y="108204"/>
                        </a:lnTo>
                        <a:lnTo>
                          <a:pt x="10001" y="102489"/>
                        </a:lnTo>
                        <a:lnTo>
                          <a:pt x="10001" y="0"/>
                        </a:lnTo>
                        <a:lnTo>
                          <a:pt x="0" y="581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8" name="Google Shape;1718;p33"/>
                  <p:cNvSpPr/>
                  <p:nvPr/>
                </p:nvSpPr>
                <p:spPr>
                  <a:xfrm>
                    <a:off x="2085273" y="2424228"/>
                    <a:ext cx="6858" cy="102584"/>
                  </a:xfrm>
                  <a:custGeom>
                    <a:avLst/>
                    <a:gdLst/>
                    <a:ahLst/>
                    <a:cxnLst/>
                    <a:rect l="l" t="t" r="r" b="b"/>
                    <a:pathLst>
                      <a:path w="6858" h="102584" extrusionOk="0">
                        <a:moveTo>
                          <a:pt x="6858" y="0"/>
                        </a:moveTo>
                        <a:lnTo>
                          <a:pt x="5048" y="1143"/>
                        </a:lnTo>
                        <a:lnTo>
                          <a:pt x="5048" y="97536"/>
                        </a:lnTo>
                        <a:lnTo>
                          <a:pt x="0" y="100393"/>
                        </a:lnTo>
                        <a:lnTo>
                          <a:pt x="0" y="102584"/>
                        </a:lnTo>
                        <a:lnTo>
                          <a:pt x="6858" y="98584"/>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9" name="Google Shape;1719;p33"/>
                  <p:cNvSpPr/>
                  <p:nvPr/>
                </p:nvSpPr>
                <p:spPr>
                  <a:xfrm>
                    <a:off x="2085273" y="2425371"/>
                    <a:ext cx="5048" cy="99250"/>
                  </a:xfrm>
                  <a:custGeom>
                    <a:avLst/>
                    <a:gdLst/>
                    <a:ahLst/>
                    <a:cxnLst/>
                    <a:rect l="l" t="t" r="r" b="b"/>
                    <a:pathLst>
                      <a:path w="5048" h="99250" extrusionOk="0">
                        <a:moveTo>
                          <a:pt x="5048" y="0"/>
                        </a:moveTo>
                        <a:lnTo>
                          <a:pt x="0" y="2858"/>
                        </a:lnTo>
                        <a:lnTo>
                          <a:pt x="0" y="99250"/>
                        </a:lnTo>
                        <a:lnTo>
                          <a:pt x="5048" y="96393"/>
                        </a:lnTo>
                        <a:lnTo>
                          <a:pt x="5048"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720" name="Google Shape;1720;p33"/>
              <p:cNvGrpSpPr/>
              <p:nvPr/>
            </p:nvGrpSpPr>
            <p:grpSpPr>
              <a:xfrm>
                <a:off x="2024789" y="2372126"/>
                <a:ext cx="80010" cy="61627"/>
                <a:chOff x="2024789" y="2372126"/>
                <a:chExt cx="80010" cy="61627"/>
              </a:xfrm>
            </p:grpSpPr>
            <p:sp>
              <p:nvSpPr>
                <p:cNvPr id="1721" name="Google Shape;1721;p33"/>
                <p:cNvSpPr/>
                <p:nvPr/>
              </p:nvSpPr>
              <p:spPr>
                <a:xfrm>
                  <a:off x="2024789" y="2390700"/>
                  <a:ext cx="47815" cy="43053"/>
                </a:xfrm>
                <a:custGeom>
                  <a:avLst/>
                  <a:gdLst/>
                  <a:ahLst/>
                  <a:cxnLst/>
                  <a:rect l="l" t="t" r="r" b="b"/>
                  <a:pathLst>
                    <a:path w="47815" h="43053" extrusionOk="0">
                      <a:moveTo>
                        <a:pt x="47816" y="43053"/>
                      </a:moveTo>
                      <a:lnTo>
                        <a:pt x="0" y="15526"/>
                      </a:lnTo>
                      <a:lnTo>
                        <a:pt x="0" y="0"/>
                      </a:lnTo>
                      <a:lnTo>
                        <a:pt x="47816" y="27623"/>
                      </a:lnTo>
                      <a:lnTo>
                        <a:pt x="47816" y="43053"/>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2" name="Google Shape;1722;p33"/>
                <p:cNvSpPr/>
                <p:nvPr/>
              </p:nvSpPr>
              <p:spPr>
                <a:xfrm>
                  <a:off x="2072605" y="2399654"/>
                  <a:ext cx="32194" cy="34099"/>
                </a:xfrm>
                <a:custGeom>
                  <a:avLst/>
                  <a:gdLst/>
                  <a:ahLst/>
                  <a:cxnLst/>
                  <a:rect l="l" t="t" r="r" b="b"/>
                  <a:pathLst>
                    <a:path w="32194" h="34099" extrusionOk="0">
                      <a:moveTo>
                        <a:pt x="0" y="34100"/>
                      </a:moveTo>
                      <a:lnTo>
                        <a:pt x="0" y="18669"/>
                      </a:lnTo>
                      <a:lnTo>
                        <a:pt x="32195" y="0"/>
                      </a:lnTo>
                      <a:lnTo>
                        <a:pt x="32195" y="15526"/>
                      </a:lnTo>
                      <a:lnTo>
                        <a:pt x="0" y="3410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3" name="Google Shape;1723;p33"/>
                <p:cNvSpPr/>
                <p:nvPr/>
              </p:nvSpPr>
              <p:spPr>
                <a:xfrm>
                  <a:off x="2024789" y="2372126"/>
                  <a:ext cx="80010" cy="46196"/>
                </a:xfrm>
                <a:custGeom>
                  <a:avLst/>
                  <a:gdLst/>
                  <a:ahLst/>
                  <a:cxnLst/>
                  <a:rect l="l" t="t" r="r" b="b"/>
                  <a:pathLst>
                    <a:path w="80010" h="46196" extrusionOk="0">
                      <a:moveTo>
                        <a:pt x="47816" y="46196"/>
                      </a:moveTo>
                      <a:lnTo>
                        <a:pt x="0" y="18574"/>
                      </a:lnTo>
                      <a:lnTo>
                        <a:pt x="32290" y="0"/>
                      </a:lnTo>
                      <a:lnTo>
                        <a:pt x="80010" y="27527"/>
                      </a:lnTo>
                      <a:lnTo>
                        <a:pt x="47816" y="46196"/>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724" name="Google Shape;1724;p33"/>
            <p:cNvGrpSpPr/>
            <p:nvPr/>
          </p:nvGrpSpPr>
          <p:grpSpPr>
            <a:xfrm>
              <a:off x="1845570" y="2761961"/>
              <a:ext cx="205603" cy="218074"/>
              <a:chOff x="1845570" y="2761961"/>
              <a:chExt cx="205603" cy="218074"/>
            </a:xfrm>
          </p:grpSpPr>
          <p:sp>
            <p:nvSpPr>
              <p:cNvPr id="1725" name="Google Shape;1725;p33"/>
              <p:cNvSpPr/>
              <p:nvPr/>
            </p:nvSpPr>
            <p:spPr>
              <a:xfrm>
                <a:off x="1848077" y="2894549"/>
                <a:ext cx="147970" cy="85486"/>
              </a:xfrm>
              <a:custGeom>
                <a:avLst/>
                <a:gdLst/>
                <a:ahLst/>
                <a:cxnLst/>
                <a:rect l="l" t="t" r="r" b="b"/>
                <a:pathLst>
                  <a:path w="147970" h="85486" extrusionOk="0">
                    <a:moveTo>
                      <a:pt x="21646" y="72985"/>
                    </a:moveTo>
                    <a:cubicBezTo>
                      <a:pt x="50602" y="89654"/>
                      <a:pt x="97465" y="89654"/>
                      <a:pt x="126325" y="72985"/>
                    </a:cubicBezTo>
                    <a:cubicBezTo>
                      <a:pt x="155186" y="56316"/>
                      <a:pt x="155186" y="29266"/>
                      <a:pt x="126325" y="12502"/>
                    </a:cubicBezTo>
                    <a:cubicBezTo>
                      <a:pt x="97369" y="-4167"/>
                      <a:pt x="50506" y="-4167"/>
                      <a:pt x="21646" y="12502"/>
                    </a:cubicBezTo>
                    <a:cubicBezTo>
                      <a:pt x="-7215" y="29170"/>
                      <a:pt x="-7215" y="56221"/>
                      <a:pt x="21646" y="72985"/>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26" name="Google Shape;1726;p33"/>
              <p:cNvGrpSpPr/>
              <p:nvPr/>
            </p:nvGrpSpPr>
            <p:grpSpPr>
              <a:xfrm>
                <a:off x="1981260" y="2826183"/>
                <a:ext cx="69913" cy="97726"/>
                <a:chOff x="1981260" y="2826183"/>
                <a:chExt cx="69913" cy="97726"/>
              </a:xfrm>
            </p:grpSpPr>
            <p:sp>
              <p:nvSpPr>
                <p:cNvPr id="1727" name="Google Shape;1727;p33"/>
                <p:cNvSpPr/>
                <p:nvPr/>
              </p:nvSpPr>
              <p:spPr>
                <a:xfrm>
                  <a:off x="1981260" y="2826183"/>
                  <a:ext cx="69627" cy="90106"/>
                </a:xfrm>
                <a:custGeom>
                  <a:avLst/>
                  <a:gdLst/>
                  <a:ahLst/>
                  <a:cxnLst/>
                  <a:rect l="l" t="t" r="r" b="b"/>
                  <a:pathLst>
                    <a:path w="69627" h="90106" extrusionOk="0">
                      <a:moveTo>
                        <a:pt x="29337" y="89916"/>
                      </a:moveTo>
                      <a:cubicBezTo>
                        <a:pt x="27908" y="90107"/>
                        <a:pt x="26479" y="90107"/>
                        <a:pt x="25051" y="90107"/>
                      </a:cubicBezTo>
                      <a:lnTo>
                        <a:pt x="6001" y="90107"/>
                      </a:lnTo>
                      <a:cubicBezTo>
                        <a:pt x="2667" y="90107"/>
                        <a:pt x="0" y="87439"/>
                        <a:pt x="0" y="84106"/>
                      </a:cubicBezTo>
                      <a:cubicBezTo>
                        <a:pt x="0" y="80772"/>
                        <a:pt x="2762" y="78105"/>
                        <a:pt x="6001" y="78105"/>
                      </a:cubicBezTo>
                      <a:lnTo>
                        <a:pt x="25051" y="78105"/>
                      </a:lnTo>
                      <a:cubicBezTo>
                        <a:pt x="33718" y="78105"/>
                        <a:pt x="41815" y="74676"/>
                        <a:pt x="48006" y="68389"/>
                      </a:cubicBezTo>
                      <a:cubicBezTo>
                        <a:pt x="54197" y="62103"/>
                        <a:pt x="57531" y="53816"/>
                        <a:pt x="57531" y="44958"/>
                      </a:cubicBezTo>
                      <a:cubicBezTo>
                        <a:pt x="57531" y="36100"/>
                        <a:pt x="54102" y="27813"/>
                        <a:pt x="48006" y="21622"/>
                      </a:cubicBezTo>
                      <a:cubicBezTo>
                        <a:pt x="41910" y="15430"/>
                        <a:pt x="33718" y="12001"/>
                        <a:pt x="25051" y="12001"/>
                      </a:cubicBezTo>
                      <a:lnTo>
                        <a:pt x="6001" y="12001"/>
                      </a:lnTo>
                      <a:cubicBezTo>
                        <a:pt x="2667" y="12001"/>
                        <a:pt x="0" y="9334"/>
                        <a:pt x="0" y="6001"/>
                      </a:cubicBezTo>
                      <a:cubicBezTo>
                        <a:pt x="0" y="2667"/>
                        <a:pt x="2667" y="0"/>
                        <a:pt x="6001" y="0"/>
                      </a:cubicBezTo>
                      <a:lnTo>
                        <a:pt x="25051" y="0"/>
                      </a:lnTo>
                      <a:cubicBezTo>
                        <a:pt x="36957" y="0"/>
                        <a:pt x="48196" y="4667"/>
                        <a:pt x="56579" y="13240"/>
                      </a:cubicBezTo>
                      <a:cubicBezTo>
                        <a:pt x="64960" y="21717"/>
                        <a:pt x="69628" y="33052"/>
                        <a:pt x="69628" y="45053"/>
                      </a:cubicBezTo>
                      <a:cubicBezTo>
                        <a:pt x="69628" y="57055"/>
                        <a:pt x="65056" y="68389"/>
                        <a:pt x="56674" y="76867"/>
                      </a:cubicBezTo>
                      <a:cubicBezTo>
                        <a:pt x="49244" y="84392"/>
                        <a:pt x="39719" y="88963"/>
                        <a:pt x="29432" y="8991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8" name="Google Shape;1728;p33"/>
                <p:cNvSpPr/>
                <p:nvPr/>
              </p:nvSpPr>
              <p:spPr>
                <a:xfrm>
                  <a:off x="1981546" y="2833898"/>
                  <a:ext cx="69627" cy="90011"/>
                </a:xfrm>
                <a:custGeom>
                  <a:avLst/>
                  <a:gdLst/>
                  <a:ahLst/>
                  <a:cxnLst/>
                  <a:rect l="l" t="t" r="r" b="b"/>
                  <a:pathLst>
                    <a:path w="69627" h="90011" extrusionOk="0">
                      <a:moveTo>
                        <a:pt x="29242" y="89821"/>
                      </a:moveTo>
                      <a:cubicBezTo>
                        <a:pt x="27813" y="90011"/>
                        <a:pt x="26479" y="90011"/>
                        <a:pt x="25051" y="90011"/>
                      </a:cubicBezTo>
                      <a:lnTo>
                        <a:pt x="6001" y="90011"/>
                      </a:lnTo>
                      <a:cubicBezTo>
                        <a:pt x="2667" y="90011"/>
                        <a:pt x="0" y="87344"/>
                        <a:pt x="0" y="84011"/>
                      </a:cubicBezTo>
                      <a:cubicBezTo>
                        <a:pt x="0" y="80677"/>
                        <a:pt x="2667" y="78010"/>
                        <a:pt x="6001" y="78010"/>
                      </a:cubicBezTo>
                      <a:lnTo>
                        <a:pt x="25051" y="78010"/>
                      </a:lnTo>
                      <a:cubicBezTo>
                        <a:pt x="33718" y="78010"/>
                        <a:pt x="41910" y="74581"/>
                        <a:pt x="48006" y="68390"/>
                      </a:cubicBezTo>
                      <a:cubicBezTo>
                        <a:pt x="54102" y="62103"/>
                        <a:pt x="57531" y="53816"/>
                        <a:pt x="57531" y="44958"/>
                      </a:cubicBezTo>
                      <a:cubicBezTo>
                        <a:pt x="57531" y="36100"/>
                        <a:pt x="54102" y="27813"/>
                        <a:pt x="48006" y="21622"/>
                      </a:cubicBezTo>
                      <a:cubicBezTo>
                        <a:pt x="41910" y="15430"/>
                        <a:pt x="33718" y="12001"/>
                        <a:pt x="25051" y="12001"/>
                      </a:cubicBezTo>
                      <a:lnTo>
                        <a:pt x="6001" y="12001"/>
                      </a:lnTo>
                      <a:cubicBezTo>
                        <a:pt x="2667" y="12001"/>
                        <a:pt x="0" y="9334"/>
                        <a:pt x="0" y="6001"/>
                      </a:cubicBezTo>
                      <a:cubicBezTo>
                        <a:pt x="0" y="2667"/>
                        <a:pt x="2667" y="0"/>
                        <a:pt x="6001" y="0"/>
                      </a:cubicBezTo>
                      <a:lnTo>
                        <a:pt x="25051" y="0"/>
                      </a:lnTo>
                      <a:cubicBezTo>
                        <a:pt x="36957" y="0"/>
                        <a:pt x="48196" y="4667"/>
                        <a:pt x="56579" y="13240"/>
                      </a:cubicBezTo>
                      <a:cubicBezTo>
                        <a:pt x="64960" y="21717"/>
                        <a:pt x="69628" y="33052"/>
                        <a:pt x="69628" y="45053"/>
                      </a:cubicBezTo>
                      <a:cubicBezTo>
                        <a:pt x="69628" y="57055"/>
                        <a:pt x="65056" y="68390"/>
                        <a:pt x="56674" y="76962"/>
                      </a:cubicBezTo>
                      <a:cubicBezTo>
                        <a:pt x="49244" y="84487"/>
                        <a:pt x="39719" y="89059"/>
                        <a:pt x="29432" y="9001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729" name="Google Shape;1729;p33"/>
              <p:cNvSpPr/>
              <p:nvPr/>
            </p:nvSpPr>
            <p:spPr>
              <a:xfrm>
                <a:off x="1845570" y="2791131"/>
                <a:ext cx="153175" cy="176736"/>
              </a:xfrm>
              <a:custGeom>
                <a:avLst/>
                <a:gdLst/>
                <a:ahLst/>
                <a:cxnLst/>
                <a:rect l="l" t="t" r="r" b="b"/>
                <a:pathLst>
                  <a:path w="153175" h="176736" extrusionOk="0">
                    <a:moveTo>
                      <a:pt x="149406" y="6001"/>
                    </a:moveTo>
                    <a:cubicBezTo>
                      <a:pt x="145501" y="-2000"/>
                      <a:pt x="7579" y="-2000"/>
                      <a:pt x="3674" y="6001"/>
                    </a:cubicBezTo>
                    <a:cubicBezTo>
                      <a:pt x="-8137" y="59245"/>
                      <a:pt x="11580" y="142685"/>
                      <a:pt x="19962" y="153448"/>
                    </a:cubicBezTo>
                    <a:lnTo>
                      <a:pt x="19962" y="153448"/>
                    </a:lnTo>
                    <a:cubicBezTo>
                      <a:pt x="22819" y="158210"/>
                      <a:pt x="27582" y="162782"/>
                      <a:pt x="34249" y="166592"/>
                    </a:cubicBezTo>
                    <a:cubicBezTo>
                      <a:pt x="57585" y="180118"/>
                      <a:pt x="95590" y="180118"/>
                      <a:pt x="118926" y="166592"/>
                    </a:cubicBezTo>
                    <a:cubicBezTo>
                      <a:pt x="125594" y="162782"/>
                      <a:pt x="130356" y="158210"/>
                      <a:pt x="133214" y="153448"/>
                    </a:cubicBezTo>
                    <a:lnTo>
                      <a:pt x="133214" y="153448"/>
                    </a:lnTo>
                    <a:cubicBezTo>
                      <a:pt x="141596" y="142685"/>
                      <a:pt x="161313" y="59245"/>
                      <a:pt x="149502" y="600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0" name="Google Shape;1730;p33"/>
              <p:cNvSpPr/>
              <p:nvPr/>
            </p:nvSpPr>
            <p:spPr>
              <a:xfrm>
                <a:off x="1846291" y="2857330"/>
                <a:ext cx="151352" cy="80009"/>
              </a:xfrm>
              <a:custGeom>
                <a:avLst/>
                <a:gdLst/>
                <a:ahLst/>
                <a:cxnLst/>
                <a:rect l="l" t="t" r="r" b="b"/>
                <a:pathLst>
                  <a:path w="151352" h="80009" extrusionOk="0">
                    <a:moveTo>
                      <a:pt x="26289" y="68199"/>
                    </a:moveTo>
                    <a:cubicBezTo>
                      <a:pt x="39910" y="76105"/>
                      <a:pt x="57817" y="80010"/>
                      <a:pt x="75724" y="80010"/>
                    </a:cubicBezTo>
                    <a:cubicBezTo>
                      <a:pt x="93631" y="80010"/>
                      <a:pt x="111538" y="76105"/>
                      <a:pt x="125158" y="68199"/>
                    </a:cubicBezTo>
                    <a:cubicBezTo>
                      <a:pt x="135445" y="62293"/>
                      <a:pt x="142018" y="54959"/>
                      <a:pt x="144780" y="47339"/>
                    </a:cubicBezTo>
                    <a:cubicBezTo>
                      <a:pt x="147638" y="33528"/>
                      <a:pt x="150019" y="17526"/>
                      <a:pt x="151352" y="1143"/>
                    </a:cubicBezTo>
                    <a:cubicBezTo>
                      <a:pt x="149066" y="10192"/>
                      <a:pt x="141922" y="18955"/>
                      <a:pt x="129826" y="26003"/>
                    </a:cubicBezTo>
                    <a:cubicBezTo>
                      <a:pt x="100013" y="43243"/>
                      <a:pt x="51625" y="43243"/>
                      <a:pt x="21812" y="26003"/>
                    </a:cubicBezTo>
                    <a:cubicBezTo>
                      <a:pt x="9144" y="18669"/>
                      <a:pt x="1905" y="9525"/>
                      <a:pt x="0" y="0"/>
                    </a:cubicBezTo>
                    <a:cubicBezTo>
                      <a:pt x="1238" y="16288"/>
                      <a:pt x="3619" y="32194"/>
                      <a:pt x="6382" y="46006"/>
                    </a:cubicBezTo>
                    <a:cubicBezTo>
                      <a:pt x="8953" y="54102"/>
                      <a:pt x="15430" y="62008"/>
                      <a:pt x="26289" y="68199"/>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1" name="Google Shape;1731;p33"/>
              <p:cNvSpPr/>
              <p:nvPr/>
            </p:nvSpPr>
            <p:spPr>
              <a:xfrm>
                <a:off x="1848077" y="2761961"/>
                <a:ext cx="147970" cy="85391"/>
              </a:xfrm>
              <a:custGeom>
                <a:avLst/>
                <a:gdLst/>
                <a:ahLst/>
                <a:cxnLst/>
                <a:rect l="l" t="t" r="r" b="b"/>
                <a:pathLst>
                  <a:path w="147970" h="85391" extrusionOk="0">
                    <a:moveTo>
                      <a:pt x="21646" y="72890"/>
                    </a:moveTo>
                    <a:cubicBezTo>
                      <a:pt x="50602" y="89559"/>
                      <a:pt x="97465" y="89559"/>
                      <a:pt x="126325" y="72890"/>
                    </a:cubicBezTo>
                    <a:cubicBezTo>
                      <a:pt x="155186" y="56221"/>
                      <a:pt x="155186" y="29170"/>
                      <a:pt x="126325" y="12502"/>
                    </a:cubicBezTo>
                    <a:cubicBezTo>
                      <a:pt x="97369" y="-4167"/>
                      <a:pt x="50506" y="-4167"/>
                      <a:pt x="21646" y="12502"/>
                    </a:cubicBezTo>
                    <a:cubicBezTo>
                      <a:pt x="-7215" y="29170"/>
                      <a:pt x="-7215" y="56221"/>
                      <a:pt x="21646" y="7289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2" name="Google Shape;1732;p33"/>
              <p:cNvSpPr/>
              <p:nvPr/>
            </p:nvSpPr>
            <p:spPr>
              <a:xfrm>
                <a:off x="1856136" y="2766652"/>
                <a:ext cx="131756" cy="76104"/>
              </a:xfrm>
              <a:custGeom>
                <a:avLst/>
                <a:gdLst/>
                <a:ahLst/>
                <a:cxnLst/>
                <a:rect l="l" t="t" r="r" b="b"/>
                <a:pathLst>
                  <a:path w="131756" h="76104" extrusionOk="0">
                    <a:moveTo>
                      <a:pt x="112456" y="11144"/>
                    </a:moveTo>
                    <a:cubicBezTo>
                      <a:pt x="86738" y="-3715"/>
                      <a:pt x="45019" y="-3715"/>
                      <a:pt x="19301" y="11144"/>
                    </a:cubicBezTo>
                    <a:cubicBezTo>
                      <a:pt x="3680" y="20193"/>
                      <a:pt x="-2511" y="32671"/>
                      <a:pt x="918" y="44387"/>
                    </a:cubicBezTo>
                    <a:cubicBezTo>
                      <a:pt x="3109" y="51911"/>
                      <a:pt x="9205" y="59150"/>
                      <a:pt x="19301" y="64960"/>
                    </a:cubicBezTo>
                    <a:cubicBezTo>
                      <a:pt x="45019" y="79820"/>
                      <a:pt x="86738" y="79820"/>
                      <a:pt x="112456" y="64960"/>
                    </a:cubicBezTo>
                    <a:cubicBezTo>
                      <a:pt x="122457" y="59150"/>
                      <a:pt x="128648" y="51911"/>
                      <a:pt x="130839" y="44387"/>
                    </a:cubicBezTo>
                    <a:cubicBezTo>
                      <a:pt x="134268" y="32671"/>
                      <a:pt x="128077" y="20193"/>
                      <a:pt x="112456" y="1114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33" name="Google Shape;1733;p33"/>
            <p:cNvGrpSpPr/>
            <p:nvPr/>
          </p:nvGrpSpPr>
          <p:grpSpPr>
            <a:xfrm>
              <a:off x="1825336" y="2531099"/>
              <a:ext cx="239077" cy="240577"/>
              <a:chOff x="1825336" y="2531099"/>
              <a:chExt cx="239077" cy="240577"/>
            </a:xfrm>
          </p:grpSpPr>
          <p:grpSp>
            <p:nvGrpSpPr>
              <p:cNvPr id="1734" name="Google Shape;1734;p33"/>
              <p:cNvGrpSpPr/>
              <p:nvPr/>
            </p:nvGrpSpPr>
            <p:grpSpPr>
              <a:xfrm>
                <a:off x="1897726" y="2531099"/>
                <a:ext cx="166687" cy="122681"/>
                <a:chOff x="1897726" y="2531099"/>
                <a:chExt cx="166687" cy="122681"/>
              </a:xfrm>
            </p:grpSpPr>
            <p:sp>
              <p:nvSpPr>
                <p:cNvPr id="1735" name="Google Shape;1735;p33"/>
                <p:cNvSpPr/>
                <p:nvPr/>
              </p:nvSpPr>
              <p:spPr>
                <a:xfrm>
                  <a:off x="1942303" y="2556816"/>
                  <a:ext cx="122110" cy="96964"/>
                </a:xfrm>
                <a:custGeom>
                  <a:avLst/>
                  <a:gdLst/>
                  <a:ahLst/>
                  <a:cxnLst/>
                  <a:rect l="l" t="t" r="r" b="b"/>
                  <a:pathLst>
                    <a:path w="122110" h="96964" extrusionOk="0">
                      <a:moveTo>
                        <a:pt x="0" y="96964"/>
                      </a:moveTo>
                      <a:lnTo>
                        <a:pt x="122111" y="26479"/>
                      </a:lnTo>
                      <a:lnTo>
                        <a:pt x="122111" y="0"/>
                      </a:lnTo>
                      <a:lnTo>
                        <a:pt x="0" y="70485"/>
                      </a:lnTo>
                      <a:lnTo>
                        <a:pt x="0" y="9696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6" name="Google Shape;1736;p33"/>
                <p:cNvSpPr/>
                <p:nvPr/>
              </p:nvSpPr>
              <p:spPr>
                <a:xfrm>
                  <a:off x="1897726" y="2601583"/>
                  <a:ext cx="44576" cy="52196"/>
                </a:xfrm>
                <a:custGeom>
                  <a:avLst/>
                  <a:gdLst/>
                  <a:ahLst/>
                  <a:cxnLst/>
                  <a:rect l="l" t="t" r="r" b="b"/>
                  <a:pathLst>
                    <a:path w="44576" h="52196" extrusionOk="0">
                      <a:moveTo>
                        <a:pt x="44577" y="52197"/>
                      </a:moveTo>
                      <a:lnTo>
                        <a:pt x="44577" y="25717"/>
                      </a:lnTo>
                      <a:lnTo>
                        <a:pt x="0" y="0"/>
                      </a:lnTo>
                      <a:lnTo>
                        <a:pt x="0" y="26479"/>
                      </a:lnTo>
                      <a:lnTo>
                        <a:pt x="44577" y="52197"/>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7" name="Google Shape;1737;p33"/>
                <p:cNvSpPr/>
                <p:nvPr/>
              </p:nvSpPr>
              <p:spPr>
                <a:xfrm>
                  <a:off x="1897726" y="2531099"/>
                  <a:ext cx="166687" cy="96202"/>
                </a:xfrm>
                <a:custGeom>
                  <a:avLst/>
                  <a:gdLst/>
                  <a:ahLst/>
                  <a:cxnLst/>
                  <a:rect l="l" t="t" r="r" b="b"/>
                  <a:pathLst>
                    <a:path w="166687" h="96202" extrusionOk="0">
                      <a:moveTo>
                        <a:pt x="44577" y="96202"/>
                      </a:moveTo>
                      <a:lnTo>
                        <a:pt x="166688" y="25717"/>
                      </a:lnTo>
                      <a:lnTo>
                        <a:pt x="122206" y="0"/>
                      </a:lnTo>
                      <a:lnTo>
                        <a:pt x="0" y="70485"/>
                      </a:lnTo>
                      <a:lnTo>
                        <a:pt x="44577" y="9620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8" name="Google Shape;1738;p33"/>
                <p:cNvSpPr/>
                <p:nvPr/>
              </p:nvSpPr>
              <p:spPr>
                <a:xfrm>
                  <a:off x="1913252" y="2539957"/>
                  <a:ext cx="135921" cy="78486"/>
                </a:xfrm>
                <a:custGeom>
                  <a:avLst/>
                  <a:gdLst/>
                  <a:ahLst/>
                  <a:cxnLst/>
                  <a:rect l="l" t="t" r="r" b="b"/>
                  <a:pathLst>
                    <a:path w="135921" h="78486" extrusionOk="0">
                      <a:moveTo>
                        <a:pt x="13811" y="78486"/>
                      </a:moveTo>
                      <a:lnTo>
                        <a:pt x="135922" y="8001"/>
                      </a:lnTo>
                      <a:lnTo>
                        <a:pt x="122110" y="0"/>
                      </a:lnTo>
                      <a:lnTo>
                        <a:pt x="0" y="70580"/>
                      </a:lnTo>
                      <a:lnTo>
                        <a:pt x="13811" y="7848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9" name="Google Shape;1739;p33"/>
                <p:cNvSpPr/>
                <p:nvPr/>
              </p:nvSpPr>
              <p:spPr>
                <a:xfrm>
                  <a:off x="1917443" y="2542624"/>
                  <a:ext cx="127063" cy="69341"/>
                </a:xfrm>
                <a:custGeom>
                  <a:avLst/>
                  <a:gdLst/>
                  <a:ahLst/>
                  <a:cxnLst/>
                  <a:rect l="l" t="t" r="r" b="b"/>
                  <a:pathLst>
                    <a:path w="127063" h="69341" extrusionOk="0">
                      <a:moveTo>
                        <a:pt x="0" y="67818"/>
                      </a:moveTo>
                      <a:lnTo>
                        <a:pt x="2572" y="69342"/>
                      </a:lnTo>
                      <a:lnTo>
                        <a:pt x="117539" y="2953"/>
                      </a:lnTo>
                      <a:lnTo>
                        <a:pt x="124492" y="6953"/>
                      </a:lnTo>
                      <a:lnTo>
                        <a:pt x="127064" y="5429"/>
                      </a:lnTo>
                      <a:lnTo>
                        <a:pt x="117539" y="0"/>
                      </a:lnTo>
                      <a:lnTo>
                        <a:pt x="0" y="678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0" name="Google Shape;1740;p33"/>
                <p:cNvSpPr/>
                <p:nvPr/>
              </p:nvSpPr>
              <p:spPr>
                <a:xfrm>
                  <a:off x="1920014" y="2545576"/>
                  <a:ext cx="121920" cy="70389"/>
                </a:xfrm>
                <a:custGeom>
                  <a:avLst/>
                  <a:gdLst/>
                  <a:ahLst/>
                  <a:cxnLst/>
                  <a:rect l="l" t="t" r="r" b="b"/>
                  <a:pathLst>
                    <a:path w="121920" h="70389" extrusionOk="0">
                      <a:moveTo>
                        <a:pt x="0" y="66389"/>
                      </a:moveTo>
                      <a:lnTo>
                        <a:pt x="6858" y="70390"/>
                      </a:lnTo>
                      <a:lnTo>
                        <a:pt x="121920" y="4001"/>
                      </a:lnTo>
                      <a:lnTo>
                        <a:pt x="114967" y="0"/>
                      </a:lnTo>
                      <a:lnTo>
                        <a:pt x="0" y="6638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41" name="Google Shape;1741;p33"/>
              <p:cNvGrpSpPr/>
              <p:nvPr/>
            </p:nvGrpSpPr>
            <p:grpSpPr>
              <a:xfrm>
                <a:off x="1862674" y="2675783"/>
                <a:ext cx="46101" cy="95893"/>
                <a:chOff x="1862674" y="2675783"/>
                <a:chExt cx="46101" cy="95893"/>
              </a:xfrm>
            </p:grpSpPr>
            <p:grpSp>
              <p:nvGrpSpPr>
                <p:cNvPr id="1742" name="Google Shape;1742;p33"/>
                <p:cNvGrpSpPr/>
                <p:nvPr/>
              </p:nvGrpSpPr>
              <p:grpSpPr>
                <a:xfrm>
                  <a:off x="1881724" y="2751936"/>
                  <a:ext cx="8191" cy="19740"/>
                  <a:chOff x="1881724" y="2751936"/>
                  <a:chExt cx="8191" cy="19740"/>
                </a:xfrm>
              </p:grpSpPr>
              <p:sp>
                <p:nvSpPr>
                  <p:cNvPr id="1743" name="Google Shape;1743;p33"/>
                  <p:cNvSpPr/>
                  <p:nvPr/>
                </p:nvSpPr>
                <p:spPr>
                  <a:xfrm>
                    <a:off x="1883367" y="2767152"/>
                    <a:ext cx="4429" cy="2524"/>
                  </a:xfrm>
                  <a:custGeom>
                    <a:avLst/>
                    <a:gdLst/>
                    <a:ahLst/>
                    <a:cxnLst/>
                    <a:rect l="l" t="t" r="r" b="b"/>
                    <a:pathLst>
                      <a:path w="4429" h="2524" extrusionOk="0">
                        <a:moveTo>
                          <a:pt x="643" y="2167"/>
                        </a:moveTo>
                        <a:cubicBezTo>
                          <a:pt x="1500" y="2643"/>
                          <a:pt x="2929" y="2643"/>
                          <a:pt x="3786" y="2167"/>
                        </a:cubicBezTo>
                        <a:cubicBezTo>
                          <a:pt x="4643" y="1691"/>
                          <a:pt x="4643" y="833"/>
                          <a:pt x="3786" y="357"/>
                        </a:cubicBezTo>
                        <a:cubicBezTo>
                          <a:pt x="2929" y="-119"/>
                          <a:pt x="1500" y="-119"/>
                          <a:pt x="643" y="357"/>
                        </a:cubicBezTo>
                        <a:cubicBezTo>
                          <a:pt x="-214" y="833"/>
                          <a:pt x="-214" y="1691"/>
                          <a:pt x="643" y="2167"/>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4" name="Google Shape;1744;p33"/>
                  <p:cNvSpPr/>
                  <p:nvPr/>
                </p:nvSpPr>
                <p:spPr>
                  <a:xfrm>
                    <a:off x="1881819" y="2754269"/>
                    <a:ext cx="8096" cy="17407"/>
                  </a:xfrm>
                  <a:custGeom>
                    <a:avLst/>
                    <a:gdLst/>
                    <a:ahLst/>
                    <a:cxnLst/>
                    <a:rect l="l" t="t" r="r" b="b"/>
                    <a:pathLst>
                      <a:path w="8096" h="17407" extrusionOk="0">
                        <a:moveTo>
                          <a:pt x="8001" y="0"/>
                        </a:moveTo>
                        <a:lnTo>
                          <a:pt x="8001" y="15145"/>
                        </a:lnTo>
                        <a:lnTo>
                          <a:pt x="8001" y="15145"/>
                        </a:lnTo>
                        <a:cubicBezTo>
                          <a:pt x="8001" y="15716"/>
                          <a:pt x="7620" y="16288"/>
                          <a:pt x="6858" y="16764"/>
                        </a:cubicBezTo>
                        <a:cubicBezTo>
                          <a:pt x="5334" y="17621"/>
                          <a:pt x="2762" y="17621"/>
                          <a:pt x="1143" y="16764"/>
                        </a:cubicBezTo>
                        <a:cubicBezTo>
                          <a:pt x="381" y="16288"/>
                          <a:pt x="0" y="15716"/>
                          <a:pt x="0" y="15145"/>
                        </a:cubicBezTo>
                        <a:lnTo>
                          <a:pt x="0" y="0"/>
                        </a:lnTo>
                        <a:lnTo>
                          <a:pt x="8096"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5" name="Google Shape;1745;p33"/>
                  <p:cNvSpPr/>
                  <p:nvPr/>
                </p:nvSpPr>
                <p:spPr>
                  <a:xfrm>
                    <a:off x="1881724" y="2751936"/>
                    <a:ext cx="8072" cy="4595"/>
                  </a:xfrm>
                  <a:custGeom>
                    <a:avLst/>
                    <a:gdLst/>
                    <a:ahLst/>
                    <a:cxnLst/>
                    <a:rect l="l" t="t" r="r" b="b"/>
                    <a:pathLst>
                      <a:path w="8072" h="4595" extrusionOk="0">
                        <a:moveTo>
                          <a:pt x="1143" y="3953"/>
                        </a:moveTo>
                        <a:cubicBezTo>
                          <a:pt x="2762" y="4810"/>
                          <a:pt x="5239" y="4810"/>
                          <a:pt x="6858" y="3953"/>
                        </a:cubicBezTo>
                        <a:cubicBezTo>
                          <a:pt x="8477" y="3000"/>
                          <a:pt x="8477" y="1572"/>
                          <a:pt x="6858" y="714"/>
                        </a:cubicBezTo>
                        <a:cubicBezTo>
                          <a:pt x="5334" y="-238"/>
                          <a:pt x="2762" y="-238"/>
                          <a:pt x="1143" y="714"/>
                        </a:cubicBezTo>
                        <a:cubicBezTo>
                          <a:pt x="-381" y="1572"/>
                          <a:pt x="-381" y="3096"/>
                          <a:pt x="1143" y="3953"/>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46" name="Google Shape;1746;p33"/>
                <p:cNvGrpSpPr/>
                <p:nvPr/>
              </p:nvGrpSpPr>
              <p:grpSpPr>
                <a:xfrm>
                  <a:off x="1874009" y="2743506"/>
                  <a:ext cx="23622" cy="17145"/>
                  <a:chOff x="1874009" y="2743506"/>
                  <a:chExt cx="23622" cy="17145"/>
                </a:xfrm>
              </p:grpSpPr>
              <p:sp>
                <p:nvSpPr>
                  <p:cNvPr id="1747" name="Google Shape;1747;p33"/>
                  <p:cNvSpPr/>
                  <p:nvPr/>
                </p:nvSpPr>
                <p:spPr>
                  <a:xfrm>
                    <a:off x="1874009" y="2750364"/>
                    <a:ext cx="23622" cy="10287"/>
                  </a:xfrm>
                  <a:custGeom>
                    <a:avLst/>
                    <a:gdLst/>
                    <a:ahLst/>
                    <a:cxnLst/>
                    <a:rect l="l" t="t" r="r" b="b"/>
                    <a:pathLst>
                      <a:path w="23622" h="10287" extrusionOk="0">
                        <a:moveTo>
                          <a:pt x="23527" y="0"/>
                        </a:moveTo>
                        <a:lnTo>
                          <a:pt x="23527" y="3429"/>
                        </a:lnTo>
                        <a:lnTo>
                          <a:pt x="23527" y="3429"/>
                        </a:lnTo>
                        <a:cubicBezTo>
                          <a:pt x="23527" y="5239"/>
                          <a:pt x="22384" y="6858"/>
                          <a:pt x="20098" y="8287"/>
                        </a:cubicBezTo>
                        <a:cubicBezTo>
                          <a:pt x="15526" y="10954"/>
                          <a:pt x="8001" y="10954"/>
                          <a:pt x="3429" y="8287"/>
                        </a:cubicBezTo>
                        <a:cubicBezTo>
                          <a:pt x="1143" y="6953"/>
                          <a:pt x="0" y="5239"/>
                          <a:pt x="0" y="3429"/>
                        </a:cubicBezTo>
                        <a:lnTo>
                          <a:pt x="0" y="0"/>
                        </a:lnTo>
                        <a:lnTo>
                          <a:pt x="2362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8" name="Google Shape;1748;p33"/>
                  <p:cNvSpPr/>
                  <p:nvPr/>
                </p:nvSpPr>
                <p:spPr>
                  <a:xfrm>
                    <a:off x="1874009" y="2743506"/>
                    <a:ext cx="23526" cy="13620"/>
                  </a:xfrm>
                  <a:custGeom>
                    <a:avLst/>
                    <a:gdLst/>
                    <a:ahLst/>
                    <a:cxnLst/>
                    <a:rect l="l" t="t" r="r" b="b"/>
                    <a:pathLst>
                      <a:path w="23526" h="13620" extrusionOk="0">
                        <a:moveTo>
                          <a:pt x="3429" y="11620"/>
                        </a:moveTo>
                        <a:cubicBezTo>
                          <a:pt x="8001" y="14287"/>
                          <a:pt x="15526" y="14287"/>
                          <a:pt x="20098" y="11620"/>
                        </a:cubicBezTo>
                        <a:cubicBezTo>
                          <a:pt x="24670" y="8953"/>
                          <a:pt x="24670" y="4667"/>
                          <a:pt x="20098" y="2000"/>
                        </a:cubicBezTo>
                        <a:cubicBezTo>
                          <a:pt x="15526" y="-667"/>
                          <a:pt x="8001" y="-667"/>
                          <a:pt x="3429" y="2000"/>
                        </a:cubicBezTo>
                        <a:cubicBezTo>
                          <a:pt x="-1143" y="4667"/>
                          <a:pt x="-1143" y="8953"/>
                          <a:pt x="3429" y="1162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49" name="Google Shape;1749;p33"/>
                <p:cNvGrpSpPr/>
                <p:nvPr/>
              </p:nvGrpSpPr>
              <p:grpSpPr>
                <a:xfrm>
                  <a:off x="1877223" y="2725980"/>
                  <a:ext cx="17168" cy="28574"/>
                  <a:chOff x="1877223" y="2725980"/>
                  <a:chExt cx="17168" cy="28574"/>
                </a:xfrm>
              </p:grpSpPr>
              <p:sp>
                <p:nvSpPr>
                  <p:cNvPr id="1750" name="Google Shape;1750;p33"/>
                  <p:cNvSpPr/>
                  <p:nvPr/>
                </p:nvSpPr>
                <p:spPr>
                  <a:xfrm>
                    <a:off x="1877247" y="2730933"/>
                    <a:ext cx="17144" cy="23621"/>
                  </a:xfrm>
                  <a:custGeom>
                    <a:avLst/>
                    <a:gdLst/>
                    <a:ahLst/>
                    <a:cxnLst/>
                    <a:rect l="l" t="t" r="r" b="b"/>
                    <a:pathLst>
                      <a:path w="17144" h="23621" extrusionOk="0">
                        <a:moveTo>
                          <a:pt x="17050" y="0"/>
                        </a:moveTo>
                        <a:lnTo>
                          <a:pt x="17050" y="18764"/>
                        </a:lnTo>
                        <a:lnTo>
                          <a:pt x="17050" y="18764"/>
                        </a:lnTo>
                        <a:cubicBezTo>
                          <a:pt x="17050" y="20003"/>
                          <a:pt x="16192" y="21241"/>
                          <a:pt x="14573" y="22193"/>
                        </a:cubicBezTo>
                        <a:cubicBezTo>
                          <a:pt x="11239" y="24098"/>
                          <a:pt x="5810" y="24098"/>
                          <a:pt x="2476" y="22193"/>
                        </a:cubicBezTo>
                        <a:cubicBezTo>
                          <a:pt x="857" y="21241"/>
                          <a:pt x="0" y="19907"/>
                          <a:pt x="0" y="18764"/>
                        </a:cubicBezTo>
                        <a:lnTo>
                          <a:pt x="0" y="0"/>
                        </a:lnTo>
                        <a:lnTo>
                          <a:pt x="17145"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1" name="Google Shape;1751;p33"/>
                  <p:cNvSpPr/>
                  <p:nvPr/>
                </p:nvSpPr>
                <p:spPr>
                  <a:xfrm>
                    <a:off x="1877223" y="2725980"/>
                    <a:ext cx="17097" cy="9810"/>
                  </a:xfrm>
                  <a:custGeom>
                    <a:avLst/>
                    <a:gdLst/>
                    <a:ahLst/>
                    <a:cxnLst/>
                    <a:rect l="l" t="t" r="r" b="b"/>
                    <a:pathLst>
                      <a:path w="17097" h="9810" extrusionOk="0">
                        <a:moveTo>
                          <a:pt x="2500" y="8382"/>
                        </a:moveTo>
                        <a:cubicBezTo>
                          <a:pt x="5834" y="10287"/>
                          <a:pt x="11263" y="10287"/>
                          <a:pt x="14597" y="8382"/>
                        </a:cubicBezTo>
                        <a:cubicBezTo>
                          <a:pt x="17931" y="6477"/>
                          <a:pt x="17931" y="3334"/>
                          <a:pt x="14597" y="1429"/>
                        </a:cubicBezTo>
                        <a:cubicBezTo>
                          <a:pt x="11263" y="-476"/>
                          <a:pt x="5834" y="-476"/>
                          <a:pt x="2500" y="1429"/>
                        </a:cubicBezTo>
                        <a:cubicBezTo>
                          <a:pt x="-833" y="3334"/>
                          <a:pt x="-833" y="6477"/>
                          <a:pt x="2500" y="8382"/>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52" name="Google Shape;1752;p33"/>
                <p:cNvGrpSpPr/>
                <p:nvPr/>
              </p:nvGrpSpPr>
              <p:grpSpPr>
                <a:xfrm>
                  <a:off x="1867544" y="2719193"/>
                  <a:ext cx="36468" cy="26242"/>
                  <a:chOff x="1867544" y="2719193"/>
                  <a:chExt cx="36468" cy="26242"/>
                </a:xfrm>
              </p:grpSpPr>
              <p:sp>
                <p:nvSpPr>
                  <p:cNvPr id="1753" name="Google Shape;1753;p33"/>
                  <p:cNvSpPr/>
                  <p:nvPr/>
                </p:nvSpPr>
                <p:spPr>
                  <a:xfrm>
                    <a:off x="1867627" y="2729695"/>
                    <a:ext cx="36385" cy="15740"/>
                  </a:xfrm>
                  <a:custGeom>
                    <a:avLst/>
                    <a:gdLst/>
                    <a:ahLst/>
                    <a:cxnLst/>
                    <a:rect l="l" t="t" r="r" b="b"/>
                    <a:pathLst>
                      <a:path w="36385" h="15740" extrusionOk="0">
                        <a:moveTo>
                          <a:pt x="36386" y="0"/>
                        </a:moveTo>
                        <a:lnTo>
                          <a:pt x="36386" y="5239"/>
                        </a:lnTo>
                        <a:lnTo>
                          <a:pt x="36290" y="5239"/>
                        </a:lnTo>
                        <a:cubicBezTo>
                          <a:pt x="36290" y="7906"/>
                          <a:pt x="34481" y="10573"/>
                          <a:pt x="30956" y="12668"/>
                        </a:cubicBezTo>
                        <a:cubicBezTo>
                          <a:pt x="23908" y="16764"/>
                          <a:pt x="12383" y="16764"/>
                          <a:pt x="5334" y="12668"/>
                        </a:cubicBezTo>
                        <a:cubicBezTo>
                          <a:pt x="1810" y="10573"/>
                          <a:pt x="0" y="7906"/>
                          <a:pt x="0" y="5239"/>
                        </a:cubicBezTo>
                        <a:lnTo>
                          <a:pt x="0" y="0"/>
                        </a:lnTo>
                        <a:lnTo>
                          <a:pt x="36386"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4" name="Google Shape;1754;p33"/>
                  <p:cNvSpPr/>
                  <p:nvPr/>
                </p:nvSpPr>
                <p:spPr>
                  <a:xfrm>
                    <a:off x="1867544" y="2719193"/>
                    <a:ext cx="36230" cy="21002"/>
                  </a:xfrm>
                  <a:custGeom>
                    <a:avLst/>
                    <a:gdLst/>
                    <a:ahLst/>
                    <a:cxnLst/>
                    <a:rect l="l" t="t" r="r" b="b"/>
                    <a:pathLst>
                      <a:path w="36230" h="21002" extrusionOk="0">
                        <a:moveTo>
                          <a:pt x="5322" y="17931"/>
                        </a:moveTo>
                        <a:cubicBezTo>
                          <a:pt x="12371" y="22027"/>
                          <a:pt x="23896" y="22027"/>
                          <a:pt x="30944" y="17931"/>
                        </a:cubicBezTo>
                        <a:cubicBezTo>
                          <a:pt x="37993" y="13835"/>
                          <a:pt x="37993" y="7168"/>
                          <a:pt x="30944" y="3072"/>
                        </a:cubicBezTo>
                        <a:cubicBezTo>
                          <a:pt x="23896" y="-1024"/>
                          <a:pt x="12371" y="-1024"/>
                          <a:pt x="5322" y="3072"/>
                        </a:cubicBezTo>
                        <a:cubicBezTo>
                          <a:pt x="-1822" y="7168"/>
                          <a:pt x="-1726" y="13740"/>
                          <a:pt x="5322" y="1793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55" name="Google Shape;1755;p33"/>
                <p:cNvGrpSpPr/>
                <p:nvPr/>
              </p:nvGrpSpPr>
              <p:grpSpPr>
                <a:xfrm>
                  <a:off x="1872104" y="2705406"/>
                  <a:ext cx="27431" cy="30861"/>
                  <a:chOff x="1872104" y="2705406"/>
                  <a:chExt cx="27431" cy="30861"/>
                </a:xfrm>
              </p:grpSpPr>
              <p:sp>
                <p:nvSpPr>
                  <p:cNvPr id="1756" name="Google Shape;1756;p33"/>
                  <p:cNvSpPr/>
                  <p:nvPr/>
                </p:nvSpPr>
                <p:spPr>
                  <a:xfrm>
                    <a:off x="1872199" y="2713312"/>
                    <a:ext cx="27336" cy="22955"/>
                  </a:xfrm>
                  <a:custGeom>
                    <a:avLst/>
                    <a:gdLst/>
                    <a:ahLst/>
                    <a:cxnLst/>
                    <a:rect l="l" t="t" r="r" b="b"/>
                    <a:pathLst>
                      <a:path w="27336" h="22955" extrusionOk="0">
                        <a:moveTo>
                          <a:pt x="27242" y="0"/>
                        </a:moveTo>
                        <a:lnTo>
                          <a:pt x="27242" y="15145"/>
                        </a:lnTo>
                        <a:lnTo>
                          <a:pt x="27242" y="15145"/>
                        </a:lnTo>
                        <a:cubicBezTo>
                          <a:pt x="27242" y="17145"/>
                          <a:pt x="25908" y="19145"/>
                          <a:pt x="23241" y="20669"/>
                        </a:cubicBezTo>
                        <a:cubicBezTo>
                          <a:pt x="17907" y="23717"/>
                          <a:pt x="9335" y="23717"/>
                          <a:pt x="4001" y="20669"/>
                        </a:cubicBezTo>
                        <a:cubicBezTo>
                          <a:pt x="1334" y="19145"/>
                          <a:pt x="0" y="17145"/>
                          <a:pt x="0" y="15145"/>
                        </a:cubicBezTo>
                        <a:lnTo>
                          <a:pt x="0" y="0"/>
                        </a:lnTo>
                        <a:lnTo>
                          <a:pt x="2733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7" name="Google Shape;1757;p33"/>
                  <p:cNvSpPr/>
                  <p:nvPr/>
                </p:nvSpPr>
                <p:spPr>
                  <a:xfrm>
                    <a:off x="1872104" y="2705406"/>
                    <a:ext cx="27241" cy="15716"/>
                  </a:xfrm>
                  <a:custGeom>
                    <a:avLst/>
                    <a:gdLst/>
                    <a:ahLst/>
                    <a:cxnLst/>
                    <a:rect l="l" t="t" r="r" b="b"/>
                    <a:pathLst>
                      <a:path w="27241" h="15716" extrusionOk="0">
                        <a:moveTo>
                          <a:pt x="4000" y="13430"/>
                        </a:moveTo>
                        <a:cubicBezTo>
                          <a:pt x="9334" y="16478"/>
                          <a:pt x="18002" y="16478"/>
                          <a:pt x="23241" y="13430"/>
                        </a:cubicBezTo>
                        <a:cubicBezTo>
                          <a:pt x="28575" y="10287"/>
                          <a:pt x="28575" y="5334"/>
                          <a:pt x="23241" y="2286"/>
                        </a:cubicBezTo>
                        <a:cubicBezTo>
                          <a:pt x="17907" y="-762"/>
                          <a:pt x="9334" y="-762"/>
                          <a:pt x="4000" y="2286"/>
                        </a:cubicBezTo>
                        <a:cubicBezTo>
                          <a:pt x="-1333" y="5334"/>
                          <a:pt x="-1333" y="10382"/>
                          <a:pt x="4000" y="13430"/>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58" name="Google Shape;1758;p33"/>
                <p:cNvGrpSpPr/>
                <p:nvPr/>
              </p:nvGrpSpPr>
              <p:grpSpPr>
                <a:xfrm>
                  <a:off x="1862674" y="2690785"/>
                  <a:ext cx="46101" cy="33051"/>
                  <a:chOff x="1862674" y="2690785"/>
                  <a:chExt cx="46101" cy="33051"/>
                </a:xfrm>
              </p:grpSpPr>
              <p:sp>
                <p:nvSpPr>
                  <p:cNvPr id="1759" name="Google Shape;1759;p33"/>
                  <p:cNvSpPr/>
                  <p:nvPr/>
                </p:nvSpPr>
                <p:spPr>
                  <a:xfrm>
                    <a:off x="1862674" y="2703977"/>
                    <a:ext cx="46101" cy="19859"/>
                  </a:xfrm>
                  <a:custGeom>
                    <a:avLst/>
                    <a:gdLst/>
                    <a:ahLst/>
                    <a:cxnLst/>
                    <a:rect l="l" t="t" r="r" b="b"/>
                    <a:pathLst>
                      <a:path w="46101" h="19859" extrusionOk="0">
                        <a:moveTo>
                          <a:pt x="46101" y="0"/>
                        </a:moveTo>
                        <a:lnTo>
                          <a:pt x="46101" y="6667"/>
                        </a:lnTo>
                        <a:lnTo>
                          <a:pt x="46006" y="6667"/>
                        </a:lnTo>
                        <a:cubicBezTo>
                          <a:pt x="46006" y="10001"/>
                          <a:pt x="43720" y="13430"/>
                          <a:pt x="39243" y="16002"/>
                        </a:cubicBezTo>
                        <a:cubicBezTo>
                          <a:pt x="30290" y="21146"/>
                          <a:pt x="15716" y="21146"/>
                          <a:pt x="6763" y="16002"/>
                        </a:cubicBezTo>
                        <a:cubicBezTo>
                          <a:pt x="2286" y="13430"/>
                          <a:pt x="0" y="10001"/>
                          <a:pt x="0" y="6667"/>
                        </a:cubicBezTo>
                        <a:lnTo>
                          <a:pt x="0" y="0"/>
                        </a:lnTo>
                        <a:lnTo>
                          <a:pt x="46006"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0" name="Google Shape;1760;p33"/>
                  <p:cNvSpPr/>
                  <p:nvPr/>
                </p:nvSpPr>
                <p:spPr>
                  <a:xfrm>
                    <a:off x="1862817" y="2690785"/>
                    <a:ext cx="45910" cy="26479"/>
                  </a:xfrm>
                  <a:custGeom>
                    <a:avLst/>
                    <a:gdLst/>
                    <a:ahLst/>
                    <a:cxnLst/>
                    <a:rect l="l" t="t" r="r" b="b"/>
                    <a:pathLst>
                      <a:path w="45910" h="26479" extrusionOk="0">
                        <a:moveTo>
                          <a:pt x="6715" y="22622"/>
                        </a:moveTo>
                        <a:cubicBezTo>
                          <a:pt x="15669" y="27765"/>
                          <a:pt x="30242" y="27765"/>
                          <a:pt x="39195" y="22622"/>
                        </a:cubicBezTo>
                        <a:cubicBezTo>
                          <a:pt x="48149" y="17383"/>
                          <a:pt x="48149" y="9096"/>
                          <a:pt x="39195" y="3858"/>
                        </a:cubicBezTo>
                        <a:cubicBezTo>
                          <a:pt x="30242" y="-1286"/>
                          <a:pt x="15669" y="-1286"/>
                          <a:pt x="6715" y="3858"/>
                        </a:cubicBezTo>
                        <a:cubicBezTo>
                          <a:pt x="-2238" y="9001"/>
                          <a:pt x="-2238" y="17383"/>
                          <a:pt x="6715" y="2262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61" name="Google Shape;1761;p33"/>
                <p:cNvGrpSpPr/>
                <p:nvPr/>
              </p:nvGrpSpPr>
              <p:grpSpPr>
                <a:xfrm>
                  <a:off x="1867818" y="2679450"/>
                  <a:ext cx="35813" cy="33052"/>
                  <a:chOff x="1867818" y="2679450"/>
                  <a:chExt cx="35813" cy="33052"/>
                </a:xfrm>
              </p:grpSpPr>
              <p:sp>
                <p:nvSpPr>
                  <p:cNvPr id="1762" name="Google Shape;1762;p33"/>
                  <p:cNvSpPr/>
                  <p:nvPr/>
                </p:nvSpPr>
                <p:spPr>
                  <a:xfrm>
                    <a:off x="1867818" y="2689785"/>
                    <a:ext cx="35813" cy="22717"/>
                  </a:xfrm>
                  <a:custGeom>
                    <a:avLst/>
                    <a:gdLst/>
                    <a:ahLst/>
                    <a:cxnLst/>
                    <a:rect l="l" t="t" r="r" b="b"/>
                    <a:pathLst>
                      <a:path w="35813" h="22717" extrusionOk="0">
                        <a:moveTo>
                          <a:pt x="35814" y="0"/>
                        </a:moveTo>
                        <a:lnTo>
                          <a:pt x="35814" y="12478"/>
                        </a:lnTo>
                        <a:lnTo>
                          <a:pt x="35719" y="12478"/>
                        </a:lnTo>
                        <a:cubicBezTo>
                          <a:pt x="35719" y="15145"/>
                          <a:pt x="34004" y="17717"/>
                          <a:pt x="30480" y="19717"/>
                        </a:cubicBezTo>
                        <a:cubicBezTo>
                          <a:pt x="23527" y="23717"/>
                          <a:pt x="12287" y="23717"/>
                          <a:pt x="5239" y="19717"/>
                        </a:cubicBezTo>
                        <a:cubicBezTo>
                          <a:pt x="1810" y="17717"/>
                          <a:pt x="0" y="15145"/>
                          <a:pt x="0" y="12478"/>
                        </a:cubicBezTo>
                        <a:lnTo>
                          <a:pt x="0" y="0"/>
                        </a:lnTo>
                        <a:lnTo>
                          <a:pt x="35719" y="0"/>
                        </a:ln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3" name="Google Shape;1763;p33"/>
                  <p:cNvSpPr/>
                  <p:nvPr/>
                </p:nvSpPr>
                <p:spPr>
                  <a:xfrm>
                    <a:off x="1867937" y="2679450"/>
                    <a:ext cx="35671" cy="20573"/>
                  </a:xfrm>
                  <a:custGeom>
                    <a:avLst/>
                    <a:gdLst/>
                    <a:ahLst/>
                    <a:cxnLst/>
                    <a:rect l="l" t="t" r="r" b="b"/>
                    <a:pathLst>
                      <a:path w="35671" h="20573" extrusionOk="0">
                        <a:moveTo>
                          <a:pt x="5215" y="17574"/>
                        </a:moveTo>
                        <a:cubicBezTo>
                          <a:pt x="12168" y="21574"/>
                          <a:pt x="23408" y="21574"/>
                          <a:pt x="30456" y="17574"/>
                        </a:cubicBezTo>
                        <a:cubicBezTo>
                          <a:pt x="37409" y="13573"/>
                          <a:pt x="37409" y="7001"/>
                          <a:pt x="30456" y="3000"/>
                        </a:cubicBezTo>
                        <a:cubicBezTo>
                          <a:pt x="23503" y="-1000"/>
                          <a:pt x="12263" y="-1000"/>
                          <a:pt x="5215" y="3000"/>
                        </a:cubicBezTo>
                        <a:cubicBezTo>
                          <a:pt x="-1738" y="7001"/>
                          <a:pt x="-1738" y="13478"/>
                          <a:pt x="5215" y="17574"/>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64" name="Google Shape;1764;p33"/>
                <p:cNvGrpSpPr/>
                <p:nvPr/>
              </p:nvGrpSpPr>
              <p:grpSpPr>
                <a:xfrm>
                  <a:off x="1870723" y="2675783"/>
                  <a:ext cx="30241" cy="21812"/>
                  <a:chOff x="1870723" y="2675783"/>
                  <a:chExt cx="30241" cy="21812"/>
                </a:xfrm>
              </p:grpSpPr>
              <p:sp>
                <p:nvSpPr>
                  <p:cNvPr id="1765" name="Google Shape;1765;p33"/>
                  <p:cNvSpPr/>
                  <p:nvPr/>
                </p:nvSpPr>
                <p:spPr>
                  <a:xfrm>
                    <a:off x="1870865" y="2684546"/>
                    <a:ext cx="30099" cy="13049"/>
                  </a:xfrm>
                  <a:custGeom>
                    <a:avLst/>
                    <a:gdLst/>
                    <a:ahLst/>
                    <a:cxnLst/>
                    <a:rect l="l" t="t" r="r" b="b"/>
                    <a:pathLst>
                      <a:path w="30099" h="13049" extrusionOk="0">
                        <a:moveTo>
                          <a:pt x="30004" y="0"/>
                        </a:moveTo>
                        <a:lnTo>
                          <a:pt x="30004" y="4381"/>
                        </a:lnTo>
                        <a:lnTo>
                          <a:pt x="30004" y="4381"/>
                        </a:lnTo>
                        <a:cubicBezTo>
                          <a:pt x="30004" y="6572"/>
                          <a:pt x="28575" y="8858"/>
                          <a:pt x="25622" y="10477"/>
                        </a:cubicBezTo>
                        <a:cubicBezTo>
                          <a:pt x="19717" y="13906"/>
                          <a:pt x="10287" y="13906"/>
                          <a:pt x="4382" y="10477"/>
                        </a:cubicBezTo>
                        <a:cubicBezTo>
                          <a:pt x="1429" y="8763"/>
                          <a:pt x="0" y="6572"/>
                          <a:pt x="0" y="4381"/>
                        </a:cubicBezTo>
                        <a:lnTo>
                          <a:pt x="0" y="0"/>
                        </a:lnTo>
                        <a:lnTo>
                          <a:pt x="30099" y="0"/>
                        </a:ln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6" name="Google Shape;1766;p33"/>
                  <p:cNvSpPr/>
                  <p:nvPr/>
                </p:nvSpPr>
                <p:spPr>
                  <a:xfrm>
                    <a:off x="1870723" y="2675783"/>
                    <a:ext cx="30098" cy="17430"/>
                  </a:xfrm>
                  <a:custGeom>
                    <a:avLst/>
                    <a:gdLst/>
                    <a:ahLst/>
                    <a:cxnLst/>
                    <a:rect l="l" t="t" r="r" b="b"/>
                    <a:pathLst>
                      <a:path w="30098" h="17430" extrusionOk="0">
                        <a:moveTo>
                          <a:pt x="4429" y="14859"/>
                        </a:moveTo>
                        <a:cubicBezTo>
                          <a:pt x="10335" y="18288"/>
                          <a:pt x="19764" y="18288"/>
                          <a:pt x="25670" y="14859"/>
                        </a:cubicBezTo>
                        <a:cubicBezTo>
                          <a:pt x="31575" y="11525"/>
                          <a:pt x="31575" y="6001"/>
                          <a:pt x="25670" y="2572"/>
                        </a:cubicBezTo>
                        <a:cubicBezTo>
                          <a:pt x="19764" y="-857"/>
                          <a:pt x="10335" y="-857"/>
                          <a:pt x="4429" y="2572"/>
                        </a:cubicBezTo>
                        <a:cubicBezTo>
                          <a:pt x="-1476" y="6001"/>
                          <a:pt x="-1476" y="11525"/>
                          <a:pt x="4429" y="1485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767" name="Google Shape;1767;p33"/>
              <p:cNvGrpSpPr/>
              <p:nvPr/>
            </p:nvGrpSpPr>
            <p:grpSpPr>
              <a:xfrm>
                <a:off x="1825336" y="2579104"/>
                <a:ext cx="122968" cy="140208"/>
                <a:chOff x="1825336" y="2579104"/>
                <a:chExt cx="122968" cy="140208"/>
              </a:xfrm>
            </p:grpSpPr>
            <p:sp>
              <p:nvSpPr>
                <p:cNvPr id="1768" name="Google Shape;1768;p33"/>
                <p:cNvSpPr/>
                <p:nvPr/>
              </p:nvSpPr>
              <p:spPr>
                <a:xfrm>
                  <a:off x="1865913" y="2610537"/>
                  <a:ext cx="82391" cy="108775"/>
                </a:xfrm>
                <a:custGeom>
                  <a:avLst/>
                  <a:gdLst/>
                  <a:ahLst/>
                  <a:cxnLst/>
                  <a:rect l="l" t="t" r="r" b="b"/>
                  <a:pathLst>
                    <a:path w="82391" h="108775" extrusionOk="0">
                      <a:moveTo>
                        <a:pt x="13906" y="108775"/>
                      </a:moveTo>
                      <a:lnTo>
                        <a:pt x="82391" y="69247"/>
                      </a:lnTo>
                      <a:lnTo>
                        <a:pt x="82391" y="0"/>
                      </a:lnTo>
                      <a:lnTo>
                        <a:pt x="0" y="29718"/>
                      </a:lnTo>
                      <a:lnTo>
                        <a:pt x="13906" y="10877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9" name="Google Shape;1769;p33"/>
                <p:cNvSpPr/>
                <p:nvPr/>
              </p:nvSpPr>
              <p:spPr>
                <a:xfrm>
                  <a:off x="1825336" y="2618538"/>
                  <a:ext cx="54483" cy="100774"/>
                </a:xfrm>
                <a:custGeom>
                  <a:avLst/>
                  <a:gdLst/>
                  <a:ahLst/>
                  <a:cxnLst/>
                  <a:rect l="l" t="t" r="r" b="b"/>
                  <a:pathLst>
                    <a:path w="54483" h="100774" extrusionOk="0">
                      <a:moveTo>
                        <a:pt x="54483" y="100775"/>
                      </a:moveTo>
                      <a:lnTo>
                        <a:pt x="54483" y="31433"/>
                      </a:lnTo>
                      <a:lnTo>
                        <a:pt x="0" y="0"/>
                      </a:lnTo>
                      <a:lnTo>
                        <a:pt x="0" y="69247"/>
                      </a:lnTo>
                      <a:lnTo>
                        <a:pt x="54483" y="10077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0" name="Google Shape;1770;p33"/>
                <p:cNvSpPr/>
                <p:nvPr/>
              </p:nvSpPr>
              <p:spPr>
                <a:xfrm>
                  <a:off x="1825336" y="2579104"/>
                  <a:ext cx="122967" cy="70866"/>
                </a:xfrm>
                <a:custGeom>
                  <a:avLst/>
                  <a:gdLst/>
                  <a:ahLst/>
                  <a:cxnLst/>
                  <a:rect l="l" t="t" r="r" b="b"/>
                  <a:pathLst>
                    <a:path w="122967" h="70866" extrusionOk="0">
                      <a:moveTo>
                        <a:pt x="54483" y="70866"/>
                      </a:moveTo>
                      <a:lnTo>
                        <a:pt x="122968" y="31433"/>
                      </a:lnTo>
                      <a:lnTo>
                        <a:pt x="68390" y="0"/>
                      </a:lnTo>
                      <a:lnTo>
                        <a:pt x="0" y="39433"/>
                      </a:lnTo>
                      <a:lnTo>
                        <a:pt x="54483" y="7086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71" name="Google Shape;1771;p33"/>
              <p:cNvGrpSpPr/>
              <p:nvPr/>
            </p:nvGrpSpPr>
            <p:grpSpPr>
              <a:xfrm>
                <a:off x="1862555" y="2568270"/>
                <a:ext cx="46434" cy="61150"/>
                <a:chOff x="1862555" y="2568270"/>
                <a:chExt cx="46434" cy="61150"/>
              </a:xfrm>
            </p:grpSpPr>
            <p:grpSp>
              <p:nvGrpSpPr>
                <p:cNvPr id="1772" name="Google Shape;1772;p33"/>
                <p:cNvGrpSpPr/>
                <p:nvPr/>
              </p:nvGrpSpPr>
              <p:grpSpPr>
                <a:xfrm>
                  <a:off x="1862555" y="2589082"/>
                  <a:ext cx="46434" cy="40338"/>
                  <a:chOff x="1862555" y="2589082"/>
                  <a:chExt cx="46434" cy="40338"/>
                </a:xfrm>
              </p:grpSpPr>
              <p:sp>
                <p:nvSpPr>
                  <p:cNvPr id="1773" name="Google Shape;1773;p33"/>
                  <p:cNvSpPr/>
                  <p:nvPr/>
                </p:nvSpPr>
                <p:spPr>
                  <a:xfrm>
                    <a:off x="1862579" y="2602441"/>
                    <a:ext cx="46386" cy="26979"/>
                  </a:xfrm>
                  <a:custGeom>
                    <a:avLst/>
                    <a:gdLst/>
                    <a:ahLst/>
                    <a:cxnLst/>
                    <a:rect l="l" t="t" r="r" b="b"/>
                    <a:pathLst>
                      <a:path w="46386" h="26979" extrusionOk="0">
                        <a:moveTo>
                          <a:pt x="46387" y="0"/>
                        </a:moveTo>
                        <a:lnTo>
                          <a:pt x="46387" y="13621"/>
                        </a:lnTo>
                        <a:cubicBezTo>
                          <a:pt x="46387" y="17050"/>
                          <a:pt x="44101" y="20479"/>
                          <a:pt x="39624" y="23050"/>
                        </a:cubicBezTo>
                        <a:cubicBezTo>
                          <a:pt x="30575" y="28289"/>
                          <a:pt x="15907" y="28289"/>
                          <a:pt x="6763" y="23050"/>
                        </a:cubicBezTo>
                        <a:cubicBezTo>
                          <a:pt x="2286" y="20383"/>
                          <a:pt x="0" y="16954"/>
                          <a:pt x="0" y="13621"/>
                        </a:cubicBezTo>
                        <a:lnTo>
                          <a:pt x="0" y="0"/>
                        </a:lnTo>
                        <a:lnTo>
                          <a:pt x="4638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4" name="Google Shape;1774;p33"/>
                  <p:cNvSpPr/>
                  <p:nvPr/>
                </p:nvSpPr>
                <p:spPr>
                  <a:xfrm>
                    <a:off x="1862555" y="2589082"/>
                    <a:ext cx="46434" cy="26812"/>
                  </a:xfrm>
                  <a:custGeom>
                    <a:avLst/>
                    <a:gdLst/>
                    <a:ahLst/>
                    <a:cxnLst/>
                    <a:rect l="l" t="t" r="r" b="b"/>
                    <a:pathLst>
                      <a:path w="46434" h="26812" extrusionOk="0">
                        <a:moveTo>
                          <a:pt x="6787" y="22884"/>
                        </a:moveTo>
                        <a:cubicBezTo>
                          <a:pt x="15835" y="28123"/>
                          <a:pt x="30599" y="28123"/>
                          <a:pt x="39648" y="22884"/>
                        </a:cubicBezTo>
                        <a:cubicBezTo>
                          <a:pt x="48697" y="17645"/>
                          <a:pt x="48697" y="9168"/>
                          <a:pt x="39648" y="3929"/>
                        </a:cubicBezTo>
                        <a:cubicBezTo>
                          <a:pt x="30599" y="-1310"/>
                          <a:pt x="15931" y="-1310"/>
                          <a:pt x="6787" y="3929"/>
                        </a:cubicBezTo>
                        <a:cubicBezTo>
                          <a:pt x="-2262" y="9168"/>
                          <a:pt x="-2262" y="17645"/>
                          <a:pt x="6787" y="2288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75" name="Google Shape;1775;p33"/>
                <p:cNvGrpSpPr/>
                <p:nvPr/>
              </p:nvGrpSpPr>
              <p:grpSpPr>
                <a:xfrm>
                  <a:off x="1865079" y="2568270"/>
                  <a:ext cx="41386" cy="44909"/>
                  <a:chOff x="1865079" y="2568270"/>
                  <a:chExt cx="41386" cy="44909"/>
                </a:xfrm>
              </p:grpSpPr>
              <p:sp>
                <p:nvSpPr>
                  <p:cNvPr id="1776" name="Google Shape;1776;p33"/>
                  <p:cNvSpPr/>
                  <p:nvPr/>
                </p:nvSpPr>
                <p:spPr>
                  <a:xfrm>
                    <a:off x="1865151" y="2580152"/>
                    <a:ext cx="41243" cy="33027"/>
                  </a:xfrm>
                  <a:custGeom>
                    <a:avLst/>
                    <a:gdLst/>
                    <a:ahLst/>
                    <a:cxnLst/>
                    <a:rect l="l" t="t" r="r" b="b"/>
                    <a:pathLst>
                      <a:path w="41243" h="33027" extrusionOk="0">
                        <a:moveTo>
                          <a:pt x="41243" y="0"/>
                        </a:moveTo>
                        <a:lnTo>
                          <a:pt x="41243" y="21050"/>
                        </a:lnTo>
                        <a:cubicBezTo>
                          <a:pt x="41243" y="24098"/>
                          <a:pt x="39243" y="27242"/>
                          <a:pt x="35242" y="29528"/>
                        </a:cubicBezTo>
                        <a:cubicBezTo>
                          <a:pt x="27242" y="34195"/>
                          <a:pt x="14097" y="34195"/>
                          <a:pt x="6001" y="29528"/>
                        </a:cubicBezTo>
                        <a:cubicBezTo>
                          <a:pt x="2000" y="27242"/>
                          <a:pt x="0" y="24194"/>
                          <a:pt x="0" y="21050"/>
                        </a:cubicBezTo>
                        <a:lnTo>
                          <a:pt x="0" y="0"/>
                        </a:lnTo>
                        <a:lnTo>
                          <a:pt x="4124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7" name="Google Shape;1777;p33"/>
                  <p:cNvSpPr/>
                  <p:nvPr/>
                </p:nvSpPr>
                <p:spPr>
                  <a:xfrm>
                    <a:off x="1865079" y="2568270"/>
                    <a:ext cx="41386" cy="23860"/>
                  </a:xfrm>
                  <a:custGeom>
                    <a:avLst/>
                    <a:gdLst/>
                    <a:ahLst/>
                    <a:cxnLst/>
                    <a:rect l="l" t="t" r="r" b="b"/>
                    <a:pathLst>
                      <a:path w="41386" h="23860" extrusionOk="0">
                        <a:moveTo>
                          <a:pt x="6072" y="20360"/>
                        </a:moveTo>
                        <a:cubicBezTo>
                          <a:pt x="14168" y="25027"/>
                          <a:pt x="27218" y="25027"/>
                          <a:pt x="35314" y="20360"/>
                        </a:cubicBezTo>
                        <a:cubicBezTo>
                          <a:pt x="43410" y="15692"/>
                          <a:pt x="43410" y="8168"/>
                          <a:pt x="35314" y="3500"/>
                        </a:cubicBezTo>
                        <a:cubicBezTo>
                          <a:pt x="27313" y="-1167"/>
                          <a:pt x="14168" y="-1167"/>
                          <a:pt x="6072" y="3500"/>
                        </a:cubicBezTo>
                        <a:cubicBezTo>
                          <a:pt x="-2024" y="8168"/>
                          <a:pt x="-2024" y="15692"/>
                          <a:pt x="6072" y="2036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8" name="Google Shape;1778;p33"/>
                  <p:cNvSpPr/>
                  <p:nvPr/>
                </p:nvSpPr>
                <p:spPr>
                  <a:xfrm>
                    <a:off x="1881557" y="2577723"/>
                    <a:ext cx="8334" cy="4857"/>
                  </a:xfrm>
                  <a:custGeom>
                    <a:avLst/>
                    <a:gdLst/>
                    <a:ahLst/>
                    <a:cxnLst/>
                    <a:rect l="l" t="t" r="r" b="b"/>
                    <a:pathLst>
                      <a:path w="8334" h="4857" extrusionOk="0">
                        <a:moveTo>
                          <a:pt x="1214" y="4143"/>
                        </a:moveTo>
                        <a:cubicBezTo>
                          <a:pt x="2834" y="5096"/>
                          <a:pt x="5501" y="5096"/>
                          <a:pt x="7120" y="4143"/>
                        </a:cubicBezTo>
                        <a:cubicBezTo>
                          <a:pt x="8739" y="3191"/>
                          <a:pt x="8739" y="1667"/>
                          <a:pt x="7120" y="714"/>
                        </a:cubicBezTo>
                        <a:cubicBezTo>
                          <a:pt x="5501" y="-238"/>
                          <a:pt x="2834" y="-238"/>
                          <a:pt x="1214" y="714"/>
                        </a:cubicBezTo>
                        <a:cubicBezTo>
                          <a:pt x="-405" y="1667"/>
                          <a:pt x="-405" y="3191"/>
                          <a:pt x="1214" y="41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779" name="Google Shape;1779;p33"/>
            <p:cNvGrpSpPr/>
            <p:nvPr/>
          </p:nvGrpSpPr>
          <p:grpSpPr>
            <a:xfrm>
              <a:off x="1587783" y="2938387"/>
              <a:ext cx="161067" cy="184880"/>
              <a:chOff x="1587783" y="2938387"/>
              <a:chExt cx="161067" cy="184880"/>
            </a:xfrm>
          </p:grpSpPr>
          <p:sp>
            <p:nvSpPr>
              <p:cNvPr id="1780" name="Google Shape;1780;p33"/>
              <p:cNvSpPr/>
              <p:nvPr/>
            </p:nvSpPr>
            <p:spPr>
              <a:xfrm>
                <a:off x="1587783" y="2978488"/>
                <a:ext cx="91725" cy="126206"/>
              </a:xfrm>
              <a:custGeom>
                <a:avLst/>
                <a:gdLst/>
                <a:ahLst/>
                <a:cxnLst/>
                <a:rect l="l" t="t" r="r" b="b"/>
                <a:pathLst>
                  <a:path w="91725" h="126206" extrusionOk="0">
                    <a:moveTo>
                      <a:pt x="0" y="0"/>
                    </a:moveTo>
                    <a:lnTo>
                      <a:pt x="0" y="73247"/>
                    </a:lnTo>
                    <a:lnTo>
                      <a:pt x="91726" y="126206"/>
                    </a:lnTo>
                    <a:lnTo>
                      <a:pt x="91726" y="52864"/>
                    </a:lnTo>
                    <a:lnTo>
                      <a:pt x="0"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1" name="Google Shape;1781;p33"/>
              <p:cNvSpPr/>
              <p:nvPr/>
            </p:nvSpPr>
            <p:spPr>
              <a:xfrm>
                <a:off x="1587783" y="3051735"/>
                <a:ext cx="107822" cy="71532"/>
              </a:xfrm>
              <a:custGeom>
                <a:avLst/>
                <a:gdLst/>
                <a:ahLst/>
                <a:cxnLst/>
                <a:rect l="l" t="t" r="r" b="b"/>
                <a:pathLst>
                  <a:path w="107822" h="71532" extrusionOk="0">
                    <a:moveTo>
                      <a:pt x="0" y="0"/>
                    </a:moveTo>
                    <a:lnTo>
                      <a:pt x="16097" y="18669"/>
                    </a:lnTo>
                    <a:lnTo>
                      <a:pt x="107823" y="71533"/>
                    </a:lnTo>
                    <a:lnTo>
                      <a:pt x="91726" y="52959"/>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2" name="Google Shape;1782;p33"/>
              <p:cNvSpPr/>
              <p:nvPr/>
            </p:nvSpPr>
            <p:spPr>
              <a:xfrm>
                <a:off x="1587783" y="2938387"/>
                <a:ext cx="161067" cy="92963"/>
              </a:xfrm>
              <a:custGeom>
                <a:avLst/>
                <a:gdLst/>
                <a:ahLst/>
                <a:cxnLst/>
                <a:rect l="l" t="t" r="r" b="b"/>
                <a:pathLst>
                  <a:path w="161067" h="92963" extrusionOk="0">
                    <a:moveTo>
                      <a:pt x="0" y="40100"/>
                    </a:moveTo>
                    <a:lnTo>
                      <a:pt x="69437" y="0"/>
                    </a:lnTo>
                    <a:lnTo>
                      <a:pt x="161068" y="52959"/>
                    </a:lnTo>
                    <a:lnTo>
                      <a:pt x="91726" y="92964"/>
                    </a:lnTo>
                    <a:lnTo>
                      <a:pt x="0" y="4010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3" name="Google Shape;1783;p33"/>
              <p:cNvSpPr/>
              <p:nvPr/>
            </p:nvSpPr>
            <p:spPr>
              <a:xfrm>
                <a:off x="1679508" y="2991346"/>
                <a:ext cx="69341" cy="131921"/>
              </a:xfrm>
              <a:custGeom>
                <a:avLst/>
                <a:gdLst/>
                <a:ahLst/>
                <a:cxnLst/>
                <a:rect l="l" t="t" r="r" b="b"/>
                <a:pathLst>
                  <a:path w="69341" h="131921" extrusionOk="0">
                    <a:moveTo>
                      <a:pt x="0" y="40005"/>
                    </a:moveTo>
                    <a:lnTo>
                      <a:pt x="69342" y="0"/>
                    </a:lnTo>
                    <a:lnTo>
                      <a:pt x="69342" y="101251"/>
                    </a:lnTo>
                    <a:lnTo>
                      <a:pt x="16097" y="131921"/>
                    </a:lnTo>
                    <a:lnTo>
                      <a:pt x="0" y="113348"/>
                    </a:lnTo>
                    <a:lnTo>
                      <a:pt x="0" y="4000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84" name="Google Shape;1784;p33"/>
            <p:cNvGrpSpPr/>
            <p:nvPr/>
          </p:nvGrpSpPr>
          <p:grpSpPr>
            <a:xfrm>
              <a:off x="1495104" y="2601488"/>
              <a:ext cx="379571" cy="411861"/>
              <a:chOff x="1495104" y="2601488"/>
              <a:chExt cx="379571" cy="411861"/>
            </a:xfrm>
          </p:grpSpPr>
          <p:grpSp>
            <p:nvGrpSpPr>
              <p:cNvPr id="1785" name="Google Shape;1785;p33"/>
              <p:cNvGrpSpPr/>
              <p:nvPr/>
            </p:nvGrpSpPr>
            <p:grpSpPr>
              <a:xfrm>
                <a:off x="1618072" y="2923909"/>
                <a:ext cx="100203" cy="89440"/>
                <a:chOff x="1618072" y="2923909"/>
                <a:chExt cx="100203" cy="89440"/>
              </a:xfrm>
            </p:grpSpPr>
            <p:sp>
              <p:nvSpPr>
                <p:cNvPr id="1786" name="Google Shape;1786;p33"/>
                <p:cNvSpPr/>
                <p:nvPr/>
              </p:nvSpPr>
              <p:spPr>
                <a:xfrm>
                  <a:off x="1672555" y="2955437"/>
                  <a:ext cx="45720" cy="57912"/>
                </a:xfrm>
                <a:custGeom>
                  <a:avLst/>
                  <a:gdLst/>
                  <a:ahLst/>
                  <a:cxnLst/>
                  <a:rect l="l" t="t" r="r" b="b"/>
                  <a:pathLst>
                    <a:path w="45720" h="57912" extrusionOk="0">
                      <a:moveTo>
                        <a:pt x="0" y="57912"/>
                      </a:moveTo>
                      <a:lnTo>
                        <a:pt x="45720" y="31433"/>
                      </a:lnTo>
                      <a:lnTo>
                        <a:pt x="45720" y="0"/>
                      </a:lnTo>
                      <a:lnTo>
                        <a:pt x="0" y="26480"/>
                      </a:lnTo>
                      <a:lnTo>
                        <a:pt x="0" y="57912"/>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7" name="Google Shape;1787;p33"/>
                <p:cNvSpPr/>
                <p:nvPr/>
              </p:nvSpPr>
              <p:spPr>
                <a:xfrm>
                  <a:off x="1618072" y="2950484"/>
                  <a:ext cx="54483" cy="62864"/>
                </a:xfrm>
                <a:custGeom>
                  <a:avLst/>
                  <a:gdLst/>
                  <a:ahLst/>
                  <a:cxnLst/>
                  <a:rect l="l" t="t" r="r" b="b"/>
                  <a:pathLst>
                    <a:path w="54483" h="62864" extrusionOk="0">
                      <a:moveTo>
                        <a:pt x="54483" y="62865"/>
                      </a:moveTo>
                      <a:lnTo>
                        <a:pt x="54483" y="31433"/>
                      </a:lnTo>
                      <a:lnTo>
                        <a:pt x="0" y="0"/>
                      </a:lnTo>
                      <a:lnTo>
                        <a:pt x="0" y="31433"/>
                      </a:lnTo>
                      <a:lnTo>
                        <a:pt x="54483" y="628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8" name="Google Shape;1788;p33"/>
                <p:cNvSpPr/>
                <p:nvPr/>
              </p:nvSpPr>
              <p:spPr>
                <a:xfrm>
                  <a:off x="1618072" y="2923909"/>
                  <a:ext cx="100203" cy="58007"/>
                </a:xfrm>
                <a:custGeom>
                  <a:avLst/>
                  <a:gdLst/>
                  <a:ahLst/>
                  <a:cxnLst/>
                  <a:rect l="l" t="t" r="r" b="b"/>
                  <a:pathLst>
                    <a:path w="100203" h="58007" extrusionOk="0">
                      <a:moveTo>
                        <a:pt x="54483" y="58007"/>
                      </a:moveTo>
                      <a:lnTo>
                        <a:pt x="100203" y="31528"/>
                      </a:lnTo>
                      <a:lnTo>
                        <a:pt x="45720" y="0"/>
                      </a:lnTo>
                      <a:lnTo>
                        <a:pt x="0" y="26575"/>
                      </a:lnTo>
                      <a:lnTo>
                        <a:pt x="54483" y="5800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89" name="Google Shape;1789;p33"/>
              <p:cNvGrpSpPr/>
              <p:nvPr/>
            </p:nvGrpSpPr>
            <p:grpSpPr>
              <a:xfrm>
                <a:off x="1627502" y="2794941"/>
                <a:ext cx="80105" cy="181642"/>
                <a:chOff x="1627502" y="2794941"/>
                <a:chExt cx="80105" cy="181642"/>
              </a:xfrm>
            </p:grpSpPr>
            <p:grpSp>
              <p:nvGrpSpPr>
                <p:cNvPr id="1790" name="Google Shape;1790;p33"/>
                <p:cNvGrpSpPr/>
                <p:nvPr/>
              </p:nvGrpSpPr>
              <p:grpSpPr>
                <a:xfrm>
                  <a:off x="1627502" y="2794941"/>
                  <a:ext cx="39338" cy="158210"/>
                  <a:chOff x="1627502" y="2794941"/>
                  <a:chExt cx="39338" cy="158210"/>
                </a:xfrm>
              </p:grpSpPr>
              <p:sp>
                <p:nvSpPr>
                  <p:cNvPr id="1791" name="Google Shape;1791;p33"/>
                  <p:cNvSpPr/>
                  <p:nvPr/>
                </p:nvSpPr>
                <p:spPr>
                  <a:xfrm>
                    <a:off x="1627502" y="2813515"/>
                    <a:ext cx="7048" cy="139636"/>
                  </a:xfrm>
                  <a:custGeom>
                    <a:avLst/>
                    <a:gdLst/>
                    <a:ahLst/>
                    <a:cxnLst/>
                    <a:rect l="l" t="t" r="r" b="b"/>
                    <a:pathLst>
                      <a:path w="7048" h="139636" extrusionOk="0">
                        <a:moveTo>
                          <a:pt x="0" y="0"/>
                        </a:moveTo>
                        <a:lnTo>
                          <a:pt x="0" y="135541"/>
                        </a:lnTo>
                        <a:lnTo>
                          <a:pt x="7048" y="139637"/>
                        </a:lnTo>
                        <a:lnTo>
                          <a:pt x="7048" y="4096"/>
                        </a:lnTo>
                        <a:lnTo>
                          <a:pt x="0" y="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2" name="Google Shape;1792;p33"/>
                  <p:cNvSpPr/>
                  <p:nvPr/>
                </p:nvSpPr>
                <p:spPr>
                  <a:xfrm>
                    <a:off x="1627502" y="2794941"/>
                    <a:ext cx="39338" cy="22669"/>
                  </a:xfrm>
                  <a:custGeom>
                    <a:avLst/>
                    <a:gdLst/>
                    <a:ahLst/>
                    <a:cxnLst/>
                    <a:rect l="l" t="t" r="r" b="b"/>
                    <a:pathLst>
                      <a:path w="39338" h="22669" extrusionOk="0">
                        <a:moveTo>
                          <a:pt x="0" y="18574"/>
                        </a:moveTo>
                        <a:lnTo>
                          <a:pt x="7048" y="22670"/>
                        </a:lnTo>
                        <a:lnTo>
                          <a:pt x="39338" y="4000"/>
                        </a:lnTo>
                        <a:lnTo>
                          <a:pt x="32290" y="0"/>
                        </a:lnTo>
                        <a:lnTo>
                          <a:pt x="0" y="18574"/>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3" name="Google Shape;1793;p33"/>
                  <p:cNvSpPr/>
                  <p:nvPr/>
                </p:nvSpPr>
                <p:spPr>
                  <a:xfrm>
                    <a:off x="1634550" y="2798942"/>
                    <a:ext cx="32289" cy="154209"/>
                  </a:xfrm>
                  <a:custGeom>
                    <a:avLst/>
                    <a:gdLst/>
                    <a:ahLst/>
                    <a:cxnLst/>
                    <a:rect l="l" t="t" r="r" b="b"/>
                    <a:pathLst>
                      <a:path w="32289" h="154209" extrusionOk="0">
                        <a:moveTo>
                          <a:pt x="0" y="18669"/>
                        </a:moveTo>
                        <a:lnTo>
                          <a:pt x="0" y="154210"/>
                        </a:lnTo>
                        <a:lnTo>
                          <a:pt x="32290" y="135541"/>
                        </a:lnTo>
                        <a:lnTo>
                          <a:pt x="32290" y="0"/>
                        </a:lnTo>
                        <a:lnTo>
                          <a:pt x="0" y="1866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4" name="Google Shape;1794;p33"/>
                  <p:cNvSpPr/>
                  <p:nvPr/>
                </p:nvSpPr>
                <p:spPr>
                  <a:xfrm>
                    <a:off x="1645694" y="2805418"/>
                    <a:ext cx="10001" cy="141255"/>
                  </a:xfrm>
                  <a:custGeom>
                    <a:avLst/>
                    <a:gdLst/>
                    <a:ahLst/>
                    <a:cxnLst/>
                    <a:rect l="l" t="t" r="r" b="b"/>
                    <a:pathLst>
                      <a:path w="10001" h="141255" extrusionOk="0">
                        <a:moveTo>
                          <a:pt x="0" y="5810"/>
                        </a:moveTo>
                        <a:lnTo>
                          <a:pt x="0" y="141256"/>
                        </a:lnTo>
                        <a:lnTo>
                          <a:pt x="10001" y="135541"/>
                        </a:lnTo>
                        <a:lnTo>
                          <a:pt x="10001" y="0"/>
                        </a:lnTo>
                        <a:lnTo>
                          <a:pt x="0" y="581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5" name="Google Shape;1795;p33"/>
                  <p:cNvSpPr/>
                  <p:nvPr/>
                </p:nvSpPr>
                <p:spPr>
                  <a:xfrm>
                    <a:off x="1647314" y="2808086"/>
                    <a:ext cx="6857" cy="135635"/>
                  </a:xfrm>
                  <a:custGeom>
                    <a:avLst/>
                    <a:gdLst/>
                    <a:ahLst/>
                    <a:cxnLst/>
                    <a:rect l="l" t="t" r="r" b="b"/>
                    <a:pathLst>
                      <a:path w="6857" h="135635" extrusionOk="0">
                        <a:moveTo>
                          <a:pt x="6858" y="0"/>
                        </a:moveTo>
                        <a:lnTo>
                          <a:pt x="4953" y="1048"/>
                        </a:lnTo>
                        <a:lnTo>
                          <a:pt x="4953" y="130588"/>
                        </a:lnTo>
                        <a:lnTo>
                          <a:pt x="0" y="133445"/>
                        </a:lnTo>
                        <a:lnTo>
                          <a:pt x="0" y="135636"/>
                        </a:lnTo>
                        <a:lnTo>
                          <a:pt x="6858" y="131731"/>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6" name="Google Shape;1796;p33"/>
                  <p:cNvSpPr/>
                  <p:nvPr/>
                </p:nvSpPr>
                <p:spPr>
                  <a:xfrm>
                    <a:off x="1647314" y="2809133"/>
                    <a:ext cx="4952" cy="132397"/>
                  </a:xfrm>
                  <a:custGeom>
                    <a:avLst/>
                    <a:gdLst/>
                    <a:ahLst/>
                    <a:cxnLst/>
                    <a:rect l="l" t="t" r="r" b="b"/>
                    <a:pathLst>
                      <a:path w="4952" h="132397" extrusionOk="0">
                        <a:moveTo>
                          <a:pt x="4953" y="0"/>
                        </a:moveTo>
                        <a:lnTo>
                          <a:pt x="0" y="2953"/>
                        </a:lnTo>
                        <a:lnTo>
                          <a:pt x="0" y="132397"/>
                        </a:lnTo>
                        <a:lnTo>
                          <a:pt x="4953" y="129540"/>
                        </a:lnTo>
                        <a:lnTo>
                          <a:pt x="4953"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97" name="Google Shape;1797;p33"/>
                <p:cNvGrpSpPr/>
                <p:nvPr/>
              </p:nvGrpSpPr>
              <p:grpSpPr>
                <a:xfrm>
                  <a:off x="1668269" y="2818372"/>
                  <a:ext cx="39338" cy="158211"/>
                  <a:chOff x="1668269" y="2818372"/>
                  <a:chExt cx="39338" cy="158211"/>
                </a:xfrm>
              </p:grpSpPr>
              <p:sp>
                <p:nvSpPr>
                  <p:cNvPr id="1798" name="Google Shape;1798;p33"/>
                  <p:cNvSpPr/>
                  <p:nvPr/>
                </p:nvSpPr>
                <p:spPr>
                  <a:xfrm>
                    <a:off x="1668269" y="2837042"/>
                    <a:ext cx="7048" cy="139541"/>
                  </a:xfrm>
                  <a:custGeom>
                    <a:avLst/>
                    <a:gdLst/>
                    <a:ahLst/>
                    <a:cxnLst/>
                    <a:rect l="l" t="t" r="r" b="b"/>
                    <a:pathLst>
                      <a:path w="7048" h="139541" extrusionOk="0">
                        <a:moveTo>
                          <a:pt x="0" y="0"/>
                        </a:moveTo>
                        <a:lnTo>
                          <a:pt x="0" y="135446"/>
                        </a:lnTo>
                        <a:lnTo>
                          <a:pt x="7048" y="139541"/>
                        </a:lnTo>
                        <a:lnTo>
                          <a:pt x="7048" y="4000"/>
                        </a:lnTo>
                        <a:lnTo>
                          <a:pt x="0"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9" name="Google Shape;1799;p33"/>
                  <p:cNvSpPr/>
                  <p:nvPr/>
                </p:nvSpPr>
                <p:spPr>
                  <a:xfrm>
                    <a:off x="1668269" y="2818372"/>
                    <a:ext cx="39338" cy="22669"/>
                  </a:xfrm>
                  <a:custGeom>
                    <a:avLst/>
                    <a:gdLst/>
                    <a:ahLst/>
                    <a:cxnLst/>
                    <a:rect l="l" t="t" r="r" b="b"/>
                    <a:pathLst>
                      <a:path w="39338" h="22669" extrusionOk="0">
                        <a:moveTo>
                          <a:pt x="0" y="18669"/>
                        </a:moveTo>
                        <a:lnTo>
                          <a:pt x="7048" y="22670"/>
                        </a:lnTo>
                        <a:lnTo>
                          <a:pt x="39338" y="4096"/>
                        </a:lnTo>
                        <a:lnTo>
                          <a:pt x="32194" y="0"/>
                        </a:lnTo>
                        <a:lnTo>
                          <a:pt x="0" y="1866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0" name="Google Shape;1800;p33"/>
                  <p:cNvSpPr/>
                  <p:nvPr/>
                </p:nvSpPr>
                <p:spPr>
                  <a:xfrm>
                    <a:off x="1675317" y="2822468"/>
                    <a:ext cx="32289" cy="154114"/>
                  </a:xfrm>
                  <a:custGeom>
                    <a:avLst/>
                    <a:gdLst/>
                    <a:ahLst/>
                    <a:cxnLst/>
                    <a:rect l="l" t="t" r="r" b="b"/>
                    <a:pathLst>
                      <a:path w="32289" h="154114" extrusionOk="0">
                        <a:moveTo>
                          <a:pt x="0" y="18574"/>
                        </a:moveTo>
                        <a:lnTo>
                          <a:pt x="0" y="154114"/>
                        </a:lnTo>
                        <a:lnTo>
                          <a:pt x="32290" y="135541"/>
                        </a:lnTo>
                        <a:lnTo>
                          <a:pt x="32290" y="0"/>
                        </a:lnTo>
                        <a:lnTo>
                          <a:pt x="0" y="1857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1" name="Google Shape;1801;p33"/>
                  <p:cNvSpPr/>
                  <p:nvPr/>
                </p:nvSpPr>
                <p:spPr>
                  <a:xfrm>
                    <a:off x="1686366" y="2828945"/>
                    <a:ext cx="10001" cy="141255"/>
                  </a:xfrm>
                  <a:custGeom>
                    <a:avLst/>
                    <a:gdLst/>
                    <a:ahLst/>
                    <a:cxnLst/>
                    <a:rect l="l" t="t" r="r" b="b"/>
                    <a:pathLst>
                      <a:path w="10001" h="141255" extrusionOk="0">
                        <a:moveTo>
                          <a:pt x="0" y="5715"/>
                        </a:moveTo>
                        <a:lnTo>
                          <a:pt x="0" y="141256"/>
                        </a:lnTo>
                        <a:lnTo>
                          <a:pt x="10001" y="135446"/>
                        </a:lnTo>
                        <a:lnTo>
                          <a:pt x="10001" y="0"/>
                        </a:lnTo>
                        <a:lnTo>
                          <a:pt x="0" y="571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2" name="Google Shape;1802;p33"/>
                  <p:cNvSpPr/>
                  <p:nvPr/>
                </p:nvSpPr>
                <p:spPr>
                  <a:xfrm>
                    <a:off x="1687985" y="2831517"/>
                    <a:ext cx="6858" cy="135731"/>
                  </a:xfrm>
                  <a:custGeom>
                    <a:avLst/>
                    <a:gdLst/>
                    <a:ahLst/>
                    <a:cxnLst/>
                    <a:rect l="l" t="t" r="r" b="b"/>
                    <a:pathLst>
                      <a:path w="6858" h="135731" extrusionOk="0">
                        <a:moveTo>
                          <a:pt x="6858" y="0"/>
                        </a:moveTo>
                        <a:lnTo>
                          <a:pt x="5048" y="1143"/>
                        </a:lnTo>
                        <a:lnTo>
                          <a:pt x="5048" y="130683"/>
                        </a:lnTo>
                        <a:lnTo>
                          <a:pt x="0" y="133541"/>
                        </a:lnTo>
                        <a:lnTo>
                          <a:pt x="0" y="135731"/>
                        </a:lnTo>
                        <a:lnTo>
                          <a:pt x="6858" y="131731"/>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3" name="Google Shape;1803;p33"/>
                  <p:cNvSpPr/>
                  <p:nvPr/>
                </p:nvSpPr>
                <p:spPr>
                  <a:xfrm>
                    <a:off x="1687985" y="2832660"/>
                    <a:ext cx="5048" cy="132397"/>
                  </a:xfrm>
                  <a:custGeom>
                    <a:avLst/>
                    <a:gdLst/>
                    <a:ahLst/>
                    <a:cxnLst/>
                    <a:rect l="l" t="t" r="r" b="b"/>
                    <a:pathLst>
                      <a:path w="5048" h="132397" extrusionOk="0">
                        <a:moveTo>
                          <a:pt x="5048" y="0"/>
                        </a:moveTo>
                        <a:lnTo>
                          <a:pt x="0" y="2858"/>
                        </a:lnTo>
                        <a:lnTo>
                          <a:pt x="0" y="132398"/>
                        </a:lnTo>
                        <a:lnTo>
                          <a:pt x="5048" y="129540"/>
                        </a:lnTo>
                        <a:lnTo>
                          <a:pt x="5048"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04" name="Google Shape;1804;p33"/>
              <p:cNvGrpSpPr/>
              <p:nvPr/>
            </p:nvGrpSpPr>
            <p:grpSpPr>
              <a:xfrm>
                <a:off x="1667602" y="2640636"/>
                <a:ext cx="207073" cy="146018"/>
                <a:chOff x="1667602" y="2640636"/>
                <a:chExt cx="207073" cy="146018"/>
              </a:xfrm>
            </p:grpSpPr>
            <p:sp>
              <p:nvSpPr>
                <p:cNvPr id="1805" name="Google Shape;1805;p33"/>
                <p:cNvSpPr/>
                <p:nvPr/>
              </p:nvSpPr>
              <p:spPr>
                <a:xfrm>
                  <a:off x="1712084" y="2666354"/>
                  <a:ext cx="162591" cy="120300"/>
                </a:xfrm>
                <a:custGeom>
                  <a:avLst/>
                  <a:gdLst/>
                  <a:ahLst/>
                  <a:cxnLst/>
                  <a:rect l="l" t="t" r="r" b="b"/>
                  <a:pathLst>
                    <a:path w="162591" h="120300" extrusionOk="0">
                      <a:moveTo>
                        <a:pt x="0" y="120301"/>
                      </a:moveTo>
                      <a:lnTo>
                        <a:pt x="162592" y="26479"/>
                      </a:lnTo>
                      <a:lnTo>
                        <a:pt x="162592" y="0"/>
                      </a:lnTo>
                      <a:lnTo>
                        <a:pt x="0" y="93821"/>
                      </a:lnTo>
                      <a:lnTo>
                        <a:pt x="0" y="12030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6" name="Google Shape;1806;p33"/>
                <p:cNvSpPr/>
                <p:nvPr/>
              </p:nvSpPr>
              <p:spPr>
                <a:xfrm>
                  <a:off x="1667602" y="2734457"/>
                  <a:ext cx="44481" cy="52197"/>
                </a:xfrm>
                <a:custGeom>
                  <a:avLst/>
                  <a:gdLst/>
                  <a:ahLst/>
                  <a:cxnLst/>
                  <a:rect l="l" t="t" r="r" b="b"/>
                  <a:pathLst>
                    <a:path w="44481" h="52197" extrusionOk="0">
                      <a:moveTo>
                        <a:pt x="44482" y="52197"/>
                      </a:moveTo>
                      <a:lnTo>
                        <a:pt x="44482" y="25717"/>
                      </a:lnTo>
                      <a:lnTo>
                        <a:pt x="0" y="0"/>
                      </a:lnTo>
                      <a:lnTo>
                        <a:pt x="0" y="26575"/>
                      </a:lnTo>
                      <a:lnTo>
                        <a:pt x="44482" y="52197"/>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7" name="Google Shape;1807;p33"/>
                <p:cNvSpPr/>
                <p:nvPr/>
              </p:nvSpPr>
              <p:spPr>
                <a:xfrm>
                  <a:off x="1667602" y="2640636"/>
                  <a:ext cx="207073" cy="119538"/>
                </a:xfrm>
                <a:custGeom>
                  <a:avLst/>
                  <a:gdLst/>
                  <a:ahLst/>
                  <a:cxnLst/>
                  <a:rect l="l" t="t" r="r" b="b"/>
                  <a:pathLst>
                    <a:path w="207073" h="119538" extrusionOk="0">
                      <a:moveTo>
                        <a:pt x="44482" y="119539"/>
                      </a:moveTo>
                      <a:lnTo>
                        <a:pt x="207074" y="25717"/>
                      </a:lnTo>
                      <a:lnTo>
                        <a:pt x="162592" y="0"/>
                      </a:lnTo>
                      <a:lnTo>
                        <a:pt x="0" y="93821"/>
                      </a:lnTo>
                      <a:lnTo>
                        <a:pt x="44482" y="11953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8" name="Google Shape;1808;p33"/>
                <p:cNvSpPr/>
                <p:nvPr/>
              </p:nvSpPr>
              <p:spPr>
                <a:xfrm>
                  <a:off x="1683033" y="2649494"/>
                  <a:ext cx="176307" cy="101822"/>
                </a:xfrm>
                <a:custGeom>
                  <a:avLst/>
                  <a:gdLst/>
                  <a:ahLst/>
                  <a:cxnLst/>
                  <a:rect l="l" t="t" r="r" b="b"/>
                  <a:pathLst>
                    <a:path w="176307" h="101822" extrusionOk="0">
                      <a:moveTo>
                        <a:pt x="13811" y="101822"/>
                      </a:moveTo>
                      <a:lnTo>
                        <a:pt x="176308" y="8001"/>
                      </a:lnTo>
                      <a:lnTo>
                        <a:pt x="162592" y="0"/>
                      </a:lnTo>
                      <a:lnTo>
                        <a:pt x="0" y="93917"/>
                      </a:lnTo>
                      <a:lnTo>
                        <a:pt x="13811" y="10182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9" name="Google Shape;1809;p33"/>
                <p:cNvSpPr/>
                <p:nvPr/>
              </p:nvSpPr>
              <p:spPr>
                <a:xfrm>
                  <a:off x="1687223" y="2652066"/>
                  <a:ext cx="167449" cy="92773"/>
                </a:xfrm>
                <a:custGeom>
                  <a:avLst/>
                  <a:gdLst/>
                  <a:ahLst/>
                  <a:cxnLst/>
                  <a:rect l="l" t="t" r="r" b="b"/>
                  <a:pathLst>
                    <a:path w="167449" h="92773" extrusionOk="0">
                      <a:moveTo>
                        <a:pt x="0" y="91345"/>
                      </a:moveTo>
                      <a:lnTo>
                        <a:pt x="2572" y="92774"/>
                      </a:lnTo>
                      <a:lnTo>
                        <a:pt x="158020" y="3048"/>
                      </a:lnTo>
                      <a:lnTo>
                        <a:pt x="164878" y="7049"/>
                      </a:lnTo>
                      <a:lnTo>
                        <a:pt x="167450" y="5525"/>
                      </a:lnTo>
                      <a:lnTo>
                        <a:pt x="158020" y="0"/>
                      </a:lnTo>
                      <a:lnTo>
                        <a:pt x="0" y="913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33"/>
                <p:cNvSpPr/>
                <p:nvPr/>
              </p:nvSpPr>
              <p:spPr>
                <a:xfrm>
                  <a:off x="1689795" y="2655114"/>
                  <a:ext cx="162306" cy="93726"/>
                </a:xfrm>
                <a:custGeom>
                  <a:avLst/>
                  <a:gdLst/>
                  <a:ahLst/>
                  <a:cxnLst/>
                  <a:rect l="l" t="t" r="r" b="b"/>
                  <a:pathLst>
                    <a:path w="162306" h="93726" extrusionOk="0">
                      <a:moveTo>
                        <a:pt x="0" y="89726"/>
                      </a:moveTo>
                      <a:lnTo>
                        <a:pt x="6858" y="93726"/>
                      </a:lnTo>
                      <a:lnTo>
                        <a:pt x="162306" y="4001"/>
                      </a:lnTo>
                      <a:lnTo>
                        <a:pt x="155448" y="0"/>
                      </a:lnTo>
                      <a:lnTo>
                        <a:pt x="0" y="8972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11" name="Google Shape;1811;p33"/>
              <p:cNvGrpSpPr/>
              <p:nvPr/>
            </p:nvGrpSpPr>
            <p:grpSpPr>
              <a:xfrm>
                <a:off x="1618072" y="2712931"/>
                <a:ext cx="100203" cy="134206"/>
                <a:chOff x="1618072" y="2712931"/>
                <a:chExt cx="100203" cy="134206"/>
              </a:xfrm>
            </p:grpSpPr>
            <p:sp>
              <p:nvSpPr>
                <p:cNvPr id="1812" name="Google Shape;1812;p33"/>
                <p:cNvSpPr/>
                <p:nvPr/>
              </p:nvSpPr>
              <p:spPr>
                <a:xfrm>
                  <a:off x="1672555" y="2744363"/>
                  <a:ext cx="45720" cy="102774"/>
                </a:xfrm>
                <a:custGeom>
                  <a:avLst/>
                  <a:gdLst/>
                  <a:ahLst/>
                  <a:cxnLst/>
                  <a:rect l="l" t="t" r="r" b="b"/>
                  <a:pathLst>
                    <a:path w="45720" h="102774" extrusionOk="0">
                      <a:moveTo>
                        <a:pt x="0" y="102775"/>
                      </a:moveTo>
                      <a:lnTo>
                        <a:pt x="45720" y="76200"/>
                      </a:lnTo>
                      <a:lnTo>
                        <a:pt x="45720" y="0"/>
                      </a:lnTo>
                      <a:lnTo>
                        <a:pt x="0" y="26479"/>
                      </a:lnTo>
                      <a:lnTo>
                        <a:pt x="0" y="10277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3" name="Google Shape;1813;p33"/>
                <p:cNvSpPr/>
                <p:nvPr/>
              </p:nvSpPr>
              <p:spPr>
                <a:xfrm>
                  <a:off x="1618072" y="2739410"/>
                  <a:ext cx="54483" cy="107727"/>
                </a:xfrm>
                <a:custGeom>
                  <a:avLst/>
                  <a:gdLst/>
                  <a:ahLst/>
                  <a:cxnLst/>
                  <a:rect l="l" t="t" r="r" b="b"/>
                  <a:pathLst>
                    <a:path w="54483" h="107727" extrusionOk="0">
                      <a:moveTo>
                        <a:pt x="54483" y="107728"/>
                      </a:moveTo>
                      <a:lnTo>
                        <a:pt x="54483" y="31433"/>
                      </a:lnTo>
                      <a:lnTo>
                        <a:pt x="0" y="0"/>
                      </a:lnTo>
                      <a:lnTo>
                        <a:pt x="0" y="76200"/>
                      </a:lnTo>
                      <a:lnTo>
                        <a:pt x="54483" y="107728"/>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4" name="Google Shape;1814;p33"/>
                <p:cNvSpPr/>
                <p:nvPr/>
              </p:nvSpPr>
              <p:spPr>
                <a:xfrm>
                  <a:off x="1618072" y="2712931"/>
                  <a:ext cx="100203" cy="57912"/>
                </a:xfrm>
                <a:custGeom>
                  <a:avLst/>
                  <a:gdLst/>
                  <a:ahLst/>
                  <a:cxnLst/>
                  <a:rect l="l" t="t" r="r" b="b"/>
                  <a:pathLst>
                    <a:path w="100203" h="57912" extrusionOk="0">
                      <a:moveTo>
                        <a:pt x="54483" y="57912"/>
                      </a:moveTo>
                      <a:lnTo>
                        <a:pt x="100203" y="31433"/>
                      </a:lnTo>
                      <a:lnTo>
                        <a:pt x="45720" y="0"/>
                      </a:lnTo>
                      <a:lnTo>
                        <a:pt x="0" y="26479"/>
                      </a:lnTo>
                      <a:lnTo>
                        <a:pt x="54483" y="579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15" name="Google Shape;1815;p33"/>
              <p:cNvGrpSpPr/>
              <p:nvPr/>
            </p:nvGrpSpPr>
            <p:grpSpPr>
              <a:xfrm>
                <a:off x="1627502" y="2616919"/>
                <a:ext cx="80105" cy="148589"/>
                <a:chOff x="1627502" y="2616919"/>
                <a:chExt cx="80105" cy="148589"/>
              </a:xfrm>
            </p:grpSpPr>
            <p:grpSp>
              <p:nvGrpSpPr>
                <p:cNvPr id="1816" name="Google Shape;1816;p33"/>
                <p:cNvGrpSpPr/>
                <p:nvPr/>
              </p:nvGrpSpPr>
              <p:grpSpPr>
                <a:xfrm>
                  <a:off x="1627502" y="2616919"/>
                  <a:ext cx="39338" cy="125063"/>
                  <a:chOff x="1627502" y="2616919"/>
                  <a:chExt cx="39338" cy="125063"/>
                </a:xfrm>
              </p:grpSpPr>
              <p:sp>
                <p:nvSpPr>
                  <p:cNvPr id="1817" name="Google Shape;1817;p33"/>
                  <p:cNvSpPr/>
                  <p:nvPr/>
                </p:nvSpPr>
                <p:spPr>
                  <a:xfrm>
                    <a:off x="1627502" y="2635492"/>
                    <a:ext cx="7143" cy="106489"/>
                  </a:xfrm>
                  <a:custGeom>
                    <a:avLst/>
                    <a:gdLst/>
                    <a:ahLst/>
                    <a:cxnLst/>
                    <a:rect l="l" t="t" r="r" b="b"/>
                    <a:pathLst>
                      <a:path w="7143" h="106489" extrusionOk="0">
                        <a:moveTo>
                          <a:pt x="0" y="0"/>
                        </a:moveTo>
                        <a:lnTo>
                          <a:pt x="0" y="102394"/>
                        </a:lnTo>
                        <a:lnTo>
                          <a:pt x="7144" y="106490"/>
                        </a:lnTo>
                        <a:lnTo>
                          <a:pt x="7144" y="4096"/>
                        </a:lnTo>
                        <a:lnTo>
                          <a:pt x="0"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8" name="Google Shape;1818;p33"/>
                  <p:cNvSpPr/>
                  <p:nvPr/>
                </p:nvSpPr>
                <p:spPr>
                  <a:xfrm>
                    <a:off x="1627502" y="2616919"/>
                    <a:ext cx="39338" cy="22669"/>
                  </a:xfrm>
                  <a:custGeom>
                    <a:avLst/>
                    <a:gdLst/>
                    <a:ahLst/>
                    <a:cxnLst/>
                    <a:rect l="l" t="t" r="r" b="b"/>
                    <a:pathLst>
                      <a:path w="39338" h="22669" extrusionOk="0">
                        <a:moveTo>
                          <a:pt x="0" y="18574"/>
                        </a:moveTo>
                        <a:lnTo>
                          <a:pt x="7144" y="22670"/>
                        </a:lnTo>
                        <a:lnTo>
                          <a:pt x="39338" y="4096"/>
                        </a:lnTo>
                        <a:lnTo>
                          <a:pt x="32290" y="0"/>
                        </a:lnTo>
                        <a:lnTo>
                          <a:pt x="0" y="18574"/>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9" name="Google Shape;1819;p33"/>
                  <p:cNvSpPr/>
                  <p:nvPr/>
                </p:nvSpPr>
                <p:spPr>
                  <a:xfrm>
                    <a:off x="1634646" y="2621015"/>
                    <a:ext cx="32194" cy="120967"/>
                  </a:xfrm>
                  <a:custGeom>
                    <a:avLst/>
                    <a:gdLst/>
                    <a:ahLst/>
                    <a:cxnLst/>
                    <a:rect l="l" t="t" r="r" b="b"/>
                    <a:pathLst>
                      <a:path w="32194" h="120967" extrusionOk="0">
                        <a:moveTo>
                          <a:pt x="0" y="18574"/>
                        </a:moveTo>
                        <a:lnTo>
                          <a:pt x="0" y="120967"/>
                        </a:lnTo>
                        <a:lnTo>
                          <a:pt x="32194" y="102394"/>
                        </a:lnTo>
                        <a:lnTo>
                          <a:pt x="32194" y="0"/>
                        </a:lnTo>
                        <a:lnTo>
                          <a:pt x="0" y="1857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0" name="Google Shape;1820;p33"/>
                  <p:cNvSpPr/>
                  <p:nvPr/>
                </p:nvSpPr>
                <p:spPr>
                  <a:xfrm>
                    <a:off x="1645694" y="2627396"/>
                    <a:ext cx="10001" cy="108204"/>
                  </a:xfrm>
                  <a:custGeom>
                    <a:avLst/>
                    <a:gdLst/>
                    <a:ahLst/>
                    <a:cxnLst/>
                    <a:rect l="l" t="t" r="r" b="b"/>
                    <a:pathLst>
                      <a:path w="10001" h="108204" extrusionOk="0">
                        <a:moveTo>
                          <a:pt x="0" y="5810"/>
                        </a:moveTo>
                        <a:lnTo>
                          <a:pt x="0" y="108204"/>
                        </a:lnTo>
                        <a:lnTo>
                          <a:pt x="10001" y="102489"/>
                        </a:lnTo>
                        <a:lnTo>
                          <a:pt x="10001" y="0"/>
                        </a:lnTo>
                        <a:lnTo>
                          <a:pt x="0" y="581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1" name="Google Shape;1821;p33"/>
                  <p:cNvSpPr/>
                  <p:nvPr/>
                </p:nvSpPr>
                <p:spPr>
                  <a:xfrm>
                    <a:off x="1647314" y="2630063"/>
                    <a:ext cx="6857" cy="102584"/>
                  </a:xfrm>
                  <a:custGeom>
                    <a:avLst/>
                    <a:gdLst/>
                    <a:ahLst/>
                    <a:cxnLst/>
                    <a:rect l="l" t="t" r="r" b="b"/>
                    <a:pathLst>
                      <a:path w="6857" h="102584" extrusionOk="0">
                        <a:moveTo>
                          <a:pt x="6858" y="0"/>
                        </a:moveTo>
                        <a:lnTo>
                          <a:pt x="4953" y="1143"/>
                        </a:lnTo>
                        <a:lnTo>
                          <a:pt x="4953" y="97536"/>
                        </a:lnTo>
                        <a:lnTo>
                          <a:pt x="0" y="100393"/>
                        </a:lnTo>
                        <a:lnTo>
                          <a:pt x="0" y="102584"/>
                        </a:lnTo>
                        <a:lnTo>
                          <a:pt x="6858" y="98584"/>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2" name="Google Shape;1822;p33"/>
                  <p:cNvSpPr/>
                  <p:nvPr/>
                </p:nvSpPr>
                <p:spPr>
                  <a:xfrm>
                    <a:off x="1647314" y="2631206"/>
                    <a:ext cx="4952" cy="99250"/>
                  </a:xfrm>
                  <a:custGeom>
                    <a:avLst/>
                    <a:gdLst/>
                    <a:ahLst/>
                    <a:cxnLst/>
                    <a:rect l="l" t="t" r="r" b="b"/>
                    <a:pathLst>
                      <a:path w="4952" h="99250" extrusionOk="0">
                        <a:moveTo>
                          <a:pt x="4953" y="0"/>
                        </a:moveTo>
                        <a:lnTo>
                          <a:pt x="0" y="2858"/>
                        </a:lnTo>
                        <a:lnTo>
                          <a:pt x="0" y="99250"/>
                        </a:lnTo>
                        <a:lnTo>
                          <a:pt x="4953" y="96393"/>
                        </a:lnTo>
                        <a:lnTo>
                          <a:pt x="4953"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23" name="Google Shape;1823;p33"/>
                <p:cNvGrpSpPr/>
                <p:nvPr/>
              </p:nvGrpSpPr>
              <p:grpSpPr>
                <a:xfrm>
                  <a:off x="1668269" y="2640446"/>
                  <a:ext cx="39338" cy="125062"/>
                  <a:chOff x="1668269" y="2640446"/>
                  <a:chExt cx="39338" cy="125062"/>
                </a:xfrm>
              </p:grpSpPr>
              <p:sp>
                <p:nvSpPr>
                  <p:cNvPr id="1824" name="Google Shape;1824;p33"/>
                  <p:cNvSpPr/>
                  <p:nvPr/>
                </p:nvSpPr>
                <p:spPr>
                  <a:xfrm>
                    <a:off x="1668269" y="2659019"/>
                    <a:ext cx="7048" cy="106489"/>
                  </a:xfrm>
                  <a:custGeom>
                    <a:avLst/>
                    <a:gdLst/>
                    <a:ahLst/>
                    <a:cxnLst/>
                    <a:rect l="l" t="t" r="r" b="b"/>
                    <a:pathLst>
                      <a:path w="7048" h="106489" extrusionOk="0">
                        <a:moveTo>
                          <a:pt x="0" y="0"/>
                        </a:moveTo>
                        <a:lnTo>
                          <a:pt x="0" y="102394"/>
                        </a:lnTo>
                        <a:lnTo>
                          <a:pt x="7048" y="106490"/>
                        </a:lnTo>
                        <a:lnTo>
                          <a:pt x="7048" y="4096"/>
                        </a:lnTo>
                        <a:lnTo>
                          <a:pt x="0"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5" name="Google Shape;1825;p33"/>
                  <p:cNvSpPr/>
                  <p:nvPr/>
                </p:nvSpPr>
                <p:spPr>
                  <a:xfrm>
                    <a:off x="1668269" y="2640446"/>
                    <a:ext cx="39338" cy="22669"/>
                  </a:xfrm>
                  <a:custGeom>
                    <a:avLst/>
                    <a:gdLst/>
                    <a:ahLst/>
                    <a:cxnLst/>
                    <a:rect l="l" t="t" r="r" b="b"/>
                    <a:pathLst>
                      <a:path w="39338" h="22669" extrusionOk="0">
                        <a:moveTo>
                          <a:pt x="0" y="18574"/>
                        </a:moveTo>
                        <a:lnTo>
                          <a:pt x="7048" y="22670"/>
                        </a:lnTo>
                        <a:lnTo>
                          <a:pt x="39338" y="4096"/>
                        </a:lnTo>
                        <a:lnTo>
                          <a:pt x="32194" y="0"/>
                        </a:lnTo>
                        <a:lnTo>
                          <a:pt x="0" y="18574"/>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6" name="Google Shape;1826;p33"/>
                  <p:cNvSpPr/>
                  <p:nvPr/>
                </p:nvSpPr>
                <p:spPr>
                  <a:xfrm>
                    <a:off x="1675317" y="2644541"/>
                    <a:ext cx="32289" cy="120967"/>
                  </a:xfrm>
                  <a:custGeom>
                    <a:avLst/>
                    <a:gdLst/>
                    <a:ahLst/>
                    <a:cxnLst/>
                    <a:rect l="l" t="t" r="r" b="b"/>
                    <a:pathLst>
                      <a:path w="32289" h="120967" extrusionOk="0">
                        <a:moveTo>
                          <a:pt x="0" y="18574"/>
                        </a:moveTo>
                        <a:lnTo>
                          <a:pt x="0" y="120968"/>
                        </a:lnTo>
                        <a:lnTo>
                          <a:pt x="32290" y="102394"/>
                        </a:lnTo>
                        <a:lnTo>
                          <a:pt x="32290" y="0"/>
                        </a:lnTo>
                        <a:lnTo>
                          <a:pt x="0" y="1857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7" name="Google Shape;1827;p33"/>
                  <p:cNvSpPr/>
                  <p:nvPr/>
                </p:nvSpPr>
                <p:spPr>
                  <a:xfrm>
                    <a:off x="1686366" y="2650923"/>
                    <a:ext cx="10001" cy="108204"/>
                  </a:xfrm>
                  <a:custGeom>
                    <a:avLst/>
                    <a:gdLst/>
                    <a:ahLst/>
                    <a:cxnLst/>
                    <a:rect l="l" t="t" r="r" b="b"/>
                    <a:pathLst>
                      <a:path w="10001" h="108204" extrusionOk="0">
                        <a:moveTo>
                          <a:pt x="0" y="5810"/>
                        </a:moveTo>
                        <a:lnTo>
                          <a:pt x="0" y="108204"/>
                        </a:lnTo>
                        <a:lnTo>
                          <a:pt x="10001" y="102394"/>
                        </a:lnTo>
                        <a:lnTo>
                          <a:pt x="10001" y="0"/>
                        </a:lnTo>
                        <a:lnTo>
                          <a:pt x="0" y="581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8" name="Google Shape;1828;p33"/>
                  <p:cNvSpPr/>
                  <p:nvPr/>
                </p:nvSpPr>
                <p:spPr>
                  <a:xfrm>
                    <a:off x="1687985" y="2653590"/>
                    <a:ext cx="6858" cy="102584"/>
                  </a:xfrm>
                  <a:custGeom>
                    <a:avLst/>
                    <a:gdLst/>
                    <a:ahLst/>
                    <a:cxnLst/>
                    <a:rect l="l" t="t" r="r" b="b"/>
                    <a:pathLst>
                      <a:path w="6858" h="102584" extrusionOk="0">
                        <a:moveTo>
                          <a:pt x="6858" y="0"/>
                        </a:moveTo>
                        <a:lnTo>
                          <a:pt x="5048" y="1048"/>
                        </a:lnTo>
                        <a:lnTo>
                          <a:pt x="5048" y="97441"/>
                        </a:lnTo>
                        <a:lnTo>
                          <a:pt x="0" y="100393"/>
                        </a:lnTo>
                        <a:lnTo>
                          <a:pt x="0" y="102584"/>
                        </a:lnTo>
                        <a:lnTo>
                          <a:pt x="6858" y="98584"/>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9" name="Google Shape;1829;p33"/>
                  <p:cNvSpPr/>
                  <p:nvPr/>
                </p:nvSpPr>
                <p:spPr>
                  <a:xfrm>
                    <a:off x="1687985" y="2654638"/>
                    <a:ext cx="5048" cy="99345"/>
                  </a:xfrm>
                  <a:custGeom>
                    <a:avLst/>
                    <a:gdLst/>
                    <a:ahLst/>
                    <a:cxnLst/>
                    <a:rect l="l" t="t" r="r" b="b"/>
                    <a:pathLst>
                      <a:path w="5048" h="99345" extrusionOk="0">
                        <a:moveTo>
                          <a:pt x="5048" y="0"/>
                        </a:moveTo>
                        <a:lnTo>
                          <a:pt x="0" y="2953"/>
                        </a:lnTo>
                        <a:lnTo>
                          <a:pt x="0" y="99346"/>
                        </a:lnTo>
                        <a:lnTo>
                          <a:pt x="5048" y="96393"/>
                        </a:lnTo>
                        <a:lnTo>
                          <a:pt x="5048"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30" name="Google Shape;1830;p33"/>
              <p:cNvGrpSpPr/>
              <p:nvPr/>
            </p:nvGrpSpPr>
            <p:grpSpPr>
              <a:xfrm>
                <a:off x="1627502" y="2601488"/>
                <a:ext cx="80105" cy="61627"/>
                <a:chOff x="1627502" y="2601488"/>
                <a:chExt cx="80105" cy="61627"/>
              </a:xfrm>
            </p:grpSpPr>
            <p:sp>
              <p:nvSpPr>
                <p:cNvPr id="1831" name="Google Shape;1831;p33"/>
                <p:cNvSpPr/>
                <p:nvPr/>
              </p:nvSpPr>
              <p:spPr>
                <a:xfrm>
                  <a:off x="1627502" y="2620062"/>
                  <a:ext cx="47815" cy="43053"/>
                </a:xfrm>
                <a:custGeom>
                  <a:avLst/>
                  <a:gdLst/>
                  <a:ahLst/>
                  <a:cxnLst/>
                  <a:rect l="l" t="t" r="r" b="b"/>
                  <a:pathLst>
                    <a:path w="47815" h="43053" extrusionOk="0">
                      <a:moveTo>
                        <a:pt x="47815" y="43053"/>
                      </a:moveTo>
                      <a:lnTo>
                        <a:pt x="0" y="15430"/>
                      </a:lnTo>
                      <a:lnTo>
                        <a:pt x="0" y="0"/>
                      </a:lnTo>
                      <a:lnTo>
                        <a:pt x="47815" y="27622"/>
                      </a:lnTo>
                      <a:lnTo>
                        <a:pt x="47815" y="43053"/>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2" name="Google Shape;1832;p33"/>
                <p:cNvSpPr/>
                <p:nvPr/>
              </p:nvSpPr>
              <p:spPr>
                <a:xfrm>
                  <a:off x="1675317" y="2629016"/>
                  <a:ext cx="32289" cy="34099"/>
                </a:xfrm>
                <a:custGeom>
                  <a:avLst/>
                  <a:gdLst/>
                  <a:ahLst/>
                  <a:cxnLst/>
                  <a:rect l="l" t="t" r="r" b="b"/>
                  <a:pathLst>
                    <a:path w="32289" h="34099" extrusionOk="0">
                      <a:moveTo>
                        <a:pt x="0" y="34100"/>
                      </a:moveTo>
                      <a:lnTo>
                        <a:pt x="0" y="18669"/>
                      </a:lnTo>
                      <a:lnTo>
                        <a:pt x="32290" y="0"/>
                      </a:lnTo>
                      <a:lnTo>
                        <a:pt x="32290" y="15526"/>
                      </a:lnTo>
                      <a:lnTo>
                        <a:pt x="0" y="3410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3" name="Google Shape;1833;p33"/>
                <p:cNvSpPr/>
                <p:nvPr/>
              </p:nvSpPr>
              <p:spPr>
                <a:xfrm>
                  <a:off x="1627502" y="2601488"/>
                  <a:ext cx="80105" cy="46196"/>
                </a:xfrm>
                <a:custGeom>
                  <a:avLst/>
                  <a:gdLst/>
                  <a:ahLst/>
                  <a:cxnLst/>
                  <a:rect l="l" t="t" r="r" b="b"/>
                  <a:pathLst>
                    <a:path w="80105" h="46196" extrusionOk="0">
                      <a:moveTo>
                        <a:pt x="47815" y="46196"/>
                      </a:moveTo>
                      <a:lnTo>
                        <a:pt x="0" y="18574"/>
                      </a:lnTo>
                      <a:lnTo>
                        <a:pt x="32290" y="0"/>
                      </a:lnTo>
                      <a:lnTo>
                        <a:pt x="80105" y="27527"/>
                      </a:lnTo>
                      <a:lnTo>
                        <a:pt x="47815" y="4619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34" name="Google Shape;1834;p33"/>
              <p:cNvGrpSpPr/>
              <p:nvPr/>
            </p:nvGrpSpPr>
            <p:grpSpPr>
              <a:xfrm>
                <a:off x="1515012" y="2760365"/>
                <a:ext cx="152114" cy="114395"/>
                <a:chOff x="1515012" y="2760365"/>
                <a:chExt cx="152114" cy="114395"/>
              </a:xfrm>
            </p:grpSpPr>
            <p:sp>
              <p:nvSpPr>
                <p:cNvPr id="1835" name="Google Shape;1835;p33"/>
                <p:cNvSpPr/>
                <p:nvPr/>
              </p:nvSpPr>
              <p:spPr>
                <a:xfrm>
                  <a:off x="1559493" y="2786083"/>
                  <a:ext cx="107632" cy="88677"/>
                </a:xfrm>
                <a:custGeom>
                  <a:avLst/>
                  <a:gdLst/>
                  <a:ahLst/>
                  <a:cxnLst/>
                  <a:rect l="l" t="t" r="r" b="b"/>
                  <a:pathLst>
                    <a:path w="107632" h="88677" extrusionOk="0">
                      <a:moveTo>
                        <a:pt x="0" y="88678"/>
                      </a:moveTo>
                      <a:lnTo>
                        <a:pt x="107632" y="26479"/>
                      </a:lnTo>
                      <a:lnTo>
                        <a:pt x="107632" y="0"/>
                      </a:lnTo>
                      <a:lnTo>
                        <a:pt x="0" y="62198"/>
                      </a:lnTo>
                      <a:lnTo>
                        <a:pt x="0" y="8867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6" name="Google Shape;1836;p33"/>
                <p:cNvSpPr/>
                <p:nvPr/>
              </p:nvSpPr>
              <p:spPr>
                <a:xfrm>
                  <a:off x="1515012" y="2822563"/>
                  <a:ext cx="44481" cy="52197"/>
                </a:xfrm>
                <a:custGeom>
                  <a:avLst/>
                  <a:gdLst/>
                  <a:ahLst/>
                  <a:cxnLst/>
                  <a:rect l="l" t="t" r="r" b="b"/>
                  <a:pathLst>
                    <a:path w="44481" h="52197" extrusionOk="0">
                      <a:moveTo>
                        <a:pt x="44482" y="52197"/>
                      </a:moveTo>
                      <a:lnTo>
                        <a:pt x="44482" y="25717"/>
                      </a:lnTo>
                      <a:lnTo>
                        <a:pt x="0" y="0"/>
                      </a:lnTo>
                      <a:lnTo>
                        <a:pt x="0" y="26479"/>
                      </a:lnTo>
                      <a:lnTo>
                        <a:pt x="44482" y="52197"/>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7" name="Google Shape;1837;p33"/>
                <p:cNvSpPr/>
                <p:nvPr/>
              </p:nvSpPr>
              <p:spPr>
                <a:xfrm>
                  <a:off x="1515012" y="2760365"/>
                  <a:ext cx="152114" cy="87915"/>
                </a:xfrm>
                <a:custGeom>
                  <a:avLst/>
                  <a:gdLst/>
                  <a:ahLst/>
                  <a:cxnLst/>
                  <a:rect l="l" t="t" r="r" b="b"/>
                  <a:pathLst>
                    <a:path w="152114" h="87915" extrusionOk="0">
                      <a:moveTo>
                        <a:pt x="44482" y="87916"/>
                      </a:moveTo>
                      <a:lnTo>
                        <a:pt x="152114" y="25717"/>
                      </a:lnTo>
                      <a:lnTo>
                        <a:pt x="107632" y="0"/>
                      </a:lnTo>
                      <a:lnTo>
                        <a:pt x="0" y="62198"/>
                      </a:lnTo>
                      <a:lnTo>
                        <a:pt x="44482" y="87916"/>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8" name="Google Shape;1838;p33"/>
                <p:cNvSpPr/>
                <p:nvPr/>
              </p:nvSpPr>
              <p:spPr>
                <a:xfrm>
                  <a:off x="1530442" y="2769319"/>
                  <a:ext cx="121443" cy="70104"/>
                </a:xfrm>
                <a:custGeom>
                  <a:avLst/>
                  <a:gdLst/>
                  <a:ahLst/>
                  <a:cxnLst/>
                  <a:rect l="l" t="t" r="r" b="b"/>
                  <a:pathLst>
                    <a:path w="121443" h="70104" extrusionOk="0">
                      <a:moveTo>
                        <a:pt x="13811" y="70104"/>
                      </a:moveTo>
                      <a:lnTo>
                        <a:pt x="121444" y="8001"/>
                      </a:lnTo>
                      <a:lnTo>
                        <a:pt x="107633" y="0"/>
                      </a:lnTo>
                      <a:lnTo>
                        <a:pt x="0" y="62103"/>
                      </a:lnTo>
                      <a:lnTo>
                        <a:pt x="13811" y="7010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9" name="Google Shape;1839;p33"/>
                <p:cNvSpPr/>
                <p:nvPr/>
              </p:nvSpPr>
              <p:spPr>
                <a:xfrm>
                  <a:off x="1534633" y="2771986"/>
                  <a:ext cx="112585" cy="60864"/>
                </a:xfrm>
                <a:custGeom>
                  <a:avLst/>
                  <a:gdLst/>
                  <a:ahLst/>
                  <a:cxnLst/>
                  <a:rect l="l" t="t" r="r" b="b"/>
                  <a:pathLst>
                    <a:path w="112585" h="60864" extrusionOk="0">
                      <a:moveTo>
                        <a:pt x="0" y="59436"/>
                      </a:moveTo>
                      <a:lnTo>
                        <a:pt x="2572" y="60865"/>
                      </a:lnTo>
                      <a:lnTo>
                        <a:pt x="103061" y="2953"/>
                      </a:lnTo>
                      <a:lnTo>
                        <a:pt x="110014" y="6953"/>
                      </a:lnTo>
                      <a:lnTo>
                        <a:pt x="112586" y="5429"/>
                      </a:lnTo>
                      <a:lnTo>
                        <a:pt x="103061" y="0"/>
                      </a:lnTo>
                      <a:lnTo>
                        <a:pt x="0" y="5943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0" name="Google Shape;1840;p33"/>
                <p:cNvSpPr/>
                <p:nvPr/>
              </p:nvSpPr>
              <p:spPr>
                <a:xfrm>
                  <a:off x="1537205" y="2774938"/>
                  <a:ext cx="107441" cy="62007"/>
                </a:xfrm>
                <a:custGeom>
                  <a:avLst/>
                  <a:gdLst/>
                  <a:ahLst/>
                  <a:cxnLst/>
                  <a:rect l="l" t="t" r="r" b="b"/>
                  <a:pathLst>
                    <a:path w="107441" h="62007" extrusionOk="0">
                      <a:moveTo>
                        <a:pt x="0" y="57912"/>
                      </a:moveTo>
                      <a:lnTo>
                        <a:pt x="6953" y="62008"/>
                      </a:lnTo>
                      <a:lnTo>
                        <a:pt x="107442" y="4000"/>
                      </a:lnTo>
                      <a:lnTo>
                        <a:pt x="100489" y="0"/>
                      </a:lnTo>
                      <a:lnTo>
                        <a:pt x="0" y="5791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41" name="Google Shape;1841;p33"/>
              <p:cNvGrpSpPr/>
              <p:nvPr/>
            </p:nvGrpSpPr>
            <p:grpSpPr>
              <a:xfrm>
                <a:off x="1495104" y="2801323"/>
                <a:ext cx="70104" cy="102012"/>
                <a:chOff x="1495104" y="2801323"/>
                <a:chExt cx="70104" cy="102012"/>
              </a:xfrm>
            </p:grpSpPr>
            <p:sp>
              <p:nvSpPr>
                <p:cNvPr id="1842" name="Google Shape;1842;p33"/>
                <p:cNvSpPr/>
                <p:nvPr/>
              </p:nvSpPr>
              <p:spPr>
                <a:xfrm>
                  <a:off x="1549587" y="2832755"/>
                  <a:ext cx="15620" cy="70580"/>
                </a:xfrm>
                <a:custGeom>
                  <a:avLst/>
                  <a:gdLst/>
                  <a:ahLst/>
                  <a:cxnLst/>
                  <a:rect l="l" t="t" r="r" b="b"/>
                  <a:pathLst>
                    <a:path w="15620" h="70580" extrusionOk="0">
                      <a:moveTo>
                        <a:pt x="0" y="70580"/>
                      </a:moveTo>
                      <a:lnTo>
                        <a:pt x="15621" y="61531"/>
                      </a:lnTo>
                      <a:lnTo>
                        <a:pt x="15621" y="0"/>
                      </a:lnTo>
                      <a:lnTo>
                        <a:pt x="0" y="9049"/>
                      </a:lnTo>
                      <a:lnTo>
                        <a:pt x="0" y="7058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3" name="Google Shape;1843;p33"/>
                <p:cNvSpPr/>
                <p:nvPr/>
              </p:nvSpPr>
              <p:spPr>
                <a:xfrm>
                  <a:off x="1495104" y="2810276"/>
                  <a:ext cx="54483" cy="93059"/>
                </a:xfrm>
                <a:custGeom>
                  <a:avLst/>
                  <a:gdLst/>
                  <a:ahLst/>
                  <a:cxnLst/>
                  <a:rect l="l" t="t" r="r" b="b"/>
                  <a:pathLst>
                    <a:path w="54483" h="93059" extrusionOk="0">
                      <a:moveTo>
                        <a:pt x="54483" y="93059"/>
                      </a:moveTo>
                      <a:lnTo>
                        <a:pt x="54483" y="31528"/>
                      </a:lnTo>
                      <a:lnTo>
                        <a:pt x="0" y="0"/>
                      </a:lnTo>
                      <a:lnTo>
                        <a:pt x="0" y="61531"/>
                      </a:lnTo>
                      <a:lnTo>
                        <a:pt x="54483" y="93059"/>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4" name="Google Shape;1844;p33"/>
                <p:cNvSpPr/>
                <p:nvPr/>
              </p:nvSpPr>
              <p:spPr>
                <a:xfrm>
                  <a:off x="1495104" y="2801323"/>
                  <a:ext cx="70104" cy="40481"/>
                </a:xfrm>
                <a:custGeom>
                  <a:avLst/>
                  <a:gdLst/>
                  <a:ahLst/>
                  <a:cxnLst/>
                  <a:rect l="l" t="t" r="r" b="b"/>
                  <a:pathLst>
                    <a:path w="70104" h="40481" extrusionOk="0">
                      <a:moveTo>
                        <a:pt x="54483" y="40481"/>
                      </a:moveTo>
                      <a:lnTo>
                        <a:pt x="70104" y="31433"/>
                      </a:lnTo>
                      <a:lnTo>
                        <a:pt x="15621" y="0"/>
                      </a:lnTo>
                      <a:lnTo>
                        <a:pt x="0" y="8954"/>
                      </a:lnTo>
                      <a:lnTo>
                        <a:pt x="54483" y="4048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45" name="Google Shape;1845;p33"/>
            <p:cNvGrpSpPr/>
            <p:nvPr/>
          </p:nvGrpSpPr>
          <p:grpSpPr>
            <a:xfrm>
              <a:off x="1882962" y="2518661"/>
              <a:ext cx="470725" cy="624704"/>
              <a:chOff x="1882962" y="2518661"/>
              <a:chExt cx="470725" cy="624704"/>
            </a:xfrm>
          </p:grpSpPr>
          <p:grpSp>
            <p:nvGrpSpPr>
              <p:cNvPr id="1846" name="Google Shape;1846;p33"/>
              <p:cNvGrpSpPr/>
              <p:nvPr/>
            </p:nvGrpSpPr>
            <p:grpSpPr>
              <a:xfrm>
                <a:off x="2160140" y="2942959"/>
                <a:ext cx="193547" cy="200406"/>
                <a:chOff x="2160140" y="2942959"/>
                <a:chExt cx="193547" cy="200406"/>
              </a:xfrm>
            </p:grpSpPr>
            <p:sp>
              <p:nvSpPr>
                <p:cNvPr id="1847" name="Google Shape;1847;p33"/>
                <p:cNvSpPr/>
                <p:nvPr/>
              </p:nvSpPr>
              <p:spPr>
                <a:xfrm>
                  <a:off x="2200716" y="2974487"/>
                  <a:ext cx="152971" cy="168878"/>
                </a:xfrm>
                <a:custGeom>
                  <a:avLst/>
                  <a:gdLst/>
                  <a:ahLst/>
                  <a:cxnLst/>
                  <a:rect l="l" t="t" r="r" b="b"/>
                  <a:pathLst>
                    <a:path w="152971" h="168878" extrusionOk="0">
                      <a:moveTo>
                        <a:pt x="13907" y="168878"/>
                      </a:moveTo>
                      <a:lnTo>
                        <a:pt x="152971" y="88583"/>
                      </a:lnTo>
                      <a:lnTo>
                        <a:pt x="152971" y="0"/>
                      </a:lnTo>
                      <a:lnTo>
                        <a:pt x="0" y="70390"/>
                      </a:lnTo>
                      <a:lnTo>
                        <a:pt x="13907" y="168878"/>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8" name="Google Shape;1848;p33"/>
                <p:cNvSpPr/>
                <p:nvPr/>
              </p:nvSpPr>
              <p:spPr>
                <a:xfrm>
                  <a:off x="2160140" y="3023160"/>
                  <a:ext cx="54483" cy="120205"/>
                </a:xfrm>
                <a:custGeom>
                  <a:avLst/>
                  <a:gdLst/>
                  <a:ahLst/>
                  <a:cxnLst/>
                  <a:rect l="l" t="t" r="r" b="b"/>
                  <a:pathLst>
                    <a:path w="54483" h="120205" extrusionOk="0">
                      <a:moveTo>
                        <a:pt x="54483" y="120206"/>
                      </a:moveTo>
                      <a:lnTo>
                        <a:pt x="54483" y="31528"/>
                      </a:lnTo>
                      <a:lnTo>
                        <a:pt x="0" y="0"/>
                      </a:lnTo>
                      <a:lnTo>
                        <a:pt x="0" y="88773"/>
                      </a:lnTo>
                      <a:lnTo>
                        <a:pt x="54483" y="12020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9" name="Google Shape;1849;p33"/>
                <p:cNvSpPr/>
                <p:nvPr/>
              </p:nvSpPr>
              <p:spPr>
                <a:xfrm>
                  <a:off x="2160140" y="2942959"/>
                  <a:ext cx="193547" cy="111728"/>
                </a:xfrm>
                <a:custGeom>
                  <a:avLst/>
                  <a:gdLst/>
                  <a:ahLst/>
                  <a:cxnLst/>
                  <a:rect l="l" t="t" r="r" b="b"/>
                  <a:pathLst>
                    <a:path w="193547" h="111728" extrusionOk="0">
                      <a:moveTo>
                        <a:pt x="54483" y="111728"/>
                      </a:moveTo>
                      <a:lnTo>
                        <a:pt x="193548" y="31528"/>
                      </a:lnTo>
                      <a:lnTo>
                        <a:pt x="138970" y="0"/>
                      </a:lnTo>
                      <a:lnTo>
                        <a:pt x="0" y="80200"/>
                      </a:lnTo>
                      <a:lnTo>
                        <a:pt x="54483" y="11172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0" name="Google Shape;1850;p33"/>
                <p:cNvSpPr/>
                <p:nvPr/>
              </p:nvSpPr>
              <p:spPr>
                <a:xfrm>
                  <a:off x="2170141" y="2951532"/>
                  <a:ext cx="173831" cy="97250"/>
                </a:xfrm>
                <a:custGeom>
                  <a:avLst/>
                  <a:gdLst/>
                  <a:ahLst/>
                  <a:cxnLst/>
                  <a:rect l="l" t="t" r="r" b="b"/>
                  <a:pathLst>
                    <a:path w="173831" h="97250" extrusionOk="0">
                      <a:moveTo>
                        <a:pt x="46196" y="97250"/>
                      </a:moveTo>
                      <a:lnTo>
                        <a:pt x="173831" y="23622"/>
                      </a:lnTo>
                      <a:lnTo>
                        <a:pt x="130778" y="0"/>
                      </a:lnTo>
                      <a:lnTo>
                        <a:pt x="0" y="70580"/>
                      </a:lnTo>
                      <a:lnTo>
                        <a:pt x="46196" y="972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51" name="Google Shape;1851;p33"/>
              <p:cNvGrpSpPr/>
              <p:nvPr/>
            </p:nvGrpSpPr>
            <p:grpSpPr>
              <a:xfrm>
                <a:off x="1882962" y="2518661"/>
                <a:ext cx="460914" cy="530216"/>
                <a:chOff x="1882962" y="2518661"/>
                <a:chExt cx="460914" cy="530216"/>
              </a:xfrm>
            </p:grpSpPr>
            <p:grpSp>
              <p:nvGrpSpPr>
                <p:cNvPr id="1852" name="Google Shape;1852;p33"/>
                <p:cNvGrpSpPr/>
                <p:nvPr/>
              </p:nvGrpSpPr>
              <p:grpSpPr>
                <a:xfrm>
                  <a:off x="2170141" y="2902907"/>
                  <a:ext cx="134492" cy="123301"/>
                  <a:chOff x="2170141" y="2902907"/>
                  <a:chExt cx="134492" cy="123301"/>
                </a:xfrm>
              </p:grpSpPr>
              <p:sp>
                <p:nvSpPr>
                  <p:cNvPr id="1853" name="Google Shape;1853;p33"/>
                  <p:cNvSpPr/>
                  <p:nvPr/>
                </p:nvSpPr>
                <p:spPr>
                  <a:xfrm>
                    <a:off x="2170141" y="2902907"/>
                    <a:ext cx="127634" cy="123300"/>
                  </a:xfrm>
                  <a:custGeom>
                    <a:avLst/>
                    <a:gdLst/>
                    <a:ahLst/>
                    <a:cxnLst/>
                    <a:rect l="l" t="t" r="r" b="b"/>
                    <a:pathLst>
                      <a:path w="127634" h="123300" extrusionOk="0">
                        <a:moveTo>
                          <a:pt x="114300" y="8239"/>
                        </a:moveTo>
                        <a:lnTo>
                          <a:pt x="114871" y="7763"/>
                        </a:lnTo>
                        <a:lnTo>
                          <a:pt x="108680" y="4143"/>
                        </a:lnTo>
                        <a:cubicBezTo>
                          <a:pt x="97155" y="-2429"/>
                          <a:pt x="81248" y="-1381"/>
                          <a:pt x="63817" y="8715"/>
                        </a:cubicBezTo>
                        <a:cubicBezTo>
                          <a:pt x="28575" y="29099"/>
                          <a:pt x="0" y="78534"/>
                          <a:pt x="0" y="119205"/>
                        </a:cubicBezTo>
                        <a:lnTo>
                          <a:pt x="7048" y="123301"/>
                        </a:lnTo>
                        <a:lnTo>
                          <a:pt x="11906" y="112442"/>
                        </a:lnTo>
                        <a:lnTo>
                          <a:pt x="127635" y="45672"/>
                        </a:lnTo>
                        <a:cubicBezTo>
                          <a:pt x="127635" y="28718"/>
                          <a:pt x="122682" y="15954"/>
                          <a:pt x="114300" y="833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4" name="Google Shape;1854;p33"/>
                  <p:cNvSpPr/>
                  <p:nvPr/>
                </p:nvSpPr>
                <p:spPr>
                  <a:xfrm>
                    <a:off x="2177094" y="2907037"/>
                    <a:ext cx="127539" cy="119171"/>
                  </a:xfrm>
                  <a:custGeom>
                    <a:avLst/>
                    <a:gdLst/>
                    <a:ahLst/>
                    <a:cxnLst/>
                    <a:rect l="l" t="t" r="r" b="b"/>
                    <a:pathLst>
                      <a:path w="127539" h="119171" extrusionOk="0">
                        <a:moveTo>
                          <a:pt x="63817" y="8681"/>
                        </a:moveTo>
                        <a:cubicBezTo>
                          <a:pt x="28575" y="29065"/>
                          <a:pt x="0" y="78499"/>
                          <a:pt x="0" y="119171"/>
                        </a:cubicBezTo>
                        <a:lnTo>
                          <a:pt x="127540" y="45543"/>
                        </a:lnTo>
                        <a:cubicBezTo>
                          <a:pt x="127540" y="4871"/>
                          <a:pt x="98965" y="-11607"/>
                          <a:pt x="63722" y="86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55" name="Google Shape;1855;p33"/>
                <p:cNvGrpSpPr/>
                <p:nvPr/>
              </p:nvGrpSpPr>
              <p:grpSpPr>
                <a:xfrm>
                  <a:off x="2186810" y="2918450"/>
                  <a:ext cx="141636" cy="120712"/>
                  <a:chOff x="2186810" y="2918450"/>
                  <a:chExt cx="141636" cy="120712"/>
                </a:xfrm>
              </p:grpSpPr>
              <p:sp>
                <p:nvSpPr>
                  <p:cNvPr id="1856" name="Google Shape;1856;p33"/>
                  <p:cNvSpPr/>
                  <p:nvPr/>
                </p:nvSpPr>
                <p:spPr>
                  <a:xfrm>
                    <a:off x="2186810" y="2918450"/>
                    <a:ext cx="135540" cy="120712"/>
                  </a:xfrm>
                  <a:custGeom>
                    <a:avLst/>
                    <a:gdLst/>
                    <a:ahLst/>
                    <a:cxnLst/>
                    <a:rect l="l" t="t" r="r" b="b"/>
                    <a:pathLst>
                      <a:path w="135540" h="120712" extrusionOk="0">
                        <a:moveTo>
                          <a:pt x="124206" y="22129"/>
                        </a:moveTo>
                        <a:lnTo>
                          <a:pt x="124682" y="21748"/>
                        </a:lnTo>
                        <a:lnTo>
                          <a:pt x="93154" y="3555"/>
                        </a:lnTo>
                        <a:cubicBezTo>
                          <a:pt x="83248" y="-2065"/>
                          <a:pt x="69723" y="-1208"/>
                          <a:pt x="54673" y="7460"/>
                        </a:cubicBezTo>
                        <a:cubicBezTo>
                          <a:pt x="24479" y="24891"/>
                          <a:pt x="0" y="67277"/>
                          <a:pt x="0" y="102139"/>
                        </a:cubicBezTo>
                        <a:lnTo>
                          <a:pt x="32194" y="120712"/>
                        </a:lnTo>
                        <a:lnTo>
                          <a:pt x="36385" y="111378"/>
                        </a:lnTo>
                        <a:lnTo>
                          <a:pt x="135541" y="54133"/>
                        </a:lnTo>
                        <a:cubicBezTo>
                          <a:pt x="135541" y="39655"/>
                          <a:pt x="131254" y="28701"/>
                          <a:pt x="124111" y="2212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7" name="Google Shape;1857;p33"/>
                  <p:cNvSpPr/>
                  <p:nvPr/>
                </p:nvSpPr>
                <p:spPr>
                  <a:xfrm>
                    <a:off x="2188810" y="2919593"/>
                    <a:ext cx="94773" cy="103472"/>
                  </a:xfrm>
                  <a:custGeom>
                    <a:avLst/>
                    <a:gdLst/>
                    <a:ahLst/>
                    <a:cxnLst/>
                    <a:rect l="l" t="t" r="r" b="b"/>
                    <a:pathLst>
                      <a:path w="94773" h="103472" extrusionOk="0">
                        <a:moveTo>
                          <a:pt x="57055" y="8794"/>
                        </a:moveTo>
                        <a:cubicBezTo>
                          <a:pt x="71723" y="316"/>
                          <a:pt x="84963" y="-731"/>
                          <a:pt x="94774" y="4507"/>
                        </a:cubicBezTo>
                        <a:lnTo>
                          <a:pt x="94774" y="4507"/>
                        </a:lnTo>
                        <a:lnTo>
                          <a:pt x="93154" y="3555"/>
                        </a:lnTo>
                        <a:cubicBezTo>
                          <a:pt x="83249" y="-2065"/>
                          <a:pt x="69628" y="-1208"/>
                          <a:pt x="54674" y="7460"/>
                        </a:cubicBezTo>
                        <a:cubicBezTo>
                          <a:pt x="24479" y="24891"/>
                          <a:pt x="0" y="67277"/>
                          <a:pt x="0" y="102139"/>
                        </a:cubicBezTo>
                        <a:lnTo>
                          <a:pt x="2381" y="103472"/>
                        </a:lnTo>
                        <a:cubicBezTo>
                          <a:pt x="2381" y="68611"/>
                          <a:pt x="26861" y="26224"/>
                          <a:pt x="57055" y="87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8" name="Google Shape;1858;p33"/>
                  <p:cNvSpPr/>
                  <p:nvPr/>
                </p:nvSpPr>
                <p:spPr>
                  <a:xfrm>
                    <a:off x="2193192" y="2922069"/>
                    <a:ext cx="94773" cy="103567"/>
                  </a:xfrm>
                  <a:custGeom>
                    <a:avLst/>
                    <a:gdLst/>
                    <a:ahLst/>
                    <a:cxnLst/>
                    <a:rect l="l" t="t" r="r" b="b"/>
                    <a:pathLst>
                      <a:path w="94773" h="103567" extrusionOk="0">
                        <a:moveTo>
                          <a:pt x="57055" y="8794"/>
                        </a:moveTo>
                        <a:cubicBezTo>
                          <a:pt x="71723" y="316"/>
                          <a:pt x="84963" y="-731"/>
                          <a:pt x="94774" y="4507"/>
                        </a:cubicBezTo>
                        <a:lnTo>
                          <a:pt x="94774" y="4507"/>
                        </a:lnTo>
                        <a:lnTo>
                          <a:pt x="93154" y="3555"/>
                        </a:lnTo>
                        <a:cubicBezTo>
                          <a:pt x="83248" y="-2065"/>
                          <a:pt x="69628" y="-1208"/>
                          <a:pt x="54673" y="7460"/>
                        </a:cubicBezTo>
                        <a:cubicBezTo>
                          <a:pt x="24479" y="24891"/>
                          <a:pt x="0" y="67277"/>
                          <a:pt x="0" y="102138"/>
                        </a:cubicBezTo>
                        <a:lnTo>
                          <a:pt x="2381" y="103567"/>
                        </a:lnTo>
                        <a:cubicBezTo>
                          <a:pt x="2381" y="68706"/>
                          <a:pt x="26860"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9" name="Google Shape;1859;p33"/>
                  <p:cNvSpPr/>
                  <p:nvPr/>
                </p:nvSpPr>
                <p:spPr>
                  <a:xfrm>
                    <a:off x="2197383" y="2924546"/>
                    <a:ext cx="94773" cy="103567"/>
                  </a:xfrm>
                  <a:custGeom>
                    <a:avLst/>
                    <a:gdLst/>
                    <a:ahLst/>
                    <a:cxnLst/>
                    <a:rect l="l" t="t" r="r" b="b"/>
                    <a:pathLst>
                      <a:path w="94773" h="103567" extrusionOk="0">
                        <a:moveTo>
                          <a:pt x="57055" y="8794"/>
                        </a:moveTo>
                        <a:cubicBezTo>
                          <a:pt x="71723" y="316"/>
                          <a:pt x="84963" y="-636"/>
                          <a:pt x="94774" y="4507"/>
                        </a:cubicBezTo>
                        <a:lnTo>
                          <a:pt x="94774" y="4507"/>
                        </a:lnTo>
                        <a:lnTo>
                          <a:pt x="93154" y="3555"/>
                        </a:lnTo>
                        <a:cubicBezTo>
                          <a:pt x="83248" y="-2065"/>
                          <a:pt x="69628" y="-1208"/>
                          <a:pt x="54673" y="7460"/>
                        </a:cubicBezTo>
                        <a:cubicBezTo>
                          <a:pt x="24479" y="24891"/>
                          <a:pt x="0" y="67277"/>
                          <a:pt x="0" y="102139"/>
                        </a:cubicBezTo>
                        <a:lnTo>
                          <a:pt x="2381" y="103567"/>
                        </a:lnTo>
                        <a:cubicBezTo>
                          <a:pt x="2381" y="68706"/>
                          <a:pt x="26860"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0" name="Google Shape;1860;p33"/>
                  <p:cNvSpPr/>
                  <p:nvPr/>
                </p:nvSpPr>
                <p:spPr>
                  <a:xfrm>
                    <a:off x="2201669" y="2927022"/>
                    <a:ext cx="94868" cy="103567"/>
                  </a:xfrm>
                  <a:custGeom>
                    <a:avLst/>
                    <a:gdLst/>
                    <a:ahLst/>
                    <a:cxnLst/>
                    <a:rect l="l" t="t" r="r" b="b"/>
                    <a:pathLst>
                      <a:path w="94868" h="103567" extrusionOk="0">
                        <a:moveTo>
                          <a:pt x="57150" y="8793"/>
                        </a:moveTo>
                        <a:cubicBezTo>
                          <a:pt x="71818" y="316"/>
                          <a:pt x="85058" y="-732"/>
                          <a:pt x="94869" y="4507"/>
                        </a:cubicBezTo>
                        <a:lnTo>
                          <a:pt x="94869" y="4507"/>
                        </a:lnTo>
                        <a:lnTo>
                          <a:pt x="93154" y="3555"/>
                        </a:lnTo>
                        <a:cubicBezTo>
                          <a:pt x="83248" y="-2065"/>
                          <a:pt x="69723" y="-1208"/>
                          <a:pt x="54673" y="7460"/>
                        </a:cubicBezTo>
                        <a:cubicBezTo>
                          <a:pt x="24479" y="24891"/>
                          <a:pt x="0" y="67277"/>
                          <a:pt x="0" y="102139"/>
                        </a:cubicBezTo>
                        <a:lnTo>
                          <a:pt x="2381" y="103567"/>
                        </a:lnTo>
                        <a:cubicBezTo>
                          <a:pt x="2381" y="68706"/>
                          <a:pt x="26860"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1" name="Google Shape;1861;p33"/>
                  <p:cNvSpPr/>
                  <p:nvPr/>
                </p:nvSpPr>
                <p:spPr>
                  <a:xfrm>
                    <a:off x="2205955" y="2929499"/>
                    <a:ext cx="94868" cy="103567"/>
                  </a:xfrm>
                  <a:custGeom>
                    <a:avLst/>
                    <a:gdLst/>
                    <a:ahLst/>
                    <a:cxnLst/>
                    <a:rect l="l" t="t" r="r" b="b"/>
                    <a:pathLst>
                      <a:path w="94868" h="103567" extrusionOk="0">
                        <a:moveTo>
                          <a:pt x="57150" y="8794"/>
                        </a:moveTo>
                        <a:cubicBezTo>
                          <a:pt x="71818" y="316"/>
                          <a:pt x="85058" y="-731"/>
                          <a:pt x="94869" y="4507"/>
                        </a:cubicBezTo>
                        <a:lnTo>
                          <a:pt x="94869" y="4507"/>
                        </a:lnTo>
                        <a:lnTo>
                          <a:pt x="93154" y="3555"/>
                        </a:lnTo>
                        <a:cubicBezTo>
                          <a:pt x="83249" y="-2065"/>
                          <a:pt x="69723" y="-1208"/>
                          <a:pt x="54674" y="7460"/>
                        </a:cubicBezTo>
                        <a:cubicBezTo>
                          <a:pt x="24479" y="24891"/>
                          <a:pt x="0" y="67277"/>
                          <a:pt x="0" y="102138"/>
                        </a:cubicBezTo>
                        <a:lnTo>
                          <a:pt x="2381" y="103567"/>
                        </a:lnTo>
                        <a:cubicBezTo>
                          <a:pt x="2381" y="68706"/>
                          <a:pt x="26860"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2" name="Google Shape;1862;p33"/>
                  <p:cNvSpPr/>
                  <p:nvPr/>
                </p:nvSpPr>
                <p:spPr>
                  <a:xfrm>
                    <a:off x="2210432" y="2932070"/>
                    <a:ext cx="94868" cy="103472"/>
                  </a:xfrm>
                  <a:custGeom>
                    <a:avLst/>
                    <a:gdLst/>
                    <a:ahLst/>
                    <a:cxnLst/>
                    <a:rect l="l" t="t" r="r" b="b"/>
                    <a:pathLst>
                      <a:path w="94868" h="103472" extrusionOk="0">
                        <a:moveTo>
                          <a:pt x="57150" y="8793"/>
                        </a:moveTo>
                        <a:cubicBezTo>
                          <a:pt x="71818" y="316"/>
                          <a:pt x="85058" y="-732"/>
                          <a:pt x="94869" y="4507"/>
                        </a:cubicBezTo>
                        <a:lnTo>
                          <a:pt x="94869" y="4507"/>
                        </a:lnTo>
                        <a:lnTo>
                          <a:pt x="93154" y="3555"/>
                        </a:lnTo>
                        <a:cubicBezTo>
                          <a:pt x="83248" y="-2065"/>
                          <a:pt x="69723" y="-1208"/>
                          <a:pt x="54673" y="7460"/>
                        </a:cubicBezTo>
                        <a:cubicBezTo>
                          <a:pt x="24479" y="24891"/>
                          <a:pt x="0" y="67277"/>
                          <a:pt x="0" y="102139"/>
                        </a:cubicBezTo>
                        <a:lnTo>
                          <a:pt x="2381" y="103472"/>
                        </a:lnTo>
                        <a:cubicBezTo>
                          <a:pt x="2381" y="68610"/>
                          <a:pt x="26860" y="26224"/>
                          <a:pt x="57055" y="879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3" name="Google Shape;1863;p33"/>
                  <p:cNvSpPr/>
                  <p:nvPr/>
                </p:nvSpPr>
                <p:spPr>
                  <a:xfrm>
                    <a:off x="2219100" y="2937011"/>
                    <a:ext cx="109346" cy="102151"/>
                  </a:xfrm>
                  <a:custGeom>
                    <a:avLst/>
                    <a:gdLst/>
                    <a:ahLst/>
                    <a:cxnLst/>
                    <a:rect l="l" t="t" r="r" b="b"/>
                    <a:pathLst>
                      <a:path w="109346" h="102151" extrusionOk="0">
                        <a:moveTo>
                          <a:pt x="54673" y="7473"/>
                        </a:moveTo>
                        <a:cubicBezTo>
                          <a:pt x="24479" y="24904"/>
                          <a:pt x="0" y="67290"/>
                          <a:pt x="0" y="102151"/>
                        </a:cubicBezTo>
                        <a:lnTo>
                          <a:pt x="109347" y="39001"/>
                        </a:lnTo>
                        <a:cubicBezTo>
                          <a:pt x="109347" y="4139"/>
                          <a:pt x="84868" y="-9958"/>
                          <a:pt x="54673" y="7473"/>
                        </a:cubicBez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64" name="Google Shape;1864;p33"/>
                <p:cNvSpPr/>
                <p:nvPr/>
              </p:nvSpPr>
              <p:spPr>
                <a:xfrm>
                  <a:off x="1882962" y="2518661"/>
                  <a:ext cx="416311" cy="415725"/>
                </a:xfrm>
                <a:custGeom>
                  <a:avLst/>
                  <a:gdLst/>
                  <a:ahLst/>
                  <a:cxnLst/>
                  <a:rect l="l" t="t" r="r" b="b"/>
                  <a:pathLst>
                    <a:path w="416311" h="415725" extrusionOk="0">
                      <a:moveTo>
                        <a:pt x="413575" y="415631"/>
                      </a:moveTo>
                      <a:cubicBezTo>
                        <a:pt x="412813" y="415631"/>
                        <a:pt x="411956" y="415250"/>
                        <a:pt x="411480" y="414678"/>
                      </a:cubicBezTo>
                      <a:cubicBezTo>
                        <a:pt x="386334" y="384960"/>
                        <a:pt x="356235" y="375721"/>
                        <a:pt x="324326" y="365910"/>
                      </a:cubicBezTo>
                      <a:cubicBezTo>
                        <a:pt x="288608" y="354956"/>
                        <a:pt x="251650" y="343622"/>
                        <a:pt x="220980" y="301902"/>
                      </a:cubicBezTo>
                      <a:cubicBezTo>
                        <a:pt x="191167" y="261230"/>
                        <a:pt x="159734" y="207700"/>
                        <a:pt x="129445" y="155884"/>
                      </a:cubicBezTo>
                      <a:cubicBezTo>
                        <a:pt x="105156" y="114450"/>
                        <a:pt x="82201" y="75207"/>
                        <a:pt x="62484" y="47108"/>
                      </a:cubicBezTo>
                      <a:cubicBezTo>
                        <a:pt x="41720" y="17390"/>
                        <a:pt x="26861" y="3484"/>
                        <a:pt x="18383" y="5770"/>
                      </a:cubicBezTo>
                      <a:cubicBezTo>
                        <a:pt x="12573" y="7389"/>
                        <a:pt x="5525" y="18343"/>
                        <a:pt x="5525" y="61586"/>
                      </a:cubicBezTo>
                      <a:cubicBezTo>
                        <a:pt x="5525" y="63110"/>
                        <a:pt x="4286" y="64349"/>
                        <a:pt x="2762" y="64349"/>
                      </a:cubicBezTo>
                      <a:cubicBezTo>
                        <a:pt x="1238" y="64349"/>
                        <a:pt x="0" y="63110"/>
                        <a:pt x="0" y="61586"/>
                      </a:cubicBezTo>
                      <a:cubicBezTo>
                        <a:pt x="0" y="23010"/>
                        <a:pt x="5334" y="3579"/>
                        <a:pt x="16954" y="436"/>
                      </a:cubicBezTo>
                      <a:cubicBezTo>
                        <a:pt x="39815" y="-5755"/>
                        <a:pt x="76391" y="54443"/>
                        <a:pt x="134207" y="153122"/>
                      </a:cubicBezTo>
                      <a:cubicBezTo>
                        <a:pt x="164497" y="204842"/>
                        <a:pt x="195834" y="258278"/>
                        <a:pt x="225457" y="298664"/>
                      </a:cubicBezTo>
                      <a:cubicBezTo>
                        <a:pt x="254984" y="338954"/>
                        <a:pt x="290989" y="350004"/>
                        <a:pt x="325850" y="360671"/>
                      </a:cubicBezTo>
                      <a:cubicBezTo>
                        <a:pt x="357092" y="370292"/>
                        <a:pt x="389477" y="380102"/>
                        <a:pt x="415671" y="411154"/>
                      </a:cubicBezTo>
                      <a:cubicBezTo>
                        <a:pt x="416624" y="412297"/>
                        <a:pt x="416528" y="414107"/>
                        <a:pt x="415290" y="415059"/>
                      </a:cubicBezTo>
                      <a:cubicBezTo>
                        <a:pt x="414719" y="415535"/>
                        <a:pt x="414147" y="415726"/>
                        <a:pt x="413480" y="4157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865" name="Google Shape;1865;p33"/>
                <p:cNvGrpSpPr/>
                <p:nvPr/>
              </p:nvGrpSpPr>
              <p:grpSpPr>
                <a:xfrm>
                  <a:off x="2209384" y="2925576"/>
                  <a:ext cx="134492" cy="123301"/>
                  <a:chOff x="2209384" y="2925576"/>
                  <a:chExt cx="134492" cy="123301"/>
                </a:xfrm>
              </p:grpSpPr>
              <p:sp>
                <p:nvSpPr>
                  <p:cNvPr id="1866" name="Google Shape;1866;p33"/>
                  <p:cNvSpPr/>
                  <p:nvPr/>
                </p:nvSpPr>
                <p:spPr>
                  <a:xfrm>
                    <a:off x="2209384" y="2925576"/>
                    <a:ext cx="127634" cy="123301"/>
                  </a:xfrm>
                  <a:custGeom>
                    <a:avLst/>
                    <a:gdLst/>
                    <a:ahLst/>
                    <a:cxnLst/>
                    <a:rect l="l" t="t" r="r" b="b"/>
                    <a:pathLst>
                      <a:path w="127634" h="123301" extrusionOk="0">
                        <a:moveTo>
                          <a:pt x="114300" y="8144"/>
                        </a:moveTo>
                        <a:lnTo>
                          <a:pt x="114871" y="7668"/>
                        </a:lnTo>
                        <a:lnTo>
                          <a:pt x="108680" y="4143"/>
                        </a:lnTo>
                        <a:cubicBezTo>
                          <a:pt x="97155" y="-2429"/>
                          <a:pt x="81343" y="-1381"/>
                          <a:pt x="63817" y="8715"/>
                        </a:cubicBezTo>
                        <a:cubicBezTo>
                          <a:pt x="28575" y="29004"/>
                          <a:pt x="0" y="78534"/>
                          <a:pt x="0" y="119205"/>
                        </a:cubicBezTo>
                        <a:lnTo>
                          <a:pt x="7049" y="123301"/>
                        </a:lnTo>
                        <a:lnTo>
                          <a:pt x="11906" y="112443"/>
                        </a:lnTo>
                        <a:lnTo>
                          <a:pt x="127635" y="45672"/>
                        </a:lnTo>
                        <a:cubicBezTo>
                          <a:pt x="127635" y="28718"/>
                          <a:pt x="122682" y="15954"/>
                          <a:pt x="114395" y="833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7" name="Google Shape;1867;p33"/>
                  <p:cNvSpPr/>
                  <p:nvPr/>
                </p:nvSpPr>
                <p:spPr>
                  <a:xfrm>
                    <a:off x="2216337" y="2929611"/>
                    <a:ext cx="127539" cy="119171"/>
                  </a:xfrm>
                  <a:custGeom>
                    <a:avLst/>
                    <a:gdLst/>
                    <a:ahLst/>
                    <a:cxnLst/>
                    <a:rect l="l" t="t" r="r" b="b"/>
                    <a:pathLst>
                      <a:path w="127539" h="119171" extrusionOk="0">
                        <a:moveTo>
                          <a:pt x="63817" y="8681"/>
                        </a:moveTo>
                        <a:cubicBezTo>
                          <a:pt x="28575" y="29065"/>
                          <a:pt x="0" y="78500"/>
                          <a:pt x="0" y="119171"/>
                        </a:cubicBezTo>
                        <a:lnTo>
                          <a:pt x="127540" y="45543"/>
                        </a:lnTo>
                        <a:cubicBezTo>
                          <a:pt x="127540" y="4871"/>
                          <a:pt x="98965" y="-11607"/>
                          <a:pt x="63722" y="86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8" name="Google Shape;1868;p33"/>
                  <p:cNvSpPr/>
                  <p:nvPr/>
                </p:nvSpPr>
                <p:spPr>
                  <a:xfrm>
                    <a:off x="2263676" y="2990645"/>
                    <a:ext cx="33051" cy="30895"/>
                  </a:xfrm>
                  <a:custGeom>
                    <a:avLst/>
                    <a:gdLst/>
                    <a:ahLst/>
                    <a:cxnLst/>
                    <a:rect l="l" t="t" r="r" b="b"/>
                    <a:pathLst>
                      <a:path w="33051" h="30895" extrusionOk="0">
                        <a:moveTo>
                          <a:pt x="26194" y="320"/>
                        </a:moveTo>
                        <a:cubicBezTo>
                          <a:pt x="23432" y="-442"/>
                          <a:pt x="20098" y="130"/>
                          <a:pt x="16478" y="2320"/>
                        </a:cubicBezTo>
                        <a:cubicBezTo>
                          <a:pt x="8572" y="6892"/>
                          <a:pt x="2000" y="17084"/>
                          <a:pt x="381" y="26514"/>
                        </a:cubicBezTo>
                        <a:cubicBezTo>
                          <a:pt x="95" y="28038"/>
                          <a:pt x="0" y="29467"/>
                          <a:pt x="0" y="30895"/>
                        </a:cubicBezTo>
                        <a:lnTo>
                          <a:pt x="33052" y="11845"/>
                        </a:lnTo>
                        <a:cubicBezTo>
                          <a:pt x="33052" y="5559"/>
                          <a:pt x="30385" y="1463"/>
                          <a:pt x="26289" y="32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9" name="Google Shape;1869;p33"/>
                  <p:cNvSpPr/>
                  <p:nvPr/>
                </p:nvSpPr>
                <p:spPr>
                  <a:xfrm>
                    <a:off x="2289870" y="2990870"/>
                    <a:ext cx="6762" cy="13811"/>
                  </a:xfrm>
                  <a:custGeom>
                    <a:avLst/>
                    <a:gdLst/>
                    <a:ahLst/>
                    <a:cxnLst/>
                    <a:rect l="l" t="t" r="r" b="b"/>
                    <a:pathLst>
                      <a:path w="6762" h="13811" extrusionOk="0">
                        <a:moveTo>
                          <a:pt x="6763" y="11525"/>
                        </a:moveTo>
                        <a:lnTo>
                          <a:pt x="2858" y="13811"/>
                        </a:lnTo>
                        <a:cubicBezTo>
                          <a:pt x="3238" y="12383"/>
                          <a:pt x="3143" y="9430"/>
                          <a:pt x="3143" y="9430"/>
                        </a:cubicBezTo>
                        <a:cubicBezTo>
                          <a:pt x="3143" y="5239"/>
                          <a:pt x="2000" y="2000"/>
                          <a:pt x="0" y="0"/>
                        </a:cubicBezTo>
                        <a:cubicBezTo>
                          <a:pt x="4096" y="1143"/>
                          <a:pt x="6763" y="5144"/>
                          <a:pt x="6763" y="1152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2"/>
        <p:cNvGrpSpPr/>
        <p:nvPr/>
      </p:nvGrpSpPr>
      <p:grpSpPr>
        <a:xfrm>
          <a:off x="0" y="0"/>
          <a:ext cx="0" cy="0"/>
          <a:chOff x="0" y="0"/>
          <a:chExt cx="0" cy="0"/>
        </a:xfrm>
      </p:grpSpPr>
      <p:sp>
        <p:nvSpPr>
          <p:cNvPr id="1886" name="Google Shape;1886;p35"/>
          <p:cNvSpPr/>
          <p:nvPr/>
        </p:nvSpPr>
        <p:spPr>
          <a:xfrm>
            <a:off x="1012781" y="1474056"/>
            <a:ext cx="534914" cy="494657"/>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50">
              <a:latin typeface="Mulish"/>
              <a:ea typeface="Mulish"/>
              <a:cs typeface="Mulish"/>
              <a:sym typeface="Mulish"/>
            </a:endParaRPr>
          </a:p>
        </p:txBody>
      </p:sp>
      <p:sp>
        <p:nvSpPr>
          <p:cNvPr id="1887" name="Google Shape;1887;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1892" name="Google Shape;1892;p35"/>
          <p:cNvSpPr txBox="1">
            <a:spLocks noGrp="1"/>
          </p:cNvSpPr>
          <p:nvPr>
            <p:ph type="title" idx="5"/>
          </p:nvPr>
        </p:nvSpPr>
        <p:spPr>
          <a:xfrm>
            <a:off x="1039023" y="1540656"/>
            <a:ext cx="498603" cy="40946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dirty="0"/>
              <a:t>01</a:t>
            </a:r>
            <a:endParaRPr sz="2000" dirty="0"/>
          </a:p>
        </p:txBody>
      </p:sp>
      <p:sp>
        <p:nvSpPr>
          <p:cNvPr id="1896" name="Google Shape;1896;p35"/>
          <p:cNvSpPr txBox="1">
            <a:spLocks noGrp="1"/>
          </p:cNvSpPr>
          <p:nvPr>
            <p:ph type="subTitle" idx="9"/>
          </p:nvPr>
        </p:nvSpPr>
        <p:spPr>
          <a:xfrm>
            <a:off x="1656024" y="1533888"/>
            <a:ext cx="2919300" cy="423000"/>
          </a:xfrm>
          <a:prstGeom prst="rect">
            <a:avLst/>
          </a:prstGeom>
          <a:ln>
            <a:noFill/>
          </a:ln>
        </p:spPr>
        <p:txBody>
          <a:bodyPr spcFirstLastPara="1" wrap="square" lIns="91425" tIns="91425" rIns="91425" bIns="91425" anchor="b" anchorCtr="0">
            <a:noAutofit/>
          </a:bodyPr>
          <a:lstStyle/>
          <a:p>
            <a:pPr marL="0" lvl="0" indent="0"/>
            <a:r>
              <a:rPr lang="en-US" dirty="0"/>
              <a:t>Introduction </a:t>
            </a:r>
            <a:endParaRPr dirty="0"/>
          </a:p>
        </p:txBody>
      </p:sp>
      <p:grpSp>
        <p:nvGrpSpPr>
          <p:cNvPr id="1900" name="Google Shape;1900;p35"/>
          <p:cNvGrpSpPr/>
          <p:nvPr/>
        </p:nvGrpSpPr>
        <p:grpSpPr>
          <a:xfrm>
            <a:off x="218409" y="4389618"/>
            <a:ext cx="639842" cy="559831"/>
            <a:chOff x="4037470" y="4779094"/>
            <a:chExt cx="422171" cy="369379"/>
          </a:xfrm>
        </p:grpSpPr>
        <p:sp>
          <p:nvSpPr>
            <p:cNvPr id="1901" name="Google Shape;1901;p35"/>
            <p:cNvSpPr/>
            <p:nvPr/>
          </p:nvSpPr>
          <p:spPr>
            <a:xfrm>
              <a:off x="4037470" y="4904728"/>
              <a:ext cx="422171" cy="243745"/>
            </a:xfrm>
            <a:custGeom>
              <a:avLst/>
              <a:gdLst/>
              <a:ahLst/>
              <a:cxnLst/>
              <a:rect l="l" t="t" r="r" b="b"/>
              <a:pathLst>
                <a:path w="422171" h="243745" extrusionOk="0">
                  <a:moveTo>
                    <a:pt x="360378" y="208026"/>
                  </a:moveTo>
                  <a:cubicBezTo>
                    <a:pt x="277892" y="255651"/>
                    <a:pt x="144256" y="255651"/>
                    <a:pt x="61865" y="208026"/>
                  </a:cubicBezTo>
                  <a:cubicBezTo>
                    <a:pt x="-20622" y="160401"/>
                    <a:pt x="-20622" y="83249"/>
                    <a:pt x="61865" y="35719"/>
                  </a:cubicBezTo>
                  <a:cubicBezTo>
                    <a:pt x="144256" y="-11906"/>
                    <a:pt x="277987" y="-11906"/>
                    <a:pt x="360378" y="35719"/>
                  </a:cubicBezTo>
                  <a:cubicBezTo>
                    <a:pt x="442770" y="83344"/>
                    <a:pt x="442770"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902" name="Google Shape;1902;p35"/>
            <p:cNvGrpSpPr/>
            <p:nvPr/>
          </p:nvGrpSpPr>
          <p:grpSpPr>
            <a:xfrm>
              <a:off x="4045709" y="4892537"/>
              <a:ext cx="405669" cy="247649"/>
              <a:chOff x="4045709" y="4892537"/>
              <a:chExt cx="405669" cy="247649"/>
            </a:xfrm>
          </p:grpSpPr>
          <p:sp>
            <p:nvSpPr>
              <p:cNvPr id="1903" name="Google Shape;1903;p35"/>
              <p:cNvSpPr/>
              <p:nvPr/>
            </p:nvSpPr>
            <p:spPr>
              <a:xfrm>
                <a:off x="4045709" y="4905871"/>
                <a:ext cx="405669" cy="234315"/>
              </a:xfrm>
              <a:custGeom>
                <a:avLst/>
                <a:gdLst/>
                <a:ahLst/>
                <a:cxnLst/>
                <a:rect l="l" t="t" r="r" b="b"/>
                <a:pathLst>
                  <a:path w="405669" h="234315" extrusionOk="0">
                    <a:moveTo>
                      <a:pt x="404336" y="103727"/>
                    </a:moveTo>
                    <a:cubicBezTo>
                      <a:pt x="399288" y="78391"/>
                      <a:pt x="379952" y="53721"/>
                      <a:pt x="346234" y="34290"/>
                    </a:cubicBezTo>
                    <a:cubicBezTo>
                      <a:pt x="267081" y="-11430"/>
                      <a:pt x="138589" y="-11430"/>
                      <a:pt x="59436" y="34290"/>
                    </a:cubicBezTo>
                    <a:cubicBezTo>
                      <a:pt x="25527" y="53911"/>
                      <a:pt x="6096" y="78676"/>
                      <a:pt x="1238" y="104299"/>
                    </a:cubicBezTo>
                    <a:lnTo>
                      <a:pt x="0" y="103823"/>
                    </a:lnTo>
                    <a:lnTo>
                      <a:pt x="0" y="117919"/>
                    </a:lnTo>
                    <a:lnTo>
                      <a:pt x="0" y="117919"/>
                    </a:lnTo>
                    <a:cubicBezTo>
                      <a:pt x="381" y="147638"/>
                      <a:pt x="20098" y="177260"/>
                      <a:pt x="59436" y="200025"/>
                    </a:cubicBezTo>
                    <a:cubicBezTo>
                      <a:pt x="138589" y="245745"/>
                      <a:pt x="267081" y="245745"/>
                      <a:pt x="346234" y="200025"/>
                    </a:cubicBezTo>
                    <a:cubicBezTo>
                      <a:pt x="385858" y="177165"/>
                      <a:pt x="405670" y="147161"/>
                      <a:pt x="405670" y="117253"/>
                    </a:cubicBezTo>
                    <a:lnTo>
                      <a:pt x="405670" y="103918"/>
                    </a:lnTo>
                    <a:lnTo>
                      <a:pt x="404336" y="103918"/>
                    </a:lnTo>
                    <a:close/>
                    <a:moveTo>
                      <a:pt x="76200" y="43910"/>
                    </a:moveTo>
                    <a:cubicBezTo>
                      <a:pt x="82963" y="40005"/>
                      <a:pt x="93821" y="40005"/>
                      <a:pt x="100584" y="43910"/>
                    </a:cubicBezTo>
                    <a:lnTo>
                      <a:pt x="150209" y="72581"/>
                    </a:lnTo>
                    <a:cubicBezTo>
                      <a:pt x="156877" y="76486"/>
                      <a:pt x="156877" y="82772"/>
                      <a:pt x="150209" y="86677"/>
                    </a:cubicBezTo>
                    <a:cubicBezTo>
                      <a:pt x="143446" y="90583"/>
                      <a:pt x="132588" y="90583"/>
                      <a:pt x="125825" y="86677"/>
                    </a:cubicBezTo>
                    <a:lnTo>
                      <a:pt x="76200" y="58007"/>
                    </a:lnTo>
                    <a:cubicBezTo>
                      <a:pt x="69533" y="54102"/>
                      <a:pt x="69533" y="47816"/>
                      <a:pt x="76200" y="44006"/>
                    </a:cubicBezTo>
                    <a:close/>
                    <a:moveTo>
                      <a:pt x="40958" y="126968"/>
                    </a:moveTo>
                    <a:cubicBezTo>
                      <a:pt x="31433" y="126968"/>
                      <a:pt x="23717" y="122492"/>
                      <a:pt x="23717" y="117062"/>
                    </a:cubicBezTo>
                    <a:cubicBezTo>
                      <a:pt x="23717" y="111633"/>
                      <a:pt x="31433" y="107156"/>
                      <a:pt x="40958" y="107156"/>
                    </a:cubicBezTo>
                    <a:lnTo>
                      <a:pt x="111062" y="107156"/>
                    </a:lnTo>
                    <a:cubicBezTo>
                      <a:pt x="120587" y="107156"/>
                      <a:pt x="128302" y="111633"/>
                      <a:pt x="128302" y="117062"/>
                    </a:cubicBezTo>
                    <a:cubicBezTo>
                      <a:pt x="128302" y="122492"/>
                      <a:pt x="120587" y="126968"/>
                      <a:pt x="111062" y="126968"/>
                    </a:cubicBezTo>
                    <a:lnTo>
                      <a:pt x="40958" y="126968"/>
                    </a:lnTo>
                    <a:close/>
                    <a:moveTo>
                      <a:pt x="150114" y="161449"/>
                    </a:moveTo>
                    <a:lnTo>
                      <a:pt x="100489" y="190119"/>
                    </a:lnTo>
                    <a:cubicBezTo>
                      <a:pt x="93821" y="194024"/>
                      <a:pt x="82868" y="194024"/>
                      <a:pt x="76105" y="190119"/>
                    </a:cubicBezTo>
                    <a:cubicBezTo>
                      <a:pt x="69437" y="186214"/>
                      <a:pt x="69437" y="179927"/>
                      <a:pt x="76105" y="176117"/>
                    </a:cubicBezTo>
                    <a:lnTo>
                      <a:pt x="125730" y="147447"/>
                    </a:lnTo>
                    <a:cubicBezTo>
                      <a:pt x="132493" y="143542"/>
                      <a:pt x="143351" y="143542"/>
                      <a:pt x="150114" y="147447"/>
                    </a:cubicBezTo>
                    <a:cubicBezTo>
                      <a:pt x="156877" y="151352"/>
                      <a:pt x="156781" y="157639"/>
                      <a:pt x="150114" y="161544"/>
                    </a:cubicBezTo>
                    <a:close/>
                    <a:moveTo>
                      <a:pt x="185547" y="23527"/>
                    </a:moveTo>
                    <a:cubicBezTo>
                      <a:pt x="185547" y="18002"/>
                      <a:pt x="193262" y="13621"/>
                      <a:pt x="202787" y="13621"/>
                    </a:cubicBezTo>
                    <a:cubicBezTo>
                      <a:pt x="212312" y="13621"/>
                      <a:pt x="220028" y="18098"/>
                      <a:pt x="219932" y="23527"/>
                    </a:cubicBezTo>
                    <a:lnTo>
                      <a:pt x="219932" y="64008"/>
                    </a:lnTo>
                    <a:cubicBezTo>
                      <a:pt x="219932" y="69533"/>
                      <a:pt x="212217" y="73914"/>
                      <a:pt x="202787" y="73914"/>
                    </a:cubicBezTo>
                    <a:cubicBezTo>
                      <a:pt x="193358" y="73914"/>
                      <a:pt x="185547" y="69437"/>
                      <a:pt x="185547" y="64008"/>
                    </a:cubicBezTo>
                    <a:lnTo>
                      <a:pt x="185547" y="23527"/>
                    </a:lnTo>
                    <a:close/>
                    <a:moveTo>
                      <a:pt x="202787" y="220313"/>
                    </a:moveTo>
                    <a:cubicBezTo>
                      <a:pt x="193262" y="220313"/>
                      <a:pt x="185547" y="215836"/>
                      <a:pt x="185547" y="210407"/>
                    </a:cubicBezTo>
                    <a:lnTo>
                      <a:pt x="185547" y="169926"/>
                    </a:lnTo>
                    <a:cubicBezTo>
                      <a:pt x="185547" y="164401"/>
                      <a:pt x="193262" y="160020"/>
                      <a:pt x="202787" y="160020"/>
                    </a:cubicBezTo>
                    <a:cubicBezTo>
                      <a:pt x="212312" y="160020"/>
                      <a:pt x="220028" y="164497"/>
                      <a:pt x="220028" y="169926"/>
                    </a:cubicBezTo>
                    <a:lnTo>
                      <a:pt x="220028" y="210407"/>
                    </a:lnTo>
                    <a:cubicBezTo>
                      <a:pt x="220028" y="215836"/>
                      <a:pt x="212312" y="220313"/>
                      <a:pt x="202787" y="220313"/>
                    </a:cubicBezTo>
                    <a:close/>
                    <a:moveTo>
                      <a:pt x="255461" y="72485"/>
                    </a:moveTo>
                    <a:lnTo>
                      <a:pt x="305086" y="43815"/>
                    </a:lnTo>
                    <a:cubicBezTo>
                      <a:pt x="311848" y="39910"/>
                      <a:pt x="322707" y="39910"/>
                      <a:pt x="329375" y="43815"/>
                    </a:cubicBezTo>
                    <a:cubicBezTo>
                      <a:pt x="336137" y="47720"/>
                      <a:pt x="336137" y="54007"/>
                      <a:pt x="329375" y="57817"/>
                    </a:cubicBezTo>
                    <a:lnTo>
                      <a:pt x="279749" y="86487"/>
                    </a:lnTo>
                    <a:cubicBezTo>
                      <a:pt x="272987" y="90392"/>
                      <a:pt x="262128" y="90392"/>
                      <a:pt x="255365" y="86487"/>
                    </a:cubicBezTo>
                    <a:cubicBezTo>
                      <a:pt x="248698" y="82582"/>
                      <a:pt x="248698" y="76295"/>
                      <a:pt x="255365" y="72390"/>
                    </a:cubicBezTo>
                    <a:close/>
                    <a:moveTo>
                      <a:pt x="329375" y="190024"/>
                    </a:moveTo>
                    <a:cubicBezTo>
                      <a:pt x="322707" y="193929"/>
                      <a:pt x="311753" y="193929"/>
                      <a:pt x="305086" y="190024"/>
                    </a:cubicBezTo>
                    <a:lnTo>
                      <a:pt x="255461" y="161354"/>
                    </a:lnTo>
                    <a:cubicBezTo>
                      <a:pt x="248698" y="157448"/>
                      <a:pt x="248698" y="151162"/>
                      <a:pt x="255461" y="147257"/>
                    </a:cubicBezTo>
                    <a:cubicBezTo>
                      <a:pt x="262128" y="143351"/>
                      <a:pt x="273082" y="143351"/>
                      <a:pt x="279749" y="147257"/>
                    </a:cubicBezTo>
                    <a:lnTo>
                      <a:pt x="329375" y="175927"/>
                    </a:lnTo>
                    <a:cubicBezTo>
                      <a:pt x="336137" y="179832"/>
                      <a:pt x="336137" y="186118"/>
                      <a:pt x="329375" y="189929"/>
                    </a:cubicBezTo>
                    <a:close/>
                    <a:moveTo>
                      <a:pt x="364617" y="126873"/>
                    </a:moveTo>
                    <a:lnTo>
                      <a:pt x="294418" y="126873"/>
                    </a:lnTo>
                    <a:cubicBezTo>
                      <a:pt x="284893" y="126873"/>
                      <a:pt x="277178" y="122396"/>
                      <a:pt x="277178" y="116967"/>
                    </a:cubicBezTo>
                    <a:cubicBezTo>
                      <a:pt x="277178"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4" name="Google Shape;1904;p35"/>
              <p:cNvSpPr/>
              <p:nvPr/>
            </p:nvSpPr>
            <p:spPr>
              <a:xfrm>
                <a:off x="4045709" y="4892537"/>
                <a:ext cx="405598" cy="234219"/>
              </a:xfrm>
              <a:custGeom>
                <a:avLst/>
                <a:gdLst/>
                <a:ahLst/>
                <a:cxnLst/>
                <a:rect l="l" t="t" r="r" b="b"/>
                <a:pathLst>
                  <a:path w="405598" h="234219" extrusionOk="0">
                    <a:moveTo>
                      <a:pt x="346234" y="34290"/>
                    </a:moveTo>
                    <a:cubicBezTo>
                      <a:pt x="267081" y="-11430"/>
                      <a:pt x="138589" y="-11430"/>
                      <a:pt x="59436" y="34290"/>
                    </a:cubicBezTo>
                    <a:cubicBezTo>
                      <a:pt x="-19812" y="80010"/>
                      <a:pt x="-19812" y="154115"/>
                      <a:pt x="59436" y="199930"/>
                    </a:cubicBezTo>
                    <a:cubicBezTo>
                      <a:pt x="138589" y="245650"/>
                      <a:pt x="267081" y="245650"/>
                      <a:pt x="346234" y="199930"/>
                    </a:cubicBezTo>
                    <a:cubicBezTo>
                      <a:pt x="425386" y="154210"/>
                      <a:pt x="425386" y="80105"/>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773"/>
                    </a:cubicBezTo>
                    <a:cubicBezTo>
                      <a:pt x="143446" y="90678"/>
                      <a:pt x="132588" y="90678"/>
                      <a:pt x="125825" y="86773"/>
                    </a:cubicBezTo>
                    <a:lnTo>
                      <a:pt x="76200" y="58102"/>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677"/>
                    </a:moveTo>
                    <a:cubicBezTo>
                      <a:pt x="273082" y="90583"/>
                      <a:pt x="262223" y="90583"/>
                      <a:pt x="255461" y="86677"/>
                    </a:cubicBezTo>
                    <a:cubicBezTo>
                      <a:pt x="248793" y="82772"/>
                      <a:pt x="248793" y="76486"/>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156"/>
                    </a:moveTo>
                    <a:lnTo>
                      <a:pt x="364712" y="107156"/>
                    </a:lnTo>
                    <a:cubicBezTo>
                      <a:pt x="374237" y="107156"/>
                      <a:pt x="381953" y="111633"/>
                      <a:pt x="381953" y="117062"/>
                    </a:cubicBezTo>
                    <a:cubicBezTo>
                      <a:pt x="381953" y="122492"/>
                      <a:pt x="374237" y="126968"/>
                      <a:pt x="364712" y="126968"/>
                    </a:cubicBezTo>
                    <a:lnTo>
                      <a:pt x="294513" y="126968"/>
                    </a:lnTo>
                    <a:cubicBezTo>
                      <a:pt x="284988" y="126968"/>
                      <a:pt x="277273" y="122492"/>
                      <a:pt x="277273" y="117062"/>
                    </a:cubicBezTo>
                    <a:cubicBezTo>
                      <a:pt x="277273" y="111633"/>
                      <a:pt x="284988" y="107156"/>
                      <a:pt x="294513" y="107156"/>
                    </a:cubicBezTo>
                    <a:close/>
                    <a:moveTo>
                      <a:pt x="202883" y="220504"/>
                    </a:moveTo>
                    <a:cubicBezTo>
                      <a:pt x="193358" y="220504"/>
                      <a:pt x="185642" y="216027"/>
                      <a:pt x="185642" y="210598"/>
                    </a:cubicBezTo>
                    <a:lnTo>
                      <a:pt x="185642" y="170117"/>
                    </a:lnTo>
                    <a:cubicBezTo>
                      <a:pt x="185642" y="164592"/>
                      <a:pt x="193358" y="160210"/>
                      <a:pt x="202883" y="160210"/>
                    </a:cubicBezTo>
                    <a:cubicBezTo>
                      <a:pt x="212408" y="160210"/>
                      <a:pt x="220123" y="164687"/>
                      <a:pt x="220123" y="170117"/>
                    </a:cubicBezTo>
                    <a:lnTo>
                      <a:pt x="220123" y="210598"/>
                    </a:lnTo>
                    <a:cubicBezTo>
                      <a:pt x="220123" y="216122"/>
                      <a:pt x="212408" y="220504"/>
                      <a:pt x="202883" y="220504"/>
                    </a:cubicBezTo>
                    <a:close/>
                    <a:moveTo>
                      <a:pt x="305181" y="190214"/>
                    </a:moveTo>
                    <a:lnTo>
                      <a:pt x="255556" y="161544"/>
                    </a:lnTo>
                    <a:cubicBezTo>
                      <a:pt x="248793" y="157639"/>
                      <a:pt x="248793" y="151352"/>
                      <a:pt x="255556" y="147542"/>
                    </a:cubicBezTo>
                    <a:cubicBezTo>
                      <a:pt x="262223" y="143637"/>
                      <a:pt x="273177" y="143637"/>
                      <a:pt x="279844" y="147542"/>
                    </a:cubicBezTo>
                    <a:lnTo>
                      <a:pt x="329470" y="176212"/>
                    </a:lnTo>
                    <a:cubicBezTo>
                      <a:pt x="336233" y="180118"/>
                      <a:pt x="336233" y="186404"/>
                      <a:pt x="329470" y="190214"/>
                    </a:cubicBezTo>
                    <a:cubicBezTo>
                      <a:pt x="322802" y="194119"/>
                      <a:pt x="311848" y="194119"/>
                      <a:pt x="305181"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5" name="Google Shape;1905;p35"/>
              <p:cNvSpPr/>
              <p:nvPr/>
            </p:nvSpPr>
            <p:spPr>
              <a:xfrm>
                <a:off x="4191364" y="4976547"/>
                <a:ext cx="114454" cy="46386"/>
              </a:xfrm>
              <a:custGeom>
                <a:avLst/>
                <a:gdLst/>
                <a:ahLst/>
                <a:cxnLst/>
                <a:rect l="l" t="t" r="r" b="b"/>
                <a:pathLst>
                  <a:path w="114454" h="46386" extrusionOk="0">
                    <a:moveTo>
                      <a:pt x="109615" y="46387"/>
                    </a:moveTo>
                    <a:cubicBezTo>
                      <a:pt x="106852" y="42767"/>
                      <a:pt x="102852" y="39338"/>
                      <a:pt x="97709" y="36290"/>
                    </a:cubicBezTo>
                    <a:cubicBezTo>
                      <a:pt x="75325" y="23336"/>
                      <a:pt x="39130" y="23336"/>
                      <a:pt x="16746" y="36290"/>
                    </a:cubicBezTo>
                    <a:cubicBezTo>
                      <a:pt x="11602" y="39243"/>
                      <a:pt x="7602" y="42672"/>
                      <a:pt x="4840" y="46387"/>
                    </a:cubicBezTo>
                    <a:cubicBezTo>
                      <a:pt x="-4400" y="34290"/>
                      <a:pt x="-399" y="19621"/>
                      <a:pt x="16746" y="9716"/>
                    </a:cubicBezTo>
                    <a:cubicBezTo>
                      <a:pt x="39130" y="-3239"/>
                      <a:pt x="75325" y="-3239"/>
                      <a:pt x="97709" y="9716"/>
                    </a:cubicBezTo>
                    <a:cubicBezTo>
                      <a:pt x="114853" y="19621"/>
                      <a:pt x="118854" y="34290"/>
                      <a:pt x="109615" y="46387"/>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6" name="Google Shape;1906;p35"/>
              <p:cNvSpPr/>
              <p:nvPr/>
            </p:nvSpPr>
            <p:spPr>
              <a:xfrm>
                <a:off x="4196204" y="5003122"/>
                <a:ext cx="104775" cy="39528"/>
              </a:xfrm>
              <a:custGeom>
                <a:avLst/>
                <a:gdLst/>
                <a:ahLst/>
                <a:cxnLst/>
                <a:rect l="l" t="t" r="r" b="b"/>
                <a:pathLst>
                  <a:path w="104775" h="39528" extrusionOk="0">
                    <a:moveTo>
                      <a:pt x="104775" y="19812"/>
                    </a:moveTo>
                    <a:cubicBezTo>
                      <a:pt x="102013" y="23431"/>
                      <a:pt x="98012" y="26861"/>
                      <a:pt x="92869" y="29813"/>
                    </a:cubicBezTo>
                    <a:cubicBezTo>
                      <a:pt x="70485" y="42767"/>
                      <a:pt x="34290" y="42767"/>
                      <a:pt x="11906" y="29813"/>
                    </a:cubicBezTo>
                    <a:cubicBezTo>
                      <a:pt x="6763" y="26861"/>
                      <a:pt x="2762" y="23431"/>
                      <a:pt x="0" y="19812"/>
                    </a:cubicBezTo>
                    <a:cubicBezTo>
                      <a:pt x="2762" y="16192"/>
                      <a:pt x="6763" y="12763"/>
                      <a:pt x="11906" y="9715"/>
                    </a:cubicBezTo>
                    <a:cubicBezTo>
                      <a:pt x="34290" y="-3238"/>
                      <a:pt x="70485" y="-3238"/>
                      <a:pt x="92869" y="9715"/>
                    </a:cubicBezTo>
                    <a:cubicBezTo>
                      <a:pt x="98012" y="12668"/>
                      <a:pt x="102013" y="16097"/>
                      <a:pt x="104775" y="19812"/>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07" name="Google Shape;1907;p35"/>
            <p:cNvGrpSpPr/>
            <p:nvPr/>
          </p:nvGrpSpPr>
          <p:grpSpPr>
            <a:xfrm>
              <a:off x="4069212" y="4805192"/>
              <a:ext cx="358735" cy="305895"/>
              <a:chOff x="4069212" y="4805192"/>
              <a:chExt cx="358735" cy="305895"/>
            </a:xfrm>
          </p:grpSpPr>
          <p:sp>
            <p:nvSpPr>
              <p:cNvPr id="1908" name="Google Shape;1908;p35"/>
              <p:cNvSpPr/>
              <p:nvPr/>
            </p:nvSpPr>
            <p:spPr>
              <a:xfrm>
                <a:off x="4069235" y="4908824"/>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2" y="212407"/>
                      <a:pt x="52388" y="171831"/>
                    </a:cubicBezTo>
                    <a:cubicBezTo>
                      <a:pt x="17336" y="151733"/>
                      <a:pt x="0" y="125063"/>
                      <a:pt x="0" y="98393"/>
                    </a:cubicBezTo>
                    <a:lnTo>
                      <a:pt x="0" y="0"/>
                    </a:lnTo>
                    <a:lnTo>
                      <a:pt x="3587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9" name="Google Shape;1909;p35"/>
              <p:cNvSpPr/>
              <p:nvPr/>
            </p:nvSpPr>
            <p:spPr>
              <a:xfrm>
                <a:off x="4069235" y="4921492"/>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0" name="Google Shape;1910;p35"/>
              <p:cNvSpPr/>
              <p:nvPr/>
            </p:nvSpPr>
            <p:spPr>
              <a:xfrm>
                <a:off x="4069235" y="493873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1" name="Google Shape;1911;p35"/>
              <p:cNvSpPr/>
              <p:nvPr/>
            </p:nvSpPr>
            <p:spPr>
              <a:xfrm>
                <a:off x="4069235" y="4955878"/>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2" name="Google Shape;1912;p35"/>
              <p:cNvSpPr/>
              <p:nvPr/>
            </p:nvSpPr>
            <p:spPr>
              <a:xfrm>
                <a:off x="4069235" y="4973118"/>
                <a:ext cx="358711" cy="110632"/>
              </a:xfrm>
              <a:custGeom>
                <a:avLst/>
                <a:gdLst/>
                <a:ahLst/>
                <a:cxnLst/>
                <a:rect l="l" t="t" r="r" b="b"/>
                <a:pathLst>
                  <a:path w="358711" h="110632" extrusionOk="0">
                    <a:moveTo>
                      <a:pt x="358712" y="0"/>
                    </a:moveTo>
                    <a:cubicBezTo>
                      <a:pt x="358712" y="26479"/>
                      <a:pt x="341090" y="52864"/>
                      <a:pt x="306134" y="73057"/>
                    </a:cubicBezTo>
                    <a:cubicBezTo>
                      <a:pt x="236220" y="113824"/>
                      <a:pt x="122587" y="113824"/>
                      <a:pt x="52483" y="73057"/>
                    </a:cubicBezTo>
                    <a:cubicBezTo>
                      <a:pt x="18288" y="53340"/>
                      <a:pt x="762" y="27622"/>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3" name="Google Shape;1913;p35"/>
              <p:cNvSpPr/>
              <p:nvPr/>
            </p:nvSpPr>
            <p:spPr>
              <a:xfrm>
                <a:off x="4069235" y="499026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622"/>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4" name="Google Shape;1914;p35"/>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5" name="Google Shape;1915;p35"/>
              <p:cNvSpPr/>
              <p:nvPr/>
            </p:nvSpPr>
            <p:spPr>
              <a:xfrm>
                <a:off x="4083356" y="4813360"/>
                <a:ext cx="330445" cy="190857"/>
              </a:xfrm>
              <a:custGeom>
                <a:avLst/>
                <a:gdLst/>
                <a:ahLst/>
                <a:cxnLst/>
                <a:rect l="l" t="t" r="r" b="b"/>
                <a:pathLst>
                  <a:path w="330445" h="190857" extrusionOk="0">
                    <a:moveTo>
                      <a:pt x="48363" y="162711"/>
                    </a:moveTo>
                    <a:cubicBezTo>
                      <a:pt x="112943" y="200239"/>
                      <a:pt x="217623" y="200239"/>
                      <a:pt x="282011" y="162711"/>
                    </a:cubicBezTo>
                    <a:cubicBezTo>
                      <a:pt x="346591" y="125563"/>
                      <a:pt x="346591" y="65080"/>
                      <a:pt x="282011" y="27932"/>
                    </a:cubicBezTo>
                    <a:cubicBezTo>
                      <a:pt x="217623" y="-9311"/>
                      <a:pt x="112943" y="-9311"/>
                      <a:pt x="48363" y="27932"/>
                    </a:cubicBezTo>
                    <a:cubicBezTo>
                      <a:pt x="-16121" y="65080"/>
                      <a:pt x="-16121" y="125563"/>
                      <a:pt x="48363" y="16271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6" name="Google Shape;1916;p35"/>
              <p:cNvSpPr/>
              <p:nvPr/>
            </p:nvSpPr>
            <p:spPr>
              <a:xfrm>
                <a:off x="4094024" y="4819504"/>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7" name="Google Shape;1917;p35"/>
              <p:cNvSpPr/>
              <p:nvPr/>
            </p:nvSpPr>
            <p:spPr>
              <a:xfrm>
                <a:off x="4102621" y="4824933"/>
                <a:ext cx="291917" cy="168568"/>
              </a:xfrm>
              <a:custGeom>
                <a:avLst/>
                <a:gdLst/>
                <a:ahLst/>
                <a:cxnLst/>
                <a:rect l="l" t="t" r="r" b="b"/>
                <a:pathLst>
                  <a:path w="291917" h="168568" extrusionOk="0">
                    <a:moveTo>
                      <a:pt x="42719" y="143709"/>
                    </a:moveTo>
                    <a:cubicBezTo>
                      <a:pt x="99774" y="176855"/>
                      <a:pt x="192262" y="176855"/>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8" name="Google Shape;1918;p35"/>
              <p:cNvSpPr/>
              <p:nvPr/>
            </p:nvSpPr>
            <p:spPr>
              <a:xfrm>
                <a:off x="4111550" y="4829672"/>
                <a:ext cx="273962" cy="158329"/>
              </a:xfrm>
              <a:custGeom>
                <a:avLst/>
                <a:gdLst/>
                <a:ahLst/>
                <a:cxnLst/>
                <a:rect l="l" t="t" r="r" b="b"/>
                <a:pathLst>
                  <a:path w="273962" h="158329" extrusionOk="0">
                    <a:moveTo>
                      <a:pt x="40076" y="134969"/>
                    </a:moveTo>
                    <a:cubicBezTo>
                      <a:pt x="93607" y="166116"/>
                      <a:pt x="180475" y="166116"/>
                      <a:pt x="233815" y="134969"/>
                    </a:cubicBezTo>
                    <a:cubicBezTo>
                      <a:pt x="287346" y="104108"/>
                      <a:pt x="287346" y="54007"/>
                      <a:pt x="233815" y="23146"/>
                    </a:cubicBezTo>
                    <a:cubicBezTo>
                      <a:pt x="180475" y="-7715"/>
                      <a:pt x="93607" y="-7715"/>
                      <a:pt x="40076" y="23146"/>
                    </a:cubicBezTo>
                    <a:cubicBezTo>
                      <a:pt x="-13359" y="54007"/>
                      <a:pt x="-13359" y="104108"/>
                      <a:pt x="40076" y="13496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9" name="Google Shape;1919;p35"/>
              <p:cNvSpPr/>
              <p:nvPr/>
            </p:nvSpPr>
            <p:spPr>
              <a:xfrm>
                <a:off x="4119194" y="4834386"/>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0" name="Google Shape;1920;p35"/>
              <p:cNvSpPr/>
              <p:nvPr/>
            </p:nvSpPr>
            <p:spPr>
              <a:xfrm>
                <a:off x="4126743" y="4838434"/>
                <a:ext cx="243673" cy="140803"/>
              </a:xfrm>
              <a:custGeom>
                <a:avLst/>
                <a:gdLst/>
                <a:ahLst/>
                <a:cxnLst/>
                <a:rect l="l" t="t" r="r" b="b"/>
                <a:pathLst>
                  <a:path w="243673" h="140803" extrusionOk="0">
                    <a:moveTo>
                      <a:pt x="35647" y="120015"/>
                    </a:moveTo>
                    <a:cubicBezTo>
                      <a:pt x="83272" y="147733"/>
                      <a:pt x="160520" y="147733"/>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1" name="Google Shape;1921;p35"/>
              <p:cNvSpPr/>
              <p:nvPr/>
            </p:nvSpPr>
            <p:spPr>
              <a:xfrm>
                <a:off x="4133505" y="4842626"/>
                <a:ext cx="230147" cy="132921"/>
              </a:xfrm>
              <a:custGeom>
                <a:avLst/>
                <a:gdLst/>
                <a:ahLst/>
                <a:cxnLst/>
                <a:rect l="l" t="t" r="r" b="b"/>
                <a:pathLst>
                  <a:path w="230147" h="132921" extrusionOk="0">
                    <a:moveTo>
                      <a:pt x="33647" y="113347"/>
                    </a:moveTo>
                    <a:cubicBezTo>
                      <a:pt x="78605" y="139446"/>
                      <a:pt x="151567" y="139446"/>
                      <a:pt x="196429" y="113347"/>
                    </a:cubicBezTo>
                    <a:cubicBezTo>
                      <a:pt x="241387" y="87439"/>
                      <a:pt x="241387" y="45339"/>
                      <a:pt x="196429" y="19431"/>
                    </a:cubicBezTo>
                    <a:cubicBezTo>
                      <a:pt x="151567" y="-6477"/>
                      <a:pt x="78700" y="-6477"/>
                      <a:pt x="33647" y="19431"/>
                    </a:cubicBezTo>
                    <a:cubicBezTo>
                      <a:pt x="-11216" y="45339"/>
                      <a:pt x="-11216" y="87439"/>
                      <a:pt x="33647" y="11334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2" name="Google Shape;1922;p35"/>
              <p:cNvSpPr/>
              <p:nvPr/>
            </p:nvSpPr>
            <p:spPr>
              <a:xfrm>
                <a:off x="4140459" y="4846507"/>
                <a:ext cx="216074" cy="124682"/>
              </a:xfrm>
              <a:custGeom>
                <a:avLst/>
                <a:gdLst/>
                <a:ahLst/>
                <a:cxnLst/>
                <a:rect l="l" t="t" r="r" b="b"/>
                <a:pathLst>
                  <a:path w="216074" h="124682" extrusionOk="0">
                    <a:moveTo>
                      <a:pt x="31647" y="106323"/>
                    </a:moveTo>
                    <a:cubicBezTo>
                      <a:pt x="73843" y="130802"/>
                      <a:pt x="142327" y="130802"/>
                      <a:pt x="184428" y="106323"/>
                    </a:cubicBezTo>
                    <a:cubicBezTo>
                      <a:pt x="226623" y="82034"/>
                      <a:pt x="226623" y="42505"/>
                      <a:pt x="184428" y="18217"/>
                    </a:cubicBezTo>
                    <a:cubicBezTo>
                      <a:pt x="142327" y="-6072"/>
                      <a:pt x="73843" y="-6072"/>
                      <a:pt x="31647" y="18217"/>
                    </a:cubicBezTo>
                    <a:cubicBezTo>
                      <a:pt x="-10549" y="42505"/>
                      <a:pt x="-10549" y="82034"/>
                      <a:pt x="31647" y="106323"/>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3" name="Google Shape;1923;p35"/>
              <p:cNvSpPr/>
              <p:nvPr/>
            </p:nvSpPr>
            <p:spPr>
              <a:xfrm>
                <a:off x="4146531" y="4850174"/>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4" name="Google Shape;1924;p35"/>
              <p:cNvSpPr/>
              <p:nvPr/>
            </p:nvSpPr>
            <p:spPr>
              <a:xfrm>
                <a:off x="4152008" y="4853103"/>
                <a:ext cx="193166" cy="111490"/>
              </a:xfrm>
              <a:custGeom>
                <a:avLst/>
                <a:gdLst/>
                <a:ahLst/>
                <a:cxnLst/>
                <a:rect l="l" t="t" r="r" b="b"/>
                <a:pathLst>
                  <a:path w="193166" h="111490" extrusionOk="0">
                    <a:moveTo>
                      <a:pt x="28289" y="95060"/>
                    </a:moveTo>
                    <a:cubicBezTo>
                      <a:pt x="66008" y="116967"/>
                      <a:pt x="127254" y="116967"/>
                      <a:pt x="164878" y="95060"/>
                    </a:cubicBezTo>
                    <a:cubicBezTo>
                      <a:pt x="202597" y="73342"/>
                      <a:pt x="202597" y="38005"/>
                      <a:pt x="164878" y="16288"/>
                    </a:cubicBezTo>
                    <a:cubicBezTo>
                      <a:pt x="127254" y="-5429"/>
                      <a:pt x="66103" y="-5429"/>
                      <a:pt x="28289" y="16288"/>
                    </a:cubicBezTo>
                    <a:cubicBezTo>
                      <a:pt x="-9430" y="38005"/>
                      <a:pt x="-9430" y="73342"/>
                      <a:pt x="28289" y="9506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5" name="Google Shape;1925;p35"/>
              <p:cNvSpPr/>
              <p:nvPr/>
            </p:nvSpPr>
            <p:spPr>
              <a:xfrm>
                <a:off x="4157294" y="4856341"/>
                <a:ext cx="182475" cy="105322"/>
              </a:xfrm>
              <a:custGeom>
                <a:avLst/>
                <a:gdLst/>
                <a:ahLst/>
                <a:cxnLst/>
                <a:rect l="l" t="t" r="r" b="b"/>
                <a:pathLst>
                  <a:path w="182475" h="105322" extrusionOk="0">
                    <a:moveTo>
                      <a:pt x="26718" y="89821"/>
                    </a:moveTo>
                    <a:cubicBezTo>
                      <a:pt x="62341" y="110490"/>
                      <a:pt x="120158" y="110490"/>
                      <a:pt x="155686" y="89821"/>
                    </a:cubicBezTo>
                    <a:cubicBezTo>
                      <a:pt x="191405" y="69342"/>
                      <a:pt x="191405" y="35909"/>
                      <a:pt x="155686" y="15431"/>
                    </a:cubicBezTo>
                    <a:cubicBezTo>
                      <a:pt x="120158" y="-5144"/>
                      <a:pt x="62341" y="-5144"/>
                      <a:pt x="26718" y="15431"/>
                    </a:cubicBezTo>
                    <a:cubicBezTo>
                      <a:pt x="-8906" y="35909"/>
                      <a:pt x="-8906" y="69342"/>
                      <a:pt x="26718" y="8982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6" name="Google Shape;1926;p35"/>
              <p:cNvSpPr/>
              <p:nvPr/>
            </p:nvSpPr>
            <p:spPr>
              <a:xfrm>
                <a:off x="4162676" y="4859175"/>
                <a:ext cx="171831" cy="99250"/>
              </a:xfrm>
              <a:custGeom>
                <a:avLst/>
                <a:gdLst/>
                <a:ahLst/>
                <a:cxnLst/>
                <a:rect l="l" t="t" r="r" b="b"/>
                <a:pathLst>
                  <a:path w="171831" h="99250" extrusionOk="0">
                    <a:moveTo>
                      <a:pt x="25146" y="84606"/>
                    </a:moveTo>
                    <a:cubicBezTo>
                      <a:pt x="58769" y="104132"/>
                      <a:pt x="113157" y="104132"/>
                      <a:pt x="146685" y="84606"/>
                    </a:cubicBezTo>
                    <a:cubicBezTo>
                      <a:pt x="180213" y="65270"/>
                      <a:pt x="180213" y="33838"/>
                      <a:pt x="146685" y="14502"/>
                    </a:cubicBezTo>
                    <a:cubicBezTo>
                      <a:pt x="113252" y="-4834"/>
                      <a:pt x="58769" y="-4834"/>
                      <a:pt x="25146" y="14502"/>
                    </a:cubicBezTo>
                    <a:cubicBezTo>
                      <a:pt x="-8382" y="33838"/>
                      <a:pt x="-8382" y="65270"/>
                      <a:pt x="25146" y="8460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p:cNvSpPr/>
              <p:nvPr/>
            </p:nvSpPr>
            <p:spPr>
              <a:xfrm>
                <a:off x="4167438" y="4862152"/>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1909"/>
                      <a:pt x="138493" y="13716"/>
                    </a:cubicBezTo>
                    <a:cubicBezTo>
                      <a:pt x="106870" y="-4572"/>
                      <a:pt x="55435" y="-4572"/>
                      <a:pt x="23717" y="13716"/>
                    </a:cubicBezTo>
                    <a:cubicBezTo>
                      <a:pt x="-7906" y="32004"/>
                      <a:pt x="-7906" y="61627"/>
                      <a:pt x="23717" y="7991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p:cNvSpPr/>
              <p:nvPr/>
            </p:nvSpPr>
            <p:spPr>
              <a:xfrm>
                <a:off x="4172391" y="4864819"/>
                <a:ext cx="152376" cy="87963"/>
              </a:xfrm>
              <a:custGeom>
                <a:avLst/>
                <a:gdLst/>
                <a:ahLst/>
                <a:cxnLst/>
                <a:rect l="l" t="t" r="r" b="b"/>
                <a:pathLst>
                  <a:path w="152376" h="87963" extrusionOk="0">
                    <a:moveTo>
                      <a:pt x="22288" y="74962"/>
                    </a:moveTo>
                    <a:cubicBezTo>
                      <a:pt x="52102" y="92297"/>
                      <a:pt x="100298" y="92297"/>
                      <a:pt x="130016" y="74962"/>
                    </a:cubicBezTo>
                    <a:cubicBezTo>
                      <a:pt x="159829" y="57817"/>
                      <a:pt x="159829" y="30004"/>
                      <a:pt x="130016" y="12859"/>
                    </a:cubicBezTo>
                    <a:cubicBezTo>
                      <a:pt x="100298" y="-4286"/>
                      <a:pt x="52102" y="-4286"/>
                      <a:pt x="22288" y="12859"/>
                    </a:cubicBezTo>
                    <a:cubicBezTo>
                      <a:pt x="-7429" y="30004"/>
                      <a:pt x="-7429" y="57817"/>
                      <a:pt x="22288" y="74962"/>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p:cNvSpPr/>
              <p:nvPr/>
            </p:nvSpPr>
            <p:spPr>
              <a:xfrm>
                <a:off x="4176654" y="4867438"/>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p:cNvSpPr/>
              <p:nvPr/>
            </p:nvSpPr>
            <p:spPr>
              <a:xfrm>
                <a:off x="4183678" y="4871796"/>
                <a:ext cx="129635" cy="74866"/>
              </a:xfrm>
              <a:custGeom>
                <a:avLst/>
                <a:gdLst/>
                <a:ahLst/>
                <a:cxnLst/>
                <a:rect l="l" t="t" r="r" b="b"/>
                <a:pathLst>
                  <a:path w="129635" h="74866" extrusionOk="0">
                    <a:moveTo>
                      <a:pt x="19002" y="63794"/>
                    </a:moveTo>
                    <a:cubicBezTo>
                      <a:pt x="44339" y="78557"/>
                      <a:pt x="85392" y="78557"/>
                      <a:pt x="110633" y="63794"/>
                    </a:cubicBezTo>
                    <a:cubicBezTo>
                      <a:pt x="135969" y="49221"/>
                      <a:pt x="135969" y="25503"/>
                      <a:pt x="110633" y="10930"/>
                    </a:cubicBezTo>
                    <a:cubicBezTo>
                      <a:pt x="85392" y="-3643"/>
                      <a:pt x="44339" y="-3643"/>
                      <a:pt x="19002" y="10930"/>
                    </a:cubicBezTo>
                    <a:cubicBezTo>
                      <a:pt x="-6334" y="25503"/>
                      <a:pt x="-6334" y="49221"/>
                      <a:pt x="19002" y="63794"/>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32" name="Google Shape;1932;p35"/>
            <p:cNvGrpSpPr/>
            <p:nvPr/>
          </p:nvGrpSpPr>
          <p:grpSpPr>
            <a:xfrm>
              <a:off x="4045709" y="4779094"/>
              <a:ext cx="405669" cy="247363"/>
              <a:chOff x="4045709" y="4779094"/>
              <a:chExt cx="405669" cy="247363"/>
            </a:xfrm>
          </p:grpSpPr>
          <p:sp>
            <p:nvSpPr>
              <p:cNvPr id="1933" name="Google Shape;1933;p35"/>
              <p:cNvSpPr/>
              <p:nvPr/>
            </p:nvSpPr>
            <p:spPr>
              <a:xfrm>
                <a:off x="4045709" y="4792333"/>
                <a:ext cx="405669" cy="234124"/>
              </a:xfrm>
              <a:custGeom>
                <a:avLst/>
                <a:gdLst/>
                <a:ahLst/>
                <a:cxnLst/>
                <a:rect l="l" t="t" r="r" b="b"/>
                <a:pathLst>
                  <a:path w="405669" h="234124" extrusionOk="0">
                    <a:moveTo>
                      <a:pt x="404336" y="103823"/>
                    </a:moveTo>
                    <a:cubicBezTo>
                      <a:pt x="399288" y="78391"/>
                      <a:pt x="379952" y="53816"/>
                      <a:pt x="346234" y="34290"/>
                    </a:cubicBezTo>
                    <a:cubicBezTo>
                      <a:pt x="267081" y="-11430"/>
                      <a:pt x="138589" y="-11430"/>
                      <a:pt x="59436" y="34290"/>
                    </a:cubicBezTo>
                    <a:cubicBezTo>
                      <a:pt x="25527" y="53912"/>
                      <a:pt x="6096" y="78677"/>
                      <a:pt x="1238" y="104299"/>
                    </a:cubicBezTo>
                    <a:lnTo>
                      <a:pt x="0" y="103823"/>
                    </a:lnTo>
                    <a:lnTo>
                      <a:pt x="0" y="117824"/>
                    </a:lnTo>
                    <a:lnTo>
                      <a:pt x="0" y="117824"/>
                    </a:lnTo>
                    <a:cubicBezTo>
                      <a:pt x="381" y="147542"/>
                      <a:pt x="20098" y="177165"/>
                      <a:pt x="59436" y="199835"/>
                    </a:cubicBezTo>
                    <a:cubicBezTo>
                      <a:pt x="138589" y="245555"/>
                      <a:pt x="267081" y="245555"/>
                      <a:pt x="346234" y="199835"/>
                    </a:cubicBezTo>
                    <a:cubicBezTo>
                      <a:pt x="385858" y="176974"/>
                      <a:pt x="405670" y="147066"/>
                      <a:pt x="405670" y="117062"/>
                    </a:cubicBezTo>
                    <a:lnTo>
                      <a:pt x="405670" y="103727"/>
                    </a:lnTo>
                    <a:lnTo>
                      <a:pt x="404336" y="103727"/>
                    </a:lnTo>
                    <a:close/>
                    <a:moveTo>
                      <a:pt x="76200" y="44006"/>
                    </a:moveTo>
                    <a:cubicBezTo>
                      <a:pt x="82963" y="40100"/>
                      <a:pt x="93821" y="40100"/>
                      <a:pt x="100584" y="44006"/>
                    </a:cubicBezTo>
                    <a:lnTo>
                      <a:pt x="150209" y="72676"/>
                    </a:lnTo>
                    <a:cubicBezTo>
                      <a:pt x="156877" y="76581"/>
                      <a:pt x="156877" y="82868"/>
                      <a:pt x="150209" y="86773"/>
                    </a:cubicBezTo>
                    <a:cubicBezTo>
                      <a:pt x="143446" y="90678"/>
                      <a:pt x="132588" y="90678"/>
                      <a:pt x="125825" y="86773"/>
                    </a:cubicBezTo>
                    <a:lnTo>
                      <a:pt x="76200" y="58103"/>
                    </a:lnTo>
                    <a:cubicBezTo>
                      <a:pt x="69533" y="54197"/>
                      <a:pt x="69533" y="47911"/>
                      <a:pt x="76200" y="44101"/>
                    </a:cubicBezTo>
                    <a:close/>
                    <a:moveTo>
                      <a:pt x="40958" y="127064"/>
                    </a:moveTo>
                    <a:cubicBezTo>
                      <a:pt x="31433" y="127064"/>
                      <a:pt x="23717" y="122587"/>
                      <a:pt x="23717" y="117157"/>
                    </a:cubicBezTo>
                    <a:cubicBezTo>
                      <a:pt x="23717" y="111728"/>
                      <a:pt x="31433" y="107252"/>
                      <a:pt x="40958" y="107252"/>
                    </a:cubicBezTo>
                    <a:lnTo>
                      <a:pt x="111062" y="107252"/>
                    </a:lnTo>
                    <a:cubicBezTo>
                      <a:pt x="120587" y="107252"/>
                      <a:pt x="128302" y="111728"/>
                      <a:pt x="128302" y="117157"/>
                    </a:cubicBezTo>
                    <a:cubicBezTo>
                      <a:pt x="128302" y="122587"/>
                      <a:pt x="120587" y="127064"/>
                      <a:pt x="111062" y="127064"/>
                    </a:cubicBezTo>
                    <a:lnTo>
                      <a:pt x="40958" y="127064"/>
                    </a:lnTo>
                    <a:close/>
                    <a:moveTo>
                      <a:pt x="150114" y="161544"/>
                    </a:moveTo>
                    <a:lnTo>
                      <a:pt x="100489" y="190214"/>
                    </a:lnTo>
                    <a:cubicBezTo>
                      <a:pt x="93821" y="194120"/>
                      <a:pt x="82868" y="194120"/>
                      <a:pt x="76105" y="190214"/>
                    </a:cubicBezTo>
                    <a:cubicBezTo>
                      <a:pt x="69437" y="186309"/>
                      <a:pt x="69437" y="180023"/>
                      <a:pt x="76105" y="176213"/>
                    </a:cubicBezTo>
                    <a:lnTo>
                      <a:pt x="125730" y="147542"/>
                    </a:lnTo>
                    <a:cubicBezTo>
                      <a:pt x="132493" y="143637"/>
                      <a:pt x="143351" y="143637"/>
                      <a:pt x="150114" y="147542"/>
                    </a:cubicBezTo>
                    <a:cubicBezTo>
                      <a:pt x="156877" y="151448"/>
                      <a:pt x="156781" y="157734"/>
                      <a:pt x="150114" y="161544"/>
                    </a:cubicBezTo>
                    <a:close/>
                    <a:moveTo>
                      <a:pt x="185547" y="23622"/>
                    </a:moveTo>
                    <a:cubicBezTo>
                      <a:pt x="185547" y="18098"/>
                      <a:pt x="193262" y="13716"/>
                      <a:pt x="202787" y="13716"/>
                    </a:cubicBezTo>
                    <a:cubicBezTo>
                      <a:pt x="212312" y="13716"/>
                      <a:pt x="220028" y="18193"/>
                      <a:pt x="219932" y="23622"/>
                    </a:cubicBezTo>
                    <a:lnTo>
                      <a:pt x="219932" y="64103"/>
                    </a:lnTo>
                    <a:cubicBezTo>
                      <a:pt x="219932" y="69532"/>
                      <a:pt x="212217" y="74009"/>
                      <a:pt x="202787" y="74009"/>
                    </a:cubicBezTo>
                    <a:cubicBezTo>
                      <a:pt x="193358" y="74009"/>
                      <a:pt x="185547" y="69532"/>
                      <a:pt x="185547" y="64103"/>
                    </a:cubicBezTo>
                    <a:lnTo>
                      <a:pt x="185547" y="23622"/>
                    </a:lnTo>
                    <a:close/>
                    <a:moveTo>
                      <a:pt x="202787" y="220409"/>
                    </a:moveTo>
                    <a:cubicBezTo>
                      <a:pt x="193262" y="220409"/>
                      <a:pt x="185547" y="215932"/>
                      <a:pt x="185547" y="210503"/>
                    </a:cubicBezTo>
                    <a:lnTo>
                      <a:pt x="185547" y="170021"/>
                    </a:lnTo>
                    <a:cubicBezTo>
                      <a:pt x="185547" y="164497"/>
                      <a:pt x="193262" y="160115"/>
                      <a:pt x="202787" y="160115"/>
                    </a:cubicBezTo>
                    <a:cubicBezTo>
                      <a:pt x="212312" y="160115"/>
                      <a:pt x="220028" y="164592"/>
                      <a:pt x="220028" y="170021"/>
                    </a:cubicBezTo>
                    <a:lnTo>
                      <a:pt x="220028" y="210503"/>
                    </a:lnTo>
                    <a:cubicBezTo>
                      <a:pt x="220028" y="216027"/>
                      <a:pt x="212312" y="220409"/>
                      <a:pt x="202787" y="220409"/>
                    </a:cubicBezTo>
                    <a:close/>
                    <a:moveTo>
                      <a:pt x="255461" y="72581"/>
                    </a:moveTo>
                    <a:lnTo>
                      <a:pt x="305086" y="43910"/>
                    </a:lnTo>
                    <a:cubicBezTo>
                      <a:pt x="311848" y="40005"/>
                      <a:pt x="322707" y="40005"/>
                      <a:pt x="329375" y="43910"/>
                    </a:cubicBezTo>
                    <a:cubicBezTo>
                      <a:pt x="336137" y="47815"/>
                      <a:pt x="336137" y="54102"/>
                      <a:pt x="329375" y="57912"/>
                    </a:cubicBezTo>
                    <a:lnTo>
                      <a:pt x="279749" y="86582"/>
                    </a:lnTo>
                    <a:cubicBezTo>
                      <a:pt x="272987" y="90488"/>
                      <a:pt x="262128" y="90488"/>
                      <a:pt x="255365" y="86582"/>
                    </a:cubicBezTo>
                    <a:cubicBezTo>
                      <a:pt x="248698" y="82677"/>
                      <a:pt x="248698" y="76390"/>
                      <a:pt x="255365" y="72485"/>
                    </a:cubicBezTo>
                    <a:close/>
                    <a:moveTo>
                      <a:pt x="329375" y="190119"/>
                    </a:moveTo>
                    <a:cubicBezTo>
                      <a:pt x="322707" y="194024"/>
                      <a:pt x="311753" y="194024"/>
                      <a:pt x="305086" y="190119"/>
                    </a:cubicBezTo>
                    <a:lnTo>
                      <a:pt x="255461" y="161449"/>
                    </a:lnTo>
                    <a:cubicBezTo>
                      <a:pt x="248698" y="157544"/>
                      <a:pt x="248698" y="151257"/>
                      <a:pt x="255461" y="147447"/>
                    </a:cubicBezTo>
                    <a:cubicBezTo>
                      <a:pt x="262128" y="143542"/>
                      <a:pt x="273082" y="143542"/>
                      <a:pt x="279749" y="147447"/>
                    </a:cubicBezTo>
                    <a:lnTo>
                      <a:pt x="329375" y="176117"/>
                    </a:lnTo>
                    <a:cubicBezTo>
                      <a:pt x="336137" y="180023"/>
                      <a:pt x="336137" y="186309"/>
                      <a:pt x="329375" y="190119"/>
                    </a:cubicBezTo>
                    <a:close/>
                    <a:moveTo>
                      <a:pt x="364617" y="126968"/>
                    </a:moveTo>
                    <a:lnTo>
                      <a:pt x="294418" y="126968"/>
                    </a:lnTo>
                    <a:cubicBezTo>
                      <a:pt x="284893" y="126968"/>
                      <a:pt x="277178" y="122492"/>
                      <a:pt x="277178" y="117062"/>
                    </a:cubicBezTo>
                    <a:cubicBezTo>
                      <a:pt x="277178" y="111633"/>
                      <a:pt x="284893" y="107156"/>
                      <a:pt x="294418" y="107156"/>
                    </a:cubicBezTo>
                    <a:lnTo>
                      <a:pt x="364617" y="107156"/>
                    </a:lnTo>
                    <a:cubicBezTo>
                      <a:pt x="374142" y="107156"/>
                      <a:pt x="381857" y="111633"/>
                      <a:pt x="381857" y="117062"/>
                    </a:cubicBezTo>
                    <a:cubicBezTo>
                      <a:pt x="381857" y="122492"/>
                      <a:pt x="374142" y="126968"/>
                      <a:pt x="364617"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p:cNvSpPr/>
              <p:nvPr/>
            </p:nvSpPr>
            <p:spPr>
              <a:xfrm>
                <a:off x="4045709" y="4779094"/>
                <a:ext cx="405598" cy="234124"/>
              </a:xfrm>
              <a:custGeom>
                <a:avLst/>
                <a:gdLst/>
                <a:ahLst/>
                <a:cxnLst/>
                <a:rect l="l" t="t" r="r" b="b"/>
                <a:pathLst>
                  <a:path w="405598" h="234124" extrusionOk="0">
                    <a:moveTo>
                      <a:pt x="346234" y="34290"/>
                    </a:moveTo>
                    <a:cubicBezTo>
                      <a:pt x="267081" y="-11430"/>
                      <a:pt x="138589" y="-11430"/>
                      <a:pt x="59436" y="34290"/>
                    </a:cubicBezTo>
                    <a:cubicBezTo>
                      <a:pt x="-19812" y="80010"/>
                      <a:pt x="-19812" y="154115"/>
                      <a:pt x="59436" y="199834"/>
                    </a:cubicBezTo>
                    <a:cubicBezTo>
                      <a:pt x="138589" y="245555"/>
                      <a:pt x="267081" y="245555"/>
                      <a:pt x="346234" y="199834"/>
                    </a:cubicBezTo>
                    <a:cubicBezTo>
                      <a:pt x="425386" y="154115"/>
                      <a:pt x="425386" y="80010"/>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677"/>
                    </a:cubicBezTo>
                    <a:cubicBezTo>
                      <a:pt x="143446" y="90583"/>
                      <a:pt x="132588" y="90583"/>
                      <a:pt x="125825" y="86677"/>
                    </a:cubicBezTo>
                    <a:lnTo>
                      <a:pt x="76200" y="58007"/>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582"/>
                    </a:moveTo>
                    <a:cubicBezTo>
                      <a:pt x="273082" y="90488"/>
                      <a:pt x="262223" y="90488"/>
                      <a:pt x="255461" y="86582"/>
                    </a:cubicBezTo>
                    <a:cubicBezTo>
                      <a:pt x="248793" y="82677"/>
                      <a:pt x="248793" y="76391"/>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061"/>
                    </a:moveTo>
                    <a:lnTo>
                      <a:pt x="364712" y="107061"/>
                    </a:lnTo>
                    <a:cubicBezTo>
                      <a:pt x="374237" y="107061"/>
                      <a:pt x="381953" y="111538"/>
                      <a:pt x="381953" y="116967"/>
                    </a:cubicBezTo>
                    <a:cubicBezTo>
                      <a:pt x="381953" y="122396"/>
                      <a:pt x="374237" y="126873"/>
                      <a:pt x="364712" y="126873"/>
                    </a:cubicBezTo>
                    <a:lnTo>
                      <a:pt x="294513" y="126873"/>
                    </a:lnTo>
                    <a:cubicBezTo>
                      <a:pt x="284988" y="126873"/>
                      <a:pt x="277273" y="122396"/>
                      <a:pt x="277273" y="116967"/>
                    </a:cubicBezTo>
                    <a:cubicBezTo>
                      <a:pt x="277273" y="111538"/>
                      <a:pt x="284988" y="107061"/>
                      <a:pt x="294513" y="107061"/>
                    </a:cubicBezTo>
                    <a:close/>
                    <a:moveTo>
                      <a:pt x="202883" y="220409"/>
                    </a:moveTo>
                    <a:cubicBezTo>
                      <a:pt x="193358" y="220409"/>
                      <a:pt x="185642" y="215932"/>
                      <a:pt x="185642" y="210502"/>
                    </a:cubicBezTo>
                    <a:lnTo>
                      <a:pt x="185642" y="170021"/>
                    </a:lnTo>
                    <a:cubicBezTo>
                      <a:pt x="185642" y="164497"/>
                      <a:pt x="193358" y="160115"/>
                      <a:pt x="202883" y="160115"/>
                    </a:cubicBezTo>
                    <a:cubicBezTo>
                      <a:pt x="212408" y="160115"/>
                      <a:pt x="220123" y="164592"/>
                      <a:pt x="220123" y="170021"/>
                    </a:cubicBezTo>
                    <a:lnTo>
                      <a:pt x="220123" y="210502"/>
                    </a:lnTo>
                    <a:cubicBezTo>
                      <a:pt x="220123" y="216027"/>
                      <a:pt x="212408" y="220409"/>
                      <a:pt x="202883" y="220409"/>
                    </a:cubicBezTo>
                    <a:close/>
                    <a:moveTo>
                      <a:pt x="305181" y="190119"/>
                    </a:moveTo>
                    <a:lnTo>
                      <a:pt x="255556" y="161449"/>
                    </a:lnTo>
                    <a:cubicBezTo>
                      <a:pt x="248793" y="157543"/>
                      <a:pt x="248793" y="151257"/>
                      <a:pt x="255556" y="147447"/>
                    </a:cubicBezTo>
                    <a:cubicBezTo>
                      <a:pt x="262223" y="143542"/>
                      <a:pt x="273177" y="143542"/>
                      <a:pt x="279844" y="147447"/>
                    </a:cubicBezTo>
                    <a:lnTo>
                      <a:pt x="329470" y="176117"/>
                    </a:lnTo>
                    <a:cubicBezTo>
                      <a:pt x="336233" y="180023"/>
                      <a:pt x="336233" y="186309"/>
                      <a:pt x="329470" y="190119"/>
                    </a:cubicBezTo>
                    <a:cubicBezTo>
                      <a:pt x="322802" y="194024"/>
                      <a:pt x="311848" y="194024"/>
                      <a:pt x="305181"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p:cNvSpPr/>
              <p:nvPr/>
            </p:nvSpPr>
            <p:spPr>
              <a:xfrm>
                <a:off x="4191364" y="4863176"/>
                <a:ext cx="114454" cy="46315"/>
              </a:xfrm>
              <a:custGeom>
                <a:avLst/>
                <a:gdLst/>
                <a:ahLst/>
                <a:cxnLst/>
                <a:rect l="l" t="t" r="r" b="b"/>
                <a:pathLst>
                  <a:path w="114454" h="46315" extrusionOk="0">
                    <a:moveTo>
                      <a:pt x="109615" y="46315"/>
                    </a:moveTo>
                    <a:cubicBezTo>
                      <a:pt x="106852" y="42696"/>
                      <a:pt x="102852" y="39267"/>
                      <a:pt x="97709" y="36219"/>
                    </a:cubicBezTo>
                    <a:cubicBezTo>
                      <a:pt x="75325" y="23360"/>
                      <a:pt x="39130" y="23360"/>
                      <a:pt x="16746" y="36219"/>
                    </a:cubicBezTo>
                    <a:cubicBezTo>
                      <a:pt x="11602" y="39171"/>
                      <a:pt x="7602" y="42601"/>
                      <a:pt x="4840" y="46315"/>
                    </a:cubicBezTo>
                    <a:cubicBezTo>
                      <a:pt x="-4400" y="34218"/>
                      <a:pt x="-399" y="19550"/>
                      <a:pt x="16746" y="9644"/>
                    </a:cubicBezTo>
                    <a:cubicBezTo>
                      <a:pt x="39130" y="-3215"/>
                      <a:pt x="75325" y="-3215"/>
                      <a:pt x="97709" y="9644"/>
                    </a:cubicBezTo>
                    <a:cubicBezTo>
                      <a:pt x="114853" y="19550"/>
                      <a:pt x="118854" y="34218"/>
                      <a:pt x="109615" y="4631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6" name="Google Shape;1936;p35"/>
              <p:cNvSpPr/>
              <p:nvPr/>
            </p:nvSpPr>
            <p:spPr>
              <a:xfrm>
                <a:off x="4196204" y="4889751"/>
                <a:ext cx="104775" cy="39481"/>
              </a:xfrm>
              <a:custGeom>
                <a:avLst/>
                <a:gdLst/>
                <a:ahLst/>
                <a:cxnLst/>
                <a:rect l="l" t="t" r="r" b="b"/>
                <a:pathLst>
                  <a:path w="104775" h="39481" extrusionOk="0">
                    <a:moveTo>
                      <a:pt x="104775" y="19740"/>
                    </a:moveTo>
                    <a:cubicBezTo>
                      <a:pt x="102013" y="23360"/>
                      <a:pt x="98012" y="26789"/>
                      <a:pt x="92869" y="29837"/>
                    </a:cubicBezTo>
                    <a:cubicBezTo>
                      <a:pt x="70485" y="42696"/>
                      <a:pt x="34290" y="42696"/>
                      <a:pt x="11906" y="29837"/>
                    </a:cubicBezTo>
                    <a:cubicBezTo>
                      <a:pt x="6763" y="26884"/>
                      <a:pt x="2762" y="23455"/>
                      <a:pt x="0" y="19740"/>
                    </a:cubicBezTo>
                    <a:cubicBezTo>
                      <a:pt x="2762" y="16121"/>
                      <a:pt x="6763" y="12692"/>
                      <a:pt x="11906" y="9644"/>
                    </a:cubicBezTo>
                    <a:cubicBezTo>
                      <a:pt x="34290" y="-3215"/>
                      <a:pt x="70485" y="-3215"/>
                      <a:pt x="92869" y="9644"/>
                    </a:cubicBezTo>
                    <a:cubicBezTo>
                      <a:pt x="98012" y="12597"/>
                      <a:pt x="102013" y="16026"/>
                      <a:pt x="104775" y="197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937" name="Google Shape;1937;p35"/>
          <p:cNvGrpSpPr/>
          <p:nvPr/>
        </p:nvGrpSpPr>
        <p:grpSpPr>
          <a:xfrm>
            <a:off x="7468856" y="4194453"/>
            <a:ext cx="1319282" cy="877909"/>
            <a:chOff x="7468856" y="4194453"/>
            <a:chExt cx="1319282" cy="877909"/>
          </a:xfrm>
        </p:grpSpPr>
        <p:grpSp>
          <p:nvGrpSpPr>
            <p:cNvPr id="1938" name="Google Shape;1938;p35"/>
            <p:cNvGrpSpPr/>
            <p:nvPr/>
          </p:nvGrpSpPr>
          <p:grpSpPr>
            <a:xfrm>
              <a:off x="8148186" y="4194453"/>
              <a:ext cx="639951" cy="559831"/>
              <a:chOff x="3638372" y="4678414"/>
              <a:chExt cx="422243" cy="369379"/>
            </a:xfrm>
          </p:grpSpPr>
          <p:sp>
            <p:nvSpPr>
              <p:cNvPr id="1939" name="Google Shape;1939;p35"/>
              <p:cNvSpPr/>
              <p:nvPr/>
            </p:nvSpPr>
            <p:spPr>
              <a:xfrm>
                <a:off x="3638372" y="4804049"/>
                <a:ext cx="422243" cy="243744"/>
              </a:xfrm>
              <a:custGeom>
                <a:avLst/>
                <a:gdLst/>
                <a:ahLst/>
                <a:cxnLst/>
                <a:rect l="l" t="t" r="r" b="b"/>
                <a:pathLst>
                  <a:path w="422243" h="243744" extrusionOk="0">
                    <a:moveTo>
                      <a:pt x="360378" y="208026"/>
                    </a:moveTo>
                    <a:cubicBezTo>
                      <a:pt x="277987" y="255651"/>
                      <a:pt x="144351" y="255651"/>
                      <a:pt x="61865" y="208026"/>
                    </a:cubicBezTo>
                    <a:cubicBezTo>
                      <a:pt x="-20622" y="160401"/>
                      <a:pt x="-20622" y="83248"/>
                      <a:pt x="61865" y="35719"/>
                    </a:cubicBezTo>
                    <a:cubicBezTo>
                      <a:pt x="144256" y="-11906"/>
                      <a:pt x="277987" y="-11906"/>
                      <a:pt x="360378" y="35719"/>
                    </a:cubicBezTo>
                    <a:cubicBezTo>
                      <a:pt x="442865" y="83344"/>
                      <a:pt x="442865"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940" name="Google Shape;1940;p35"/>
              <p:cNvGrpSpPr/>
              <p:nvPr/>
            </p:nvGrpSpPr>
            <p:grpSpPr>
              <a:xfrm>
                <a:off x="3646611" y="4791857"/>
                <a:ext cx="405669" cy="247459"/>
                <a:chOff x="3646611" y="4791857"/>
                <a:chExt cx="405669" cy="247459"/>
              </a:xfrm>
            </p:grpSpPr>
            <p:sp>
              <p:nvSpPr>
                <p:cNvPr id="1941" name="Google Shape;1941;p35"/>
                <p:cNvSpPr/>
                <p:nvPr/>
              </p:nvSpPr>
              <p:spPr>
                <a:xfrm>
                  <a:off x="3646611" y="4805192"/>
                  <a:ext cx="405574" cy="234124"/>
                </a:xfrm>
                <a:custGeom>
                  <a:avLst/>
                  <a:gdLst/>
                  <a:ahLst/>
                  <a:cxnLst/>
                  <a:rect l="l" t="t" r="r" b="b"/>
                  <a:pathLst>
                    <a:path w="405574" h="234124" extrusionOk="0">
                      <a:moveTo>
                        <a:pt x="404336" y="103727"/>
                      </a:moveTo>
                      <a:cubicBezTo>
                        <a:pt x="399288" y="78296"/>
                        <a:pt x="379952" y="53721"/>
                        <a:pt x="346234" y="34290"/>
                      </a:cubicBezTo>
                      <a:cubicBezTo>
                        <a:pt x="267081" y="-11430"/>
                        <a:pt x="138684" y="-11430"/>
                        <a:pt x="59436" y="34290"/>
                      </a:cubicBezTo>
                      <a:cubicBezTo>
                        <a:pt x="25527" y="53912"/>
                        <a:pt x="6096" y="78677"/>
                        <a:pt x="1238" y="104299"/>
                      </a:cubicBezTo>
                      <a:lnTo>
                        <a:pt x="0" y="103823"/>
                      </a:lnTo>
                      <a:lnTo>
                        <a:pt x="0" y="117824"/>
                      </a:lnTo>
                      <a:lnTo>
                        <a:pt x="0" y="117824"/>
                      </a:lnTo>
                      <a:cubicBezTo>
                        <a:pt x="286" y="147542"/>
                        <a:pt x="20098" y="177165"/>
                        <a:pt x="59341" y="199834"/>
                      </a:cubicBezTo>
                      <a:cubicBezTo>
                        <a:pt x="138589" y="245555"/>
                        <a:pt x="266986" y="245555"/>
                        <a:pt x="346138" y="199834"/>
                      </a:cubicBezTo>
                      <a:cubicBezTo>
                        <a:pt x="385763" y="176974"/>
                        <a:pt x="405574" y="146971"/>
                        <a:pt x="405574" y="117062"/>
                      </a:cubicBezTo>
                      <a:lnTo>
                        <a:pt x="405574" y="103727"/>
                      </a:lnTo>
                      <a:lnTo>
                        <a:pt x="404241" y="103727"/>
                      </a:lnTo>
                      <a:close/>
                      <a:moveTo>
                        <a:pt x="76295" y="43910"/>
                      </a:moveTo>
                      <a:cubicBezTo>
                        <a:pt x="83058" y="40005"/>
                        <a:pt x="93916"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1053" y="126968"/>
                      </a:moveTo>
                      <a:cubicBezTo>
                        <a:pt x="31528" y="126968"/>
                        <a:pt x="23813" y="122491"/>
                        <a:pt x="23813" y="117062"/>
                      </a:cubicBezTo>
                      <a:cubicBezTo>
                        <a:pt x="23813" y="111633"/>
                        <a:pt x="31528" y="107156"/>
                        <a:pt x="41053" y="107156"/>
                      </a:cubicBezTo>
                      <a:lnTo>
                        <a:pt x="111252" y="107156"/>
                      </a:lnTo>
                      <a:cubicBezTo>
                        <a:pt x="120777" y="107156"/>
                        <a:pt x="128492" y="111633"/>
                        <a:pt x="128492" y="117062"/>
                      </a:cubicBezTo>
                      <a:cubicBezTo>
                        <a:pt x="128492" y="122491"/>
                        <a:pt x="120777" y="126968"/>
                        <a:pt x="111252" y="126968"/>
                      </a:cubicBezTo>
                      <a:lnTo>
                        <a:pt x="41148" y="126968"/>
                      </a:lnTo>
                      <a:close/>
                      <a:moveTo>
                        <a:pt x="150209" y="161449"/>
                      </a:moveTo>
                      <a:lnTo>
                        <a:pt x="100584" y="190119"/>
                      </a:lnTo>
                      <a:cubicBezTo>
                        <a:pt x="93916" y="194024"/>
                        <a:pt x="82963" y="194024"/>
                        <a:pt x="76295" y="190119"/>
                      </a:cubicBezTo>
                      <a:cubicBezTo>
                        <a:pt x="69532" y="186214"/>
                        <a:pt x="69532" y="179927"/>
                        <a:pt x="76295" y="176117"/>
                      </a:cubicBezTo>
                      <a:lnTo>
                        <a:pt x="125921" y="147447"/>
                      </a:lnTo>
                      <a:cubicBezTo>
                        <a:pt x="132588" y="143542"/>
                        <a:pt x="143542" y="143542"/>
                        <a:pt x="150209" y="147447"/>
                      </a:cubicBezTo>
                      <a:cubicBezTo>
                        <a:pt x="156972" y="151352"/>
                        <a:pt x="156972" y="157639"/>
                        <a:pt x="150209" y="161544"/>
                      </a:cubicBezTo>
                      <a:close/>
                      <a:moveTo>
                        <a:pt x="185642" y="23527"/>
                      </a:moveTo>
                      <a:cubicBezTo>
                        <a:pt x="185642" y="18002"/>
                        <a:pt x="193357" y="13621"/>
                        <a:pt x="202882" y="13621"/>
                      </a:cubicBezTo>
                      <a:cubicBezTo>
                        <a:pt x="212407" y="13621"/>
                        <a:pt x="220123" y="18098"/>
                        <a:pt x="220123" y="23527"/>
                      </a:cubicBezTo>
                      <a:lnTo>
                        <a:pt x="220123" y="64008"/>
                      </a:lnTo>
                      <a:cubicBezTo>
                        <a:pt x="220123" y="69532"/>
                        <a:pt x="212407" y="73914"/>
                        <a:pt x="202882" y="73914"/>
                      </a:cubicBezTo>
                      <a:cubicBezTo>
                        <a:pt x="193357" y="73914"/>
                        <a:pt x="185642" y="69437"/>
                        <a:pt x="185642" y="64008"/>
                      </a:cubicBezTo>
                      <a:lnTo>
                        <a:pt x="185642" y="23527"/>
                      </a:lnTo>
                      <a:close/>
                      <a:moveTo>
                        <a:pt x="202882" y="220313"/>
                      </a:moveTo>
                      <a:cubicBezTo>
                        <a:pt x="193357" y="220313"/>
                        <a:pt x="185642" y="215837"/>
                        <a:pt x="185642" y="210407"/>
                      </a:cubicBezTo>
                      <a:lnTo>
                        <a:pt x="185642" y="169926"/>
                      </a:lnTo>
                      <a:cubicBezTo>
                        <a:pt x="185642" y="164497"/>
                        <a:pt x="193357" y="160020"/>
                        <a:pt x="202882" y="160020"/>
                      </a:cubicBezTo>
                      <a:cubicBezTo>
                        <a:pt x="212407" y="160020"/>
                        <a:pt x="220123" y="164497"/>
                        <a:pt x="220123" y="169926"/>
                      </a:cubicBezTo>
                      <a:lnTo>
                        <a:pt x="220123" y="210407"/>
                      </a:lnTo>
                      <a:cubicBezTo>
                        <a:pt x="220123" y="215932"/>
                        <a:pt x="212407" y="220313"/>
                        <a:pt x="202882" y="220313"/>
                      </a:cubicBezTo>
                      <a:close/>
                      <a:moveTo>
                        <a:pt x="255556" y="72485"/>
                      </a:moveTo>
                      <a:lnTo>
                        <a:pt x="305181" y="43815"/>
                      </a:lnTo>
                      <a:cubicBezTo>
                        <a:pt x="311944" y="39910"/>
                        <a:pt x="322802" y="39910"/>
                        <a:pt x="329470" y="43815"/>
                      </a:cubicBezTo>
                      <a:cubicBezTo>
                        <a:pt x="336232" y="47720"/>
                        <a:pt x="336232" y="54007"/>
                        <a:pt x="329470" y="57912"/>
                      </a:cubicBezTo>
                      <a:lnTo>
                        <a:pt x="279845" y="86582"/>
                      </a:lnTo>
                      <a:cubicBezTo>
                        <a:pt x="273082" y="90488"/>
                        <a:pt x="262223" y="90488"/>
                        <a:pt x="255461" y="86582"/>
                      </a:cubicBezTo>
                      <a:cubicBezTo>
                        <a:pt x="248698" y="82677"/>
                        <a:pt x="248698" y="76390"/>
                        <a:pt x="255461" y="72581"/>
                      </a:cubicBezTo>
                      <a:close/>
                      <a:moveTo>
                        <a:pt x="329470" y="190024"/>
                      </a:moveTo>
                      <a:cubicBezTo>
                        <a:pt x="322802" y="193929"/>
                        <a:pt x="311848" y="193929"/>
                        <a:pt x="305181" y="190024"/>
                      </a:cubicBezTo>
                      <a:lnTo>
                        <a:pt x="255556" y="161354"/>
                      </a:lnTo>
                      <a:cubicBezTo>
                        <a:pt x="248793" y="157448"/>
                        <a:pt x="248793" y="151162"/>
                        <a:pt x="255556" y="147256"/>
                      </a:cubicBezTo>
                      <a:cubicBezTo>
                        <a:pt x="262319" y="143351"/>
                        <a:pt x="273177" y="143351"/>
                        <a:pt x="279940" y="147256"/>
                      </a:cubicBezTo>
                      <a:lnTo>
                        <a:pt x="329565" y="175927"/>
                      </a:lnTo>
                      <a:cubicBezTo>
                        <a:pt x="336328" y="179832"/>
                        <a:pt x="336328" y="186119"/>
                        <a:pt x="329565" y="189929"/>
                      </a:cubicBezTo>
                      <a:close/>
                      <a:moveTo>
                        <a:pt x="364712" y="126873"/>
                      </a:moveTo>
                      <a:lnTo>
                        <a:pt x="294513" y="126873"/>
                      </a:lnTo>
                      <a:cubicBezTo>
                        <a:pt x="284988" y="126873"/>
                        <a:pt x="277368" y="122396"/>
                        <a:pt x="277368" y="116967"/>
                      </a:cubicBezTo>
                      <a:cubicBezTo>
                        <a:pt x="277368" y="111538"/>
                        <a:pt x="285083" y="107061"/>
                        <a:pt x="294513" y="107061"/>
                      </a:cubicBezTo>
                      <a:lnTo>
                        <a:pt x="364712" y="107061"/>
                      </a:lnTo>
                      <a:cubicBezTo>
                        <a:pt x="374237" y="107061"/>
                        <a:pt x="381953" y="111538"/>
                        <a:pt x="381953" y="116967"/>
                      </a:cubicBezTo>
                      <a:cubicBezTo>
                        <a:pt x="381953" y="122396"/>
                        <a:pt x="374237" y="126873"/>
                        <a:pt x="364712"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2" name="Google Shape;1942;p35"/>
                <p:cNvSpPr/>
                <p:nvPr/>
              </p:nvSpPr>
              <p:spPr>
                <a:xfrm>
                  <a:off x="3646611" y="4791857"/>
                  <a:ext cx="405669" cy="234219"/>
                </a:xfrm>
                <a:custGeom>
                  <a:avLst/>
                  <a:gdLst/>
                  <a:ahLst/>
                  <a:cxnLst/>
                  <a:rect l="l" t="t" r="r" b="b"/>
                  <a:pathLst>
                    <a:path w="405669" h="234219" extrusionOk="0">
                      <a:moveTo>
                        <a:pt x="346234" y="34290"/>
                      </a:moveTo>
                      <a:cubicBezTo>
                        <a:pt x="267081" y="-11430"/>
                        <a:pt x="138684" y="-11430"/>
                        <a:pt x="59436" y="34290"/>
                      </a:cubicBezTo>
                      <a:cubicBezTo>
                        <a:pt x="-19812" y="80010"/>
                        <a:pt x="-19812" y="154115"/>
                        <a:pt x="59436" y="199930"/>
                      </a:cubicBezTo>
                      <a:cubicBezTo>
                        <a:pt x="138684" y="245650"/>
                        <a:pt x="267081" y="245650"/>
                        <a:pt x="346234" y="199930"/>
                      </a:cubicBezTo>
                      <a:cubicBezTo>
                        <a:pt x="425482" y="154210"/>
                        <a:pt x="425482" y="80010"/>
                        <a:pt x="346234" y="34290"/>
                      </a:cubicBezTo>
                      <a:close/>
                      <a:moveTo>
                        <a:pt x="76200" y="58007"/>
                      </a:moveTo>
                      <a:cubicBezTo>
                        <a:pt x="69437" y="54102"/>
                        <a:pt x="69437" y="47816"/>
                        <a:pt x="76200" y="44006"/>
                      </a:cubicBezTo>
                      <a:cubicBezTo>
                        <a:pt x="82963" y="40100"/>
                        <a:pt x="93821" y="40100"/>
                        <a:pt x="100489" y="44006"/>
                      </a:cubicBezTo>
                      <a:lnTo>
                        <a:pt x="150114" y="72676"/>
                      </a:lnTo>
                      <a:cubicBezTo>
                        <a:pt x="156877" y="76581"/>
                        <a:pt x="156877" y="82867"/>
                        <a:pt x="150114" y="86773"/>
                      </a:cubicBezTo>
                      <a:cubicBezTo>
                        <a:pt x="143351" y="90678"/>
                        <a:pt x="132493" y="90678"/>
                        <a:pt x="125825" y="86773"/>
                      </a:cubicBezTo>
                      <a:lnTo>
                        <a:pt x="76200" y="58102"/>
                      </a:lnTo>
                      <a:close/>
                      <a:moveTo>
                        <a:pt x="111061" y="126968"/>
                      </a:moveTo>
                      <a:lnTo>
                        <a:pt x="40957" y="126968"/>
                      </a:lnTo>
                      <a:cubicBezTo>
                        <a:pt x="31432" y="126968"/>
                        <a:pt x="23717" y="122492"/>
                        <a:pt x="23717" y="117062"/>
                      </a:cubicBezTo>
                      <a:cubicBezTo>
                        <a:pt x="23717" y="111633"/>
                        <a:pt x="31432" y="107156"/>
                        <a:pt x="40957" y="107156"/>
                      </a:cubicBezTo>
                      <a:lnTo>
                        <a:pt x="111157" y="107156"/>
                      </a:lnTo>
                      <a:cubicBezTo>
                        <a:pt x="120682" y="107156"/>
                        <a:pt x="128397" y="111633"/>
                        <a:pt x="128397" y="117062"/>
                      </a:cubicBezTo>
                      <a:cubicBezTo>
                        <a:pt x="128397" y="122492"/>
                        <a:pt x="120682" y="126968"/>
                        <a:pt x="111157" y="126968"/>
                      </a:cubicBezTo>
                      <a:close/>
                      <a:moveTo>
                        <a:pt x="202787" y="74009"/>
                      </a:moveTo>
                      <a:cubicBezTo>
                        <a:pt x="193262" y="74009"/>
                        <a:pt x="185547" y="69533"/>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628"/>
                        <a:pt x="212312" y="74009"/>
                        <a:pt x="202787" y="74009"/>
                      </a:cubicBezTo>
                      <a:close/>
                      <a:moveTo>
                        <a:pt x="100489" y="190119"/>
                      </a:moveTo>
                      <a:cubicBezTo>
                        <a:pt x="93821" y="194024"/>
                        <a:pt x="82868" y="194024"/>
                        <a:pt x="76200" y="190119"/>
                      </a:cubicBezTo>
                      <a:cubicBezTo>
                        <a:pt x="69437" y="186214"/>
                        <a:pt x="69437" y="179927"/>
                        <a:pt x="76200" y="176117"/>
                      </a:cubicBezTo>
                      <a:lnTo>
                        <a:pt x="125825" y="147447"/>
                      </a:lnTo>
                      <a:cubicBezTo>
                        <a:pt x="132493" y="143542"/>
                        <a:pt x="143446" y="143542"/>
                        <a:pt x="150114" y="147447"/>
                      </a:cubicBezTo>
                      <a:cubicBezTo>
                        <a:pt x="156877" y="151352"/>
                        <a:pt x="156877" y="157639"/>
                        <a:pt x="150114" y="161544"/>
                      </a:cubicBezTo>
                      <a:lnTo>
                        <a:pt x="100489" y="190214"/>
                      </a:lnTo>
                      <a:close/>
                      <a:moveTo>
                        <a:pt x="279749" y="86582"/>
                      </a:moveTo>
                      <a:cubicBezTo>
                        <a:pt x="272986" y="90488"/>
                        <a:pt x="262128" y="90488"/>
                        <a:pt x="255365" y="86582"/>
                      </a:cubicBezTo>
                      <a:cubicBezTo>
                        <a:pt x="248602" y="82677"/>
                        <a:pt x="248602" y="76391"/>
                        <a:pt x="255365" y="72485"/>
                      </a:cubicBezTo>
                      <a:lnTo>
                        <a:pt x="304990" y="43815"/>
                      </a:lnTo>
                      <a:cubicBezTo>
                        <a:pt x="311753" y="39910"/>
                        <a:pt x="322612" y="39910"/>
                        <a:pt x="329279" y="43815"/>
                      </a:cubicBezTo>
                      <a:cubicBezTo>
                        <a:pt x="336042" y="47720"/>
                        <a:pt x="336042" y="54007"/>
                        <a:pt x="329279" y="57817"/>
                      </a:cubicBezTo>
                      <a:lnTo>
                        <a:pt x="279654" y="86487"/>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9"/>
                      </a:moveTo>
                      <a:cubicBezTo>
                        <a:pt x="193167" y="220409"/>
                        <a:pt x="185452" y="215932"/>
                        <a:pt x="185452" y="210502"/>
                      </a:cubicBezTo>
                      <a:lnTo>
                        <a:pt x="185452" y="170021"/>
                      </a:lnTo>
                      <a:cubicBezTo>
                        <a:pt x="185452" y="164497"/>
                        <a:pt x="193167" y="160115"/>
                        <a:pt x="202692" y="160115"/>
                      </a:cubicBezTo>
                      <a:cubicBezTo>
                        <a:pt x="212217" y="160115"/>
                        <a:pt x="219932" y="164592"/>
                        <a:pt x="219932" y="170021"/>
                      </a:cubicBezTo>
                      <a:lnTo>
                        <a:pt x="219932" y="210502"/>
                      </a:lnTo>
                      <a:cubicBezTo>
                        <a:pt x="219932" y="216027"/>
                        <a:pt x="212217" y="220409"/>
                        <a:pt x="202692" y="220409"/>
                      </a:cubicBezTo>
                      <a:close/>
                      <a:moveTo>
                        <a:pt x="304990" y="190119"/>
                      </a:moveTo>
                      <a:lnTo>
                        <a:pt x="255365" y="161449"/>
                      </a:lnTo>
                      <a:cubicBezTo>
                        <a:pt x="248602" y="157543"/>
                        <a:pt x="248602" y="151257"/>
                        <a:pt x="255365" y="147352"/>
                      </a:cubicBezTo>
                      <a:cubicBezTo>
                        <a:pt x="262128" y="143447"/>
                        <a:pt x="272986" y="143447"/>
                        <a:pt x="279749" y="147352"/>
                      </a:cubicBezTo>
                      <a:lnTo>
                        <a:pt x="329374" y="176022"/>
                      </a:lnTo>
                      <a:cubicBezTo>
                        <a:pt x="336137" y="179927"/>
                        <a:pt x="336137" y="186214"/>
                        <a:pt x="329374" y="190024"/>
                      </a:cubicBezTo>
                      <a:cubicBezTo>
                        <a:pt x="322707" y="193929"/>
                        <a:pt x="311753" y="193929"/>
                        <a:pt x="305086"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3" name="Google Shape;1943;p35"/>
                <p:cNvSpPr/>
                <p:nvPr/>
              </p:nvSpPr>
              <p:spPr>
                <a:xfrm>
                  <a:off x="3792266" y="4875939"/>
                  <a:ext cx="114454" cy="46315"/>
                </a:xfrm>
                <a:custGeom>
                  <a:avLst/>
                  <a:gdLst/>
                  <a:ahLst/>
                  <a:cxnLst/>
                  <a:rect l="l" t="t" r="r" b="b"/>
                  <a:pathLst>
                    <a:path w="114454" h="46315" extrusionOk="0">
                      <a:moveTo>
                        <a:pt x="109615" y="46315"/>
                      </a:moveTo>
                      <a:cubicBezTo>
                        <a:pt x="106853" y="42696"/>
                        <a:pt x="102852" y="39267"/>
                        <a:pt x="97708" y="36314"/>
                      </a:cubicBezTo>
                      <a:cubicBezTo>
                        <a:pt x="75325" y="23360"/>
                        <a:pt x="39130" y="23360"/>
                        <a:pt x="16746" y="36314"/>
                      </a:cubicBezTo>
                      <a:cubicBezTo>
                        <a:pt x="11603" y="39267"/>
                        <a:pt x="7602" y="42696"/>
                        <a:pt x="4840" y="46315"/>
                      </a:cubicBezTo>
                      <a:cubicBezTo>
                        <a:pt x="-4400" y="34218"/>
                        <a:pt x="-399" y="19550"/>
                        <a:pt x="16746" y="9644"/>
                      </a:cubicBezTo>
                      <a:cubicBezTo>
                        <a:pt x="39130" y="-3215"/>
                        <a:pt x="75325" y="-3215"/>
                        <a:pt x="97708" y="9644"/>
                      </a:cubicBezTo>
                      <a:cubicBezTo>
                        <a:pt x="114854"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4" name="Google Shape;1944;p35"/>
                <p:cNvSpPr/>
                <p:nvPr/>
              </p:nvSpPr>
              <p:spPr>
                <a:xfrm>
                  <a:off x="3797106" y="4902538"/>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45" name="Google Shape;1945;p35"/>
              <p:cNvGrpSpPr/>
              <p:nvPr/>
            </p:nvGrpSpPr>
            <p:grpSpPr>
              <a:xfrm>
                <a:off x="3670114" y="4704608"/>
                <a:ext cx="358735" cy="305800"/>
                <a:chOff x="3670114" y="4704608"/>
                <a:chExt cx="358735" cy="305800"/>
              </a:xfrm>
            </p:grpSpPr>
            <p:sp>
              <p:nvSpPr>
                <p:cNvPr id="1946" name="Google Shape;1946;p35"/>
                <p:cNvSpPr/>
                <p:nvPr/>
              </p:nvSpPr>
              <p:spPr>
                <a:xfrm>
                  <a:off x="3670138" y="4808145"/>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1" y="212407"/>
                        <a:pt x="52388" y="171831"/>
                      </a:cubicBezTo>
                      <a:cubicBezTo>
                        <a:pt x="17336" y="151733"/>
                        <a:pt x="0" y="125063"/>
                        <a:pt x="0" y="98393"/>
                      </a:cubicBezTo>
                      <a:lnTo>
                        <a:pt x="0" y="0"/>
                      </a:lnTo>
                      <a:lnTo>
                        <a:pt x="3587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7" name="Google Shape;1947;p35"/>
                <p:cNvSpPr/>
                <p:nvPr/>
              </p:nvSpPr>
              <p:spPr>
                <a:xfrm>
                  <a:off x="3670138" y="4820908"/>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622"/>
                        <a:pt x="0" y="1714"/>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8" name="Google Shape;1948;p35"/>
                <p:cNvSpPr/>
                <p:nvPr/>
              </p:nvSpPr>
              <p:spPr>
                <a:xfrm>
                  <a:off x="3670138" y="4838053"/>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9" name="Google Shape;1949;p35"/>
                <p:cNvSpPr/>
                <p:nvPr/>
              </p:nvSpPr>
              <p:spPr>
                <a:xfrm>
                  <a:off x="3670138" y="4855294"/>
                  <a:ext cx="358711" cy="110632"/>
                </a:xfrm>
                <a:custGeom>
                  <a:avLst/>
                  <a:gdLst/>
                  <a:ahLst/>
                  <a:cxnLst/>
                  <a:rect l="l" t="t" r="r" b="b"/>
                  <a:pathLst>
                    <a:path w="358711" h="110632" extrusionOk="0">
                      <a:moveTo>
                        <a:pt x="358712" y="0"/>
                      </a:moveTo>
                      <a:cubicBezTo>
                        <a:pt x="358712" y="26479"/>
                        <a:pt x="341090" y="52864"/>
                        <a:pt x="306133" y="73057"/>
                      </a:cubicBezTo>
                      <a:cubicBezTo>
                        <a:pt x="236220" y="113728"/>
                        <a:pt x="122587" y="113728"/>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0" name="Google Shape;1950;p35"/>
                <p:cNvSpPr/>
                <p:nvPr/>
              </p:nvSpPr>
              <p:spPr>
                <a:xfrm>
                  <a:off x="3670138" y="4872439"/>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1" name="Google Shape;1951;p35"/>
                <p:cNvSpPr/>
                <p:nvPr/>
              </p:nvSpPr>
              <p:spPr>
                <a:xfrm>
                  <a:off x="3670138" y="4889584"/>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2" name="Google Shape;1952;p35"/>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3" name="Google Shape;1953;p35"/>
                <p:cNvSpPr/>
                <p:nvPr/>
              </p:nvSpPr>
              <p:spPr>
                <a:xfrm>
                  <a:off x="3684259" y="4712752"/>
                  <a:ext cx="330445" cy="190881"/>
                </a:xfrm>
                <a:custGeom>
                  <a:avLst/>
                  <a:gdLst/>
                  <a:ahLst/>
                  <a:cxnLst/>
                  <a:rect l="l" t="t" r="r" b="b"/>
                  <a:pathLst>
                    <a:path w="330445" h="190881" extrusionOk="0">
                      <a:moveTo>
                        <a:pt x="48363" y="162735"/>
                      </a:moveTo>
                      <a:cubicBezTo>
                        <a:pt x="112943" y="200263"/>
                        <a:pt x="217622" y="200263"/>
                        <a:pt x="282011" y="162735"/>
                      </a:cubicBezTo>
                      <a:cubicBezTo>
                        <a:pt x="346591" y="125492"/>
                        <a:pt x="346591" y="65103"/>
                        <a:pt x="282011" y="27861"/>
                      </a:cubicBezTo>
                      <a:cubicBezTo>
                        <a:pt x="217622" y="-9287"/>
                        <a:pt x="112943" y="-9287"/>
                        <a:pt x="48363" y="27861"/>
                      </a:cubicBezTo>
                      <a:cubicBezTo>
                        <a:pt x="-16121" y="65008"/>
                        <a:pt x="-16121" y="125492"/>
                        <a:pt x="48363" y="16273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4" name="Google Shape;1954;p35"/>
                <p:cNvSpPr/>
                <p:nvPr/>
              </p:nvSpPr>
              <p:spPr>
                <a:xfrm>
                  <a:off x="3694927" y="4718920"/>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5" name="Google Shape;1955;p35"/>
                <p:cNvSpPr/>
                <p:nvPr/>
              </p:nvSpPr>
              <p:spPr>
                <a:xfrm>
                  <a:off x="3703523" y="4724253"/>
                  <a:ext cx="291917" cy="168568"/>
                </a:xfrm>
                <a:custGeom>
                  <a:avLst/>
                  <a:gdLst/>
                  <a:ahLst/>
                  <a:cxnLst/>
                  <a:rect l="l" t="t" r="r" b="b"/>
                  <a:pathLst>
                    <a:path w="291917" h="168568" extrusionOk="0">
                      <a:moveTo>
                        <a:pt x="42719" y="143709"/>
                      </a:moveTo>
                      <a:cubicBezTo>
                        <a:pt x="99774" y="176856"/>
                        <a:pt x="192262" y="176856"/>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6" name="Google Shape;1956;p35"/>
                <p:cNvSpPr/>
                <p:nvPr/>
              </p:nvSpPr>
              <p:spPr>
                <a:xfrm>
                  <a:off x="3712548" y="4729087"/>
                  <a:ext cx="273962" cy="158234"/>
                </a:xfrm>
                <a:custGeom>
                  <a:avLst/>
                  <a:gdLst/>
                  <a:ahLst/>
                  <a:cxnLst/>
                  <a:rect l="l" t="t" r="r" b="b"/>
                  <a:pathLst>
                    <a:path w="273962" h="158234" extrusionOk="0">
                      <a:moveTo>
                        <a:pt x="40077" y="134874"/>
                      </a:moveTo>
                      <a:cubicBezTo>
                        <a:pt x="93607" y="166021"/>
                        <a:pt x="180475" y="166021"/>
                        <a:pt x="233815" y="134874"/>
                      </a:cubicBezTo>
                      <a:cubicBezTo>
                        <a:pt x="287345" y="104013"/>
                        <a:pt x="287345" y="53911"/>
                        <a:pt x="233815" y="23146"/>
                      </a:cubicBezTo>
                      <a:cubicBezTo>
                        <a:pt x="180475" y="-7715"/>
                        <a:pt x="93607" y="-7715"/>
                        <a:pt x="40077" y="23146"/>
                      </a:cubicBezTo>
                      <a:cubicBezTo>
                        <a:pt x="-13359" y="54007"/>
                        <a:pt x="-13359" y="104108"/>
                        <a:pt x="40077" y="13487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7" name="Google Shape;1957;p35"/>
                <p:cNvSpPr/>
                <p:nvPr/>
              </p:nvSpPr>
              <p:spPr>
                <a:xfrm>
                  <a:off x="3720097" y="4733802"/>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8" name="Google Shape;1958;p35"/>
                <p:cNvSpPr/>
                <p:nvPr/>
              </p:nvSpPr>
              <p:spPr>
                <a:xfrm>
                  <a:off x="3727645" y="4737755"/>
                  <a:ext cx="243673" cy="140731"/>
                </a:xfrm>
                <a:custGeom>
                  <a:avLst/>
                  <a:gdLst/>
                  <a:ahLst/>
                  <a:cxnLst/>
                  <a:rect l="l" t="t" r="r" b="b"/>
                  <a:pathLst>
                    <a:path w="243673" h="140731" extrusionOk="0">
                      <a:moveTo>
                        <a:pt x="35647" y="120015"/>
                      </a:moveTo>
                      <a:cubicBezTo>
                        <a:pt x="83272" y="147638"/>
                        <a:pt x="160520" y="147638"/>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9" name="Google Shape;1959;p35"/>
                <p:cNvSpPr/>
                <p:nvPr/>
              </p:nvSpPr>
              <p:spPr>
                <a:xfrm>
                  <a:off x="3734337" y="4741946"/>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0" name="Google Shape;1960;p35"/>
                <p:cNvSpPr/>
                <p:nvPr/>
              </p:nvSpPr>
              <p:spPr>
                <a:xfrm>
                  <a:off x="3741456" y="4745828"/>
                  <a:ext cx="216074" cy="124753"/>
                </a:xfrm>
                <a:custGeom>
                  <a:avLst/>
                  <a:gdLst/>
                  <a:ahLst/>
                  <a:cxnLst/>
                  <a:rect l="l" t="t" r="r" b="b"/>
                  <a:pathLst>
                    <a:path w="216074" h="124753" extrusionOk="0">
                      <a:moveTo>
                        <a:pt x="31647" y="106323"/>
                      </a:moveTo>
                      <a:cubicBezTo>
                        <a:pt x="73938" y="130897"/>
                        <a:pt x="142327" y="130897"/>
                        <a:pt x="184428" y="106323"/>
                      </a:cubicBezTo>
                      <a:cubicBezTo>
                        <a:pt x="226624" y="82034"/>
                        <a:pt x="226624" y="42505"/>
                        <a:pt x="184428" y="18216"/>
                      </a:cubicBezTo>
                      <a:cubicBezTo>
                        <a:pt x="142327" y="-6072"/>
                        <a:pt x="73842" y="-6072"/>
                        <a:pt x="31647" y="18216"/>
                      </a:cubicBezTo>
                      <a:cubicBezTo>
                        <a:pt x="-10549" y="42505"/>
                        <a:pt x="-10549" y="82034"/>
                        <a:pt x="31647" y="10632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1" name="Google Shape;1961;p35"/>
                <p:cNvSpPr/>
                <p:nvPr/>
              </p:nvSpPr>
              <p:spPr>
                <a:xfrm>
                  <a:off x="3747433" y="4749495"/>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2" name="Google Shape;1962;p35"/>
                <p:cNvSpPr/>
                <p:nvPr/>
              </p:nvSpPr>
              <p:spPr>
                <a:xfrm>
                  <a:off x="3752910" y="4752424"/>
                  <a:ext cx="193166" cy="111490"/>
                </a:xfrm>
                <a:custGeom>
                  <a:avLst/>
                  <a:gdLst/>
                  <a:ahLst/>
                  <a:cxnLst/>
                  <a:rect l="l" t="t" r="r" b="b"/>
                  <a:pathLst>
                    <a:path w="193166" h="111490" extrusionOk="0">
                      <a:moveTo>
                        <a:pt x="28289" y="95060"/>
                      </a:moveTo>
                      <a:cubicBezTo>
                        <a:pt x="66008" y="116967"/>
                        <a:pt x="127254" y="116967"/>
                        <a:pt x="164878" y="95060"/>
                      </a:cubicBezTo>
                      <a:cubicBezTo>
                        <a:pt x="202597" y="73343"/>
                        <a:pt x="202597" y="38005"/>
                        <a:pt x="164878" y="16288"/>
                      </a:cubicBezTo>
                      <a:cubicBezTo>
                        <a:pt x="127254" y="-5429"/>
                        <a:pt x="66103" y="-5429"/>
                        <a:pt x="28289" y="16288"/>
                      </a:cubicBezTo>
                      <a:cubicBezTo>
                        <a:pt x="-9430" y="38005"/>
                        <a:pt x="-9430" y="73343"/>
                        <a:pt x="28289" y="95060"/>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3" name="Google Shape;1963;p35"/>
                <p:cNvSpPr/>
                <p:nvPr/>
              </p:nvSpPr>
              <p:spPr>
                <a:xfrm>
                  <a:off x="3758292" y="4755662"/>
                  <a:ext cx="182403" cy="105322"/>
                </a:xfrm>
                <a:custGeom>
                  <a:avLst/>
                  <a:gdLst/>
                  <a:ahLst/>
                  <a:cxnLst/>
                  <a:rect l="l" t="t" r="r" b="b"/>
                  <a:pathLst>
                    <a:path w="182403" h="105322" extrusionOk="0">
                      <a:moveTo>
                        <a:pt x="26718" y="89821"/>
                      </a:moveTo>
                      <a:cubicBezTo>
                        <a:pt x="62341" y="110490"/>
                        <a:pt x="120158" y="110490"/>
                        <a:pt x="155686" y="89821"/>
                      </a:cubicBezTo>
                      <a:cubicBezTo>
                        <a:pt x="191310" y="69342"/>
                        <a:pt x="191310" y="35909"/>
                        <a:pt x="155686" y="15430"/>
                      </a:cubicBezTo>
                      <a:cubicBezTo>
                        <a:pt x="120158" y="-5143"/>
                        <a:pt x="62341" y="-5143"/>
                        <a:pt x="26718" y="15430"/>
                      </a:cubicBezTo>
                      <a:cubicBezTo>
                        <a:pt x="-8906" y="36004"/>
                        <a:pt x="-8906" y="69342"/>
                        <a:pt x="26718" y="89821"/>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4" name="Google Shape;1964;p35"/>
                <p:cNvSpPr/>
                <p:nvPr/>
              </p:nvSpPr>
              <p:spPr>
                <a:xfrm>
                  <a:off x="3763578" y="4758496"/>
                  <a:ext cx="171807" cy="99250"/>
                </a:xfrm>
                <a:custGeom>
                  <a:avLst/>
                  <a:gdLst/>
                  <a:ahLst/>
                  <a:cxnLst/>
                  <a:rect l="l" t="t" r="r" b="b"/>
                  <a:pathLst>
                    <a:path w="171807" h="99250" extrusionOk="0">
                      <a:moveTo>
                        <a:pt x="25146" y="84606"/>
                      </a:moveTo>
                      <a:cubicBezTo>
                        <a:pt x="58674"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5" name="Google Shape;1965;p35"/>
                <p:cNvSpPr/>
                <p:nvPr/>
              </p:nvSpPr>
              <p:spPr>
                <a:xfrm>
                  <a:off x="3768436" y="4761473"/>
                  <a:ext cx="162186" cy="93702"/>
                </a:xfrm>
                <a:custGeom>
                  <a:avLst/>
                  <a:gdLst/>
                  <a:ahLst/>
                  <a:cxnLst/>
                  <a:rect l="l" t="t" r="r" b="b"/>
                  <a:pathLst>
                    <a:path w="162186" h="93702" extrusionOk="0">
                      <a:moveTo>
                        <a:pt x="23717" y="79915"/>
                      </a:moveTo>
                      <a:cubicBezTo>
                        <a:pt x="55435" y="98298"/>
                        <a:pt x="106871" y="98298"/>
                        <a:pt x="138398" y="79915"/>
                      </a:cubicBezTo>
                      <a:cubicBezTo>
                        <a:pt x="170117" y="61627"/>
                        <a:pt x="170117" y="31909"/>
                        <a:pt x="138398" y="13716"/>
                      </a:cubicBezTo>
                      <a:cubicBezTo>
                        <a:pt x="106775" y="-4572"/>
                        <a:pt x="55435" y="-4572"/>
                        <a:pt x="23717" y="13716"/>
                      </a:cubicBezTo>
                      <a:cubicBezTo>
                        <a:pt x="-7906" y="32004"/>
                        <a:pt x="-7906" y="61627"/>
                        <a:pt x="23717" y="7991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6" name="Google Shape;1966;p35"/>
                <p:cNvSpPr/>
                <p:nvPr/>
              </p:nvSpPr>
              <p:spPr>
                <a:xfrm>
                  <a:off x="3773294" y="4764139"/>
                  <a:ext cx="152376" cy="87987"/>
                </a:xfrm>
                <a:custGeom>
                  <a:avLst/>
                  <a:gdLst/>
                  <a:ahLst/>
                  <a:cxnLst/>
                  <a:rect l="l" t="t" r="r" b="b"/>
                  <a:pathLst>
                    <a:path w="152376" h="87987" extrusionOk="0">
                      <a:moveTo>
                        <a:pt x="22288" y="75057"/>
                      </a:moveTo>
                      <a:cubicBezTo>
                        <a:pt x="52007" y="92297"/>
                        <a:pt x="100298" y="92297"/>
                        <a:pt x="130016" y="75057"/>
                      </a:cubicBezTo>
                      <a:cubicBezTo>
                        <a:pt x="159829" y="57912"/>
                        <a:pt x="159829" y="30004"/>
                        <a:pt x="130016" y="12859"/>
                      </a:cubicBezTo>
                      <a:cubicBezTo>
                        <a:pt x="100298" y="-4286"/>
                        <a:pt x="52102" y="-4286"/>
                        <a:pt x="22288" y="12859"/>
                      </a:cubicBezTo>
                      <a:cubicBezTo>
                        <a:pt x="-7429" y="30004"/>
                        <a:pt x="-7429" y="57817"/>
                        <a:pt x="22288" y="75057"/>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7" name="Google Shape;1967;p35"/>
                <p:cNvSpPr/>
                <p:nvPr/>
              </p:nvSpPr>
              <p:spPr>
                <a:xfrm>
                  <a:off x="3777556" y="4766854"/>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8" name="Google Shape;1968;p35"/>
                <p:cNvSpPr/>
                <p:nvPr/>
              </p:nvSpPr>
              <p:spPr>
                <a:xfrm>
                  <a:off x="3784581" y="4771117"/>
                  <a:ext cx="129730" cy="74866"/>
                </a:xfrm>
                <a:custGeom>
                  <a:avLst/>
                  <a:gdLst/>
                  <a:ahLst/>
                  <a:cxnLst/>
                  <a:rect l="l" t="t" r="r" b="b"/>
                  <a:pathLst>
                    <a:path w="129730" h="74866" extrusionOk="0">
                      <a:moveTo>
                        <a:pt x="19002" y="63794"/>
                      </a:moveTo>
                      <a:cubicBezTo>
                        <a:pt x="44339" y="78557"/>
                        <a:pt x="85392" y="78557"/>
                        <a:pt x="110728" y="63794"/>
                      </a:cubicBezTo>
                      <a:cubicBezTo>
                        <a:pt x="136064" y="49220"/>
                        <a:pt x="136064" y="25503"/>
                        <a:pt x="110728" y="10930"/>
                      </a:cubicBezTo>
                      <a:cubicBezTo>
                        <a:pt x="85487" y="-3643"/>
                        <a:pt x="44434" y="-3643"/>
                        <a:pt x="19002" y="10930"/>
                      </a:cubicBezTo>
                      <a:cubicBezTo>
                        <a:pt x="-6334" y="25503"/>
                        <a:pt x="-6334" y="49220"/>
                        <a:pt x="19002" y="6379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9" name="Google Shape;1969;p35"/>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70" name="Google Shape;1970;p35"/>
              <p:cNvGrpSpPr/>
              <p:nvPr/>
            </p:nvGrpSpPr>
            <p:grpSpPr>
              <a:xfrm>
                <a:off x="3646611" y="4678414"/>
                <a:ext cx="405669" cy="247649"/>
                <a:chOff x="3646611" y="4678414"/>
                <a:chExt cx="405669" cy="247649"/>
              </a:xfrm>
            </p:grpSpPr>
            <p:sp>
              <p:nvSpPr>
                <p:cNvPr id="1971" name="Google Shape;1971;p35"/>
                <p:cNvSpPr/>
                <p:nvPr/>
              </p:nvSpPr>
              <p:spPr>
                <a:xfrm>
                  <a:off x="3646611" y="4691749"/>
                  <a:ext cx="405574" cy="234314"/>
                </a:xfrm>
                <a:custGeom>
                  <a:avLst/>
                  <a:gdLst/>
                  <a:ahLst/>
                  <a:cxnLst/>
                  <a:rect l="l" t="t" r="r" b="b"/>
                  <a:pathLst>
                    <a:path w="405574" h="234314" extrusionOk="0">
                      <a:moveTo>
                        <a:pt x="404336" y="103823"/>
                      </a:moveTo>
                      <a:cubicBezTo>
                        <a:pt x="399288" y="78391"/>
                        <a:pt x="379952" y="53816"/>
                        <a:pt x="346234" y="34290"/>
                      </a:cubicBezTo>
                      <a:cubicBezTo>
                        <a:pt x="267081" y="-11430"/>
                        <a:pt x="138684" y="-11430"/>
                        <a:pt x="59436" y="34290"/>
                      </a:cubicBezTo>
                      <a:cubicBezTo>
                        <a:pt x="25527" y="53912"/>
                        <a:pt x="6096" y="78677"/>
                        <a:pt x="1238" y="104299"/>
                      </a:cubicBezTo>
                      <a:lnTo>
                        <a:pt x="0" y="103823"/>
                      </a:lnTo>
                      <a:lnTo>
                        <a:pt x="0" y="117920"/>
                      </a:lnTo>
                      <a:lnTo>
                        <a:pt x="0" y="117920"/>
                      </a:lnTo>
                      <a:cubicBezTo>
                        <a:pt x="286"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95" y="44006"/>
                      </a:moveTo>
                      <a:cubicBezTo>
                        <a:pt x="83058" y="40100"/>
                        <a:pt x="93916" y="40100"/>
                        <a:pt x="100584" y="44006"/>
                      </a:cubicBezTo>
                      <a:lnTo>
                        <a:pt x="150209" y="72676"/>
                      </a:lnTo>
                      <a:cubicBezTo>
                        <a:pt x="156972" y="76581"/>
                        <a:pt x="156972" y="82868"/>
                        <a:pt x="150209" y="86773"/>
                      </a:cubicBezTo>
                      <a:cubicBezTo>
                        <a:pt x="143446" y="90678"/>
                        <a:pt x="132588" y="90678"/>
                        <a:pt x="125921" y="86773"/>
                      </a:cubicBezTo>
                      <a:lnTo>
                        <a:pt x="76295" y="58103"/>
                      </a:lnTo>
                      <a:cubicBezTo>
                        <a:pt x="69532" y="54197"/>
                        <a:pt x="69532" y="47911"/>
                        <a:pt x="76295" y="44101"/>
                      </a:cubicBezTo>
                      <a:close/>
                      <a:moveTo>
                        <a:pt x="41053" y="127064"/>
                      </a:moveTo>
                      <a:cubicBezTo>
                        <a:pt x="31528" y="127064"/>
                        <a:pt x="23813" y="122587"/>
                        <a:pt x="23813" y="117157"/>
                      </a:cubicBezTo>
                      <a:cubicBezTo>
                        <a:pt x="23813" y="111728"/>
                        <a:pt x="31528" y="107252"/>
                        <a:pt x="41053" y="107252"/>
                      </a:cubicBezTo>
                      <a:lnTo>
                        <a:pt x="111252" y="107252"/>
                      </a:lnTo>
                      <a:cubicBezTo>
                        <a:pt x="120777" y="107252"/>
                        <a:pt x="128492" y="111728"/>
                        <a:pt x="128492" y="117157"/>
                      </a:cubicBezTo>
                      <a:cubicBezTo>
                        <a:pt x="128492" y="122587"/>
                        <a:pt x="120777" y="127064"/>
                        <a:pt x="111252" y="127064"/>
                      </a:cubicBezTo>
                      <a:lnTo>
                        <a:pt x="41148" y="127064"/>
                      </a:lnTo>
                      <a:close/>
                      <a:moveTo>
                        <a:pt x="150209" y="161544"/>
                      </a:moveTo>
                      <a:lnTo>
                        <a:pt x="100584" y="190214"/>
                      </a:lnTo>
                      <a:cubicBezTo>
                        <a:pt x="93916" y="194120"/>
                        <a:pt x="82963" y="194120"/>
                        <a:pt x="76295" y="190214"/>
                      </a:cubicBezTo>
                      <a:cubicBezTo>
                        <a:pt x="69532" y="186309"/>
                        <a:pt x="69532" y="180023"/>
                        <a:pt x="76295" y="176213"/>
                      </a:cubicBezTo>
                      <a:lnTo>
                        <a:pt x="125921" y="147542"/>
                      </a:lnTo>
                      <a:cubicBezTo>
                        <a:pt x="132588" y="143637"/>
                        <a:pt x="143542" y="143637"/>
                        <a:pt x="150209" y="147542"/>
                      </a:cubicBezTo>
                      <a:cubicBezTo>
                        <a:pt x="156972" y="151448"/>
                        <a:pt x="156972" y="157734"/>
                        <a:pt x="150209" y="161639"/>
                      </a:cubicBezTo>
                      <a:close/>
                      <a:moveTo>
                        <a:pt x="185642" y="23622"/>
                      </a:moveTo>
                      <a:cubicBezTo>
                        <a:pt x="185642" y="18098"/>
                        <a:pt x="193357" y="13716"/>
                        <a:pt x="202882" y="13716"/>
                      </a:cubicBezTo>
                      <a:cubicBezTo>
                        <a:pt x="212407" y="13716"/>
                        <a:pt x="220123" y="18193"/>
                        <a:pt x="220123" y="23622"/>
                      </a:cubicBezTo>
                      <a:lnTo>
                        <a:pt x="220123" y="64103"/>
                      </a:lnTo>
                      <a:cubicBezTo>
                        <a:pt x="220123" y="69628"/>
                        <a:pt x="212407" y="74009"/>
                        <a:pt x="202882" y="74009"/>
                      </a:cubicBezTo>
                      <a:cubicBezTo>
                        <a:pt x="193357" y="74009"/>
                        <a:pt x="185642" y="69532"/>
                        <a:pt x="185642" y="64103"/>
                      </a:cubicBezTo>
                      <a:lnTo>
                        <a:pt x="185642" y="23622"/>
                      </a:lnTo>
                      <a:close/>
                      <a:moveTo>
                        <a:pt x="202882" y="220408"/>
                      </a:moveTo>
                      <a:cubicBezTo>
                        <a:pt x="193357" y="220408"/>
                        <a:pt x="185642" y="215932"/>
                        <a:pt x="185642" y="210503"/>
                      </a:cubicBezTo>
                      <a:lnTo>
                        <a:pt x="185642" y="170021"/>
                      </a:lnTo>
                      <a:cubicBezTo>
                        <a:pt x="185642" y="164497"/>
                        <a:pt x="193357" y="160115"/>
                        <a:pt x="202882" y="160115"/>
                      </a:cubicBezTo>
                      <a:cubicBezTo>
                        <a:pt x="212407" y="160115"/>
                        <a:pt x="220123" y="164592"/>
                        <a:pt x="220123" y="170021"/>
                      </a:cubicBezTo>
                      <a:lnTo>
                        <a:pt x="220123" y="210503"/>
                      </a:lnTo>
                      <a:cubicBezTo>
                        <a:pt x="220123" y="216027"/>
                        <a:pt x="212407" y="220408"/>
                        <a:pt x="202882" y="220408"/>
                      </a:cubicBezTo>
                      <a:close/>
                      <a:moveTo>
                        <a:pt x="255556" y="72581"/>
                      </a:moveTo>
                      <a:lnTo>
                        <a:pt x="305181" y="43910"/>
                      </a:lnTo>
                      <a:cubicBezTo>
                        <a:pt x="311944" y="40005"/>
                        <a:pt x="322802" y="40005"/>
                        <a:pt x="329470" y="43910"/>
                      </a:cubicBezTo>
                      <a:cubicBezTo>
                        <a:pt x="336232" y="47815"/>
                        <a:pt x="336232" y="54102"/>
                        <a:pt x="329470" y="57912"/>
                      </a:cubicBezTo>
                      <a:lnTo>
                        <a:pt x="279845" y="86582"/>
                      </a:lnTo>
                      <a:cubicBezTo>
                        <a:pt x="273082" y="90488"/>
                        <a:pt x="262223" y="90488"/>
                        <a:pt x="255461" y="86582"/>
                      </a:cubicBezTo>
                      <a:cubicBezTo>
                        <a:pt x="248698" y="82677"/>
                        <a:pt x="248698" y="76390"/>
                        <a:pt x="255461" y="72485"/>
                      </a:cubicBezTo>
                      <a:close/>
                      <a:moveTo>
                        <a:pt x="329470" y="190119"/>
                      </a:moveTo>
                      <a:cubicBezTo>
                        <a:pt x="322802" y="194024"/>
                        <a:pt x="311848" y="194024"/>
                        <a:pt x="305181" y="190119"/>
                      </a:cubicBezTo>
                      <a:lnTo>
                        <a:pt x="255556" y="161449"/>
                      </a:lnTo>
                      <a:cubicBezTo>
                        <a:pt x="248793" y="157544"/>
                        <a:pt x="248793" y="151257"/>
                        <a:pt x="255556" y="147352"/>
                      </a:cubicBezTo>
                      <a:cubicBezTo>
                        <a:pt x="262319" y="143447"/>
                        <a:pt x="273177" y="143447"/>
                        <a:pt x="279940" y="147352"/>
                      </a:cubicBezTo>
                      <a:lnTo>
                        <a:pt x="329565" y="176022"/>
                      </a:lnTo>
                      <a:cubicBezTo>
                        <a:pt x="336328" y="179927"/>
                        <a:pt x="336328" y="186214"/>
                        <a:pt x="329565" y="190024"/>
                      </a:cubicBezTo>
                      <a:close/>
                      <a:moveTo>
                        <a:pt x="364712" y="126968"/>
                      </a:moveTo>
                      <a:lnTo>
                        <a:pt x="294513" y="126968"/>
                      </a:lnTo>
                      <a:cubicBezTo>
                        <a:pt x="284988" y="126968"/>
                        <a:pt x="277368" y="122491"/>
                        <a:pt x="277368" y="117062"/>
                      </a:cubicBezTo>
                      <a:cubicBezTo>
                        <a:pt x="277368" y="111633"/>
                        <a:pt x="285083" y="107156"/>
                        <a:pt x="294513" y="107156"/>
                      </a:cubicBezTo>
                      <a:lnTo>
                        <a:pt x="364712" y="107156"/>
                      </a:lnTo>
                      <a:cubicBezTo>
                        <a:pt x="374237" y="107156"/>
                        <a:pt x="381953" y="111633"/>
                        <a:pt x="381953" y="117062"/>
                      </a:cubicBezTo>
                      <a:cubicBezTo>
                        <a:pt x="381953" y="122491"/>
                        <a:pt x="374237" y="126968"/>
                        <a:pt x="364712"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2" name="Google Shape;1972;p35"/>
                <p:cNvSpPr/>
                <p:nvPr/>
              </p:nvSpPr>
              <p:spPr>
                <a:xfrm>
                  <a:off x="3646611" y="4678414"/>
                  <a:ext cx="405669" cy="234124"/>
                </a:xfrm>
                <a:custGeom>
                  <a:avLst/>
                  <a:gdLst/>
                  <a:ahLst/>
                  <a:cxnLst/>
                  <a:rect l="l" t="t" r="r" b="b"/>
                  <a:pathLst>
                    <a:path w="405669" h="234124" extrusionOk="0">
                      <a:moveTo>
                        <a:pt x="346234" y="34290"/>
                      </a:moveTo>
                      <a:cubicBezTo>
                        <a:pt x="267081" y="-11430"/>
                        <a:pt x="138684" y="-11430"/>
                        <a:pt x="59436" y="34290"/>
                      </a:cubicBezTo>
                      <a:cubicBezTo>
                        <a:pt x="-19812" y="80010"/>
                        <a:pt x="-19812" y="154210"/>
                        <a:pt x="59436" y="199834"/>
                      </a:cubicBezTo>
                      <a:cubicBezTo>
                        <a:pt x="138684" y="245555"/>
                        <a:pt x="267081" y="245555"/>
                        <a:pt x="346234" y="199834"/>
                      </a:cubicBezTo>
                      <a:cubicBezTo>
                        <a:pt x="425482" y="154115"/>
                        <a:pt x="425482" y="80010"/>
                        <a:pt x="346234" y="34290"/>
                      </a:cubicBezTo>
                      <a:close/>
                      <a:moveTo>
                        <a:pt x="76200" y="58007"/>
                      </a:moveTo>
                      <a:cubicBezTo>
                        <a:pt x="69437" y="54102"/>
                        <a:pt x="69437" y="47815"/>
                        <a:pt x="76200" y="44006"/>
                      </a:cubicBezTo>
                      <a:cubicBezTo>
                        <a:pt x="82963" y="40100"/>
                        <a:pt x="93821" y="40100"/>
                        <a:pt x="100489" y="44006"/>
                      </a:cubicBezTo>
                      <a:lnTo>
                        <a:pt x="150114" y="72676"/>
                      </a:lnTo>
                      <a:cubicBezTo>
                        <a:pt x="156877" y="76581"/>
                        <a:pt x="156877" y="82867"/>
                        <a:pt x="150114" y="86678"/>
                      </a:cubicBezTo>
                      <a:cubicBezTo>
                        <a:pt x="143351" y="90583"/>
                        <a:pt x="132493" y="90583"/>
                        <a:pt x="125825" y="86678"/>
                      </a:cubicBezTo>
                      <a:lnTo>
                        <a:pt x="76200" y="58007"/>
                      </a:lnTo>
                      <a:close/>
                      <a:moveTo>
                        <a:pt x="111061" y="126968"/>
                      </a:moveTo>
                      <a:lnTo>
                        <a:pt x="40957" y="126968"/>
                      </a:lnTo>
                      <a:cubicBezTo>
                        <a:pt x="31432" y="126968"/>
                        <a:pt x="23717" y="122491"/>
                        <a:pt x="23717" y="117062"/>
                      </a:cubicBezTo>
                      <a:cubicBezTo>
                        <a:pt x="23717" y="111633"/>
                        <a:pt x="31432" y="107156"/>
                        <a:pt x="40957" y="107156"/>
                      </a:cubicBezTo>
                      <a:lnTo>
                        <a:pt x="111157" y="107156"/>
                      </a:lnTo>
                      <a:cubicBezTo>
                        <a:pt x="120682" y="107156"/>
                        <a:pt x="128397" y="111633"/>
                        <a:pt x="128397" y="117062"/>
                      </a:cubicBezTo>
                      <a:cubicBezTo>
                        <a:pt x="128397" y="122491"/>
                        <a:pt x="120682" y="126968"/>
                        <a:pt x="111157" y="126968"/>
                      </a:cubicBezTo>
                      <a:close/>
                      <a:moveTo>
                        <a:pt x="202787" y="74009"/>
                      </a:moveTo>
                      <a:cubicBezTo>
                        <a:pt x="193262" y="74009"/>
                        <a:pt x="185547" y="69532"/>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532"/>
                        <a:pt x="212312" y="74009"/>
                        <a:pt x="202787" y="74009"/>
                      </a:cubicBezTo>
                      <a:close/>
                      <a:moveTo>
                        <a:pt x="100489" y="190119"/>
                      </a:moveTo>
                      <a:cubicBezTo>
                        <a:pt x="93821" y="194024"/>
                        <a:pt x="82868" y="194024"/>
                        <a:pt x="76200" y="190119"/>
                      </a:cubicBezTo>
                      <a:cubicBezTo>
                        <a:pt x="69437" y="186214"/>
                        <a:pt x="69437" y="179927"/>
                        <a:pt x="76200" y="176022"/>
                      </a:cubicBezTo>
                      <a:lnTo>
                        <a:pt x="125825" y="147352"/>
                      </a:lnTo>
                      <a:cubicBezTo>
                        <a:pt x="132493" y="143447"/>
                        <a:pt x="143446" y="143447"/>
                        <a:pt x="150114" y="147352"/>
                      </a:cubicBezTo>
                      <a:cubicBezTo>
                        <a:pt x="156877" y="151257"/>
                        <a:pt x="156877" y="157543"/>
                        <a:pt x="150114" y="161354"/>
                      </a:cubicBezTo>
                      <a:lnTo>
                        <a:pt x="100489" y="190024"/>
                      </a:lnTo>
                      <a:close/>
                      <a:moveTo>
                        <a:pt x="279749" y="86582"/>
                      </a:moveTo>
                      <a:cubicBezTo>
                        <a:pt x="272986" y="90488"/>
                        <a:pt x="262128" y="90488"/>
                        <a:pt x="255365" y="86582"/>
                      </a:cubicBezTo>
                      <a:cubicBezTo>
                        <a:pt x="248602" y="82677"/>
                        <a:pt x="248602" y="76390"/>
                        <a:pt x="255365" y="72581"/>
                      </a:cubicBezTo>
                      <a:lnTo>
                        <a:pt x="304990" y="43910"/>
                      </a:lnTo>
                      <a:cubicBezTo>
                        <a:pt x="311753" y="40005"/>
                        <a:pt x="322612" y="40005"/>
                        <a:pt x="329279" y="43910"/>
                      </a:cubicBezTo>
                      <a:cubicBezTo>
                        <a:pt x="336042" y="47815"/>
                        <a:pt x="336042" y="54102"/>
                        <a:pt x="329279" y="57912"/>
                      </a:cubicBezTo>
                      <a:lnTo>
                        <a:pt x="279654" y="86582"/>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8"/>
                      </a:moveTo>
                      <a:cubicBezTo>
                        <a:pt x="193167" y="220408"/>
                        <a:pt x="185452" y="215932"/>
                        <a:pt x="185452" y="210503"/>
                      </a:cubicBezTo>
                      <a:lnTo>
                        <a:pt x="185452" y="170021"/>
                      </a:lnTo>
                      <a:cubicBezTo>
                        <a:pt x="185452" y="164497"/>
                        <a:pt x="193167" y="160115"/>
                        <a:pt x="202692" y="160115"/>
                      </a:cubicBezTo>
                      <a:cubicBezTo>
                        <a:pt x="212217" y="160115"/>
                        <a:pt x="219932" y="164592"/>
                        <a:pt x="219932" y="170021"/>
                      </a:cubicBezTo>
                      <a:lnTo>
                        <a:pt x="219932" y="210503"/>
                      </a:lnTo>
                      <a:cubicBezTo>
                        <a:pt x="219932" y="216027"/>
                        <a:pt x="212217" y="220408"/>
                        <a:pt x="202692" y="220408"/>
                      </a:cubicBezTo>
                      <a:close/>
                      <a:moveTo>
                        <a:pt x="304990" y="190119"/>
                      </a:moveTo>
                      <a:lnTo>
                        <a:pt x="255365" y="161449"/>
                      </a:lnTo>
                      <a:cubicBezTo>
                        <a:pt x="248602" y="157543"/>
                        <a:pt x="248602" y="151257"/>
                        <a:pt x="255365" y="147447"/>
                      </a:cubicBezTo>
                      <a:cubicBezTo>
                        <a:pt x="262128" y="143542"/>
                        <a:pt x="272986" y="143542"/>
                        <a:pt x="279749" y="147447"/>
                      </a:cubicBezTo>
                      <a:lnTo>
                        <a:pt x="329374" y="176117"/>
                      </a:lnTo>
                      <a:cubicBezTo>
                        <a:pt x="336137" y="180023"/>
                        <a:pt x="336137" y="186309"/>
                        <a:pt x="329374" y="190214"/>
                      </a:cubicBezTo>
                      <a:cubicBezTo>
                        <a:pt x="322707" y="194120"/>
                        <a:pt x="311753" y="194120"/>
                        <a:pt x="305086"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3" name="Google Shape;1973;p35"/>
                <p:cNvSpPr/>
                <p:nvPr/>
              </p:nvSpPr>
              <p:spPr>
                <a:xfrm>
                  <a:off x="3792266" y="4762425"/>
                  <a:ext cx="114454" cy="46386"/>
                </a:xfrm>
                <a:custGeom>
                  <a:avLst/>
                  <a:gdLst/>
                  <a:ahLst/>
                  <a:cxnLst/>
                  <a:rect l="l" t="t" r="r" b="b"/>
                  <a:pathLst>
                    <a:path w="114454" h="46386" extrusionOk="0">
                      <a:moveTo>
                        <a:pt x="109615" y="46387"/>
                      </a:moveTo>
                      <a:cubicBezTo>
                        <a:pt x="106853" y="42767"/>
                        <a:pt x="102852" y="39338"/>
                        <a:pt x="97708" y="36385"/>
                      </a:cubicBezTo>
                      <a:cubicBezTo>
                        <a:pt x="75325" y="23432"/>
                        <a:pt x="39130" y="23432"/>
                        <a:pt x="16746" y="36385"/>
                      </a:cubicBezTo>
                      <a:cubicBezTo>
                        <a:pt x="11603" y="39338"/>
                        <a:pt x="7602" y="42767"/>
                        <a:pt x="4840" y="46387"/>
                      </a:cubicBezTo>
                      <a:cubicBezTo>
                        <a:pt x="-4400" y="34290"/>
                        <a:pt x="-399" y="19622"/>
                        <a:pt x="16746" y="9716"/>
                      </a:cubicBezTo>
                      <a:cubicBezTo>
                        <a:pt x="39130" y="-3239"/>
                        <a:pt x="75325" y="-3239"/>
                        <a:pt x="97708" y="9716"/>
                      </a:cubicBezTo>
                      <a:cubicBezTo>
                        <a:pt x="114854"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4" name="Google Shape;1974;p35"/>
                <p:cNvSpPr/>
                <p:nvPr/>
              </p:nvSpPr>
              <p:spPr>
                <a:xfrm>
                  <a:off x="3797106" y="4789095"/>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975" name="Google Shape;1975;p35"/>
            <p:cNvGrpSpPr/>
            <p:nvPr/>
          </p:nvGrpSpPr>
          <p:grpSpPr>
            <a:xfrm>
              <a:off x="7468856" y="4512385"/>
              <a:ext cx="639735" cy="559976"/>
              <a:chOff x="3695689" y="4939685"/>
              <a:chExt cx="422100" cy="369475"/>
            </a:xfrm>
          </p:grpSpPr>
          <p:sp>
            <p:nvSpPr>
              <p:cNvPr id="1976" name="Google Shape;1976;p35"/>
              <p:cNvSpPr/>
              <p:nvPr/>
            </p:nvSpPr>
            <p:spPr>
              <a:xfrm>
                <a:off x="3695689" y="5065320"/>
                <a:ext cx="422100" cy="243840"/>
              </a:xfrm>
              <a:custGeom>
                <a:avLst/>
                <a:gdLst/>
                <a:ahLst/>
                <a:cxnLst/>
                <a:rect l="l" t="t" r="r" b="b"/>
                <a:pathLst>
                  <a:path w="422100" h="243840" extrusionOk="0">
                    <a:moveTo>
                      <a:pt x="360307" y="208121"/>
                    </a:moveTo>
                    <a:cubicBezTo>
                      <a:pt x="277821" y="255746"/>
                      <a:pt x="144185" y="255746"/>
                      <a:pt x="61793" y="208121"/>
                    </a:cubicBezTo>
                    <a:cubicBezTo>
                      <a:pt x="-20598" y="160496"/>
                      <a:pt x="-20598" y="83344"/>
                      <a:pt x="61793" y="35719"/>
                    </a:cubicBezTo>
                    <a:cubicBezTo>
                      <a:pt x="144185" y="-11906"/>
                      <a:pt x="277821" y="-11906"/>
                      <a:pt x="360307" y="35719"/>
                    </a:cubicBezTo>
                    <a:cubicBezTo>
                      <a:pt x="442698" y="83344"/>
                      <a:pt x="442698" y="160496"/>
                      <a:pt x="360307" y="208121"/>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977" name="Google Shape;1977;p35"/>
              <p:cNvGrpSpPr/>
              <p:nvPr/>
            </p:nvGrpSpPr>
            <p:grpSpPr>
              <a:xfrm>
                <a:off x="3703857" y="5053128"/>
                <a:ext cx="405669" cy="247649"/>
                <a:chOff x="3703857" y="5053128"/>
                <a:chExt cx="405669" cy="247649"/>
              </a:xfrm>
            </p:grpSpPr>
            <p:sp>
              <p:nvSpPr>
                <p:cNvPr id="1978" name="Google Shape;1978;p35"/>
                <p:cNvSpPr/>
                <p:nvPr/>
              </p:nvSpPr>
              <p:spPr>
                <a:xfrm>
                  <a:off x="3703857" y="5066463"/>
                  <a:ext cx="405574" cy="234314"/>
                </a:xfrm>
                <a:custGeom>
                  <a:avLst/>
                  <a:gdLst/>
                  <a:ahLst/>
                  <a:cxnLst/>
                  <a:rect l="l" t="t" r="r" b="b"/>
                  <a:pathLst>
                    <a:path w="405574" h="234314"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920"/>
                      </a:lnTo>
                      <a:lnTo>
                        <a:pt x="0" y="117920"/>
                      </a:lnTo>
                      <a:cubicBezTo>
                        <a:pt x="381"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0957" y="126968"/>
                      </a:moveTo>
                      <a:cubicBezTo>
                        <a:pt x="31432" y="126968"/>
                        <a:pt x="23717" y="122492"/>
                        <a:pt x="23717" y="117062"/>
                      </a:cubicBezTo>
                      <a:cubicBezTo>
                        <a:pt x="23717" y="111633"/>
                        <a:pt x="31432" y="107156"/>
                        <a:pt x="40957" y="107156"/>
                      </a:cubicBezTo>
                      <a:lnTo>
                        <a:pt x="111062" y="107156"/>
                      </a:lnTo>
                      <a:cubicBezTo>
                        <a:pt x="120587" y="107156"/>
                        <a:pt x="128302" y="111633"/>
                        <a:pt x="128302" y="117062"/>
                      </a:cubicBezTo>
                      <a:cubicBezTo>
                        <a:pt x="128302" y="122492"/>
                        <a:pt x="120587" y="126968"/>
                        <a:pt x="111062" y="126968"/>
                      </a:cubicBezTo>
                      <a:lnTo>
                        <a:pt x="40957" y="126968"/>
                      </a:lnTo>
                      <a:close/>
                      <a:moveTo>
                        <a:pt x="150114" y="161449"/>
                      </a:moveTo>
                      <a:lnTo>
                        <a:pt x="100489" y="190119"/>
                      </a:lnTo>
                      <a:cubicBezTo>
                        <a:pt x="93726" y="194024"/>
                        <a:pt x="82867" y="194024"/>
                        <a:pt x="76105" y="190119"/>
                      </a:cubicBezTo>
                      <a:cubicBezTo>
                        <a:pt x="69342" y="186214"/>
                        <a:pt x="69342" y="179927"/>
                        <a:pt x="76105" y="176117"/>
                      </a:cubicBezTo>
                      <a:lnTo>
                        <a:pt x="125730" y="147447"/>
                      </a:lnTo>
                      <a:cubicBezTo>
                        <a:pt x="132493" y="143542"/>
                        <a:pt x="143351" y="143542"/>
                        <a:pt x="150019" y="147447"/>
                      </a:cubicBezTo>
                      <a:cubicBezTo>
                        <a:pt x="156781" y="151352"/>
                        <a:pt x="156781" y="157639"/>
                        <a:pt x="150019" y="161544"/>
                      </a:cubicBezTo>
                      <a:close/>
                      <a:moveTo>
                        <a:pt x="185547" y="23527"/>
                      </a:moveTo>
                      <a:cubicBezTo>
                        <a:pt x="185547" y="18002"/>
                        <a:pt x="193262" y="13621"/>
                        <a:pt x="202787" y="13621"/>
                      </a:cubicBezTo>
                      <a:cubicBezTo>
                        <a:pt x="212312" y="13621"/>
                        <a:pt x="220027" y="18098"/>
                        <a:pt x="220027" y="23527"/>
                      </a:cubicBezTo>
                      <a:lnTo>
                        <a:pt x="220027" y="64008"/>
                      </a:lnTo>
                      <a:cubicBezTo>
                        <a:pt x="220027" y="69532"/>
                        <a:pt x="212312" y="73914"/>
                        <a:pt x="202787" y="73914"/>
                      </a:cubicBezTo>
                      <a:cubicBezTo>
                        <a:pt x="193262" y="73914"/>
                        <a:pt x="185547" y="69437"/>
                        <a:pt x="185547" y="64008"/>
                      </a:cubicBezTo>
                      <a:lnTo>
                        <a:pt x="185547" y="23527"/>
                      </a:lnTo>
                      <a:close/>
                      <a:moveTo>
                        <a:pt x="202787" y="220313"/>
                      </a:moveTo>
                      <a:cubicBezTo>
                        <a:pt x="193262" y="220313"/>
                        <a:pt x="185547" y="215837"/>
                        <a:pt x="185547" y="210407"/>
                      </a:cubicBezTo>
                      <a:lnTo>
                        <a:pt x="185547" y="169926"/>
                      </a:lnTo>
                      <a:cubicBezTo>
                        <a:pt x="185547" y="164402"/>
                        <a:pt x="193262" y="160020"/>
                        <a:pt x="202787" y="160020"/>
                      </a:cubicBezTo>
                      <a:cubicBezTo>
                        <a:pt x="212312" y="160020"/>
                        <a:pt x="220027" y="164497"/>
                        <a:pt x="220027" y="169926"/>
                      </a:cubicBezTo>
                      <a:lnTo>
                        <a:pt x="220027" y="210407"/>
                      </a:lnTo>
                      <a:cubicBezTo>
                        <a:pt x="220027" y="215932"/>
                        <a:pt x="212312" y="220313"/>
                        <a:pt x="202787" y="220313"/>
                      </a:cubicBezTo>
                      <a:close/>
                      <a:moveTo>
                        <a:pt x="255460" y="72485"/>
                      </a:moveTo>
                      <a:lnTo>
                        <a:pt x="305086" y="43815"/>
                      </a:lnTo>
                      <a:cubicBezTo>
                        <a:pt x="311848" y="39910"/>
                        <a:pt x="322707" y="39910"/>
                        <a:pt x="329374" y="43815"/>
                      </a:cubicBezTo>
                      <a:cubicBezTo>
                        <a:pt x="336137" y="47720"/>
                        <a:pt x="336137" y="54007"/>
                        <a:pt x="329374" y="57912"/>
                      </a:cubicBezTo>
                      <a:lnTo>
                        <a:pt x="279749" y="86582"/>
                      </a:lnTo>
                      <a:cubicBezTo>
                        <a:pt x="272987" y="90488"/>
                        <a:pt x="262128" y="90488"/>
                        <a:pt x="255460" y="86582"/>
                      </a:cubicBezTo>
                      <a:cubicBezTo>
                        <a:pt x="248698" y="82677"/>
                        <a:pt x="248698" y="76390"/>
                        <a:pt x="255460" y="72581"/>
                      </a:cubicBezTo>
                      <a:close/>
                      <a:moveTo>
                        <a:pt x="329374" y="190024"/>
                      </a:moveTo>
                      <a:cubicBezTo>
                        <a:pt x="322612" y="193929"/>
                        <a:pt x="311753" y="193929"/>
                        <a:pt x="305086" y="190024"/>
                      </a:cubicBezTo>
                      <a:lnTo>
                        <a:pt x="255460" y="161354"/>
                      </a:lnTo>
                      <a:cubicBezTo>
                        <a:pt x="248698" y="157448"/>
                        <a:pt x="248698" y="151162"/>
                        <a:pt x="255460" y="147352"/>
                      </a:cubicBezTo>
                      <a:cubicBezTo>
                        <a:pt x="262223" y="143447"/>
                        <a:pt x="273082" y="143447"/>
                        <a:pt x="279749" y="147352"/>
                      </a:cubicBezTo>
                      <a:lnTo>
                        <a:pt x="329374" y="176022"/>
                      </a:lnTo>
                      <a:cubicBezTo>
                        <a:pt x="336137" y="179927"/>
                        <a:pt x="336137" y="186214"/>
                        <a:pt x="329374" y="190024"/>
                      </a:cubicBezTo>
                      <a:close/>
                      <a:moveTo>
                        <a:pt x="364617" y="126873"/>
                      </a:moveTo>
                      <a:lnTo>
                        <a:pt x="294418" y="126873"/>
                      </a:lnTo>
                      <a:cubicBezTo>
                        <a:pt x="284893" y="126873"/>
                        <a:pt x="277177" y="122396"/>
                        <a:pt x="277177" y="116967"/>
                      </a:cubicBezTo>
                      <a:cubicBezTo>
                        <a:pt x="277177"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9" name="Google Shape;1979;p35"/>
                <p:cNvSpPr/>
                <p:nvPr/>
              </p:nvSpPr>
              <p:spPr>
                <a:xfrm>
                  <a:off x="3703928" y="5053128"/>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010"/>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7"/>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022"/>
                      </a:cubicBezTo>
                      <a:lnTo>
                        <a:pt x="125658" y="147447"/>
                      </a:lnTo>
                      <a:cubicBezTo>
                        <a:pt x="132421" y="143542"/>
                        <a:pt x="143280" y="143542"/>
                        <a:pt x="149947" y="147447"/>
                      </a:cubicBezTo>
                      <a:cubicBezTo>
                        <a:pt x="156710" y="151352"/>
                        <a:pt x="156710" y="157639"/>
                        <a:pt x="149947" y="161449"/>
                      </a:cubicBezTo>
                      <a:lnTo>
                        <a:pt x="100322" y="190119"/>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8"/>
                      </a:moveTo>
                      <a:cubicBezTo>
                        <a:pt x="193096" y="220408"/>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8"/>
                        <a:pt x="202621" y="220408"/>
                      </a:cubicBezTo>
                      <a:close/>
                      <a:moveTo>
                        <a:pt x="304919" y="190119"/>
                      </a:moveTo>
                      <a:lnTo>
                        <a:pt x="255294" y="161449"/>
                      </a:lnTo>
                      <a:cubicBezTo>
                        <a:pt x="248531" y="157544"/>
                        <a:pt x="248531" y="151257"/>
                        <a:pt x="255294" y="147447"/>
                      </a:cubicBezTo>
                      <a:cubicBezTo>
                        <a:pt x="262057" y="143542"/>
                        <a:pt x="272915" y="143542"/>
                        <a:pt x="279583" y="147447"/>
                      </a:cubicBezTo>
                      <a:lnTo>
                        <a:pt x="329208" y="176022"/>
                      </a:lnTo>
                      <a:cubicBezTo>
                        <a:pt x="335971" y="179927"/>
                        <a:pt x="335971" y="186214"/>
                        <a:pt x="329208" y="190119"/>
                      </a:cubicBezTo>
                      <a:cubicBezTo>
                        <a:pt x="322445" y="194024"/>
                        <a:pt x="311587" y="194024"/>
                        <a:pt x="304919"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0" name="Google Shape;1980;p35"/>
                <p:cNvSpPr/>
                <p:nvPr/>
              </p:nvSpPr>
              <p:spPr>
                <a:xfrm>
                  <a:off x="3849512" y="5137210"/>
                  <a:ext cx="114454" cy="46315"/>
                </a:xfrm>
                <a:custGeom>
                  <a:avLst/>
                  <a:gdLst/>
                  <a:ahLst/>
                  <a:cxnLst/>
                  <a:rect l="l" t="t" r="r" b="b"/>
                  <a:pathLst>
                    <a:path w="114454" h="46315" extrusionOk="0">
                      <a:moveTo>
                        <a:pt x="109615" y="46315"/>
                      </a:moveTo>
                      <a:cubicBezTo>
                        <a:pt x="106852" y="42696"/>
                        <a:pt x="102852" y="39267"/>
                        <a:pt x="97708" y="36314"/>
                      </a:cubicBezTo>
                      <a:cubicBezTo>
                        <a:pt x="75325" y="23455"/>
                        <a:pt x="39130" y="23455"/>
                        <a:pt x="16746" y="36314"/>
                      </a:cubicBezTo>
                      <a:cubicBezTo>
                        <a:pt x="11602" y="39267"/>
                        <a:pt x="7602" y="42696"/>
                        <a:pt x="4840" y="46315"/>
                      </a:cubicBezTo>
                      <a:cubicBezTo>
                        <a:pt x="-4400" y="34218"/>
                        <a:pt x="-399" y="19550"/>
                        <a:pt x="16746" y="9644"/>
                      </a:cubicBezTo>
                      <a:cubicBezTo>
                        <a:pt x="39130" y="-3215"/>
                        <a:pt x="75325" y="-3215"/>
                        <a:pt x="97708" y="9644"/>
                      </a:cubicBezTo>
                      <a:cubicBezTo>
                        <a:pt x="114853"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1" name="Google Shape;1981;p35"/>
                <p:cNvSpPr/>
                <p:nvPr/>
              </p:nvSpPr>
              <p:spPr>
                <a:xfrm>
                  <a:off x="3854351" y="5163880"/>
                  <a:ext cx="104775" cy="39457"/>
                </a:xfrm>
                <a:custGeom>
                  <a:avLst/>
                  <a:gdLst/>
                  <a:ahLst/>
                  <a:cxnLst/>
                  <a:rect l="l" t="t" r="r" b="b"/>
                  <a:pathLst>
                    <a:path w="104775" h="39457" extrusionOk="0">
                      <a:moveTo>
                        <a:pt x="104775" y="19645"/>
                      </a:moveTo>
                      <a:cubicBezTo>
                        <a:pt x="102013" y="23265"/>
                        <a:pt x="98012" y="26694"/>
                        <a:pt x="92869" y="29742"/>
                      </a:cubicBezTo>
                      <a:cubicBezTo>
                        <a:pt x="70485" y="42696"/>
                        <a:pt x="34290" y="42696"/>
                        <a:pt x="11906" y="29742"/>
                      </a:cubicBezTo>
                      <a:cubicBezTo>
                        <a:pt x="6763" y="26789"/>
                        <a:pt x="2762" y="23360"/>
                        <a:pt x="0" y="19645"/>
                      </a:cubicBezTo>
                      <a:cubicBezTo>
                        <a:pt x="2762" y="16026"/>
                        <a:pt x="6763" y="12597"/>
                        <a:pt x="11906" y="9644"/>
                      </a:cubicBezTo>
                      <a:cubicBezTo>
                        <a:pt x="34290" y="-3215"/>
                        <a:pt x="70485" y="-3215"/>
                        <a:pt x="92869" y="9644"/>
                      </a:cubicBezTo>
                      <a:cubicBezTo>
                        <a:pt x="98012" y="12597"/>
                        <a:pt x="102013" y="16026"/>
                        <a:pt x="104775" y="19645"/>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82" name="Google Shape;1982;p35"/>
              <p:cNvGrpSpPr/>
              <p:nvPr/>
            </p:nvGrpSpPr>
            <p:grpSpPr>
              <a:xfrm>
                <a:off x="3727359" y="4965879"/>
                <a:ext cx="358830" cy="305800"/>
                <a:chOff x="3727359" y="4965879"/>
                <a:chExt cx="358830" cy="305800"/>
              </a:xfrm>
            </p:grpSpPr>
            <p:sp>
              <p:nvSpPr>
                <p:cNvPr id="1983" name="Google Shape;1983;p35"/>
                <p:cNvSpPr/>
                <p:nvPr/>
              </p:nvSpPr>
              <p:spPr>
                <a:xfrm>
                  <a:off x="3727478" y="5069416"/>
                  <a:ext cx="358711" cy="202263"/>
                </a:xfrm>
                <a:custGeom>
                  <a:avLst/>
                  <a:gdLst/>
                  <a:ahLst/>
                  <a:cxnLst/>
                  <a:rect l="l" t="t" r="r" b="b"/>
                  <a:pathLst>
                    <a:path w="358711" h="202263" extrusionOk="0">
                      <a:moveTo>
                        <a:pt x="358616" y="0"/>
                      </a:moveTo>
                      <a:lnTo>
                        <a:pt x="358616" y="98393"/>
                      </a:lnTo>
                      <a:cubicBezTo>
                        <a:pt x="358616" y="125063"/>
                        <a:pt x="340995" y="151733"/>
                        <a:pt x="306038" y="171831"/>
                      </a:cubicBezTo>
                      <a:cubicBezTo>
                        <a:pt x="236125" y="212408"/>
                        <a:pt x="122492" y="212408"/>
                        <a:pt x="52388" y="171831"/>
                      </a:cubicBezTo>
                      <a:cubicBezTo>
                        <a:pt x="17336" y="151733"/>
                        <a:pt x="0" y="125063"/>
                        <a:pt x="0" y="98393"/>
                      </a:cubicBezTo>
                      <a:lnTo>
                        <a:pt x="0" y="0"/>
                      </a:lnTo>
                      <a:lnTo>
                        <a:pt x="35871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4" name="Google Shape;1984;p35"/>
                <p:cNvSpPr/>
                <p:nvPr/>
              </p:nvSpPr>
              <p:spPr>
                <a:xfrm>
                  <a:off x="3727383" y="5082179"/>
                  <a:ext cx="358711" cy="110633"/>
                </a:xfrm>
                <a:custGeom>
                  <a:avLst/>
                  <a:gdLst/>
                  <a:ahLst/>
                  <a:cxnLst/>
                  <a:rect l="l" t="t" r="r" b="b"/>
                  <a:pathLst>
                    <a:path w="358711" h="110633" extrusionOk="0">
                      <a:moveTo>
                        <a:pt x="358711" y="0"/>
                      </a:moveTo>
                      <a:cubicBezTo>
                        <a:pt x="358711" y="26479"/>
                        <a:pt x="341090" y="52864"/>
                        <a:pt x="306133" y="73057"/>
                      </a:cubicBezTo>
                      <a:cubicBezTo>
                        <a:pt x="236220" y="113824"/>
                        <a:pt x="122587" y="113824"/>
                        <a:pt x="52483" y="73057"/>
                      </a:cubicBezTo>
                      <a:cubicBezTo>
                        <a:pt x="18288" y="53340"/>
                        <a:pt x="762" y="27622"/>
                        <a:pt x="0" y="1715"/>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5" name="Google Shape;1985;p35"/>
                <p:cNvSpPr/>
                <p:nvPr/>
              </p:nvSpPr>
              <p:spPr>
                <a:xfrm>
                  <a:off x="3727383" y="5099324"/>
                  <a:ext cx="358711" cy="110632"/>
                </a:xfrm>
                <a:custGeom>
                  <a:avLst/>
                  <a:gdLst/>
                  <a:ahLst/>
                  <a:cxnLst/>
                  <a:rect l="l" t="t" r="r" b="b"/>
                  <a:pathLst>
                    <a:path w="358711" h="110632" extrusionOk="0">
                      <a:moveTo>
                        <a:pt x="358711" y="0"/>
                      </a:moveTo>
                      <a:cubicBezTo>
                        <a:pt x="358711" y="26479"/>
                        <a:pt x="341090" y="52959"/>
                        <a:pt x="306133" y="73057"/>
                      </a:cubicBezTo>
                      <a:cubicBezTo>
                        <a:pt x="236220" y="113729"/>
                        <a:pt x="122587" y="113729"/>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6" name="Google Shape;1986;p35"/>
                <p:cNvSpPr/>
                <p:nvPr/>
              </p:nvSpPr>
              <p:spPr>
                <a:xfrm>
                  <a:off x="3727383" y="5116565"/>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7" name="Google Shape;1987;p35"/>
                <p:cNvSpPr/>
                <p:nvPr/>
              </p:nvSpPr>
              <p:spPr>
                <a:xfrm>
                  <a:off x="3727383" y="5133709"/>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8" name="Google Shape;1988;p35"/>
                <p:cNvSpPr/>
                <p:nvPr/>
              </p:nvSpPr>
              <p:spPr>
                <a:xfrm>
                  <a:off x="3727383" y="5150855"/>
                  <a:ext cx="358711" cy="110632"/>
                </a:xfrm>
                <a:custGeom>
                  <a:avLst/>
                  <a:gdLst/>
                  <a:ahLst/>
                  <a:cxnLst/>
                  <a:rect l="l" t="t" r="r" b="b"/>
                  <a:pathLst>
                    <a:path w="358711" h="110632" extrusionOk="0">
                      <a:moveTo>
                        <a:pt x="358711" y="0"/>
                      </a:moveTo>
                      <a:cubicBezTo>
                        <a:pt x="358711" y="26479"/>
                        <a:pt x="341090" y="52864"/>
                        <a:pt x="306133" y="73057"/>
                      </a:cubicBezTo>
                      <a:cubicBezTo>
                        <a:pt x="236220" y="113728"/>
                        <a:pt x="122587" y="113728"/>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9" name="Google Shape;1989;p35"/>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0" name="Google Shape;1990;p35"/>
                <p:cNvSpPr/>
                <p:nvPr/>
              </p:nvSpPr>
              <p:spPr>
                <a:xfrm>
                  <a:off x="3741504" y="4974118"/>
                  <a:ext cx="330446" cy="190785"/>
                </a:xfrm>
                <a:custGeom>
                  <a:avLst/>
                  <a:gdLst/>
                  <a:ahLst/>
                  <a:cxnLst/>
                  <a:rect l="l" t="t" r="r" b="b"/>
                  <a:pathLst>
                    <a:path w="330446" h="190785" extrusionOk="0">
                      <a:moveTo>
                        <a:pt x="48363" y="162639"/>
                      </a:moveTo>
                      <a:cubicBezTo>
                        <a:pt x="112943" y="200168"/>
                        <a:pt x="217622" y="200168"/>
                        <a:pt x="282012" y="162639"/>
                      </a:cubicBezTo>
                      <a:cubicBezTo>
                        <a:pt x="346591" y="125492"/>
                        <a:pt x="346591" y="65008"/>
                        <a:pt x="282012" y="27861"/>
                      </a:cubicBezTo>
                      <a:cubicBezTo>
                        <a:pt x="217622" y="-9287"/>
                        <a:pt x="112943" y="-9287"/>
                        <a:pt x="48363" y="27861"/>
                      </a:cubicBezTo>
                      <a:cubicBezTo>
                        <a:pt x="-16121" y="65008"/>
                        <a:pt x="-16121" y="125492"/>
                        <a:pt x="48363" y="16263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1" name="Google Shape;1991;p35"/>
                <p:cNvSpPr/>
                <p:nvPr/>
              </p:nvSpPr>
              <p:spPr>
                <a:xfrm>
                  <a:off x="3752172" y="4980190"/>
                  <a:ext cx="309014" cy="178474"/>
                </a:xfrm>
                <a:custGeom>
                  <a:avLst/>
                  <a:gdLst/>
                  <a:ahLst/>
                  <a:cxnLst/>
                  <a:rect l="l" t="t" r="r" b="b"/>
                  <a:pathLst>
                    <a:path w="309014" h="178474" extrusionOk="0">
                      <a:moveTo>
                        <a:pt x="45220" y="152186"/>
                      </a:moveTo>
                      <a:cubicBezTo>
                        <a:pt x="105609" y="187238"/>
                        <a:pt x="203526" y="187238"/>
                        <a:pt x="263723" y="152186"/>
                      </a:cubicBezTo>
                      <a:cubicBezTo>
                        <a:pt x="324112" y="117419"/>
                        <a:pt x="324112" y="60841"/>
                        <a:pt x="263723" y="26075"/>
                      </a:cubicBezTo>
                      <a:cubicBezTo>
                        <a:pt x="203526" y="-8692"/>
                        <a:pt x="105609" y="-8692"/>
                        <a:pt x="45220" y="26075"/>
                      </a:cubicBezTo>
                      <a:cubicBezTo>
                        <a:pt x="-15073" y="60841"/>
                        <a:pt x="-15073" y="117324"/>
                        <a:pt x="45220" y="15218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2" name="Google Shape;1992;p35"/>
                <p:cNvSpPr/>
                <p:nvPr/>
              </p:nvSpPr>
              <p:spPr>
                <a:xfrm>
                  <a:off x="3760768" y="4985524"/>
                  <a:ext cx="291917" cy="168568"/>
                </a:xfrm>
                <a:custGeom>
                  <a:avLst/>
                  <a:gdLst/>
                  <a:ahLst/>
                  <a:cxnLst/>
                  <a:rect l="l" t="t" r="r" b="b"/>
                  <a:pathLst>
                    <a:path w="291917" h="168568" extrusionOk="0">
                      <a:moveTo>
                        <a:pt x="42720" y="143708"/>
                      </a:moveTo>
                      <a:cubicBezTo>
                        <a:pt x="99774" y="176855"/>
                        <a:pt x="192262" y="176855"/>
                        <a:pt x="249126" y="143708"/>
                      </a:cubicBezTo>
                      <a:cubicBezTo>
                        <a:pt x="306181" y="110847"/>
                        <a:pt x="306181" y="57507"/>
                        <a:pt x="249126" y="24646"/>
                      </a:cubicBezTo>
                      <a:cubicBezTo>
                        <a:pt x="192262" y="-8215"/>
                        <a:pt x="99774" y="-8215"/>
                        <a:pt x="42720" y="24646"/>
                      </a:cubicBezTo>
                      <a:cubicBezTo>
                        <a:pt x="-14240" y="57507"/>
                        <a:pt x="-14240" y="110847"/>
                        <a:pt x="42720" y="14370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3" name="Google Shape;1993;p35"/>
                <p:cNvSpPr/>
                <p:nvPr/>
              </p:nvSpPr>
              <p:spPr>
                <a:xfrm>
                  <a:off x="3769793" y="4990263"/>
                  <a:ext cx="273962" cy="158257"/>
                </a:xfrm>
                <a:custGeom>
                  <a:avLst/>
                  <a:gdLst/>
                  <a:ahLst/>
                  <a:cxnLst/>
                  <a:rect l="l" t="t" r="r" b="b"/>
                  <a:pathLst>
                    <a:path w="273962" h="158257" extrusionOk="0">
                      <a:moveTo>
                        <a:pt x="40076" y="134969"/>
                      </a:moveTo>
                      <a:cubicBezTo>
                        <a:pt x="93607" y="166021"/>
                        <a:pt x="180475" y="166021"/>
                        <a:pt x="233815" y="134969"/>
                      </a:cubicBezTo>
                      <a:cubicBezTo>
                        <a:pt x="287346" y="104108"/>
                        <a:pt x="287346" y="54007"/>
                        <a:pt x="233815" y="23146"/>
                      </a:cubicBezTo>
                      <a:cubicBezTo>
                        <a:pt x="180475" y="-7715"/>
                        <a:pt x="93607" y="-7715"/>
                        <a:pt x="40076" y="23146"/>
                      </a:cubicBezTo>
                      <a:cubicBezTo>
                        <a:pt x="-13359" y="53912"/>
                        <a:pt x="-13359" y="104108"/>
                        <a:pt x="40076" y="13496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4" name="Google Shape;1994;p35"/>
                <p:cNvSpPr/>
                <p:nvPr/>
              </p:nvSpPr>
              <p:spPr>
                <a:xfrm>
                  <a:off x="3777342" y="4995073"/>
                  <a:ext cx="258770" cy="149471"/>
                </a:xfrm>
                <a:custGeom>
                  <a:avLst/>
                  <a:gdLst/>
                  <a:ahLst/>
                  <a:cxnLst/>
                  <a:rect l="l" t="t" r="r" b="b"/>
                  <a:pathLst>
                    <a:path w="258770" h="149471" extrusionOk="0">
                      <a:moveTo>
                        <a:pt x="37862" y="127397"/>
                      </a:moveTo>
                      <a:cubicBezTo>
                        <a:pt x="88440" y="156829"/>
                        <a:pt x="170450" y="156829"/>
                        <a:pt x="220837" y="127397"/>
                      </a:cubicBezTo>
                      <a:cubicBezTo>
                        <a:pt x="271415" y="98251"/>
                        <a:pt x="271415" y="50911"/>
                        <a:pt x="220837" y="21860"/>
                      </a:cubicBezTo>
                      <a:cubicBezTo>
                        <a:pt x="170450" y="-7287"/>
                        <a:pt x="88440" y="-7287"/>
                        <a:pt x="37862" y="21860"/>
                      </a:cubicBezTo>
                      <a:cubicBezTo>
                        <a:pt x="-12621" y="51007"/>
                        <a:pt x="-12621" y="98346"/>
                        <a:pt x="37862" y="127397"/>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5" name="Google Shape;1995;p35"/>
                <p:cNvSpPr/>
                <p:nvPr/>
              </p:nvSpPr>
              <p:spPr>
                <a:xfrm>
                  <a:off x="3784890" y="4999026"/>
                  <a:ext cx="243673" cy="140731"/>
                </a:xfrm>
                <a:custGeom>
                  <a:avLst/>
                  <a:gdLst/>
                  <a:ahLst/>
                  <a:cxnLst/>
                  <a:rect l="l" t="t" r="r" b="b"/>
                  <a:pathLst>
                    <a:path w="243673" h="140731" extrusionOk="0">
                      <a:moveTo>
                        <a:pt x="35647" y="120015"/>
                      </a:moveTo>
                      <a:cubicBezTo>
                        <a:pt x="83272" y="147638"/>
                        <a:pt x="160520" y="147638"/>
                        <a:pt x="207955" y="120015"/>
                      </a:cubicBezTo>
                      <a:cubicBezTo>
                        <a:pt x="255580" y="92583"/>
                        <a:pt x="255580" y="48006"/>
                        <a:pt x="207955" y="20574"/>
                      </a:cubicBezTo>
                      <a:cubicBezTo>
                        <a:pt x="160520" y="-6858"/>
                        <a:pt x="83272" y="-6858"/>
                        <a:pt x="35647" y="20574"/>
                      </a:cubicBezTo>
                      <a:cubicBezTo>
                        <a:pt x="-11882" y="48006"/>
                        <a:pt x="-11882" y="92583"/>
                        <a:pt x="35647" y="120015"/>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6" name="Google Shape;1996;p35"/>
                <p:cNvSpPr/>
                <p:nvPr/>
              </p:nvSpPr>
              <p:spPr>
                <a:xfrm>
                  <a:off x="3791677" y="5003217"/>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7" name="Google Shape;1997;p35"/>
                <p:cNvSpPr/>
                <p:nvPr/>
              </p:nvSpPr>
              <p:spPr>
                <a:xfrm>
                  <a:off x="3798702" y="5007098"/>
                  <a:ext cx="216074" cy="124753"/>
                </a:xfrm>
                <a:custGeom>
                  <a:avLst/>
                  <a:gdLst/>
                  <a:ahLst/>
                  <a:cxnLst/>
                  <a:rect l="l" t="t" r="r" b="b"/>
                  <a:pathLst>
                    <a:path w="216074" h="124753" extrusionOk="0">
                      <a:moveTo>
                        <a:pt x="31647" y="106323"/>
                      </a:moveTo>
                      <a:cubicBezTo>
                        <a:pt x="73843" y="130897"/>
                        <a:pt x="142327" y="130897"/>
                        <a:pt x="184428" y="106323"/>
                      </a:cubicBezTo>
                      <a:cubicBezTo>
                        <a:pt x="226624" y="82034"/>
                        <a:pt x="226624" y="42505"/>
                        <a:pt x="184428" y="18216"/>
                      </a:cubicBezTo>
                      <a:cubicBezTo>
                        <a:pt x="142327" y="-6072"/>
                        <a:pt x="73843" y="-6072"/>
                        <a:pt x="31647" y="18216"/>
                      </a:cubicBezTo>
                      <a:cubicBezTo>
                        <a:pt x="-10549" y="42505"/>
                        <a:pt x="-10549" y="82034"/>
                        <a:pt x="31647" y="106323"/>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8" name="Google Shape;1998;p35"/>
                <p:cNvSpPr/>
                <p:nvPr/>
              </p:nvSpPr>
              <p:spPr>
                <a:xfrm>
                  <a:off x="3804679" y="5010765"/>
                  <a:ext cx="204097" cy="117824"/>
                </a:xfrm>
                <a:custGeom>
                  <a:avLst/>
                  <a:gdLst/>
                  <a:ahLst/>
                  <a:cxnLst/>
                  <a:rect l="l" t="t" r="r" b="b"/>
                  <a:pathLst>
                    <a:path w="204097" h="117824" extrusionOk="0">
                      <a:moveTo>
                        <a:pt x="29861" y="100465"/>
                      </a:moveTo>
                      <a:cubicBezTo>
                        <a:pt x="69771" y="123611"/>
                        <a:pt x="134445" y="123611"/>
                        <a:pt x="174165" y="100465"/>
                      </a:cubicBezTo>
                      <a:cubicBezTo>
                        <a:pt x="214075" y="77510"/>
                        <a:pt x="214075" y="40172"/>
                        <a:pt x="174165" y="17216"/>
                      </a:cubicBezTo>
                      <a:cubicBezTo>
                        <a:pt x="134445" y="-5739"/>
                        <a:pt x="69771" y="-5739"/>
                        <a:pt x="29861" y="17216"/>
                      </a:cubicBezTo>
                      <a:cubicBezTo>
                        <a:pt x="-9954" y="40172"/>
                        <a:pt x="-9954" y="77510"/>
                        <a:pt x="29861" y="10046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9" name="Google Shape;1999;p35"/>
                <p:cNvSpPr/>
                <p:nvPr/>
              </p:nvSpPr>
              <p:spPr>
                <a:xfrm>
                  <a:off x="3810155" y="5013695"/>
                  <a:ext cx="193167" cy="111489"/>
                </a:xfrm>
                <a:custGeom>
                  <a:avLst/>
                  <a:gdLst/>
                  <a:ahLst/>
                  <a:cxnLst/>
                  <a:rect l="l" t="t" r="r" b="b"/>
                  <a:pathLst>
                    <a:path w="193167" h="111489" extrusionOk="0">
                      <a:moveTo>
                        <a:pt x="28289" y="95059"/>
                      </a:moveTo>
                      <a:cubicBezTo>
                        <a:pt x="66008" y="116967"/>
                        <a:pt x="127254" y="116967"/>
                        <a:pt x="164878" y="95059"/>
                      </a:cubicBezTo>
                      <a:cubicBezTo>
                        <a:pt x="202597" y="73342"/>
                        <a:pt x="202597" y="38005"/>
                        <a:pt x="164878" y="16288"/>
                      </a:cubicBezTo>
                      <a:cubicBezTo>
                        <a:pt x="127254" y="-5429"/>
                        <a:pt x="66103" y="-5429"/>
                        <a:pt x="28289" y="16288"/>
                      </a:cubicBezTo>
                      <a:cubicBezTo>
                        <a:pt x="-9430" y="38005"/>
                        <a:pt x="-9430" y="73342"/>
                        <a:pt x="28289" y="9505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0" name="Google Shape;2000;p35"/>
                <p:cNvSpPr/>
                <p:nvPr/>
              </p:nvSpPr>
              <p:spPr>
                <a:xfrm>
                  <a:off x="3815537" y="5017004"/>
                  <a:ext cx="182403" cy="105251"/>
                </a:xfrm>
                <a:custGeom>
                  <a:avLst/>
                  <a:gdLst/>
                  <a:ahLst/>
                  <a:cxnLst/>
                  <a:rect l="l" t="t" r="r" b="b"/>
                  <a:pathLst>
                    <a:path w="182403" h="105251" extrusionOk="0">
                      <a:moveTo>
                        <a:pt x="26718" y="89749"/>
                      </a:moveTo>
                      <a:cubicBezTo>
                        <a:pt x="62341" y="110419"/>
                        <a:pt x="120158" y="110419"/>
                        <a:pt x="155686" y="89749"/>
                      </a:cubicBezTo>
                      <a:cubicBezTo>
                        <a:pt x="191310" y="69271"/>
                        <a:pt x="191310" y="35838"/>
                        <a:pt x="155686" y="15359"/>
                      </a:cubicBezTo>
                      <a:cubicBezTo>
                        <a:pt x="120158" y="-5120"/>
                        <a:pt x="62341" y="-5120"/>
                        <a:pt x="26718" y="15359"/>
                      </a:cubicBezTo>
                      <a:cubicBezTo>
                        <a:pt x="-8906" y="35933"/>
                        <a:pt x="-8906" y="69271"/>
                        <a:pt x="26718" y="8974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1" name="Google Shape;2001;p35"/>
                <p:cNvSpPr/>
                <p:nvPr/>
              </p:nvSpPr>
              <p:spPr>
                <a:xfrm>
                  <a:off x="3820824" y="5019862"/>
                  <a:ext cx="171807" cy="99250"/>
                </a:xfrm>
                <a:custGeom>
                  <a:avLst/>
                  <a:gdLst/>
                  <a:ahLst/>
                  <a:cxnLst/>
                  <a:rect l="l" t="t" r="r" b="b"/>
                  <a:pathLst>
                    <a:path w="171807" h="99250" extrusionOk="0">
                      <a:moveTo>
                        <a:pt x="25146" y="84606"/>
                      </a:moveTo>
                      <a:cubicBezTo>
                        <a:pt x="58769"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2" name="Google Shape;2002;p35"/>
                <p:cNvSpPr/>
                <p:nvPr/>
              </p:nvSpPr>
              <p:spPr>
                <a:xfrm>
                  <a:off x="3825681" y="5022743"/>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2004"/>
                        <a:pt x="138493" y="13716"/>
                      </a:cubicBezTo>
                      <a:cubicBezTo>
                        <a:pt x="106870" y="-4572"/>
                        <a:pt x="55435" y="-4572"/>
                        <a:pt x="23717" y="13716"/>
                      </a:cubicBezTo>
                      <a:cubicBezTo>
                        <a:pt x="-7906" y="32004"/>
                        <a:pt x="-7906" y="61627"/>
                        <a:pt x="23717" y="7991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3" name="Google Shape;2003;p35"/>
                <p:cNvSpPr/>
                <p:nvPr/>
              </p:nvSpPr>
              <p:spPr>
                <a:xfrm>
                  <a:off x="3830539" y="5025505"/>
                  <a:ext cx="152304" cy="87892"/>
                </a:xfrm>
                <a:custGeom>
                  <a:avLst/>
                  <a:gdLst/>
                  <a:ahLst/>
                  <a:cxnLst/>
                  <a:rect l="l" t="t" r="r" b="b"/>
                  <a:pathLst>
                    <a:path w="152304" h="87892" extrusionOk="0">
                      <a:moveTo>
                        <a:pt x="22288" y="74962"/>
                      </a:moveTo>
                      <a:cubicBezTo>
                        <a:pt x="52102" y="92202"/>
                        <a:pt x="100298" y="92202"/>
                        <a:pt x="130016" y="74962"/>
                      </a:cubicBezTo>
                      <a:cubicBezTo>
                        <a:pt x="159734" y="57817"/>
                        <a:pt x="159734" y="30004"/>
                        <a:pt x="130016" y="12859"/>
                      </a:cubicBezTo>
                      <a:cubicBezTo>
                        <a:pt x="100298" y="-4286"/>
                        <a:pt x="52102" y="-4286"/>
                        <a:pt x="22288" y="12859"/>
                      </a:cubicBezTo>
                      <a:cubicBezTo>
                        <a:pt x="-7429" y="30004"/>
                        <a:pt x="-7429" y="57817"/>
                        <a:pt x="22288" y="74962"/>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4" name="Google Shape;2004;p35"/>
                <p:cNvSpPr/>
                <p:nvPr/>
              </p:nvSpPr>
              <p:spPr>
                <a:xfrm>
                  <a:off x="3834801" y="5028125"/>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5" name="Google Shape;2005;p35"/>
                <p:cNvSpPr/>
                <p:nvPr/>
              </p:nvSpPr>
              <p:spPr>
                <a:xfrm>
                  <a:off x="3841921" y="5032387"/>
                  <a:ext cx="129635" cy="74794"/>
                </a:xfrm>
                <a:custGeom>
                  <a:avLst/>
                  <a:gdLst/>
                  <a:ahLst/>
                  <a:cxnLst/>
                  <a:rect l="l" t="t" r="r" b="b"/>
                  <a:pathLst>
                    <a:path w="129635" h="74794" extrusionOk="0">
                      <a:moveTo>
                        <a:pt x="19002" y="63794"/>
                      </a:moveTo>
                      <a:cubicBezTo>
                        <a:pt x="44339" y="78462"/>
                        <a:pt x="85392" y="78462"/>
                        <a:pt x="110633" y="63794"/>
                      </a:cubicBezTo>
                      <a:cubicBezTo>
                        <a:pt x="135969" y="49220"/>
                        <a:pt x="135969" y="25503"/>
                        <a:pt x="110633" y="10930"/>
                      </a:cubicBezTo>
                      <a:cubicBezTo>
                        <a:pt x="85392" y="-3643"/>
                        <a:pt x="44339" y="-3643"/>
                        <a:pt x="19002" y="10930"/>
                      </a:cubicBezTo>
                      <a:cubicBezTo>
                        <a:pt x="-6334" y="25503"/>
                        <a:pt x="-6334" y="49220"/>
                        <a:pt x="19002" y="637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6" name="Google Shape;2006;p35"/>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07" name="Google Shape;2007;p35"/>
              <p:cNvGrpSpPr/>
              <p:nvPr/>
            </p:nvGrpSpPr>
            <p:grpSpPr>
              <a:xfrm>
                <a:off x="3703857" y="4939685"/>
                <a:ext cx="405669" cy="247649"/>
                <a:chOff x="3703857" y="4939685"/>
                <a:chExt cx="405669" cy="247649"/>
              </a:xfrm>
            </p:grpSpPr>
            <p:sp>
              <p:nvSpPr>
                <p:cNvPr id="2008" name="Google Shape;2008;p35"/>
                <p:cNvSpPr/>
                <p:nvPr/>
              </p:nvSpPr>
              <p:spPr>
                <a:xfrm>
                  <a:off x="3703857" y="4953115"/>
                  <a:ext cx="405574" cy="234219"/>
                </a:xfrm>
                <a:custGeom>
                  <a:avLst/>
                  <a:gdLst/>
                  <a:ahLst/>
                  <a:cxnLst/>
                  <a:rect l="l" t="t" r="r" b="b"/>
                  <a:pathLst>
                    <a:path w="405574" h="234219"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824"/>
                      </a:lnTo>
                      <a:lnTo>
                        <a:pt x="0" y="117824"/>
                      </a:lnTo>
                      <a:cubicBezTo>
                        <a:pt x="381" y="147542"/>
                        <a:pt x="20098" y="177165"/>
                        <a:pt x="59341" y="199930"/>
                      </a:cubicBezTo>
                      <a:cubicBezTo>
                        <a:pt x="138589" y="245650"/>
                        <a:pt x="266986" y="245650"/>
                        <a:pt x="346138" y="199930"/>
                      </a:cubicBezTo>
                      <a:cubicBezTo>
                        <a:pt x="385763" y="177070"/>
                        <a:pt x="405574" y="147066"/>
                        <a:pt x="405574" y="117157"/>
                      </a:cubicBezTo>
                      <a:lnTo>
                        <a:pt x="405574" y="103823"/>
                      </a:lnTo>
                      <a:lnTo>
                        <a:pt x="404241" y="103823"/>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910"/>
                      </a:cubicBezTo>
                      <a:close/>
                      <a:moveTo>
                        <a:pt x="40957" y="126873"/>
                      </a:moveTo>
                      <a:cubicBezTo>
                        <a:pt x="31432" y="126873"/>
                        <a:pt x="23717" y="122396"/>
                        <a:pt x="23717" y="116967"/>
                      </a:cubicBezTo>
                      <a:cubicBezTo>
                        <a:pt x="23717" y="111538"/>
                        <a:pt x="31432" y="107061"/>
                        <a:pt x="40957" y="107061"/>
                      </a:cubicBezTo>
                      <a:lnTo>
                        <a:pt x="111062" y="107061"/>
                      </a:lnTo>
                      <a:cubicBezTo>
                        <a:pt x="120587" y="107061"/>
                        <a:pt x="128302" y="111538"/>
                        <a:pt x="128302" y="116967"/>
                      </a:cubicBezTo>
                      <a:cubicBezTo>
                        <a:pt x="128302" y="122396"/>
                        <a:pt x="120587" y="126873"/>
                        <a:pt x="111062" y="126873"/>
                      </a:cubicBezTo>
                      <a:lnTo>
                        <a:pt x="40957" y="126873"/>
                      </a:lnTo>
                      <a:close/>
                      <a:moveTo>
                        <a:pt x="150114" y="161354"/>
                      </a:moveTo>
                      <a:lnTo>
                        <a:pt x="100489" y="190024"/>
                      </a:lnTo>
                      <a:cubicBezTo>
                        <a:pt x="93726" y="193929"/>
                        <a:pt x="82867" y="193929"/>
                        <a:pt x="76105" y="190024"/>
                      </a:cubicBezTo>
                      <a:cubicBezTo>
                        <a:pt x="69342" y="186119"/>
                        <a:pt x="69342" y="179832"/>
                        <a:pt x="76105" y="176022"/>
                      </a:cubicBezTo>
                      <a:lnTo>
                        <a:pt x="125730" y="147352"/>
                      </a:lnTo>
                      <a:cubicBezTo>
                        <a:pt x="132493" y="143447"/>
                        <a:pt x="143351" y="143447"/>
                        <a:pt x="150019" y="147352"/>
                      </a:cubicBezTo>
                      <a:cubicBezTo>
                        <a:pt x="156781" y="151257"/>
                        <a:pt x="156781" y="157544"/>
                        <a:pt x="150019" y="161354"/>
                      </a:cubicBezTo>
                      <a:close/>
                      <a:moveTo>
                        <a:pt x="185547" y="23431"/>
                      </a:moveTo>
                      <a:cubicBezTo>
                        <a:pt x="185547" y="17907"/>
                        <a:pt x="193262" y="13525"/>
                        <a:pt x="202787" y="13525"/>
                      </a:cubicBezTo>
                      <a:cubicBezTo>
                        <a:pt x="212312" y="13525"/>
                        <a:pt x="220027" y="18002"/>
                        <a:pt x="220027" y="23431"/>
                      </a:cubicBezTo>
                      <a:lnTo>
                        <a:pt x="220027" y="63913"/>
                      </a:lnTo>
                      <a:cubicBezTo>
                        <a:pt x="220027" y="69437"/>
                        <a:pt x="212312" y="73819"/>
                        <a:pt x="202787" y="73819"/>
                      </a:cubicBezTo>
                      <a:cubicBezTo>
                        <a:pt x="193262" y="73819"/>
                        <a:pt x="185547" y="69342"/>
                        <a:pt x="185547" y="63913"/>
                      </a:cubicBezTo>
                      <a:lnTo>
                        <a:pt x="185547" y="23431"/>
                      </a:lnTo>
                      <a:close/>
                      <a:moveTo>
                        <a:pt x="202787" y="220218"/>
                      </a:moveTo>
                      <a:cubicBezTo>
                        <a:pt x="193262" y="220218"/>
                        <a:pt x="185547" y="215741"/>
                        <a:pt x="185547" y="210312"/>
                      </a:cubicBezTo>
                      <a:lnTo>
                        <a:pt x="185547" y="169831"/>
                      </a:lnTo>
                      <a:cubicBezTo>
                        <a:pt x="185547" y="164306"/>
                        <a:pt x="193262" y="159925"/>
                        <a:pt x="202787" y="159925"/>
                      </a:cubicBezTo>
                      <a:cubicBezTo>
                        <a:pt x="212312" y="159925"/>
                        <a:pt x="220027" y="164402"/>
                        <a:pt x="220027" y="169831"/>
                      </a:cubicBezTo>
                      <a:lnTo>
                        <a:pt x="220027" y="210312"/>
                      </a:lnTo>
                      <a:cubicBezTo>
                        <a:pt x="220027" y="215837"/>
                        <a:pt x="212312" y="220218"/>
                        <a:pt x="202787" y="220218"/>
                      </a:cubicBezTo>
                      <a:close/>
                      <a:moveTo>
                        <a:pt x="255460" y="72390"/>
                      </a:moveTo>
                      <a:lnTo>
                        <a:pt x="305086" y="43720"/>
                      </a:lnTo>
                      <a:cubicBezTo>
                        <a:pt x="311848" y="39815"/>
                        <a:pt x="322707" y="39815"/>
                        <a:pt x="329374" y="43720"/>
                      </a:cubicBezTo>
                      <a:cubicBezTo>
                        <a:pt x="336137" y="47625"/>
                        <a:pt x="336137" y="53912"/>
                        <a:pt x="329374" y="57722"/>
                      </a:cubicBezTo>
                      <a:lnTo>
                        <a:pt x="279749" y="86392"/>
                      </a:lnTo>
                      <a:cubicBezTo>
                        <a:pt x="272987" y="90297"/>
                        <a:pt x="262128" y="90297"/>
                        <a:pt x="255460" y="86392"/>
                      </a:cubicBezTo>
                      <a:cubicBezTo>
                        <a:pt x="248698" y="82487"/>
                        <a:pt x="248698" y="76200"/>
                        <a:pt x="255460" y="72390"/>
                      </a:cubicBezTo>
                      <a:close/>
                      <a:moveTo>
                        <a:pt x="329374" y="189929"/>
                      </a:moveTo>
                      <a:cubicBezTo>
                        <a:pt x="322612" y="193834"/>
                        <a:pt x="311753" y="193834"/>
                        <a:pt x="305086" y="189929"/>
                      </a:cubicBezTo>
                      <a:lnTo>
                        <a:pt x="255460" y="161258"/>
                      </a:lnTo>
                      <a:cubicBezTo>
                        <a:pt x="248698" y="157353"/>
                        <a:pt x="248698" y="151066"/>
                        <a:pt x="255460" y="147256"/>
                      </a:cubicBezTo>
                      <a:cubicBezTo>
                        <a:pt x="262223" y="143351"/>
                        <a:pt x="273082" y="143351"/>
                        <a:pt x="279749" y="147256"/>
                      </a:cubicBezTo>
                      <a:lnTo>
                        <a:pt x="329374" y="175927"/>
                      </a:lnTo>
                      <a:cubicBezTo>
                        <a:pt x="336137" y="179832"/>
                        <a:pt x="336137" y="186119"/>
                        <a:pt x="329374" y="189929"/>
                      </a:cubicBezTo>
                      <a:close/>
                      <a:moveTo>
                        <a:pt x="364617" y="126778"/>
                      </a:moveTo>
                      <a:lnTo>
                        <a:pt x="294418" y="126778"/>
                      </a:lnTo>
                      <a:cubicBezTo>
                        <a:pt x="284893" y="126778"/>
                        <a:pt x="277177" y="122301"/>
                        <a:pt x="277177" y="116872"/>
                      </a:cubicBezTo>
                      <a:cubicBezTo>
                        <a:pt x="277177" y="111442"/>
                        <a:pt x="284893" y="106966"/>
                        <a:pt x="294418" y="106966"/>
                      </a:cubicBezTo>
                      <a:lnTo>
                        <a:pt x="364617" y="106966"/>
                      </a:lnTo>
                      <a:cubicBezTo>
                        <a:pt x="374142" y="106966"/>
                        <a:pt x="381857" y="111442"/>
                        <a:pt x="381857" y="116872"/>
                      </a:cubicBezTo>
                      <a:cubicBezTo>
                        <a:pt x="381857" y="122301"/>
                        <a:pt x="374142" y="126778"/>
                        <a:pt x="364617" y="126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9" name="Google Shape;2009;p35"/>
                <p:cNvSpPr/>
                <p:nvPr/>
              </p:nvSpPr>
              <p:spPr>
                <a:xfrm>
                  <a:off x="3703928" y="4939685"/>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105"/>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8"/>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117"/>
                      </a:cubicBezTo>
                      <a:lnTo>
                        <a:pt x="125658" y="147447"/>
                      </a:lnTo>
                      <a:cubicBezTo>
                        <a:pt x="132421" y="143542"/>
                        <a:pt x="143280" y="143542"/>
                        <a:pt x="149947" y="147447"/>
                      </a:cubicBezTo>
                      <a:cubicBezTo>
                        <a:pt x="156710" y="151352"/>
                        <a:pt x="156710" y="157639"/>
                        <a:pt x="149947" y="161544"/>
                      </a:cubicBezTo>
                      <a:lnTo>
                        <a:pt x="100322" y="190214"/>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9"/>
                      </a:moveTo>
                      <a:cubicBezTo>
                        <a:pt x="193096" y="220409"/>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9"/>
                        <a:pt x="202621" y="220409"/>
                      </a:cubicBezTo>
                      <a:close/>
                      <a:moveTo>
                        <a:pt x="304919" y="190119"/>
                      </a:moveTo>
                      <a:lnTo>
                        <a:pt x="255294" y="161449"/>
                      </a:lnTo>
                      <a:cubicBezTo>
                        <a:pt x="248531" y="157544"/>
                        <a:pt x="248531" y="151257"/>
                        <a:pt x="255294" y="147352"/>
                      </a:cubicBezTo>
                      <a:cubicBezTo>
                        <a:pt x="262057" y="143447"/>
                        <a:pt x="272915" y="143447"/>
                        <a:pt x="279583" y="147352"/>
                      </a:cubicBezTo>
                      <a:lnTo>
                        <a:pt x="329208" y="176022"/>
                      </a:lnTo>
                      <a:cubicBezTo>
                        <a:pt x="335971" y="179927"/>
                        <a:pt x="335971" y="186214"/>
                        <a:pt x="329208" y="190024"/>
                      </a:cubicBezTo>
                      <a:cubicBezTo>
                        <a:pt x="322445" y="193929"/>
                        <a:pt x="311587" y="193929"/>
                        <a:pt x="304919"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0" name="Google Shape;2010;p35"/>
                <p:cNvSpPr/>
                <p:nvPr/>
              </p:nvSpPr>
              <p:spPr>
                <a:xfrm>
                  <a:off x="3849512" y="5023791"/>
                  <a:ext cx="114454" cy="46386"/>
                </a:xfrm>
                <a:custGeom>
                  <a:avLst/>
                  <a:gdLst/>
                  <a:ahLst/>
                  <a:cxnLst/>
                  <a:rect l="l" t="t" r="r" b="b"/>
                  <a:pathLst>
                    <a:path w="114454" h="46386" extrusionOk="0">
                      <a:moveTo>
                        <a:pt x="109615" y="46387"/>
                      </a:moveTo>
                      <a:cubicBezTo>
                        <a:pt x="106852" y="42767"/>
                        <a:pt x="102852" y="39338"/>
                        <a:pt x="97708" y="36385"/>
                      </a:cubicBezTo>
                      <a:cubicBezTo>
                        <a:pt x="75325" y="23432"/>
                        <a:pt x="39130" y="23432"/>
                        <a:pt x="16746" y="36385"/>
                      </a:cubicBezTo>
                      <a:cubicBezTo>
                        <a:pt x="11602" y="39338"/>
                        <a:pt x="7602" y="42767"/>
                        <a:pt x="4840" y="46387"/>
                      </a:cubicBezTo>
                      <a:cubicBezTo>
                        <a:pt x="-4400" y="34290"/>
                        <a:pt x="-399" y="19622"/>
                        <a:pt x="16746" y="9716"/>
                      </a:cubicBezTo>
                      <a:cubicBezTo>
                        <a:pt x="39130" y="-3239"/>
                        <a:pt x="75325" y="-3239"/>
                        <a:pt x="97708" y="9716"/>
                      </a:cubicBezTo>
                      <a:cubicBezTo>
                        <a:pt x="114853"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1" name="Google Shape;2011;p35"/>
                <p:cNvSpPr/>
                <p:nvPr/>
              </p:nvSpPr>
              <p:spPr>
                <a:xfrm>
                  <a:off x="3854351" y="5050461"/>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
        <p:nvSpPr>
          <p:cNvPr id="10" name="Google Shape;1886;p35">
            <a:extLst>
              <a:ext uri="{FF2B5EF4-FFF2-40B4-BE49-F238E27FC236}">
                <a16:creationId xmlns:a16="http://schemas.microsoft.com/office/drawing/2014/main" id="{92274E6E-029B-BCB8-C86E-42D7F5AF083C}"/>
              </a:ext>
            </a:extLst>
          </p:cNvPr>
          <p:cNvSpPr/>
          <p:nvPr/>
        </p:nvSpPr>
        <p:spPr>
          <a:xfrm>
            <a:off x="1012781" y="2135305"/>
            <a:ext cx="534914" cy="494657"/>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50">
              <a:latin typeface="Mulish"/>
              <a:ea typeface="Mulish"/>
              <a:cs typeface="Mulish"/>
              <a:sym typeface="Mulish"/>
            </a:endParaRPr>
          </a:p>
        </p:txBody>
      </p:sp>
      <p:sp>
        <p:nvSpPr>
          <p:cNvPr id="11" name="Google Shape;1892;p35">
            <a:extLst>
              <a:ext uri="{FF2B5EF4-FFF2-40B4-BE49-F238E27FC236}">
                <a16:creationId xmlns:a16="http://schemas.microsoft.com/office/drawing/2014/main" id="{741606F1-B8CC-6B70-9941-B0DC147CCD37}"/>
              </a:ext>
            </a:extLst>
          </p:cNvPr>
          <p:cNvSpPr txBox="1">
            <a:spLocks/>
          </p:cNvSpPr>
          <p:nvPr/>
        </p:nvSpPr>
        <p:spPr>
          <a:xfrm>
            <a:off x="1039023" y="2201905"/>
            <a:ext cx="498603" cy="40946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1pPr>
            <a:lvl2pPr marR="0" lvl="1"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2pPr>
            <a:lvl3pPr marR="0" lvl="2"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3pPr>
            <a:lvl4pPr marR="0" lvl="3"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4pPr>
            <a:lvl5pPr marR="0" lvl="4"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5pPr>
            <a:lvl6pPr marR="0" lvl="5"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6pPr>
            <a:lvl7pPr marR="0" lvl="6"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7pPr>
            <a:lvl8pPr marR="0" lvl="7"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8pPr>
            <a:lvl9pPr marR="0" lvl="8"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9pPr>
          </a:lstStyle>
          <a:p>
            <a:r>
              <a:rPr lang="en" sz="2000" dirty="0"/>
              <a:t>02</a:t>
            </a:r>
          </a:p>
        </p:txBody>
      </p:sp>
      <p:sp>
        <p:nvSpPr>
          <p:cNvPr id="12" name="Google Shape;1896;p35">
            <a:extLst>
              <a:ext uri="{FF2B5EF4-FFF2-40B4-BE49-F238E27FC236}">
                <a16:creationId xmlns:a16="http://schemas.microsoft.com/office/drawing/2014/main" id="{B40BE37D-6D18-AA79-D188-9CC05F352EA8}"/>
              </a:ext>
            </a:extLst>
          </p:cNvPr>
          <p:cNvSpPr txBox="1">
            <a:spLocks/>
          </p:cNvSpPr>
          <p:nvPr/>
        </p:nvSpPr>
        <p:spPr>
          <a:xfrm>
            <a:off x="1656024" y="2195137"/>
            <a:ext cx="2919300" cy="423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Barlow"/>
                <a:ea typeface="Barlow"/>
                <a:cs typeface="Barlow"/>
                <a:sym typeface="Barlow"/>
              </a:defRPr>
            </a:lvl1pPr>
            <a:lvl2pPr marL="914400" marR="0" lvl="1"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US" dirty="0"/>
              <a:t>Problem Statement</a:t>
            </a:r>
          </a:p>
        </p:txBody>
      </p:sp>
      <p:sp>
        <p:nvSpPr>
          <p:cNvPr id="25" name="Google Shape;1886;p35">
            <a:extLst>
              <a:ext uri="{FF2B5EF4-FFF2-40B4-BE49-F238E27FC236}">
                <a16:creationId xmlns:a16="http://schemas.microsoft.com/office/drawing/2014/main" id="{9D3C9F74-C981-627A-4C96-B97A4A941700}"/>
              </a:ext>
            </a:extLst>
          </p:cNvPr>
          <p:cNvSpPr/>
          <p:nvPr/>
        </p:nvSpPr>
        <p:spPr>
          <a:xfrm>
            <a:off x="1012781" y="2853313"/>
            <a:ext cx="534914" cy="494657"/>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50">
              <a:latin typeface="Mulish"/>
              <a:ea typeface="Mulish"/>
              <a:cs typeface="Mulish"/>
              <a:sym typeface="Mulish"/>
            </a:endParaRPr>
          </a:p>
        </p:txBody>
      </p:sp>
      <p:sp>
        <p:nvSpPr>
          <p:cNvPr id="26" name="Google Shape;1892;p35">
            <a:extLst>
              <a:ext uri="{FF2B5EF4-FFF2-40B4-BE49-F238E27FC236}">
                <a16:creationId xmlns:a16="http://schemas.microsoft.com/office/drawing/2014/main" id="{C104CF44-95A0-C757-BB0D-D09CA7256221}"/>
              </a:ext>
            </a:extLst>
          </p:cNvPr>
          <p:cNvSpPr txBox="1">
            <a:spLocks/>
          </p:cNvSpPr>
          <p:nvPr/>
        </p:nvSpPr>
        <p:spPr>
          <a:xfrm>
            <a:off x="1039023" y="2919913"/>
            <a:ext cx="498603" cy="40946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1pPr>
            <a:lvl2pPr marR="0" lvl="1"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2pPr>
            <a:lvl3pPr marR="0" lvl="2"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3pPr>
            <a:lvl4pPr marR="0" lvl="3"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4pPr>
            <a:lvl5pPr marR="0" lvl="4"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5pPr>
            <a:lvl6pPr marR="0" lvl="5"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6pPr>
            <a:lvl7pPr marR="0" lvl="6"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7pPr>
            <a:lvl8pPr marR="0" lvl="7"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8pPr>
            <a:lvl9pPr marR="0" lvl="8"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9pPr>
          </a:lstStyle>
          <a:p>
            <a:r>
              <a:rPr lang="en" sz="2000" dirty="0"/>
              <a:t>03</a:t>
            </a:r>
          </a:p>
        </p:txBody>
      </p:sp>
      <p:sp>
        <p:nvSpPr>
          <p:cNvPr id="27" name="Google Shape;1896;p35">
            <a:extLst>
              <a:ext uri="{FF2B5EF4-FFF2-40B4-BE49-F238E27FC236}">
                <a16:creationId xmlns:a16="http://schemas.microsoft.com/office/drawing/2014/main" id="{E8901A64-96C2-8813-EB7E-F043E79E66E0}"/>
              </a:ext>
            </a:extLst>
          </p:cNvPr>
          <p:cNvSpPr txBox="1">
            <a:spLocks/>
          </p:cNvSpPr>
          <p:nvPr/>
        </p:nvSpPr>
        <p:spPr>
          <a:xfrm>
            <a:off x="1656024" y="2913145"/>
            <a:ext cx="2919300" cy="423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Barlow"/>
                <a:ea typeface="Barlow"/>
                <a:cs typeface="Barlow"/>
                <a:sym typeface="Barlow"/>
              </a:defRPr>
            </a:lvl1pPr>
            <a:lvl2pPr marL="914400" marR="0" lvl="1"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US" dirty="0"/>
              <a:t>Proposed Solution</a:t>
            </a:r>
          </a:p>
        </p:txBody>
      </p:sp>
      <p:sp>
        <p:nvSpPr>
          <p:cNvPr id="28" name="Google Shape;1886;p35">
            <a:extLst>
              <a:ext uri="{FF2B5EF4-FFF2-40B4-BE49-F238E27FC236}">
                <a16:creationId xmlns:a16="http://schemas.microsoft.com/office/drawing/2014/main" id="{C4A19346-701A-2843-4811-1B370350D810}"/>
              </a:ext>
            </a:extLst>
          </p:cNvPr>
          <p:cNvSpPr/>
          <p:nvPr/>
        </p:nvSpPr>
        <p:spPr>
          <a:xfrm>
            <a:off x="1012781" y="3514562"/>
            <a:ext cx="534914" cy="494657"/>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50">
              <a:latin typeface="Mulish"/>
              <a:ea typeface="Mulish"/>
              <a:cs typeface="Mulish"/>
              <a:sym typeface="Mulish"/>
            </a:endParaRPr>
          </a:p>
        </p:txBody>
      </p:sp>
      <p:sp>
        <p:nvSpPr>
          <p:cNvPr id="29" name="Google Shape;1892;p35">
            <a:extLst>
              <a:ext uri="{FF2B5EF4-FFF2-40B4-BE49-F238E27FC236}">
                <a16:creationId xmlns:a16="http://schemas.microsoft.com/office/drawing/2014/main" id="{07E0676A-1863-3630-35DF-EE87A91CE732}"/>
              </a:ext>
            </a:extLst>
          </p:cNvPr>
          <p:cNvSpPr txBox="1">
            <a:spLocks/>
          </p:cNvSpPr>
          <p:nvPr/>
        </p:nvSpPr>
        <p:spPr>
          <a:xfrm>
            <a:off x="1039023" y="3581162"/>
            <a:ext cx="498603" cy="40946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1pPr>
            <a:lvl2pPr marR="0" lvl="1"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2pPr>
            <a:lvl3pPr marR="0" lvl="2"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3pPr>
            <a:lvl4pPr marR="0" lvl="3"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4pPr>
            <a:lvl5pPr marR="0" lvl="4"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5pPr>
            <a:lvl6pPr marR="0" lvl="5"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6pPr>
            <a:lvl7pPr marR="0" lvl="6"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7pPr>
            <a:lvl8pPr marR="0" lvl="7"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8pPr>
            <a:lvl9pPr marR="0" lvl="8"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9pPr>
          </a:lstStyle>
          <a:p>
            <a:r>
              <a:rPr lang="en" sz="2000" dirty="0"/>
              <a:t>04</a:t>
            </a:r>
          </a:p>
        </p:txBody>
      </p:sp>
      <p:sp>
        <p:nvSpPr>
          <p:cNvPr id="30" name="Google Shape;1896;p35">
            <a:extLst>
              <a:ext uri="{FF2B5EF4-FFF2-40B4-BE49-F238E27FC236}">
                <a16:creationId xmlns:a16="http://schemas.microsoft.com/office/drawing/2014/main" id="{2810A8F1-5019-7E02-989A-3C1111F5612D}"/>
              </a:ext>
            </a:extLst>
          </p:cNvPr>
          <p:cNvSpPr txBox="1">
            <a:spLocks/>
          </p:cNvSpPr>
          <p:nvPr/>
        </p:nvSpPr>
        <p:spPr>
          <a:xfrm>
            <a:off x="1656024" y="3574394"/>
            <a:ext cx="2919300" cy="423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Barlow"/>
                <a:ea typeface="Barlow"/>
                <a:cs typeface="Barlow"/>
                <a:sym typeface="Barlow"/>
              </a:defRPr>
            </a:lvl1pPr>
            <a:lvl2pPr marL="914400" marR="0" lvl="1"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US" dirty="0"/>
              <a:t>Related Works</a:t>
            </a:r>
          </a:p>
        </p:txBody>
      </p:sp>
      <p:sp>
        <p:nvSpPr>
          <p:cNvPr id="31" name="Google Shape;1886;p35">
            <a:extLst>
              <a:ext uri="{FF2B5EF4-FFF2-40B4-BE49-F238E27FC236}">
                <a16:creationId xmlns:a16="http://schemas.microsoft.com/office/drawing/2014/main" id="{1E33E456-893D-D7C2-3B60-C8C566B2D353}"/>
              </a:ext>
            </a:extLst>
          </p:cNvPr>
          <p:cNvSpPr/>
          <p:nvPr/>
        </p:nvSpPr>
        <p:spPr>
          <a:xfrm>
            <a:off x="4861457" y="1474056"/>
            <a:ext cx="534914" cy="494657"/>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50">
              <a:latin typeface="Mulish"/>
              <a:ea typeface="Mulish"/>
              <a:cs typeface="Mulish"/>
              <a:sym typeface="Mulish"/>
            </a:endParaRPr>
          </a:p>
        </p:txBody>
      </p:sp>
      <p:sp>
        <p:nvSpPr>
          <p:cNvPr id="32" name="Google Shape;1892;p35">
            <a:extLst>
              <a:ext uri="{FF2B5EF4-FFF2-40B4-BE49-F238E27FC236}">
                <a16:creationId xmlns:a16="http://schemas.microsoft.com/office/drawing/2014/main" id="{C044FD64-C06F-4750-9B66-4633C517CB47}"/>
              </a:ext>
            </a:extLst>
          </p:cNvPr>
          <p:cNvSpPr txBox="1">
            <a:spLocks/>
          </p:cNvSpPr>
          <p:nvPr/>
        </p:nvSpPr>
        <p:spPr>
          <a:xfrm>
            <a:off x="4887699" y="1540656"/>
            <a:ext cx="498603" cy="40946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1pPr>
            <a:lvl2pPr marR="0" lvl="1"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2pPr>
            <a:lvl3pPr marR="0" lvl="2"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3pPr>
            <a:lvl4pPr marR="0" lvl="3"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4pPr>
            <a:lvl5pPr marR="0" lvl="4"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5pPr>
            <a:lvl6pPr marR="0" lvl="5"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6pPr>
            <a:lvl7pPr marR="0" lvl="6"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7pPr>
            <a:lvl8pPr marR="0" lvl="7"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8pPr>
            <a:lvl9pPr marR="0" lvl="8"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9pPr>
          </a:lstStyle>
          <a:p>
            <a:r>
              <a:rPr lang="en" sz="2000" dirty="0"/>
              <a:t>05</a:t>
            </a:r>
          </a:p>
        </p:txBody>
      </p:sp>
      <p:sp>
        <p:nvSpPr>
          <p:cNvPr id="33" name="Google Shape;1896;p35">
            <a:extLst>
              <a:ext uri="{FF2B5EF4-FFF2-40B4-BE49-F238E27FC236}">
                <a16:creationId xmlns:a16="http://schemas.microsoft.com/office/drawing/2014/main" id="{5A0878B8-569A-287A-DEAC-45E202F05881}"/>
              </a:ext>
            </a:extLst>
          </p:cNvPr>
          <p:cNvSpPr txBox="1">
            <a:spLocks/>
          </p:cNvSpPr>
          <p:nvPr/>
        </p:nvSpPr>
        <p:spPr>
          <a:xfrm>
            <a:off x="5504700" y="1533888"/>
            <a:ext cx="2919300" cy="423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Barlow"/>
                <a:ea typeface="Barlow"/>
                <a:cs typeface="Barlow"/>
                <a:sym typeface="Barlow"/>
              </a:defRPr>
            </a:lvl1pPr>
            <a:lvl2pPr marL="914400" marR="0" lvl="1"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US" dirty="0"/>
              <a:t>System Architecture</a:t>
            </a:r>
          </a:p>
        </p:txBody>
      </p:sp>
      <p:sp>
        <p:nvSpPr>
          <p:cNvPr id="34" name="Google Shape;1886;p35">
            <a:extLst>
              <a:ext uri="{FF2B5EF4-FFF2-40B4-BE49-F238E27FC236}">
                <a16:creationId xmlns:a16="http://schemas.microsoft.com/office/drawing/2014/main" id="{25519097-BCD2-936E-7E0F-884233E95B1A}"/>
              </a:ext>
            </a:extLst>
          </p:cNvPr>
          <p:cNvSpPr/>
          <p:nvPr/>
        </p:nvSpPr>
        <p:spPr>
          <a:xfrm>
            <a:off x="4861457" y="2135305"/>
            <a:ext cx="534914" cy="494657"/>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50">
              <a:latin typeface="Mulish"/>
              <a:ea typeface="Mulish"/>
              <a:cs typeface="Mulish"/>
              <a:sym typeface="Mulish"/>
            </a:endParaRPr>
          </a:p>
        </p:txBody>
      </p:sp>
      <p:sp>
        <p:nvSpPr>
          <p:cNvPr id="35" name="Google Shape;1892;p35">
            <a:extLst>
              <a:ext uri="{FF2B5EF4-FFF2-40B4-BE49-F238E27FC236}">
                <a16:creationId xmlns:a16="http://schemas.microsoft.com/office/drawing/2014/main" id="{A7D63876-EE89-E4B7-9D84-76FEF1B6DD72}"/>
              </a:ext>
            </a:extLst>
          </p:cNvPr>
          <p:cNvSpPr txBox="1">
            <a:spLocks/>
          </p:cNvSpPr>
          <p:nvPr/>
        </p:nvSpPr>
        <p:spPr>
          <a:xfrm>
            <a:off x="4887699" y="2201905"/>
            <a:ext cx="498603" cy="40946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1pPr>
            <a:lvl2pPr marR="0" lvl="1"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2pPr>
            <a:lvl3pPr marR="0" lvl="2"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3pPr>
            <a:lvl4pPr marR="0" lvl="3"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4pPr>
            <a:lvl5pPr marR="0" lvl="4"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5pPr>
            <a:lvl6pPr marR="0" lvl="5"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6pPr>
            <a:lvl7pPr marR="0" lvl="6"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7pPr>
            <a:lvl8pPr marR="0" lvl="7"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8pPr>
            <a:lvl9pPr marR="0" lvl="8"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9pPr>
          </a:lstStyle>
          <a:p>
            <a:r>
              <a:rPr lang="en" sz="2000" dirty="0"/>
              <a:t>06</a:t>
            </a:r>
          </a:p>
        </p:txBody>
      </p:sp>
      <p:sp>
        <p:nvSpPr>
          <p:cNvPr id="36" name="Google Shape;1896;p35">
            <a:extLst>
              <a:ext uri="{FF2B5EF4-FFF2-40B4-BE49-F238E27FC236}">
                <a16:creationId xmlns:a16="http://schemas.microsoft.com/office/drawing/2014/main" id="{91DC7BB8-6242-D164-40D8-0818D068B237}"/>
              </a:ext>
            </a:extLst>
          </p:cNvPr>
          <p:cNvSpPr txBox="1">
            <a:spLocks/>
          </p:cNvSpPr>
          <p:nvPr/>
        </p:nvSpPr>
        <p:spPr>
          <a:xfrm>
            <a:off x="5504700" y="2195137"/>
            <a:ext cx="2919300" cy="423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Barlow"/>
                <a:ea typeface="Barlow"/>
                <a:cs typeface="Barlow"/>
                <a:sym typeface="Barlow"/>
              </a:defRPr>
            </a:lvl1pPr>
            <a:lvl2pPr marL="914400" marR="0" lvl="1"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US" dirty="0"/>
              <a:t>System Design</a:t>
            </a:r>
          </a:p>
        </p:txBody>
      </p:sp>
      <p:sp>
        <p:nvSpPr>
          <p:cNvPr id="37" name="Google Shape;1886;p35">
            <a:extLst>
              <a:ext uri="{FF2B5EF4-FFF2-40B4-BE49-F238E27FC236}">
                <a16:creationId xmlns:a16="http://schemas.microsoft.com/office/drawing/2014/main" id="{065C9F99-4F19-9C4E-8A40-29D5A5F4B55B}"/>
              </a:ext>
            </a:extLst>
          </p:cNvPr>
          <p:cNvSpPr/>
          <p:nvPr/>
        </p:nvSpPr>
        <p:spPr>
          <a:xfrm>
            <a:off x="4861457" y="2853313"/>
            <a:ext cx="534914" cy="494657"/>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50">
              <a:latin typeface="Mulish"/>
              <a:ea typeface="Mulish"/>
              <a:cs typeface="Mulish"/>
              <a:sym typeface="Mulish"/>
            </a:endParaRPr>
          </a:p>
        </p:txBody>
      </p:sp>
      <p:sp>
        <p:nvSpPr>
          <p:cNvPr id="38" name="Google Shape;1892;p35">
            <a:extLst>
              <a:ext uri="{FF2B5EF4-FFF2-40B4-BE49-F238E27FC236}">
                <a16:creationId xmlns:a16="http://schemas.microsoft.com/office/drawing/2014/main" id="{CEF8D6E4-285B-C275-D63F-F4BE0DB5F31E}"/>
              </a:ext>
            </a:extLst>
          </p:cNvPr>
          <p:cNvSpPr txBox="1">
            <a:spLocks/>
          </p:cNvSpPr>
          <p:nvPr/>
        </p:nvSpPr>
        <p:spPr>
          <a:xfrm>
            <a:off x="4887699" y="2919913"/>
            <a:ext cx="498603" cy="40946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1pPr>
            <a:lvl2pPr marR="0" lvl="1"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2pPr>
            <a:lvl3pPr marR="0" lvl="2"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3pPr>
            <a:lvl4pPr marR="0" lvl="3"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4pPr>
            <a:lvl5pPr marR="0" lvl="4"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5pPr>
            <a:lvl6pPr marR="0" lvl="5"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6pPr>
            <a:lvl7pPr marR="0" lvl="6"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7pPr>
            <a:lvl8pPr marR="0" lvl="7"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8pPr>
            <a:lvl9pPr marR="0" lvl="8"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9pPr>
          </a:lstStyle>
          <a:p>
            <a:r>
              <a:rPr lang="en" sz="2000" dirty="0"/>
              <a:t>07</a:t>
            </a:r>
          </a:p>
        </p:txBody>
      </p:sp>
      <p:sp>
        <p:nvSpPr>
          <p:cNvPr id="39" name="Google Shape;1896;p35">
            <a:extLst>
              <a:ext uri="{FF2B5EF4-FFF2-40B4-BE49-F238E27FC236}">
                <a16:creationId xmlns:a16="http://schemas.microsoft.com/office/drawing/2014/main" id="{4029C9E7-334D-D8AD-0CF5-AB74DB237F5D}"/>
              </a:ext>
            </a:extLst>
          </p:cNvPr>
          <p:cNvSpPr txBox="1">
            <a:spLocks/>
          </p:cNvSpPr>
          <p:nvPr/>
        </p:nvSpPr>
        <p:spPr>
          <a:xfrm>
            <a:off x="5504700" y="2913145"/>
            <a:ext cx="2919300" cy="423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Barlow"/>
                <a:ea typeface="Barlow"/>
                <a:cs typeface="Barlow"/>
                <a:sym typeface="Barlow"/>
              </a:defRPr>
            </a:lvl1pPr>
            <a:lvl2pPr marL="914400" marR="0" lvl="1"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US" dirty="0"/>
              <a:t>User Interface </a:t>
            </a:r>
          </a:p>
        </p:txBody>
      </p:sp>
      <p:sp>
        <p:nvSpPr>
          <p:cNvPr id="40" name="Google Shape;1886;p35">
            <a:extLst>
              <a:ext uri="{FF2B5EF4-FFF2-40B4-BE49-F238E27FC236}">
                <a16:creationId xmlns:a16="http://schemas.microsoft.com/office/drawing/2014/main" id="{77175B01-E134-7CF4-ABF3-C5284330FF15}"/>
              </a:ext>
            </a:extLst>
          </p:cNvPr>
          <p:cNvSpPr/>
          <p:nvPr/>
        </p:nvSpPr>
        <p:spPr>
          <a:xfrm>
            <a:off x="4861457" y="3514562"/>
            <a:ext cx="534914" cy="494657"/>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50">
              <a:latin typeface="Mulish"/>
              <a:ea typeface="Mulish"/>
              <a:cs typeface="Mulish"/>
              <a:sym typeface="Mulish"/>
            </a:endParaRPr>
          </a:p>
        </p:txBody>
      </p:sp>
      <p:sp>
        <p:nvSpPr>
          <p:cNvPr id="41" name="Google Shape;1892;p35">
            <a:extLst>
              <a:ext uri="{FF2B5EF4-FFF2-40B4-BE49-F238E27FC236}">
                <a16:creationId xmlns:a16="http://schemas.microsoft.com/office/drawing/2014/main" id="{DA55A74A-63B4-F838-5CC8-D9533EFD5236}"/>
              </a:ext>
            </a:extLst>
          </p:cNvPr>
          <p:cNvSpPr txBox="1">
            <a:spLocks/>
          </p:cNvSpPr>
          <p:nvPr/>
        </p:nvSpPr>
        <p:spPr>
          <a:xfrm>
            <a:off x="4887699" y="3581162"/>
            <a:ext cx="498603" cy="40946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1pPr>
            <a:lvl2pPr marR="0" lvl="1"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2pPr>
            <a:lvl3pPr marR="0" lvl="2"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3pPr>
            <a:lvl4pPr marR="0" lvl="3"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4pPr>
            <a:lvl5pPr marR="0" lvl="4"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5pPr>
            <a:lvl6pPr marR="0" lvl="5"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6pPr>
            <a:lvl7pPr marR="0" lvl="6"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7pPr>
            <a:lvl8pPr marR="0" lvl="7"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8pPr>
            <a:lvl9pPr marR="0" lvl="8" algn="l"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9pPr>
          </a:lstStyle>
          <a:p>
            <a:r>
              <a:rPr lang="en" sz="2000" dirty="0"/>
              <a:t>08</a:t>
            </a:r>
          </a:p>
        </p:txBody>
      </p:sp>
      <p:sp>
        <p:nvSpPr>
          <p:cNvPr id="42" name="Google Shape;1896;p35">
            <a:extLst>
              <a:ext uri="{FF2B5EF4-FFF2-40B4-BE49-F238E27FC236}">
                <a16:creationId xmlns:a16="http://schemas.microsoft.com/office/drawing/2014/main" id="{BE571C45-5584-2B3B-B5DF-0D36B153A19E}"/>
              </a:ext>
            </a:extLst>
          </p:cNvPr>
          <p:cNvSpPr txBox="1">
            <a:spLocks/>
          </p:cNvSpPr>
          <p:nvPr/>
        </p:nvSpPr>
        <p:spPr>
          <a:xfrm>
            <a:off x="5504700" y="3574394"/>
            <a:ext cx="2919300" cy="423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Barlow"/>
                <a:ea typeface="Barlow"/>
                <a:cs typeface="Barlow"/>
                <a:sym typeface="Barlow"/>
              </a:defRPr>
            </a:lvl1pPr>
            <a:lvl2pPr marL="914400" marR="0" lvl="1"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US" dirty="0"/>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04"/>
        <p:cNvGrpSpPr/>
        <p:nvPr/>
      </p:nvGrpSpPr>
      <p:grpSpPr>
        <a:xfrm>
          <a:off x="0" y="0"/>
          <a:ext cx="0" cy="0"/>
          <a:chOff x="0" y="0"/>
          <a:chExt cx="0" cy="0"/>
        </a:xfrm>
      </p:grpSpPr>
      <p:sp>
        <p:nvSpPr>
          <p:cNvPr id="2105" name="Google Shape;2105;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Introduction</a:t>
            </a:r>
            <a:endParaRPr/>
          </a:p>
        </p:txBody>
      </p:sp>
      <p:sp>
        <p:nvSpPr>
          <p:cNvPr id="2106" name="Google Shape;2106;p37"/>
          <p:cNvSpPr txBox="1">
            <a:spLocks noGrp="1"/>
          </p:cNvSpPr>
          <p:nvPr>
            <p:ph type="subTitle" idx="1"/>
          </p:nvPr>
        </p:nvSpPr>
        <p:spPr>
          <a:xfrm>
            <a:off x="4827973" y="1800200"/>
            <a:ext cx="3318600" cy="1946100"/>
          </a:xfrm>
          <a:prstGeom prst="rect">
            <a:avLst/>
          </a:prstGeom>
        </p:spPr>
        <p:txBody>
          <a:bodyPr spcFirstLastPara="1" wrap="square" lIns="91425" tIns="91425" rIns="91425" bIns="91425" anchor="t" anchorCtr="0">
            <a:noAutofit/>
          </a:bodyPr>
          <a:lstStyle/>
          <a:p>
            <a:pPr marL="0" lvl="0" indent="0"/>
            <a:r>
              <a:rPr lang="en-US" b="1" dirty="0" err="1"/>
              <a:t>Etbaly</a:t>
            </a:r>
            <a:r>
              <a:rPr lang="en-US" dirty="0"/>
              <a:t> aims to bridge this gap by providing an all-in-one digital manufacturing platform that integrates design, customization, and production into a single, user-friendly ecosystem.</a:t>
            </a:r>
            <a:endParaRPr dirty="0"/>
          </a:p>
        </p:txBody>
      </p:sp>
      <p:sp>
        <p:nvSpPr>
          <p:cNvPr id="2107" name="Google Shape;2107;p37"/>
          <p:cNvSpPr txBox="1">
            <a:spLocks noGrp="1"/>
          </p:cNvSpPr>
          <p:nvPr>
            <p:ph type="subTitle" idx="2"/>
          </p:nvPr>
        </p:nvSpPr>
        <p:spPr>
          <a:xfrm>
            <a:off x="997425" y="1800199"/>
            <a:ext cx="3318600" cy="2125029"/>
          </a:xfrm>
          <a:prstGeom prst="rect">
            <a:avLst/>
          </a:prstGeom>
        </p:spPr>
        <p:txBody>
          <a:bodyPr spcFirstLastPara="1" wrap="square" lIns="91425" tIns="91425" rIns="91425" bIns="91425" anchor="t" anchorCtr="0">
            <a:noAutofit/>
          </a:bodyPr>
          <a:lstStyle/>
          <a:p>
            <a:pPr marL="0" lvl="0" indent="0"/>
            <a:r>
              <a:rPr lang="en-US" dirty="0"/>
              <a:t>There is a significant gap between digital ideas and physical products. Many individuals and small businesses struggle to turn their ideas into real, customized items due to complex design tools, unreliable manufacturing services, and high costs. </a:t>
            </a:r>
            <a:endParaRPr dirty="0"/>
          </a:p>
        </p:txBody>
      </p:sp>
      <p:grpSp>
        <p:nvGrpSpPr>
          <p:cNvPr id="2108" name="Google Shape;2108;p37"/>
          <p:cNvGrpSpPr/>
          <p:nvPr/>
        </p:nvGrpSpPr>
        <p:grpSpPr>
          <a:xfrm>
            <a:off x="7317456" y="3999378"/>
            <a:ext cx="1532146" cy="918971"/>
            <a:chOff x="5827631" y="4169628"/>
            <a:chExt cx="1532146" cy="918971"/>
          </a:xfrm>
        </p:grpSpPr>
        <p:grpSp>
          <p:nvGrpSpPr>
            <p:cNvPr id="2109" name="Google Shape;2109;p37"/>
            <p:cNvGrpSpPr/>
            <p:nvPr/>
          </p:nvGrpSpPr>
          <p:grpSpPr>
            <a:xfrm>
              <a:off x="5827631" y="4169628"/>
              <a:ext cx="1319282" cy="877909"/>
              <a:chOff x="7468856" y="4194453"/>
              <a:chExt cx="1319282" cy="877909"/>
            </a:xfrm>
          </p:grpSpPr>
          <p:grpSp>
            <p:nvGrpSpPr>
              <p:cNvPr id="2110" name="Google Shape;2110;p37"/>
              <p:cNvGrpSpPr/>
              <p:nvPr/>
            </p:nvGrpSpPr>
            <p:grpSpPr>
              <a:xfrm>
                <a:off x="8148186" y="4194453"/>
                <a:ext cx="639951" cy="559831"/>
                <a:chOff x="3638372" y="4678414"/>
                <a:chExt cx="422243" cy="369379"/>
              </a:xfrm>
            </p:grpSpPr>
            <p:sp>
              <p:nvSpPr>
                <p:cNvPr id="2111" name="Google Shape;2111;p37"/>
                <p:cNvSpPr/>
                <p:nvPr/>
              </p:nvSpPr>
              <p:spPr>
                <a:xfrm>
                  <a:off x="3638372" y="4804049"/>
                  <a:ext cx="422243" cy="243744"/>
                </a:xfrm>
                <a:custGeom>
                  <a:avLst/>
                  <a:gdLst/>
                  <a:ahLst/>
                  <a:cxnLst/>
                  <a:rect l="l" t="t" r="r" b="b"/>
                  <a:pathLst>
                    <a:path w="422243" h="243744" extrusionOk="0">
                      <a:moveTo>
                        <a:pt x="360378" y="208026"/>
                      </a:moveTo>
                      <a:cubicBezTo>
                        <a:pt x="277987" y="255651"/>
                        <a:pt x="144351" y="255651"/>
                        <a:pt x="61865" y="208026"/>
                      </a:cubicBezTo>
                      <a:cubicBezTo>
                        <a:pt x="-20622" y="160401"/>
                        <a:pt x="-20622" y="83248"/>
                        <a:pt x="61865" y="35719"/>
                      </a:cubicBezTo>
                      <a:cubicBezTo>
                        <a:pt x="144256" y="-11906"/>
                        <a:pt x="277987" y="-11906"/>
                        <a:pt x="360378" y="35719"/>
                      </a:cubicBezTo>
                      <a:cubicBezTo>
                        <a:pt x="442865" y="83344"/>
                        <a:pt x="442865"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112" name="Google Shape;2112;p37"/>
                <p:cNvGrpSpPr/>
                <p:nvPr/>
              </p:nvGrpSpPr>
              <p:grpSpPr>
                <a:xfrm>
                  <a:off x="3646611" y="4791857"/>
                  <a:ext cx="405669" cy="247459"/>
                  <a:chOff x="3646611" y="4791857"/>
                  <a:chExt cx="405669" cy="247459"/>
                </a:xfrm>
              </p:grpSpPr>
              <p:sp>
                <p:nvSpPr>
                  <p:cNvPr id="2113" name="Google Shape;2113;p37"/>
                  <p:cNvSpPr/>
                  <p:nvPr/>
                </p:nvSpPr>
                <p:spPr>
                  <a:xfrm>
                    <a:off x="3646611" y="4805192"/>
                    <a:ext cx="405574" cy="234124"/>
                  </a:xfrm>
                  <a:custGeom>
                    <a:avLst/>
                    <a:gdLst/>
                    <a:ahLst/>
                    <a:cxnLst/>
                    <a:rect l="l" t="t" r="r" b="b"/>
                    <a:pathLst>
                      <a:path w="405574" h="234124" extrusionOk="0">
                        <a:moveTo>
                          <a:pt x="404336" y="103727"/>
                        </a:moveTo>
                        <a:cubicBezTo>
                          <a:pt x="399288" y="78296"/>
                          <a:pt x="379952" y="53721"/>
                          <a:pt x="346234" y="34290"/>
                        </a:cubicBezTo>
                        <a:cubicBezTo>
                          <a:pt x="267081" y="-11430"/>
                          <a:pt x="138684" y="-11430"/>
                          <a:pt x="59436" y="34290"/>
                        </a:cubicBezTo>
                        <a:cubicBezTo>
                          <a:pt x="25527" y="53912"/>
                          <a:pt x="6096" y="78677"/>
                          <a:pt x="1238" y="104299"/>
                        </a:cubicBezTo>
                        <a:lnTo>
                          <a:pt x="0" y="103823"/>
                        </a:lnTo>
                        <a:lnTo>
                          <a:pt x="0" y="117824"/>
                        </a:lnTo>
                        <a:lnTo>
                          <a:pt x="0" y="117824"/>
                        </a:lnTo>
                        <a:cubicBezTo>
                          <a:pt x="286" y="147542"/>
                          <a:pt x="20098" y="177165"/>
                          <a:pt x="59341" y="199834"/>
                        </a:cubicBezTo>
                        <a:cubicBezTo>
                          <a:pt x="138589" y="245555"/>
                          <a:pt x="266986" y="245555"/>
                          <a:pt x="346138" y="199834"/>
                        </a:cubicBezTo>
                        <a:cubicBezTo>
                          <a:pt x="385763" y="176974"/>
                          <a:pt x="405574" y="146971"/>
                          <a:pt x="405574" y="117062"/>
                        </a:cubicBezTo>
                        <a:lnTo>
                          <a:pt x="405574" y="103727"/>
                        </a:lnTo>
                        <a:lnTo>
                          <a:pt x="404241" y="103727"/>
                        </a:lnTo>
                        <a:close/>
                        <a:moveTo>
                          <a:pt x="76295" y="43910"/>
                        </a:moveTo>
                        <a:cubicBezTo>
                          <a:pt x="83058" y="40005"/>
                          <a:pt x="93916"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1053" y="126968"/>
                        </a:moveTo>
                        <a:cubicBezTo>
                          <a:pt x="31528" y="126968"/>
                          <a:pt x="23813" y="122491"/>
                          <a:pt x="23813" y="117062"/>
                        </a:cubicBezTo>
                        <a:cubicBezTo>
                          <a:pt x="23813" y="111633"/>
                          <a:pt x="31528" y="107156"/>
                          <a:pt x="41053" y="107156"/>
                        </a:cubicBezTo>
                        <a:lnTo>
                          <a:pt x="111252" y="107156"/>
                        </a:lnTo>
                        <a:cubicBezTo>
                          <a:pt x="120777" y="107156"/>
                          <a:pt x="128492" y="111633"/>
                          <a:pt x="128492" y="117062"/>
                        </a:cubicBezTo>
                        <a:cubicBezTo>
                          <a:pt x="128492" y="122491"/>
                          <a:pt x="120777" y="126968"/>
                          <a:pt x="111252" y="126968"/>
                        </a:cubicBezTo>
                        <a:lnTo>
                          <a:pt x="41148" y="126968"/>
                        </a:lnTo>
                        <a:close/>
                        <a:moveTo>
                          <a:pt x="150209" y="161449"/>
                        </a:moveTo>
                        <a:lnTo>
                          <a:pt x="100584" y="190119"/>
                        </a:lnTo>
                        <a:cubicBezTo>
                          <a:pt x="93916" y="194024"/>
                          <a:pt x="82963" y="194024"/>
                          <a:pt x="76295" y="190119"/>
                        </a:cubicBezTo>
                        <a:cubicBezTo>
                          <a:pt x="69532" y="186214"/>
                          <a:pt x="69532" y="179927"/>
                          <a:pt x="76295" y="176117"/>
                        </a:cubicBezTo>
                        <a:lnTo>
                          <a:pt x="125921" y="147447"/>
                        </a:lnTo>
                        <a:cubicBezTo>
                          <a:pt x="132588" y="143542"/>
                          <a:pt x="143542" y="143542"/>
                          <a:pt x="150209" y="147447"/>
                        </a:cubicBezTo>
                        <a:cubicBezTo>
                          <a:pt x="156972" y="151352"/>
                          <a:pt x="156972" y="157639"/>
                          <a:pt x="150209" y="161544"/>
                        </a:cubicBezTo>
                        <a:close/>
                        <a:moveTo>
                          <a:pt x="185642" y="23527"/>
                        </a:moveTo>
                        <a:cubicBezTo>
                          <a:pt x="185642" y="18002"/>
                          <a:pt x="193357" y="13621"/>
                          <a:pt x="202882" y="13621"/>
                        </a:cubicBezTo>
                        <a:cubicBezTo>
                          <a:pt x="212407" y="13621"/>
                          <a:pt x="220123" y="18098"/>
                          <a:pt x="220123" y="23527"/>
                        </a:cubicBezTo>
                        <a:lnTo>
                          <a:pt x="220123" y="64008"/>
                        </a:lnTo>
                        <a:cubicBezTo>
                          <a:pt x="220123" y="69532"/>
                          <a:pt x="212407" y="73914"/>
                          <a:pt x="202882" y="73914"/>
                        </a:cubicBezTo>
                        <a:cubicBezTo>
                          <a:pt x="193357" y="73914"/>
                          <a:pt x="185642" y="69437"/>
                          <a:pt x="185642" y="64008"/>
                        </a:cubicBezTo>
                        <a:lnTo>
                          <a:pt x="185642" y="23527"/>
                        </a:lnTo>
                        <a:close/>
                        <a:moveTo>
                          <a:pt x="202882" y="220313"/>
                        </a:moveTo>
                        <a:cubicBezTo>
                          <a:pt x="193357" y="220313"/>
                          <a:pt x="185642" y="215837"/>
                          <a:pt x="185642" y="210407"/>
                        </a:cubicBezTo>
                        <a:lnTo>
                          <a:pt x="185642" y="169926"/>
                        </a:lnTo>
                        <a:cubicBezTo>
                          <a:pt x="185642" y="164497"/>
                          <a:pt x="193357" y="160020"/>
                          <a:pt x="202882" y="160020"/>
                        </a:cubicBezTo>
                        <a:cubicBezTo>
                          <a:pt x="212407" y="160020"/>
                          <a:pt x="220123" y="164497"/>
                          <a:pt x="220123" y="169926"/>
                        </a:cubicBezTo>
                        <a:lnTo>
                          <a:pt x="220123" y="210407"/>
                        </a:lnTo>
                        <a:cubicBezTo>
                          <a:pt x="220123" y="215932"/>
                          <a:pt x="212407" y="220313"/>
                          <a:pt x="202882" y="220313"/>
                        </a:cubicBezTo>
                        <a:close/>
                        <a:moveTo>
                          <a:pt x="255556" y="72485"/>
                        </a:moveTo>
                        <a:lnTo>
                          <a:pt x="305181" y="43815"/>
                        </a:lnTo>
                        <a:cubicBezTo>
                          <a:pt x="311944" y="39910"/>
                          <a:pt x="322802" y="39910"/>
                          <a:pt x="329470" y="43815"/>
                        </a:cubicBezTo>
                        <a:cubicBezTo>
                          <a:pt x="336232" y="47720"/>
                          <a:pt x="336232" y="54007"/>
                          <a:pt x="329470" y="57912"/>
                        </a:cubicBezTo>
                        <a:lnTo>
                          <a:pt x="279845" y="86582"/>
                        </a:lnTo>
                        <a:cubicBezTo>
                          <a:pt x="273082" y="90488"/>
                          <a:pt x="262223" y="90488"/>
                          <a:pt x="255461" y="86582"/>
                        </a:cubicBezTo>
                        <a:cubicBezTo>
                          <a:pt x="248698" y="82677"/>
                          <a:pt x="248698" y="76390"/>
                          <a:pt x="255461" y="72581"/>
                        </a:cubicBezTo>
                        <a:close/>
                        <a:moveTo>
                          <a:pt x="329470" y="190024"/>
                        </a:moveTo>
                        <a:cubicBezTo>
                          <a:pt x="322802" y="193929"/>
                          <a:pt x="311848" y="193929"/>
                          <a:pt x="305181" y="190024"/>
                        </a:cubicBezTo>
                        <a:lnTo>
                          <a:pt x="255556" y="161354"/>
                        </a:lnTo>
                        <a:cubicBezTo>
                          <a:pt x="248793" y="157448"/>
                          <a:pt x="248793" y="151162"/>
                          <a:pt x="255556" y="147256"/>
                        </a:cubicBezTo>
                        <a:cubicBezTo>
                          <a:pt x="262319" y="143351"/>
                          <a:pt x="273177" y="143351"/>
                          <a:pt x="279940" y="147256"/>
                        </a:cubicBezTo>
                        <a:lnTo>
                          <a:pt x="329565" y="175927"/>
                        </a:lnTo>
                        <a:cubicBezTo>
                          <a:pt x="336328" y="179832"/>
                          <a:pt x="336328" y="186119"/>
                          <a:pt x="329565" y="189929"/>
                        </a:cubicBezTo>
                        <a:close/>
                        <a:moveTo>
                          <a:pt x="364712" y="126873"/>
                        </a:moveTo>
                        <a:lnTo>
                          <a:pt x="294513" y="126873"/>
                        </a:lnTo>
                        <a:cubicBezTo>
                          <a:pt x="284988" y="126873"/>
                          <a:pt x="277368" y="122396"/>
                          <a:pt x="277368" y="116967"/>
                        </a:cubicBezTo>
                        <a:cubicBezTo>
                          <a:pt x="277368" y="111538"/>
                          <a:pt x="285083" y="107061"/>
                          <a:pt x="294513" y="107061"/>
                        </a:cubicBezTo>
                        <a:lnTo>
                          <a:pt x="364712" y="107061"/>
                        </a:lnTo>
                        <a:cubicBezTo>
                          <a:pt x="374237" y="107061"/>
                          <a:pt x="381953" y="111538"/>
                          <a:pt x="381953" y="116967"/>
                        </a:cubicBezTo>
                        <a:cubicBezTo>
                          <a:pt x="381953" y="122396"/>
                          <a:pt x="374237" y="126873"/>
                          <a:pt x="364712"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4" name="Google Shape;2114;p37"/>
                  <p:cNvSpPr/>
                  <p:nvPr/>
                </p:nvSpPr>
                <p:spPr>
                  <a:xfrm>
                    <a:off x="3646611" y="4791857"/>
                    <a:ext cx="405669" cy="234219"/>
                  </a:xfrm>
                  <a:custGeom>
                    <a:avLst/>
                    <a:gdLst/>
                    <a:ahLst/>
                    <a:cxnLst/>
                    <a:rect l="l" t="t" r="r" b="b"/>
                    <a:pathLst>
                      <a:path w="405669" h="234219" extrusionOk="0">
                        <a:moveTo>
                          <a:pt x="346234" y="34290"/>
                        </a:moveTo>
                        <a:cubicBezTo>
                          <a:pt x="267081" y="-11430"/>
                          <a:pt x="138684" y="-11430"/>
                          <a:pt x="59436" y="34290"/>
                        </a:cubicBezTo>
                        <a:cubicBezTo>
                          <a:pt x="-19812" y="80010"/>
                          <a:pt x="-19812" y="154115"/>
                          <a:pt x="59436" y="199930"/>
                        </a:cubicBezTo>
                        <a:cubicBezTo>
                          <a:pt x="138684" y="245650"/>
                          <a:pt x="267081" y="245650"/>
                          <a:pt x="346234" y="199930"/>
                        </a:cubicBezTo>
                        <a:cubicBezTo>
                          <a:pt x="425482" y="154210"/>
                          <a:pt x="425482" y="80010"/>
                          <a:pt x="346234" y="34290"/>
                        </a:cubicBezTo>
                        <a:close/>
                        <a:moveTo>
                          <a:pt x="76200" y="58007"/>
                        </a:moveTo>
                        <a:cubicBezTo>
                          <a:pt x="69437" y="54102"/>
                          <a:pt x="69437" y="47816"/>
                          <a:pt x="76200" y="44006"/>
                        </a:cubicBezTo>
                        <a:cubicBezTo>
                          <a:pt x="82963" y="40100"/>
                          <a:pt x="93821" y="40100"/>
                          <a:pt x="100489" y="44006"/>
                        </a:cubicBezTo>
                        <a:lnTo>
                          <a:pt x="150114" y="72676"/>
                        </a:lnTo>
                        <a:cubicBezTo>
                          <a:pt x="156877" y="76581"/>
                          <a:pt x="156877" y="82867"/>
                          <a:pt x="150114" y="86773"/>
                        </a:cubicBezTo>
                        <a:cubicBezTo>
                          <a:pt x="143351" y="90678"/>
                          <a:pt x="132493" y="90678"/>
                          <a:pt x="125825" y="86773"/>
                        </a:cubicBezTo>
                        <a:lnTo>
                          <a:pt x="76200" y="58102"/>
                        </a:lnTo>
                        <a:close/>
                        <a:moveTo>
                          <a:pt x="111061" y="126968"/>
                        </a:moveTo>
                        <a:lnTo>
                          <a:pt x="40957" y="126968"/>
                        </a:lnTo>
                        <a:cubicBezTo>
                          <a:pt x="31432" y="126968"/>
                          <a:pt x="23717" y="122492"/>
                          <a:pt x="23717" y="117062"/>
                        </a:cubicBezTo>
                        <a:cubicBezTo>
                          <a:pt x="23717" y="111633"/>
                          <a:pt x="31432" y="107156"/>
                          <a:pt x="40957" y="107156"/>
                        </a:cubicBezTo>
                        <a:lnTo>
                          <a:pt x="111157" y="107156"/>
                        </a:lnTo>
                        <a:cubicBezTo>
                          <a:pt x="120682" y="107156"/>
                          <a:pt x="128397" y="111633"/>
                          <a:pt x="128397" y="117062"/>
                        </a:cubicBezTo>
                        <a:cubicBezTo>
                          <a:pt x="128397" y="122492"/>
                          <a:pt x="120682" y="126968"/>
                          <a:pt x="111157" y="126968"/>
                        </a:cubicBezTo>
                        <a:close/>
                        <a:moveTo>
                          <a:pt x="202787" y="74009"/>
                        </a:moveTo>
                        <a:cubicBezTo>
                          <a:pt x="193262" y="74009"/>
                          <a:pt x="185547" y="69533"/>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628"/>
                          <a:pt x="212312" y="74009"/>
                          <a:pt x="202787" y="74009"/>
                        </a:cubicBezTo>
                        <a:close/>
                        <a:moveTo>
                          <a:pt x="100489" y="190119"/>
                        </a:moveTo>
                        <a:cubicBezTo>
                          <a:pt x="93821" y="194024"/>
                          <a:pt x="82868" y="194024"/>
                          <a:pt x="76200" y="190119"/>
                        </a:cubicBezTo>
                        <a:cubicBezTo>
                          <a:pt x="69437" y="186214"/>
                          <a:pt x="69437" y="179927"/>
                          <a:pt x="76200" y="176117"/>
                        </a:cubicBezTo>
                        <a:lnTo>
                          <a:pt x="125825" y="147447"/>
                        </a:lnTo>
                        <a:cubicBezTo>
                          <a:pt x="132493" y="143542"/>
                          <a:pt x="143446" y="143542"/>
                          <a:pt x="150114" y="147447"/>
                        </a:cubicBezTo>
                        <a:cubicBezTo>
                          <a:pt x="156877" y="151352"/>
                          <a:pt x="156877" y="157639"/>
                          <a:pt x="150114" y="161544"/>
                        </a:cubicBezTo>
                        <a:lnTo>
                          <a:pt x="100489" y="190214"/>
                        </a:lnTo>
                        <a:close/>
                        <a:moveTo>
                          <a:pt x="279749" y="86582"/>
                        </a:moveTo>
                        <a:cubicBezTo>
                          <a:pt x="272986" y="90488"/>
                          <a:pt x="262128" y="90488"/>
                          <a:pt x="255365" y="86582"/>
                        </a:cubicBezTo>
                        <a:cubicBezTo>
                          <a:pt x="248602" y="82677"/>
                          <a:pt x="248602" y="76391"/>
                          <a:pt x="255365" y="72485"/>
                        </a:cubicBezTo>
                        <a:lnTo>
                          <a:pt x="304990" y="43815"/>
                        </a:lnTo>
                        <a:cubicBezTo>
                          <a:pt x="311753" y="39910"/>
                          <a:pt x="322612" y="39910"/>
                          <a:pt x="329279" y="43815"/>
                        </a:cubicBezTo>
                        <a:cubicBezTo>
                          <a:pt x="336042" y="47720"/>
                          <a:pt x="336042" y="54007"/>
                          <a:pt x="329279" y="57817"/>
                        </a:cubicBezTo>
                        <a:lnTo>
                          <a:pt x="279654" y="86487"/>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9"/>
                        </a:moveTo>
                        <a:cubicBezTo>
                          <a:pt x="193167" y="220409"/>
                          <a:pt x="185452" y="215932"/>
                          <a:pt x="185452" y="210502"/>
                        </a:cubicBezTo>
                        <a:lnTo>
                          <a:pt x="185452" y="170021"/>
                        </a:lnTo>
                        <a:cubicBezTo>
                          <a:pt x="185452" y="164497"/>
                          <a:pt x="193167" y="160115"/>
                          <a:pt x="202692" y="160115"/>
                        </a:cubicBezTo>
                        <a:cubicBezTo>
                          <a:pt x="212217" y="160115"/>
                          <a:pt x="219932" y="164592"/>
                          <a:pt x="219932" y="170021"/>
                        </a:cubicBezTo>
                        <a:lnTo>
                          <a:pt x="219932" y="210502"/>
                        </a:lnTo>
                        <a:cubicBezTo>
                          <a:pt x="219932" y="216027"/>
                          <a:pt x="212217" y="220409"/>
                          <a:pt x="202692" y="220409"/>
                        </a:cubicBezTo>
                        <a:close/>
                        <a:moveTo>
                          <a:pt x="304990" y="190119"/>
                        </a:moveTo>
                        <a:lnTo>
                          <a:pt x="255365" y="161449"/>
                        </a:lnTo>
                        <a:cubicBezTo>
                          <a:pt x="248602" y="157543"/>
                          <a:pt x="248602" y="151257"/>
                          <a:pt x="255365" y="147352"/>
                        </a:cubicBezTo>
                        <a:cubicBezTo>
                          <a:pt x="262128" y="143447"/>
                          <a:pt x="272986" y="143447"/>
                          <a:pt x="279749" y="147352"/>
                        </a:cubicBezTo>
                        <a:lnTo>
                          <a:pt x="329374" y="176022"/>
                        </a:lnTo>
                        <a:cubicBezTo>
                          <a:pt x="336137" y="179927"/>
                          <a:pt x="336137" y="186214"/>
                          <a:pt x="329374" y="190024"/>
                        </a:cubicBezTo>
                        <a:cubicBezTo>
                          <a:pt x="322707" y="193929"/>
                          <a:pt x="311753" y="193929"/>
                          <a:pt x="305086"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5" name="Google Shape;2115;p37"/>
                  <p:cNvSpPr/>
                  <p:nvPr/>
                </p:nvSpPr>
                <p:spPr>
                  <a:xfrm>
                    <a:off x="3792266" y="4875939"/>
                    <a:ext cx="114454" cy="46315"/>
                  </a:xfrm>
                  <a:custGeom>
                    <a:avLst/>
                    <a:gdLst/>
                    <a:ahLst/>
                    <a:cxnLst/>
                    <a:rect l="l" t="t" r="r" b="b"/>
                    <a:pathLst>
                      <a:path w="114454" h="46315" extrusionOk="0">
                        <a:moveTo>
                          <a:pt x="109615" y="46315"/>
                        </a:moveTo>
                        <a:cubicBezTo>
                          <a:pt x="106853" y="42696"/>
                          <a:pt x="102852" y="39267"/>
                          <a:pt x="97708" y="36314"/>
                        </a:cubicBezTo>
                        <a:cubicBezTo>
                          <a:pt x="75325" y="23360"/>
                          <a:pt x="39130" y="23360"/>
                          <a:pt x="16746" y="36314"/>
                        </a:cubicBezTo>
                        <a:cubicBezTo>
                          <a:pt x="11603" y="39267"/>
                          <a:pt x="7602" y="42696"/>
                          <a:pt x="4840" y="46315"/>
                        </a:cubicBezTo>
                        <a:cubicBezTo>
                          <a:pt x="-4400" y="34218"/>
                          <a:pt x="-399" y="19550"/>
                          <a:pt x="16746" y="9644"/>
                        </a:cubicBezTo>
                        <a:cubicBezTo>
                          <a:pt x="39130" y="-3215"/>
                          <a:pt x="75325" y="-3215"/>
                          <a:pt x="97708" y="9644"/>
                        </a:cubicBezTo>
                        <a:cubicBezTo>
                          <a:pt x="114854"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6" name="Google Shape;2116;p37"/>
                  <p:cNvSpPr/>
                  <p:nvPr/>
                </p:nvSpPr>
                <p:spPr>
                  <a:xfrm>
                    <a:off x="3797106" y="4902538"/>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17" name="Google Shape;2117;p37"/>
                <p:cNvGrpSpPr/>
                <p:nvPr/>
              </p:nvGrpSpPr>
              <p:grpSpPr>
                <a:xfrm>
                  <a:off x="3670114" y="4704608"/>
                  <a:ext cx="358735" cy="305800"/>
                  <a:chOff x="3670114" y="4704608"/>
                  <a:chExt cx="358735" cy="305800"/>
                </a:xfrm>
              </p:grpSpPr>
              <p:sp>
                <p:nvSpPr>
                  <p:cNvPr id="2118" name="Google Shape;2118;p37"/>
                  <p:cNvSpPr/>
                  <p:nvPr/>
                </p:nvSpPr>
                <p:spPr>
                  <a:xfrm>
                    <a:off x="3670138" y="4808145"/>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1" y="212407"/>
                          <a:pt x="52388" y="171831"/>
                        </a:cubicBezTo>
                        <a:cubicBezTo>
                          <a:pt x="17336" y="151733"/>
                          <a:pt x="0" y="125063"/>
                          <a:pt x="0" y="98393"/>
                        </a:cubicBezTo>
                        <a:lnTo>
                          <a:pt x="0" y="0"/>
                        </a:lnTo>
                        <a:lnTo>
                          <a:pt x="3587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9" name="Google Shape;2119;p37"/>
                  <p:cNvSpPr/>
                  <p:nvPr/>
                </p:nvSpPr>
                <p:spPr>
                  <a:xfrm>
                    <a:off x="3670138" y="4820908"/>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622"/>
                          <a:pt x="0" y="1714"/>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0" name="Google Shape;2120;p37"/>
                  <p:cNvSpPr/>
                  <p:nvPr/>
                </p:nvSpPr>
                <p:spPr>
                  <a:xfrm>
                    <a:off x="3670138" y="4838053"/>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1" name="Google Shape;2121;p37"/>
                  <p:cNvSpPr/>
                  <p:nvPr/>
                </p:nvSpPr>
                <p:spPr>
                  <a:xfrm>
                    <a:off x="3670138" y="4855294"/>
                    <a:ext cx="358711" cy="110632"/>
                  </a:xfrm>
                  <a:custGeom>
                    <a:avLst/>
                    <a:gdLst/>
                    <a:ahLst/>
                    <a:cxnLst/>
                    <a:rect l="l" t="t" r="r" b="b"/>
                    <a:pathLst>
                      <a:path w="358711" h="110632" extrusionOk="0">
                        <a:moveTo>
                          <a:pt x="358712" y="0"/>
                        </a:moveTo>
                        <a:cubicBezTo>
                          <a:pt x="358712" y="26479"/>
                          <a:pt x="341090" y="52864"/>
                          <a:pt x="306133" y="73057"/>
                        </a:cubicBezTo>
                        <a:cubicBezTo>
                          <a:pt x="236220" y="113728"/>
                          <a:pt x="122587" y="113728"/>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2" name="Google Shape;2122;p37"/>
                  <p:cNvSpPr/>
                  <p:nvPr/>
                </p:nvSpPr>
                <p:spPr>
                  <a:xfrm>
                    <a:off x="3670138" y="4872439"/>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3" name="Google Shape;2123;p37"/>
                  <p:cNvSpPr/>
                  <p:nvPr/>
                </p:nvSpPr>
                <p:spPr>
                  <a:xfrm>
                    <a:off x="3670138" y="4889584"/>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4" name="Google Shape;2124;p37"/>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5" name="Google Shape;2125;p37"/>
                  <p:cNvSpPr/>
                  <p:nvPr/>
                </p:nvSpPr>
                <p:spPr>
                  <a:xfrm>
                    <a:off x="3684259" y="4712752"/>
                    <a:ext cx="330445" cy="190881"/>
                  </a:xfrm>
                  <a:custGeom>
                    <a:avLst/>
                    <a:gdLst/>
                    <a:ahLst/>
                    <a:cxnLst/>
                    <a:rect l="l" t="t" r="r" b="b"/>
                    <a:pathLst>
                      <a:path w="330445" h="190881" extrusionOk="0">
                        <a:moveTo>
                          <a:pt x="48363" y="162735"/>
                        </a:moveTo>
                        <a:cubicBezTo>
                          <a:pt x="112943" y="200263"/>
                          <a:pt x="217622" y="200263"/>
                          <a:pt x="282011" y="162735"/>
                        </a:cubicBezTo>
                        <a:cubicBezTo>
                          <a:pt x="346591" y="125492"/>
                          <a:pt x="346591" y="65103"/>
                          <a:pt x="282011" y="27861"/>
                        </a:cubicBezTo>
                        <a:cubicBezTo>
                          <a:pt x="217622" y="-9287"/>
                          <a:pt x="112943" y="-9287"/>
                          <a:pt x="48363" y="27861"/>
                        </a:cubicBezTo>
                        <a:cubicBezTo>
                          <a:pt x="-16121" y="65008"/>
                          <a:pt x="-16121" y="125492"/>
                          <a:pt x="48363" y="16273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6" name="Google Shape;2126;p37"/>
                  <p:cNvSpPr/>
                  <p:nvPr/>
                </p:nvSpPr>
                <p:spPr>
                  <a:xfrm>
                    <a:off x="3694927" y="4718920"/>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7" name="Google Shape;2127;p37"/>
                  <p:cNvSpPr/>
                  <p:nvPr/>
                </p:nvSpPr>
                <p:spPr>
                  <a:xfrm>
                    <a:off x="3703523" y="4724253"/>
                    <a:ext cx="291917" cy="168568"/>
                  </a:xfrm>
                  <a:custGeom>
                    <a:avLst/>
                    <a:gdLst/>
                    <a:ahLst/>
                    <a:cxnLst/>
                    <a:rect l="l" t="t" r="r" b="b"/>
                    <a:pathLst>
                      <a:path w="291917" h="168568" extrusionOk="0">
                        <a:moveTo>
                          <a:pt x="42719" y="143709"/>
                        </a:moveTo>
                        <a:cubicBezTo>
                          <a:pt x="99774" y="176856"/>
                          <a:pt x="192262" y="176856"/>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8" name="Google Shape;2128;p37"/>
                  <p:cNvSpPr/>
                  <p:nvPr/>
                </p:nvSpPr>
                <p:spPr>
                  <a:xfrm>
                    <a:off x="3712548" y="4729087"/>
                    <a:ext cx="273962" cy="158234"/>
                  </a:xfrm>
                  <a:custGeom>
                    <a:avLst/>
                    <a:gdLst/>
                    <a:ahLst/>
                    <a:cxnLst/>
                    <a:rect l="l" t="t" r="r" b="b"/>
                    <a:pathLst>
                      <a:path w="273962" h="158234" extrusionOk="0">
                        <a:moveTo>
                          <a:pt x="40077" y="134874"/>
                        </a:moveTo>
                        <a:cubicBezTo>
                          <a:pt x="93607" y="166021"/>
                          <a:pt x="180475" y="166021"/>
                          <a:pt x="233815" y="134874"/>
                        </a:cubicBezTo>
                        <a:cubicBezTo>
                          <a:pt x="287345" y="104013"/>
                          <a:pt x="287345" y="53911"/>
                          <a:pt x="233815" y="23146"/>
                        </a:cubicBezTo>
                        <a:cubicBezTo>
                          <a:pt x="180475" y="-7715"/>
                          <a:pt x="93607" y="-7715"/>
                          <a:pt x="40077" y="23146"/>
                        </a:cubicBezTo>
                        <a:cubicBezTo>
                          <a:pt x="-13359" y="54007"/>
                          <a:pt x="-13359" y="104108"/>
                          <a:pt x="40077" y="13487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9" name="Google Shape;2129;p37"/>
                  <p:cNvSpPr/>
                  <p:nvPr/>
                </p:nvSpPr>
                <p:spPr>
                  <a:xfrm>
                    <a:off x="3720097" y="4733802"/>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0" name="Google Shape;2130;p37"/>
                  <p:cNvSpPr/>
                  <p:nvPr/>
                </p:nvSpPr>
                <p:spPr>
                  <a:xfrm>
                    <a:off x="3727645" y="4737755"/>
                    <a:ext cx="243673" cy="140731"/>
                  </a:xfrm>
                  <a:custGeom>
                    <a:avLst/>
                    <a:gdLst/>
                    <a:ahLst/>
                    <a:cxnLst/>
                    <a:rect l="l" t="t" r="r" b="b"/>
                    <a:pathLst>
                      <a:path w="243673" h="140731" extrusionOk="0">
                        <a:moveTo>
                          <a:pt x="35647" y="120015"/>
                        </a:moveTo>
                        <a:cubicBezTo>
                          <a:pt x="83272" y="147638"/>
                          <a:pt x="160520" y="147638"/>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1" name="Google Shape;2131;p37"/>
                  <p:cNvSpPr/>
                  <p:nvPr/>
                </p:nvSpPr>
                <p:spPr>
                  <a:xfrm>
                    <a:off x="3734337" y="4741946"/>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2" name="Google Shape;2132;p37"/>
                  <p:cNvSpPr/>
                  <p:nvPr/>
                </p:nvSpPr>
                <p:spPr>
                  <a:xfrm>
                    <a:off x="3741456" y="4745828"/>
                    <a:ext cx="216074" cy="124753"/>
                  </a:xfrm>
                  <a:custGeom>
                    <a:avLst/>
                    <a:gdLst/>
                    <a:ahLst/>
                    <a:cxnLst/>
                    <a:rect l="l" t="t" r="r" b="b"/>
                    <a:pathLst>
                      <a:path w="216074" h="124753" extrusionOk="0">
                        <a:moveTo>
                          <a:pt x="31647" y="106323"/>
                        </a:moveTo>
                        <a:cubicBezTo>
                          <a:pt x="73938" y="130897"/>
                          <a:pt x="142327" y="130897"/>
                          <a:pt x="184428" y="106323"/>
                        </a:cubicBezTo>
                        <a:cubicBezTo>
                          <a:pt x="226624" y="82034"/>
                          <a:pt x="226624" y="42505"/>
                          <a:pt x="184428" y="18216"/>
                        </a:cubicBezTo>
                        <a:cubicBezTo>
                          <a:pt x="142327" y="-6072"/>
                          <a:pt x="73842" y="-6072"/>
                          <a:pt x="31647" y="18216"/>
                        </a:cubicBezTo>
                        <a:cubicBezTo>
                          <a:pt x="-10549" y="42505"/>
                          <a:pt x="-10549" y="82034"/>
                          <a:pt x="31647" y="10632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3" name="Google Shape;2133;p37"/>
                  <p:cNvSpPr/>
                  <p:nvPr/>
                </p:nvSpPr>
                <p:spPr>
                  <a:xfrm>
                    <a:off x="3747433" y="4749495"/>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4" name="Google Shape;2134;p37"/>
                  <p:cNvSpPr/>
                  <p:nvPr/>
                </p:nvSpPr>
                <p:spPr>
                  <a:xfrm>
                    <a:off x="3752910" y="4752424"/>
                    <a:ext cx="193166" cy="111490"/>
                  </a:xfrm>
                  <a:custGeom>
                    <a:avLst/>
                    <a:gdLst/>
                    <a:ahLst/>
                    <a:cxnLst/>
                    <a:rect l="l" t="t" r="r" b="b"/>
                    <a:pathLst>
                      <a:path w="193166" h="111490" extrusionOk="0">
                        <a:moveTo>
                          <a:pt x="28289" y="95060"/>
                        </a:moveTo>
                        <a:cubicBezTo>
                          <a:pt x="66008" y="116967"/>
                          <a:pt x="127254" y="116967"/>
                          <a:pt x="164878" y="95060"/>
                        </a:cubicBezTo>
                        <a:cubicBezTo>
                          <a:pt x="202597" y="73343"/>
                          <a:pt x="202597" y="38005"/>
                          <a:pt x="164878" y="16288"/>
                        </a:cubicBezTo>
                        <a:cubicBezTo>
                          <a:pt x="127254" y="-5429"/>
                          <a:pt x="66103" y="-5429"/>
                          <a:pt x="28289" y="16288"/>
                        </a:cubicBezTo>
                        <a:cubicBezTo>
                          <a:pt x="-9430" y="38005"/>
                          <a:pt x="-9430" y="73343"/>
                          <a:pt x="28289" y="95060"/>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5" name="Google Shape;2135;p37"/>
                  <p:cNvSpPr/>
                  <p:nvPr/>
                </p:nvSpPr>
                <p:spPr>
                  <a:xfrm>
                    <a:off x="3758292" y="4755662"/>
                    <a:ext cx="182403" cy="105322"/>
                  </a:xfrm>
                  <a:custGeom>
                    <a:avLst/>
                    <a:gdLst/>
                    <a:ahLst/>
                    <a:cxnLst/>
                    <a:rect l="l" t="t" r="r" b="b"/>
                    <a:pathLst>
                      <a:path w="182403" h="105322" extrusionOk="0">
                        <a:moveTo>
                          <a:pt x="26718" y="89821"/>
                        </a:moveTo>
                        <a:cubicBezTo>
                          <a:pt x="62341" y="110490"/>
                          <a:pt x="120158" y="110490"/>
                          <a:pt x="155686" y="89821"/>
                        </a:cubicBezTo>
                        <a:cubicBezTo>
                          <a:pt x="191310" y="69342"/>
                          <a:pt x="191310" y="35909"/>
                          <a:pt x="155686" y="15430"/>
                        </a:cubicBezTo>
                        <a:cubicBezTo>
                          <a:pt x="120158" y="-5143"/>
                          <a:pt x="62341" y="-5143"/>
                          <a:pt x="26718" y="15430"/>
                        </a:cubicBezTo>
                        <a:cubicBezTo>
                          <a:pt x="-8906" y="36004"/>
                          <a:pt x="-8906" y="69342"/>
                          <a:pt x="26718" y="89821"/>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6" name="Google Shape;2136;p37"/>
                  <p:cNvSpPr/>
                  <p:nvPr/>
                </p:nvSpPr>
                <p:spPr>
                  <a:xfrm>
                    <a:off x="3763578" y="4758496"/>
                    <a:ext cx="171807" cy="99250"/>
                  </a:xfrm>
                  <a:custGeom>
                    <a:avLst/>
                    <a:gdLst/>
                    <a:ahLst/>
                    <a:cxnLst/>
                    <a:rect l="l" t="t" r="r" b="b"/>
                    <a:pathLst>
                      <a:path w="171807" h="99250" extrusionOk="0">
                        <a:moveTo>
                          <a:pt x="25146" y="84606"/>
                        </a:moveTo>
                        <a:cubicBezTo>
                          <a:pt x="58674"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7" name="Google Shape;2137;p37"/>
                  <p:cNvSpPr/>
                  <p:nvPr/>
                </p:nvSpPr>
                <p:spPr>
                  <a:xfrm>
                    <a:off x="3768436" y="4761473"/>
                    <a:ext cx="162186" cy="93702"/>
                  </a:xfrm>
                  <a:custGeom>
                    <a:avLst/>
                    <a:gdLst/>
                    <a:ahLst/>
                    <a:cxnLst/>
                    <a:rect l="l" t="t" r="r" b="b"/>
                    <a:pathLst>
                      <a:path w="162186" h="93702" extrusionOk="0">
                        <a:moveTo>
                          <a:pt x="23717" y="79915"/>
                        </a:moveTo>
                        <a:cubicBezTo>
                          <a:pt x="55435" y="98298"/>
                          <a:pt x="106871" y="98298"/>
                          <a:pt x="138398" y="79915"/>
                        </a:cubicBezTo>
                        <a:cubicBezTo>
                          <a:pt x="170117" y="61627"/>
                          <a:pt x="170117" y="31909"/>
                          <a:pt x="138398" y="13716"/>
                        </a:cubicBezTo>
                        <a:cubicBezTo>
                          <a:pt x="106775" y="-4572"/>
                          <a:pt x="55435" y="-4572"/>
                          <a:pt x="23717" y="13716"/>
                        </a:cubicBezTo>
                        <a:cubicBezTo>
                          <a:pt x="-7906" y="32004"/>
                          <a:pt x="-7906" y="61627"/>
                          <a:pt x="23717" y="7991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8" name="Google Shape;2138;p37"/>
                  <p:cNvSpPr/>
                  <p:nvPr/>
                </p:nvSpPr>
                <p:spPr>
                  <a:xfrm>
                    <a:off x="3773294" y="4764139"/>
                    <a:ext cx="152376" cy="87987"/>
                  </a:xfrm>
                  <a:custGeom>
                    <a:avLst/>
                    <a:gdLst/>
                    <a:ahLst/>
                    <a:cxnLst/>
                    <a:rect l="l" t="t" r="r" b="b"/>
                    <a:pathLst>
                      <a:path w="152376" h="87987" extrusionOk="0">
                        <a:moveTo>
                          <a:pt x="22288" y="75057"/>
                        </a:moveTo>
                        <a:cubicBezTo>
                          <a:pt x="52007" y="92297"/>
                          <a:pt x="100298" y="92297"/>
                          <a:pt x="130016" y="75057"/>
                        </a:cubicBezTo>
                        <a:cubicBezTo>
                          <a:pt x="159829" y="57912"/>
                          <a:pt x="159829" y="30004"/>
                          <a:pt x="130016" y="12859"/>
                        </a:cubicBezTo>
                        <a:cubicBezTo>
                          <a:pt x="100298" y="-4286"/>
                          <a:pt x="52102" y="-4286"/>
                          <a:pt x="22288" y="12859"/>
                        </a:cubicBezTo>
                        <a:cubicBezTo>
                          <a:pt x="-7429" y="30004"/>
                          <a:pt x="-7429" y="57817"/>
                          <a:pt x="22288" y="75057"/>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9" name="Google Shape;2139;p37"/>
                  <p:cNvSpPr/>
                  <p:nvPr/>
                </p:nvSpPr>
                <p:spPr>
                  <a:xfrm>
                    <a:off x="3777556" y="4766854"/>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0" name="Google Shape;2140;p37"/>
                  <p:cNvSpPr/>
                  <p:nvPr/>
                </p:nvSpPr>
                <p:spPr>
                  <a:xfrm>
                    <a:off x="3784581" y="4771117"/>
                    <a:ext cx="129730" cy="74866"/>
                  </a:xfrm>
                  <a:custGeom>
                    <a:avLst/>
                    <a:gdLst/>
                    <a:ahLst/>
                    <a:cxnLst/>
                    <a:rect l="l" t="t" r="r" b="b"/>
                    <a:pathLst>
                      <a:path w="129730" h="74866" extrusionOk="0">
                        <a:moveTo>
                          <a:pt x="19002" y="63794"/>
                        </a:moveTo>
                        <a:cubicBezTo>
                          <a:pt x="44339" y="78557"/>
                          <a:pt x="85392" y="78557"/>
                          <a:pt x="110728" y="63794"/>
                        </a:cubicBezTo>
                        <a:cubicBezTo>
                          <a:pt x="136064" y="49220"/>
                          <a:pt x="136064" y="25503"/>
                          <a:pt x="110728" y="10930"/>
                        </a:cubicBezTo>
                        <a:cubicBezTo>
                          <a:pt x="85487" y="-3643"/>
                          <a:pt x="44434" y="-3643"/>
                          <a:pt x="19002" y="10930"/>
                        </a:cubicBezTo>
                        <a:cubicBezTo>
                          <a:pt x="-6334" y="25503"/>
                          <a:pt x="-6334" y="49220"/>
                          <a:pt x="19002" y="6379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1" name="Google Shape;2141;p37"/>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42" name="Google Shape;2142;p37"/>
                <p:cNvGrpSpPr/>
                <p:nvPr/>
              </p:nvGrpSpPr>
              <p:grpSpPr>
                <a:xfrm>
                  <a:off x="3646611" y="4678414"/>
                  <a:ext cx="405669" cy="247649"/>
                  <a:chOff x="3646611" y="4678414"/>
                  <a:chExt cx="405669" cy="247649"/>
                </a:xfrm>
              </p:grpSpPr>
              <p:sp>
                <p:nvSpPr>
                  <p:cNvPr id="2143" name="Google Shape;2143;p37"/>
                  <p:cNvSpPr/>
                  <p:nvPr/>
                </p:nvSpPr>
                <p:spPr>
                  <a:xfrm>
                    <a:off x="3646611" y="4691749"/>
                    <a:ext cx="405574" cy="234314"/>
                  </a:xfrm>
                  <a:custGeom>
                    <a:avLst/>
                    <a:gdLst/>
                    <a:ahLst/>
                    <a:cxnLst/>
                    <a:rect l="l" t="t" r="r" b="b"/>
                    <a:pathLst>
                      <a:path w="405574" h="234314" extrusionOk="0">
                        <a:moveTo>
                          <a:pt x="404336" y="103823"/>
                        </a:moveTo>
                        <a:cubicBezTo>
                          <a:pt x="399288" y="78391"/>
                          <a:pt x="379952" y="53816"/>
                          <a:pt x="346234" y="34290"/>
                        </a:cubicBezTo>
                        <a:cubicBezTo>
                          <a:pt x="267081" y="-11430"/>
                          <a:pt x="138684" y="-11430"/>
                          <a:pt x="59436" y="34290"/>
                        </a:cubicBezTo>
                        <a:cubicBezTo>
                          <a:pt x="25527" y="53912"/>
                          <a:pt x="6096" y="78677"/>
                          <a:pt x="1238" y="104299"/>
                        </a:cubicBezTo>
                        <a:lnTo>
                          <a:pt x="0" y="103823"/>
                        </a:lnTo>
                        <a:lnTo>
                          <a:pt x="0" y="117920"/>
                        </a:lnTo>
                        <a:lnTo>
                          <a:pt x="0" y="117920"/>
                        </a:lnTo>
                        <a:cubicBezTo>
                          <a:pt x="286"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95" y="44006"/>
                        </a:moveTo>
                        <a:cubicBezTo>
                          <a:pt x="83058" y="40100"/>
                          <a:pt x="93916" y="40100"/>
                          <a:pt x="100584" y="44006"/>
                        </a:cubicBezTo>
                        <a:lnTo>
                          <a:pt x="150209" y="72676"/>
                        </a:lnTo>
                        <a:cubicBezTo>
                          <a:pt x="156972" y="76581"/>
                          <a:pt x="156972" y="82868"/>
                          <a:pt x="150209" y="86773"/>
                        </a:cubicBezTo>
                        <a:cubicBezTo>
                          <a:pt x="143446" y="90678"/>
                          <a:pt x="132588" y="90678"/>
                          <a:pt x="125921" y="86773"/>
                        </a:cubicBezTo>
                        <a:lnTo>
                          <a:pt x="76295" y="58103"/>
                        </a:lnTo>
                        <a:cubicBezTo>
                          <a:pt x="69532" y="54197"/>
                          <a:pt x="69532" y="47911"/>
                          <a:pt x="76295" y="44101"/>
                        </a:cubicBezTo>
                        <a:close/>
                        <a:moveTo>
                          <a:pt x="41053" y="127064"/>
                        </a:moveTo>
                        <a:cubicBezTo>
                          <a:pt x="31528" y="127064"/>
                          <a:pt x="23813" y="122587"/>
                          <a:pt x="23813" y="117157"/>
                        </a:cubicBezTo>
                        <a:cubicBezTo>
                          <a:pt x="23813" y="111728"/>
                          <a:pt x="31528" y="107252"/>
                          <a:pt x="41053" y="107252"/>
                        </a:cubicBezTo>
                        <a:lnTo>
                          <a:pt x="111252" y="107252"/>
                        </a:lnTo>
                        <a:cubicBezTo>
                          <a:pt x="120777" y="107252"/>
                          <a:pt x="128492" y="111728"/>
                          <a:pt x="128492" y="117157"/>
                        </a:cubicBezTo>
                        <a:cubicBezTo>
                          <a:pt x="128492" y="122587"/>
                          <a:pt x="120777" y="127064"/>
                          <a:pt x="111252" y="127064"/>
                        </a:cubicBezTo>
                        <a:lnTo>
                          <a:pt x="41148" y="127064"/>
                        </a:lnTo>
                        <a:close/>
                        <a:moveTo>
                          <a:pt x="150209" y="161544"/>
                        </a:moveTo>
                        <a:lnTo>
                          <a:pt x="100584" y="190214"/>
                        </a:lnTo>
                        <a:cubicBezTo>
                          <a:pt x="93916" y="194120"/>
                          <a:pt x="82963" y="194120"/>
                          <a:pt x="76295" y="190214"/>
                        </a:cubicBezTo>
                        <a:cubicBezTo>
                          <a:pt x="69532" y="186309"/>
                          <a:pt x="69532" y="180023"/>
                          <a:pt x="76295" y="176213"/>
                        </a:cubicBezTo>
                        <a:lnTo>
                          <a:pt x="125921" y="147542"/>
                        </a:lnTo>
                        <a:cubicBezTo>
                          <a:pt x="132588" y="143637"/>
                          <a:pt x="143542" y="143637"/>
                          <a:pt x="150209" y="147542"/>
                        </a:cubicBezTo>
                        <a:cubicBezTo>
                          <a:pt x="156972" y="151448"/>
                          <a:pt x="156972" y="157734"/>
                          <a:pt x="150209" y="161639"/>
                        </a:cubicBezTo>
                        <a:close/>
                        <a:moveTo>
                          <a:pt x="185642" y="23622"/>
                        </a:moveTo>
                        <a:cubicBezTo>
                          <a:pt x="185642" y="18098"/>
                          <a:pt x="193357" y="13716"/>
                          <a:pt x="202882" y="13716"/>
                        </a:cubicBezTo>
                        <a:cubicBezTo>
                          <a:pt x="212407" y="13716"/>
                          <a:pt x="220123" y="18193"/>
                          <a:pt x="220123" y="23622"/>
                        </a:cubicBezTo>
                        <a:lnTo>
                          <a:pt x="220123" y="64103"/>
                        </a:lnTo>
                        <a:cubicBezTo>
                          <a:pt x="220123" y="69628"/>
                          <a:pt x="212407" y="74009"/>
                          <a:pt x="202882" y="74009"/>
                        </a:cubicBezTo>
                        <a:cubicBezTo>
                          <a:pt x="193357" y="74009"/>
                          <a:pt x="185642" y="69532"/>
                          <a:pt x="185642" y="64103"/>
                        </a:cubicBezTo>
                        <a:lnTo>
                          <a:pt x="185642" y="23622"/>
                        </a:lnTo>
                        <a:close/>
                        <a:moveTo>
                          <a:pt x="202882" y="220408"/>
                        </a:moveTo>
                        <a:cubicBezTo>
                          <a:pt x="193357" y="220408"/>
                          <a:pt x="185642" y="215932"/>
                          <a:pt x="185642" y="210503"/>
                        </a:cubicBezTo>
                        <a:lnTo>
                          <a:pt x="185642" y="170021"/>
                        </a:lnTo>
                        <a:cubicBezTo>
                          <a:pt x="185642" y="164497"/>
                          <a:pt x="193357" y="160115"/>
                          <a:pt x="202882" y="160115"/>
                        </a:cubicBezTo>
                        <a:cubicBezTo>
                          <a:pt x="212407" y="160115"/>
                          <a:pt x="220123" y="164592"/>
                          <a:pt x="220123" y="170021"/>
                        </a:cubicBezTo>
                        <a:lnTo>
                          <a:pt x="220123" y="210503"/>
                        </a:lnTo>
                        <a:cubicBezTo>
                          <a:pt x="220123" y="216027"/>
                          <a:pt x="212407" y="220408"/>
                          <a:pt x="202882" y="220408"/>
                        </a:cubicBezTo>
                        <a:close/>
                        <a:moveTo>
                          <a:pt x="255556" y="72581"/>
                        </a:moveTo>
                        <a:lnTo>
                          <a:pt x="305181" y="43910"/>
                        </a:lnTo>
                        <a:cubicBezTo>
                          <a:pt x="311944" y="40005"/>
                          <a:pt x="322802" y="40005"/>
                          <a:pt x="329470" y="43910"/>
                        </a:cubicBezTo>
                        <a:cubicBezTo>
                          <a:pt x="336232" y="47815"/>
                          <a:pt x="336232" y="54102"/>
                          <a:pt x="329470" y="57912"/>
                        </a:cubicBezTo>
                        <a:lnTo>
                          <a:pt x="279845" y="86582"/>
                        </a:lnTo>
                        <a:cubicBezTo>
                          <a:pt x="273082" y="90488"/>
                          <a:pt x="262223" y="90488"/>
                          <a:pt x="255461" y="86582"/>
                        </a:cubicBezTo>
                        <a:cubicBezTo>
                          <a:pt x="248698" y="82677"/>
                          <a:pt x="248698" y="76390"/>
                          <a:pt x="255461" y="72485"/>
                        </a:cubicBezTo>
                        <a:close/>
                        <a:moveTo>
                          <a:pt x="329470" y="190119"/>
                        </a:moveTo>
                        <a:cubicBezTo>
                          <a:pt x="322802" y="194024"/>
                          <a:pt x="311848" y="194024"/>
                          <a:pt x="305181" y="190119"/>
                        </a:cubicBezTo>
                        <a:lnTo>
                          <a:pt x="255556" y="161449"/>
                        </a:lnTo>
                        <a:cubicBezTo>
                          <a:pt x="248793" y="157544"/>
                          <a:pt x="248793" y="151257"/>
                          <a:pt x="255556" y="147352"/>
                        </a:cubicBezTo>
                        <a:cubicBezTo>
                          <a:pt x="262319" y="143447"/>
                          <a:pt x="273177" y="143447"/>
                          <a:pt x="279940" y="147352"/>
                        </a:cubicBezTo>
                        <a:lnTo>
                          <a:pt x="329565" y="176022"/>
                        </a:lnTo>
                        <a:cubicBezTo>
                          <a:pt x="336328" y="179927"/>
                          <a:pt x="336328" y="186214"/>
                          <a:pt x="329565" y="190024"/>
                        </a:cubicBezTo>
                        <a:close/>
                        <a:moveTo>
                          <a:pt x="364712" y="126968"/>
                        </a:moveTo>
                        <a:lnTo>
                          <a:pt x="294513" y="126968"/>
                        </a:lnTo>
                        <a:cubicBezTo>
                          <a:pt x="284988" y="126968"/>
                          <a:pt x="277368" y="122491"/>
                          <a:pt x="277368" y="117062"/>
                        </a:cubicBezTo>
                        <a:cubicBezTo>
                          <a:pt x="277368" y="111633"/>
                          <a:pt x="285083" y="107156"/>
                          <a:pt x="294513" y="107156"/>
                        </a:cubicBezTo>
                        <a:lnTo>
                          <a:pt x="364712" y="107156"/>
                        </a:lnTo>
                        <a:cubicBezTo>
                          <a:pt x="374237" y="107156"/>
                          <a:pt x="381953" y="111633"/>
                          <a:pt x="381953" y="117062"/>
                        </a:cubicBezTo>
                        <a:cubicBezTo>
                          <a:pt x="381953" y="122491"/>
                          <a:pt x="374237" y="126968"/>
                          <a:pt x="364712"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4" name="Google Shape;2144;p37"/>
                  <p:cNvSpPr/>
                  <p:nvPr/>
                </p:nvSpPr>
                <p:spPr>
                  <a:xfrm>
                    <a:off x="3646611" y="4678414"/>
                    <a:ext cx="405669" cy="234124"/>
                  </a:xfrm>
                  <a:custGeom>
                    <a:avLst/>
                    <a:gdLst/>
                    <a:ahLst/>
                    <a:cxnLst/>
                    <a:rect l="l" t="t" r="r" b="b"/>
                    <a:pathLst>
                      <a:path w="405669" h="234124" extrusionOk="0">
                        <a:moveTo>
                          <a:pt x="346234" y="34290"/>
                        </a:moveTo>
                        <a:cubicBezTo>
                          <a:pt x="267081" y="-11430"/>
                          <a:pt x="138684" y="-11430"/>
                          <a:pt x="59436" y="34290"/>
                        </a:cubicBezTo>
                        <a:cubicBezTo>
                          <a:pt x="-19812" y="80010"/>
                          <a:pt x="-19812" y="154210"/>
                          <a:pt x="59436" y="199834"/>
                        </a:cubicBezTo>
                        <a:cubicBezTo>
                          <a:pt x="138684" y="245555"/>
                          <a:pt x="267081" y="245555"/>
                          <a:pt x="346234" y="199834"/>
                        </a:cubicBezTo>
                        <a:cubicBezTo>
                          <a:pt x="425482" y="154115"/>
                          <a:pt x="425482" y="80010"/>
                          <a:pt x="346234" y="34290"/>
                        </a:cubicBezTo>
                        <a:close/>
                        <a:moveTo>
                          <a:pt x="76200" y="58007"/>
                        </a:moveTo>
                        <a:cubicBezTo>
                          <a:pt x="69437" y="54102"/>
                          <a:pt x="69437" y="47815"/>
                          <a:pt x="76200" y="44006"/>
                        </a:cubicBezTo>
                        <a:cubicBezTo>
                          <a:pt x="82963" y="40100"/>
                          <a:pt x="93821" y="40100"/>
                          <a:pt x="100489" y="44006"/>
                        </a:cubicBezTo>
                        <a:lnTo>
                          <a:pt x="150114" y="72676"/>
                        </a:lnTo>
                        <a:cubicBezTo>
                          <a:pt x="156877" y="76581"/>
                          <a:pt x="156877" y="82867"/>
                          <a:pt x="150114" y="86678"/>
                        </a:cubicBezTo>
                        <a:cubicBezTo>
                          <a:pt x="143351" y="90583"/>
                          <a:pt x="132493" y="90583"/>
                          <a:pt x="125825" y="86678"/>
                        </a:cubicBezTo>
                        <a:lnTo>
                          <a:pt x="76200" y="58007"/>
                        </a:lnTo>
                        <a:close/>
                        <a:moveTo>
                          <a:pt x="111061" y="126968"/>
                        </a:moveTo>
                        <a:lnTo>
                          <a:pt x="40957" y="126968"/>
                        </a:lnTo>
                        <a:cubicBezTo>
                          <a:pt x="31432" y="126968"/>
                          <a:pt x="23717" y="122491"/>
                          <a:pt x="23717" y="117062"/>
                        </a:cubicBezTo>
                        <a:cubicBezTo>
                          <a:pt x="23717" y="111633"/>
                          <a:pt x="31432" y="107156"/>
                          <a:pt x="40957" y="107156"/>
                        </a:cubicBezTo>
                        <a:lnTo>
                          <a:pt x="111157" y="107156"/>
                        </a:lnTo>
                        <a:cubicBezTo>
                          <a:pt x="120682" y="107156"/>
                          <a:pt x="128397" y="111633"/>
                          <a:pt x="128397" y="117062"/>
                        </a:cubicBezTo>
                        <a:cubicBezTo>
                          <a:pt x="128397" y="122491"/>
                          <a:pt x="120682" y="126968"/>
                          <a:pt x="111157" y="126968"/>
                        </a:cubicBezTo>
                        <a:close/>
                        <a:moveTo>
                          <a:pt x="202787" y="74009"/>
                        </a:moveTo>
                        <a:cubicBezTo>
                          <a:pt x="193262" y="74009"/>
                          <a:pt x="185547" y="69532"/>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532"/>
                          <a:pt x="212312" y="74009"/>
                          <a:pt x="202787" y="74009"/>
                        </a:cubicBezTo>
                        <a:close/>
                        <a:moveTo>
                          <a:pt x="100489" y="190119"/>
                        </a:moveTo>
                        <a:cubicBezTo>
                          <a:pt x="93821" y="194024"/>
                          <a:pt x="82868" y="194024"/>
                          <a:pt x="76200" y="190119"/>
                        </a:cubicBezTo>
                        <a:cubicBezTo>
                          <a:pt x="69437" y="186214"/>
                          <a:pt x="69437" y="179927"/>
                          <a:pt x="76200" y="176022"/>
                        </a:cubicBezTo>
                        <a:lnTo>
                          <a:pt x="125825" y="147352"/>
                        </a:lnTo>
                        <a:cubicBezTo>
                          <a:pt x="132493" y="143447"/>
                          <a:pt x="143446" y="143447"/>
                          <a:pt x="150114" y="147352"/>
                        </a:cubicBezTo>
                        <a:cubicBezTo>
                          <a:pt x="156877" y="151257"/>
                          <a:pt x="156877" y="157543"/>
                          <a:pt x="150114" y="161354"/>
                        </a:cubicBezTo>
                        <a:lnTo>
                          <a:pt x="100489" y="190024"/>
                        </a:lnTo>
                        <a:close/>
                        <a:moveTo>
                          <a:pt x="279749" y="86582"/>
                        </a:moveTo>
                        <a:cubicBezTo>
                          <a:pt x="272986" y="90488"/>
                          <a:pt x="262128" y="90488"/>
                          <a:pt x="255365" y="86582"/>
                        </a:cubicBezTo>
                        <a:cubicBezTo>
                          <a:pt x="248602" y="82677"/>
                          <a:pt x="248602" y="76390"/>
                          <a:pt x="255365" y="72581"/>
                        </a:cubicBezTo>
                        <a:lnTo>
                          <a:pt x="304990" y="43910"/>
                        </a:lnTo>
                        <a:cubicBezTo>
                          <a:pt x="311753" y="40005"/>
                          <a:pt x="322612" y="40005"/>
                          <a:pt x="329279" y="43910"/>
                        </a:cubicBezTo>
                        <a:cubicBezTo>
                          <a:pt x="336042" y="47815"/>
                          <a:pt x="336042" y="54102"/>
                          <a:pt x="329279" y="57912"/>
                        </a:cubicBezTo>
                        <a:lnTo>
                          <a:pt x="279654" y="86582"/>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8"/>
                        </a:moveTo>
                        <a:cubicBezTo>
                          <a:pt x="193167" y="220408"/>
                          <a:pt x="185452" y="215932"/>
                          <a:pt x="185452" y="210503"/>
                        </a:cubicBezTo>
                        <a:lnTo>
                          <a:pt x="185452" y="170021"/>
                        </a:lnTo>
                        <a:cubicBezTo>
                          <a:pt x="185452" y="164497"/>
                          <a:pt x="193167" y="160115"/>
                          <a:pt x="202692" y="160115"/>
                        </a:cubicBezTo>
                        <a:cubicBezTo>
                          <a:pt x="212217" y="160115"/>
                          <a:pt x="219932" y="164592"/>
                          <a:pt x="219932" y="170021"/>
                        </a:cubicBezTo>
                        <a:lnTo>
                          <a:pt x="219932" y="210503"/>
                        </a:lnTo>
                        <a:cubicBezTo>
                          <a:pt x="219932" y="216027"/>
                          <a:pt x="212217" y="220408"/>
                          <a:pt x="202692" y="220408"/>
                        </a:cubicBezTo>
                        <a:close/>
                        <a:moveTo>
                          <a:pt x="304990" y="190119"/>
                        </a:moveTo>
                        <a:lnTo>
                          <a:pt x="255365" y="161449"/>
                        </a:lnTo>
                        <a:cubicBezTo>
                          <a:pt x="248602" y="157543"/>
                          <a:pt x="248602" y="151257"/>
                          <a:pt x="255365" y="147447"/>
                        </a:cubicBezTo>
                        <a:cubicBezTo>
                          <a:pt x="262128" y="143542"/>
                          <a:pt x="272986" y="143542"/>
                          <a:pt x="279749" y="147447"/>
                        </a:cubicBezTo>
                        <a:lnTo>
                          <a:pt x="329374" y="176117"/>
                        </a:lnTo>
                        <a:cubicBezTo>
                          <a:pt x="336137" y="180023"/>
                          <a:pt x="336137" y="186309"/>
                          <a:pt x="329374" y="190214"/>
                        </a:cubicBezTo>
                        <a:cubicBezTo>
                          <a:pt x="322707" y="194120"/>
                          <a:pt x="311753" y="194120"/>
                          <a:pt x="305086"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5" name="Google Shape;2145;p37"/>
                  <p:cNvSpPr/>
                  <p:nvPr/>
                </p:nvSpPr>
                <p:spPr>
                  <a:xfrm>
                    <a:off x="3792266" y="4762425"/>
                    <a:ext cx="114454" cy="46386"/>
                  </a:xfrm>
                  <a:custGeom>
                    <a:avLst/>
                    <a:gdLst/>
                    <a:ahLst/>
                    <a:cxnLst/>
                    <a:rect l="l" t="t" r="r" b="b"/>
                    <a:pathLst>
                      <a:path w="114454" h="46386" extrusionOk="0">
                        <a:moveTo>
                          <a:pt x="109615" y="46387"/>
                        </a:moveTo>
                        <a:cubicBezTo>
                          <a:pt x="106853" y="42767"/>
                          <a:pt x="102852" y="39338"/>
                          <a:pt x="97708" y="36385"/>
                        </a:cubicBezTo>
                        <a:cubicBezTo>
                          <a:pt x="75325" y="23432"/>
                          <a:pt x="39130" y="23432"/>
                          <a:pt x="16746" y="36385"/>
                        </a:cubicBezTo>
                        <a:cubicBezTo>
                          <a:pt x="11603" y="39338"/>
                          <a:pt x="7602" y="42767"/>
                          <a:pt x="4840" y="46387"/>
                        </a:cubicBezTo>
                        <a:cubicBezTo>
                          <a:pt x="-4400" y="34290"/>
                          <a:pt x="-399" y="19622"/>
                          <a:pt x="16746" y="9716"/>
                        </a:cubicBezTo>
                        <a:cubicBezTo>
                          <a:pt x="39130" y="-3239"/>
                          <a:pt x="75325" y="-3239"/>
                          <a:pt x="97708" y="9716"/>
                        </a:cubicBezTo>
                        <a:cubicBezTo>
                          <a:pt x="114854"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6" name="Google Shape;2146;p37"/>
                  <p:cNvSpPr/>
                  <p:nvPr/>
                </p:nvSpPr>
                <p:spPr>
                  <a:xfrm>
                    <a:off x="3797106" y="4789095"/>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147" name="Google Shape;2147;p37"/>
              <p:cNvGrpSpPr/>
              <p:nvPr/>
            </p:nvGrpSpPr>
            <p:grpSpPr>
              <a:xfrm>
                <a:off x="7468856" y="4512385"/>
                <a:ext cx="639735" cy="559976"/>
                <a:chOff x="3695689" y="4939685"/>
                <a:chExt cx="422100" cy="369475"/>
              </a:xfrm>
            </p:grpSpPr>
            <p:sp>
              <p:nvSpPr>
                <p:cNvPr id="2148" name="Google Shape;2148;p37"/>
                <p:cNvSpPr/>
                <p:nvPr/>
              </p:nvSpPr>
              <p:spPr>
                <a:xfrm>
                  <a:off x="3695689" y="5065320"/>
                  <a:ext cx="422100" cy="243840"/>
                </a:xfrm>
                <a:custGeom>
                  <a:avLst/>
                  <a:gdLst/>
                  <a:ahLst/>
                  <a:cxnLst/>
                  <a:rect l="l" t="t" r="r" b="b"/>
                  <a:pathLst>
                    <a:path w="422100" h="243840" extrusionOk="0">
                      <a:moveTo>
                        <a:pt x="360307" y="208121"/>
                      </a:moveTo>
                      <a:cubicBezTo>
                        <a:pt x="277821" y="255746"/>
                        <a:pt x="144185" y="255746"/>
                        <a:pt x="61793" y="208121"/>
                      </a:cubicBezTo>
                      <a:cubicBezTo>
                        <a:pt x="-20598" y="160496"/>
                        <a:pt x="-20598" y="83344"/>
                        <a:pt x="61793" y="35719"/>
                      </a:cubicBezTo>
                      <a:cubicBezTo>
                        <a:pt x="144185" y="-11906"/>
                        <a:pt x="277821" y="-11906"/>
                        <a:pt x="360307" y="35719"/>
                      </a:cubicBezTo>
                      <a:cubicBezTo>
                        <a:pt x="442698" y="83344"/>
                        <a:pt x="442698" y="160496"/>
                        <a:pt x="360307" y="208121"/>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149" name="Google Shape;2149;p37"/>
                <p:cNvGrpSpPr/>
                <p:nvPr/>
              </p:nvGrpSpPr>
              <p:grpSpPr>
                <a:xfrm>
                  <a:off x="3703857" y="5053128"/>
                  <a:ext cx="405669" cy="247649"/>
                  <a:chOff x="3703857" y="5053128"/>
                  <a:chExt cx="405669" cy="247649"/>
                </a:xfrm>
              </p:grpSpPr>
              <p:sp>
                <p:nvSpPr>
                  <p:cNvPr id="2150" name="Google Shape;2150;p37"/>
                  <p:cNvSpPr/>
                  <p:nvPr/>
                </p:nvSpPr>
                <p:spPr>
                  <a:xfrm>
                    <a:off x="3703857" y="5066463"/>
                    <a:ext cx="405574" cy="234314"/>
                  </a:xfrm>
                  <a:custGeom>
                    <a:avLst/>
                    <a:gdLst/>
                    <a:ahLst/>
                    <a:cxnLst/>
                    <a:rect l="l" t="t" r="r" b="b"/>
                    <a:pathLst>
                      <a:path w="405574" h="234314"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920"/>
                        </a:lnTo>
                        <a:lnTo>
                          <a:pt x="0" y="117920"/>
                        </a:lnTo>
                        <a:cubicBezTo>
                          <a:pt x="381"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0957" y="126968"/>
                        </a:moveTo>
                        <a:cubicBezTo>
                          <a:pt x="31432" y="126968"/>
                          <a:pt x="23717" y="122492"/>
                          <a:pt x="23717" y="117062"/>
                        </a:cubicBezTo>
                        <a:cubicBezTo>
                          <a:pt x="23717" y="111633"/>
                          <a:pt x="31432" y="107156"/>
                          <a:pt x="40957" y="107156"/>
                        </a:cubicBezTo>
                        <a:lnTo>
                          <a:pt x="111062" y="107156"/>
                        </a:lnTo>
                        <a:cubicBezTo>
                          <a:pt x="120587" y="107156"/>
                          <a:pt x="128302" y="111633"/>
                          <a:pt x="128302" y="117062"/>
                        </a:cubicBezTo>
                        <a:cubicBezTo>
                          <a:pt x="128302" y="122492"/>
                          <a:pt x="120587" y="126968"/>
                          <a:pt x="111062" y="126968"/>
                        </a:cubicBezTo>
                        <a:lnTo>
                          <a:pt x="40957" y="126968"/>
                        </a:lnTo>
                        <a:close/>
                        <a:moveTo>
                          <a:pt x="150114" y="161449"/>
                        </a:moveTo>
                        <a:lnTo>
                          <a:pt x="100489" y="190119"/>
                        </a:lnTo>
                        <a:cubicBezTo>
                          <a:pt x="93726" y="194024"/>
                          <a:pt x="82867" y="194024"/>
                          <a:pt x="76105" y="190119"/>
                        </a:cubicBezTo>
                        <a:cubicBezTo>
                          <a:pt x="69342" y="186214"/>
                          <a:pt x="69342" y="179927"/>
                          <a:pt x="76105" y="176117"/>
                        </a:cubicBezTo>
                        <a:lnTo>
                          <a:pt x="125730" y="147447"/>
                        </a:lnTo>
                        <a:cubicBezTo>
                          <a:pt x="132493" y="143542"/>
                          <a:pt x="143351" y="143542"/>
                          <a:pt x="150019" y="147447"/>
                        </a:cubicBezTo>
                        <a:cubicBezTo>
                          <a:pt x="156781" y="151352"/>
                          <a:pt x="156781" y="157639"/>
                          <a:pt x="150019" y="161544"/>
                        </a:cubicBezTo>
                        <a:close/>
                        <a:moveTo>
                          <a:pt x="185547" y="23527"/>
                        </a:moveTo>
                        <a:cubicBezTo>
                          <a:pt x="185547" y="18002"/>
                          <a:pt x="193262" y="13621"/>
                          <a:pt x="202787" y="13621"/>
                        </a:cubicBezTo>
                        <a:cubicBezTo>
                          <a:pt x="212312" y="13621"/>
                          <a:pt x="220027" y="18098"/>
                          <a:pt x="220027" y="23527"/>
                        </a:cubicBezTo>
                        <a:lnTo>
                          <a:pt x="220027" y="64008"/>
                        </a:lnTo>
                        <a:cubicBezTo>
                          <a:pt x="220027" y="69532"/>
                          <a:pt x="212312" y="73914"/>
                          <a:pt x="202787" y="73914"/>
                        </a:cubicBezTo>
                        <a:cubicBezTo>
                          <a:pt x="193262" y="73914"/>
                          <a:pt x="185547" y="69437"/>
                          <a:pt x="185547" y="64008"/>
                        </a:cubicBezTo>
                        <a:lnTo>
                          <a:pt x="185547" y="23527"/>
                        </a:lnTo>
                        <a:close/>
                        <a:moveTo>
                          <a:pt x="202787" y="220313"/>
                        </a:moveTo>
                        <a:cubicBezTo>
                          <a:pt x="193262" y="220313"/>
                          <a:pt x="185547" y="215837"/>
                          <a:pt x="185547" y="210407"/>
                        </a:cubicBezTo>
                        <a:lnTo>
                          <a:pt x="185547" y="169926"/>
                        </a:lnTo>
                        <a:cubicBezTo>
                          <a:pt x="185547" y="164402"/>
                          <a:pt x="193262" y="160020"/>
                          <a:pt x="202787" y="160020"/>
                        </a:cubicBezTo>
                        <a:cubicBezTo>
                          <a:pt x="212312" y="160020"/>
                          <a:pt x="220027" y="164497"/>
                          <a:pt x="220027" y="169926"/>
                        </a:cubicBezTo>
                        <a:lnTo>
                          <a:pt x="220027" y="210407"/>
                        </a:lnTo>
                        <a:cubicBezTo>
                          <a:pt x="220027" y="215932"/>
                          <a:pt x="212312" y="220313"/>
                          <a:pt x="202787" y="220313"/>
                        </a:cubicBezTo>
                        <a:close/>
                        <a:moveTo>
                          <a:pt x="255460" y="72485"/>
                        </a:moveTo>
                        <a:lnTo>
                          <a:pt x="305086" y="43815"/>
                        </a:lnTo>
                        <a:cubicBezTo>
                          <a:pt x="311848" y="39910"/>
                          <a:pt x="322707" y="39910"/>
                          <a:pt x="329374" y="43815"/>
                        </a:cubicBezTo>
                        <a:cubicBezTo>
                          <a:pt x="336137" y="47720"/>
                          <a:pt x="336137" y="54007"/>
                          <a:pt x="329374" y="57912"/>
                        </a:cubicBezTo>
                        <a:lnTo>
                          <a:pt x="279749" y="86582"/>
                        </a:lnTo>
                        <a:cubicBezTo>
                          <a:pt x="272987" y="90488"/>
                          <a:pt x="262128" y="90488"/>
                          <a:pt x="255460" y="86582"/>
                        </a:cubicBezTo>
                        <a:cubicBezTo>
                          <a:pt x="248698" y="82677"/>
                          <a:pt x="248698" y="76390"/>
                          <a:pt x="255460" y="72581"/>
                        </a:cubicBezTo>
                        <a:close/>
                        <a:moveTo>
                          <a:pt x="329374" y="190024"/>
                        </a:moveTo>
                        <a:cubicBezTo>
                          <a:pt x="322612" y="193929"/>
                          <a:pt x="311753" y="193929"/>
                          <a:pt x="305086" y="190024"/>
                        </a:cubicBezTo>
                        <a:lnTo>
                          <a:pt x="255460" y="161354"/>
                        </a:lnTo>
                        <a:cubicBezTo>
                          <a:pt x="248698" y="157448"/>
                          <a:pt x="248698" y="151162"/>
                          <a:pt x="255460" y="147352"/>
                        </a:cubicBezTo>
                        <a:cubicBezTo>
                          <a:pt x="262223" y="143447"/>
                          <a:pt x="273082" y="143447"/>
                          <a:pt x="279749" y="147352"/>
                        </a:cubicBezTo>
                        <a:lnTo>
                          <a:pt x="329374" y="176022"/>
                        </a:lnTo>
                        <a:cubicBezTo>
                          <a:pt x="336137" y="179927"/>
                          <a:pt x="336137" y="186214"/>
                          <a:pt x="329374" y="190024"/>
                        </a:cubicBezTo>
                        <a:close/>
                        <a:moveTo>
                          <a:pt x="364617" y="126873"/>
                        </a:moveTo>
                        <a:lnTo>
                          <a:pt x="294418" y="126873"/>
                        </a:lnTo>
                        <a:cubicBezTo>
                          <a:pt x="284893" y="126873"/>
                          <a:pt x="277177" y="122396"/>
                          <a:pt x="277177" y="116967"/>
                        </a:cubicBezTo>
                        <a:cubicBezTo>
                          <a:pt x="277177"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1" name="Google Shape;2151;p37"/>
                  <p:cNvSpPr/>
                  <p:nvPr/>
                </p:nvSpPr>
                <p:spPr>
                  <a:xfrm>
                    <a:off x="3703928" y="5053128"/>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010"/>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7"/>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022"/>
                        </a:cubicBezTo>
                        <a:lnTo>
                          <a:pt x="125658" y="147447"/>
                        </a:lnTo>
                        <a:cubicBezTo>
                          <a:pt x="132421" y="143542"/>
                          <a:pt x="143280" y="143542"/>
                          <a:pt x="149947" y="147447"/>
                        </a:cubicBezTo>
                        <a:cubicBezTo>
                          <a:pt x="156710" y="151352"/>
                          <a:pt x="156710" y="157639"/>
                          <a:pt x="149947" y="161449"/>
                        </a:cubicBezTo>
                        <a:lnTo>
                          <a:pt x="100322" y="190119"/>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8"/>
                        </a:moveTo>
                        <a:cubicBezTo>
                          <a:pt x="193096" y="220408"/>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8"/>
                          <a:pt x="202621" y="220408"/>
                        </a:cubicBezTo>
                        <a:close/>
                        <a:moveTo>
                          <a:pt x="304919" y="190119"/>
                        </a:moveTo>
                        <a:lnTo>
                          <a:pt x="255294" y="161449"/>
                        </a:lnTo>
                        <a:cubicBezTo>
                          <a:pt x="248531" y="157544"/>
                          <a:pt x="248531" y="151257"/>
                          <a:pt x="255294" y="147447"/>
                        </a:cubicBezTo>
                        <a:cubicBezTo>
                          <a:pt x="262057" y="143542"/>
                          <a:pt x="272915" y="143542"/>
                          <a:pt x="279583" y="147447"/>
                        </a:cubicBezTo>
                        <a:lnTo>
                          <a:pt x="329208" y="176022"/>
                        </a:lnTo>
                        <a:cubicBezTo>
                          <a:pt x="335971" y="179927"/>
                          <a:pt x="335971" y="186214"/>
                          <a:pt x="329208" y="190119"/>
                        </a:cubicBezTo>
                        <a:cubicBezTo>
                          <a:pt x="322445" y="194024"/>
                          <a:pt x="311587" y="194024"/>
                          <a:pt x="304919"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2" name="Google Shape;2152;p37"/>
                  <p:cNvSpPr/>
                  <p:nvPr/>
                </p:nvSpPr>
                <p:spPr>
                  <a:xfrm>
                    <a:off x="3849512" y="5137210"/>
                    <a:ext cx="114454" cy="46315"/>
                  </a:xfrm>
                  <a:custGeom>
                    <a:avLst/>
                    <a:gdLst/>
                    <a:ahLst/>
                    <a:cxnLst/>
                    <a:rect l="l" t="t" r="r" b="b"/>
                    <a:pathLst>
                      <a:path w="114454" h="46315" extrusionOk="0">
                        <a:moveTo>
                          <a:pt x="109615" y="46315"/>
                        </a:moveTo>
                        <a:cubicBezTo>
                          <a:pt x="106852" y="42696"/>
                          <a:pt x="102852" y="39267"/>
                          <a:pt x="97708" y="36314"/>
                        </a:cubicBezTo>
                        <a:cubicBezTo>
                          <a:pt x="75325" y="23455"/>
                          <a:pt x="39130" y="23455"/>
                          <a:pt x="16746" y="36314"/>
                        </a:cubicBezTo>
                        <a:cubicBezTo>
                          <a:pt x="11602" y="39267"/>
                          <a:pt x="7602" y="42696"/>
                          <a:pt x="4840" y="46315"/>
                        </a:cubicBezTo>
                        <a:cubicBezTo>
                          <a:pt x="-4400" y="34218"/>
                          <a:pt x="-399" y="19550"/>
                          <a:pt x="16746" y="9644"/>
                        </a:cubicBezTo>
                        <a:cubicBezTo>
                          <a:pt x="39130" y="-3215"/>
                          <a:pt x="75325" y="-3215"/>
                          <a:pt x="97708" y="9644"/>
                        </a:cubicBezTo>
                        <a:cubicBezTo>
                          <a:pt x="114853"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3" name="Google Shape;2153;p37"/>
                  <p:cNvSpPr/>
                  <p:nvPr/>
                </p:nvSpPr>
                <p:spPr>
                  <a:xfrm>
                    <a:off x="3854351" y="5163880"/>
                    <a:ext cx="104775" cy="39457"/>
                  </a:xfrm>
                  <a:custGeom>
                    <a:avLst/>
                    <a:gdLst/>
                    <a:ahLst/>
                    <a:cxnLst/>
                    <a:rect l="l" t="t" r="r" b="b"/>
                    <a:pathLst>
                      <a:path w="104775" h="39457" extrusionOk="0">
                        <a:moveTo>
                          <a:pt x="104775" y="19645"/>
                        </a:moveTo>
                        <a:cubicBezTo>
                          <a:pt x="102013" y="23265"/>
                          <a:pt x="98012" y="26694"/>
                          <a:pt x="92869" y="29742"/>
                        </a:cubicBezTo>
                        <a:cubicBezTo>
                          <a:pt x="70485" y="42696"/>
                          <a:pt x="34290" y="42696"/>
                          <a:pt x="11906" y="29742"/>
                        </a:cubicBezTo>
                        <a:cubicBezTo>
                          <a:pt x="6763" y="26789"/>
                          <a:pt x="2762" y="23360"/>
                          <a:pt x="0" y="19645"/>
                        </a:cubicBezTo>
                        <a:cubicBezTo>
                          <a:pt x="2762" y="16026"/>
                          <a:pt x="6763" y="12597"/>
                          <a:pt x="11906" y="9644"/>
                        </a:cubicBezTo>
                        <a:cubicBezTo>
                          <a:pt x="34290" y="-3215"/>
                          <a:pt x="70485" y="-3215"/>
                          <a:pt x="92869" y="9644"/>
                        </a:cubicBezTo>
                        <a:cubicBezTo>
                          <a:pt x="98012" y="12597"/>
                          <a:pt x="102013" y="16026"/>
                          <a:pt x="104775" y="19645"/>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54" name="Google Shape;2154;p37"/>
                <p:cNvGrpSpPr/>
                <p:nvPr/>
              </p:nvGrpSpPr>
              <p:grpSpPr>
                <a:xfrm>
                  <a:off x="3727359" y="4965879"/>
                  <a:ext cx="358830" cy="305800"/>
                  <a:chOff x="3727359" y="4965879"/>
                  <a:chExt cx="358830" cy="305800"/>
                </a:xfrm>
              </p:grpSpPr>
              <p:sp>
                <p:nvSpPr>
                  <p:cNvPr id="2155" name="Google Shape;2155;p37"/>
                  <p:cNvSpPr/>
                  <p:nvPr/>
                </p:nvSpPr>
                <p:spPr>
                  <a:xfrm>
                    <a:off x="3727478" y="5069416"/>
                    <a:ext cx="358711" cy="202263"/>
                  </a:xfrm>
                  <a:custGeom>
                    <a:avLst/>
                    <a:gdLst/>
                    <a:ahLst/>
                    <a:cxnLst/>
                    <a:rect l="l" t="t" r="r" b="b"/>
                    <a:pathLst>
                      <a:path w="358711" h="202263" extrusionOk="0">
                        <a:moveTo>
                          <a:pt x="358616" y="0"/>
                        </a:moveTo>
                        <a:lnTo>
                          <a:pt x="358616" y="98393"/>
                        </a:lnTo>
                        <a:cubicBezTo>
                          <a:pt x="358616" y="125063"/>
                          <a:pt x="340995" y="151733"/>
                          <a:pt x="306038" y="171831"/>
                        </a:cubicBezTo>
                        <a:cubicBezTo>
                          <a:pt x="236125" y="212408"/>
                          <a:pt x="122492" y="212408"/>
                          <a:pt x="52388" y="171831"/>
                        </a:cubicBezTo>
                        <a:cubicBezTo>
                          <a:pt x="17336" y="151733"/>
                          <a:pt x="0" y="125063"/>
                          <a:pt x="0" y="98393"/>
                        </a:cubicBezTo>
                        <a:lnTo>
                          <a:pt x="0" y="0"/>
                        </a:lnTo>
                        <a:lnTo>
                          <a:pt x="35871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6" name="Google Shape;2156;p37"/>
                  <p:cNvSpPr/>
                  <p:nvPr/>
                </p:nvSpPr>
                <p:spPr>
                  <a:xfrm>
                    <a:off x="3727383" y="5082179"/>
                    <a:ext cx="358711" cy="110633"/>
                  </a:xfrm>
                  <a:custGeom>
                    <a:avLst/>
                    <a:gdLst/>
                    <a:ahLst/>
                    <a:cxnLst/>
                    <a:rect l="l" t="t" r="r" b="b"/>
                    <a:pathLst>
                      <a:path w="358711" h="110633" extrusionOk="0">
                        <a:moveTo>
                          <a:pt x="358711" y="0"/>
                        </a:moveTo>
                        <a:cubicBezTo>
                          <a:pt x="358711" y="26479"/>
                          <a:pt x="341090" y="52864"/>
                          <a:pt x="306133" y="73057"/>
                        </a:cubicBezTo>
                        <a:cubicBezTo>
                          <a:pt x="236220" y="113824"/>
                          <a:pt x="122587" y="113824"/>
                          <a:pt x="52483" y="73057"/>
                        </a:cubicBezTo>
                        <a:cubicBezTo>
                          <a:pt x="18288" y="53340"/>
                          <a:pt x="762" y="27622"/>
                          <a:pt x="0" y="1715"/>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7" name="Google Shape;2157;p37"/>
                  <p:cNvSpPr/>
                  <p:nvPr/>
                </p:nvSpPr>
                <p:spPr>
                  <a:xfrm>
                    <a:off x="3727383" y="5099324"/>
                    <a:ext cx="358711" cy="110632"/>
                  </a:xfrm>
                  <a:custGeom>
                    <a:avLst/>
                    <a:gdLst/>
                    <a:ahLst/>
                    <a:cxnLst/>
                    <a:rect l="l" t="t" r="r" b="b"/>
                    <a:pathLst>
                      <a:path w="358711" h="110632" extrusionOk="0">
                        <a:moveTo>
                          <a:pt x="358711" y="0"/>
                        </a:moveTo>
                        <a:cubicBezTo>
                          <a:pt x="358711" y="26479"/>
                          <a:pt x="341090" y="52959"/>
                          <a:pt x="306133" y="73057"/>
                        </a:cubicBezTo>
                        <a:cubicBezTo>
                          <a:pt x="236220" y="113729"/>
                          <a:pt x="122587" y="113729"/>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8" name="Google Shape;2158;p37"/>
                  <p:cNvSpPr/>
                  <p:nvPr/>
                </p:nvSpPr>
                <p:spPr>
                  <a:xfrm>
                    <a:off x="3727383" y="5116565"/>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9" name="Google Shape;2159;p37"/>
                  <p:cNvSpPr/>
                  <p:nvPr/>
                </p:nvSpPr>
                <p:spPr>
                  <a:xfrm>
                    <a:off x="3727383" y="5133709"/>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0" name="Google Shape;2160;p37"/>
                  <p:cNvSpPr/>
                  <p:nvPr/>
                </p:nvSpPr>
                <p:spPr>
                  <a:xfrm>
                    <a:off x="3727383" y="5150855"/>
                    <a:ext cx="358711" cy="110632"/>
                  </a:xfrm>
                  <a:custGeom>
                    <a:avLst/>
                    <a:gdLst/>
                    <a:ahLst/>
                    <a:cxnLst/>
                    <a:rect l="l" t="t" r="r" b="b"/>
                    <a:pathLst>
                      <a:path w="358711" h="110632" extrusionOk="0">
                        <a:moveTo>
                          <a:pt x="358711" y="0"/>
                        </a:moveTo>
                        <a:cubicBezTo>
                          <a:pt x="358711" y="26479"/>
                          <a:pt x="341090" y="52864"/>
                          <a:pt x="306133" y="73057"/>
                        </a:cubicBezTo>
                        <a:cubicBezTo>
                          <a:pt x="236220" y="113728"/>
                          <a:pt x="122587" y="113728"/>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1" name="Google Shape;2161;p37"/>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2" name="Google Shape;2162;p37"/>
                  <p:cNvSpPr/>
                  <p:nvPr/>
                </p:nvSpPr>
                <p:spPr>
                  <a:xfrm>
                    <a:off x="3741504" y="4974118"/>
                    <a:ext cx="330446" cy="190785"/>
                  </a:xfrm>
                  <a:custGeom>
                    <a:avLst/>
                    <a:gdLst/>
                    <a:ahLst/>
                    <a:cxnLst/>
                    <a:rect l="l" t="t" r="r" b="b"/>
                    <a:pathLst>
                      <a:path w="330446" h="190785" extrusionOk="0">
                        <a:moveTo>
                          <a:pt x="48363" y="162639"/>
                        </a:moveTo>
                        <a:cubicBezTo>
                          <a:pt x="112943" y="200168"/>
                          <a:pt x="217622" y="200168"/>
                          <a:pt x="282012" y="162639"/>
                        </a:cubicBezTo>
                        <a:cubicBezTo>
                          <a:pt x="346591" y="125492"/>
                          <a:pt x="346591" y="65008"/>
                          <a:pt x="282012" y="27861"/>
                        </a:cubicBezTo>
                        <a:cubicBezTo>
                          <a:pt x="217622" y="-9287"/>
                          <a:pt x="112943" y="-9287"/>
                          <a:pt x="48363" y="27861"/>
                        </a:cubicBezTo>
                        <a:cubicBezTo>
                          <a:pt x="-16121" y="65008"/>
                          <a:pt x="-16121" y="125492"/>
                          <a:pt x="48363" y="16263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3" name="Google Shape;2163;p37"/>
                  <p:cNvSpPr/>
                  <p:nvPr/>
                </p:nvSpPr>
                <p:spPr>
                  <a:xfrm>
                    <a:off x="3752172" y="4980190"/>
                    <a:ext cx="309014" cy="178474"/>
                  </a:xfrm>
                  <a:custGeom>
                    <a:avLst/>
                    <a:gdLst/>
                    <a:ahLst/>
                    <a:cxnLst/>
                    <a:rect l="l" t="t" r="r" b="b"/>
                    <a:pathLst>
                      <a:path w="309014" h="178474" extrusionOk="0">
                        <a:moveTo>
                          <a:pt x="45220" y="152186"/>
                        </a:moveTo>
                        <a:cubicBezTo>
                          <a:pt x="105609" y="187238"/>
                          <a:pt x="203526" y="187238"/>
                          <a:pt x="263723" y="152186"/>
                        </a:cubicBezTo>
                        <a:cubicBezTo>
                          <a:pt x="324112" y="117419"/>
                          <a:pt x="324112" y="60841"/>
                          <a:pt x="263723" y="26075"/>
                        </a:cubicBezTo>
                        <a:cubicBezTo>
                          <a:pt x="203526" y="-8692"/>
                          <a:pt x="105609" y="-8692"/>
                          <a:pt x="45220" y="26075"/>
                        </a:cubicBezTo>
                        <a:cubicBezTo>
                          <a:pt x="-15073" y="60841"/>
                          <a:pt x="-15073" y="117324"/>
                          <a:pt x="45220" y="15218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4" name="Google Shape;2164;p37"/>
                  <p:cNvSpPr/>
                  <p:nvPr/>
                </p:nvSpPr>
                <p:spPr>
                  <a:xfrm>
                    <a:off x="3760768" y="4985524"/>
                    <a:ext cx="291917" cy="168568"/>
                  </a:xfrm>
                  <a:custGeom>
                    <a:avLst/>
                    <a:gdLst/>
                    <a:ahLst/>
                    <a:cxnLst/>
                    <a:rect l="l" t="t" r="r" b="b"/>
                    <a:pathLst>
                      <a:path w="291917" h="168568" extrusionOk="0">
                        <a:moveTo>
                          <a:pt x="42720" y="143708"/>
                        </a:moveTo>
                        <a:cubicBezTo>
                          <a:pt x="99774" y="176855"/>
                          <a:pt x="192262" y="176855"/>
                          <a:pt x="249126" y="143708"/>
                        </a:cubicBezTo>
                        <a:cubicBezTo>
                          <a:pt x="306181" y="110847"/>
                          <a:pt x="306181" y="57507"/>
                          <a:pt x="249126" y="24646"/>
                        </a:cubicBezTo>
                        <a:cubicBezTo>
                          <a:pt x="192262" y="-8215"/>
                          <a:pt x="99774" y="-8215"/>
                          <a:pt x="42720" y="24646"/>
                        </a:cubicBezTo>
                        <a:cubicBezTo>
                          <a:pt x="-14240" y="57507"/>
                          <a:pt x="-14240" y="110847"/>
                          <a:pt x="42720" y="14370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5" name="Google Shape;2165;p37"/>
                  <p:cNvSpPr/>
                  <p:nvPr/>
                </p:nvSpPr>
                <p:spPr>
                  <a:xfrm>
                    <a:off x="3769793" y="4990263"/>
                    <a:ext cx="273962" cy="158257"/>
                  </a:xfrm>
                  <a:custGeom>
                    <a:avLst/>
                    <a:gdLst/>
                    <a:ahLst/>
                    <a:cxnLst/>
                    <a:rect l="l" t="t" r="r" b="b"/>
                    <a:pathLst>
                      <a:path w="273962" h="158257" extrusionOk="0">
                        <a:moveTo>
                          <a:pt x="40076" y="134969"/>
                        </a:moveTo>
                        <a:cubicBezTo>
                          <a:pt x="93607" y="166021"/>
                          <a:pt x="180475" y="166021"/>
                          <a:pt x="233815" y="134969"/>
                        </a:cubicBezTo>
                        <a:cubicBezTo>
                          <a:pt x="287346" y="104108"/>
                          <a:pt x="287346" y="54007"/>
                          <a:pt x="233815" y="23146"/>
                        </a:cubicBezTo>
                        <a:cubicBezTo>
                          <a:pt x="180475" y="-7715"/>
                          <a:pt x="93607" y="-7715"/>
                          <a:pt x="40076" y="23146"/>
                        </a:cubicBezTo>
                        <a:cubicBezTo>
                          <a:pt x="-13359" y="53912"/>
                          <a:pt x="-13359" y="104108"/>
                          <a:pt x="40076" y="13496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6" name="Google Shape;2166;p37"/>
                  <p:cNvSpPr/>
                  <p:nvPr/>
                </p:nvSpPr>
                <p:spPr>
                  <a:xfrm>
                    <a:off x="3777342" y="4995073"/>
                    <a:ext cx="258770" cy="149471"/>
                  </a:xfrm>
                  <a:custGeom>
                    <a:avLst/>
                    <a:gdLst/>
                    <a:ahLst/>
                    <a:cxnLst/>
                    <a:rect l="l" t="t" r="r" b="b"/>
                    <a:pathLst>
                      <a:path w="258770" h="149471" extrusionOk="0">
                        <a:moveTo>
                          <a:pt x="37862" y="127397"/>
                        </a:moveTo>
                        <a:cubicBezTo>
                          <a:pt x="88440" y="156829"/>
                          <a:pt x="170450" y="156829"/>
                          <a:pt x="220837" y="127397"/>
                        </a:cubicBezTo>
                        <a:cubicBezTo>
                          <a:pt x="271415" y="98251"/>
                          <a:pt x="271415" y="50911"/>
                          <a:pt x="220837" y="21860"/>
                        </a:cubicBezTo>
                        <a:cubicBezTo>
                          <a:pt x="170450" y="-7287"/>
                          <a:pt x="88440" y="-7287"/>
                          <a:pt x="37862" y="21860"/>
                        </a:cubicBezTo>
                        <a:cubicBezTo>
                          <a:pt x="-12621" y="51007"/>
                          <a:pt x="-12621" y="98346"/>
                          <a:pt x="37862" y="127397"/>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7" name="Google Shape;2167;p37"/>
                  <p:cNvSpPr/>
                  <p:nvPr/>
                </p:nvSpPr>
                <p:spPr>
                  <a:xfrm>
                    <a:off x="3784890" y="4999026"/>
                    <a:ext cx="243673" cy="140731"/>
                  </a:xfrm>
                  <a:custGeom>
                    <a:avLst/>
                    <a:gdLst/>
                    <a:ahLst/>
                    <a:cxnLst/>
                    <a:rect l="l" t="t" r="r" b="b"/>
                    <a:pathLst>
                      <a:path w="243673" h="140731" extrusionOk="0">
                        <a:moveTo>
                          <a:pt x="35647" y="120015"/>
                        </a:moveTo>
                        <a:cubicBezTo>
                          <a:pt x="83272" y="147638"/>
                          <a:pt x="160520" y="147638"/>
                          <a:pt x="207955" y="120015"/>
                        </a:cubicBezTo>
                        <a:cubicBezTo>
                          <a:pt x="255580" y="92583"/>
                          <a:pt x="255580" y="48006"/>
                          <a:pt x="207955" y="20574"/>
                        </a:cubicBezTo>
                        <a:cubicBezTo>
                          <a:pt x="160520" y="-6858"/>
                          <a:pt x="83272" y="-6858"/>
                          <a:pt x="35647" y="20574"/>
                        </a:cubicBezTo>
                        <a:cubicBezTo>
                          <a:pt x="-11882" y="48006"/>
                          <a:pt x="-11882" y="92583"/>
                          <a:pt x="35647" y="120015"/>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8" name="Google Shape;2168;p37"/>
                  <p:cNvSpPr/>
                  <p:nvPr/>
                </p:nvSpPr>
                <p:spPr>
                  <a:xfrm>
                    <a:off x="3791677" y="5003217"/>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9" name="Google Shape;2169;p37"/>
                  <p:cNvSpPr/>
                  <p:nvPr/>
                </p:nvSpPr>
                <p:spPr>
                  <a:xfrm>
                    <a:off x="3798702" y="5007098"/>
                    <a:ext cx="216074" cy="124753"/>
                  </a:xfrm>
                  <a:custGeom>
                    <a:avLst/>
                    <a:gdLst/>
                    <a:ahLst/>
                    <a:cxnLst/>
                    <a:rect l="l" t="t" r="r" b="b"/>
                    <a:pathLst>
                      <a:path w="216074" h="124753" extrusionOk="0">
                        <a:moveTo>
                          <a:pt x="31647" y="106323"/>
                        </a:moveTo>
                        <a:cubicBezTo>
                          <a:pt x="73843" y="130897"/>
                          <a:pt x="142327" y="130897"/>
                          <a:pt x="184428" y="106323"/>
                        </a:cubicBezTo>
                        <a:cubicBezTo>
                          <a:pt x="226624" y="82034"/>
                          <a:pt x="226624" y="42505"/>
                          <a:pt x="184428" y="18216"/>
                        </a:cubicBezTo>
                        <a:cubicBezTo>
                          <a:pt x="142327" y="-6072"/>
                          <a:pt x="73843" y="-6072"/>
                          <a:pt x="31647" y="18216"/>
                        </a:cubicBezTo>
                        <a:cubicBezTo>
                          <a:pt x="-10549" y="42505"/>
                          <a:pt x="-10549" y="82034"/>
                          <a:pt x="31647" y="106323"/>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0" name="Google Shape;2170;p37"/>
                  <p:cNvSpPr/>
                  <p:nvPr/>
                </p:nvSpPr>
                <p:spPr>
                  <a:xfrm>
                    <a:off x="3804679" y="5010765"/>
                    <a:ext cx="204097" cy="117824"/>
                  </a:xfrm>
                  <a:custGeom>
                    <a:avLst/>
                    <a:gdLst/>
                    <a:ahLst/>
                    <a:cxnLst/>
                    <a:rect l="l" t="t" r="r" b="b"/>
                    <a:pathLst>
                      <a:path w="204097" h="117824" extrusionOk="0">
                        <a:moveTo>
                          <a:pt x="29861" y="100465"/>
                        </a:moveTo>
                        <a:cubicBezTo>
                          <a:pt x="69771" y="123611"/>
                          <a:pt x="134445" y="123611"/>
                          <a:pt x="174165" y="100465"/>
                        </a:cubicBezTo>
                        <a:cubicBezTo>
                          <a:pt x="214075" y="77510"/>
                          <a:pt x="214075" y="40172"/>
                          <a:pt x="174165" y="17216"/>
                        </a:cubicBezTo>
                        <a:cubicBezTo>
                          <a:pt x="134445" y="-5739"/>
                          <a:pt x="69771" y="-5739"/>
                          <a:pt x="29861" y="17216"/>
                        </a:cubicBezTo>
                        <a:cubicBezTo>
                          <a:pt x="-9954" y="40172"/>
                          <a:pt x="-9954" y="77510"/>
                          <a:pt x="29861" y="10046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1" name="Google Shape;2171;p37"/>
                  <p:cNvSpPr/>
                  <p:nvPr/>
                </p:nvSpPr>
                <p:spPr>
                  <a:xfrm>
                    <a:off x="3810155" y="5013695"/>
                    <a:ext cx="193167" cy="111489"/>
                  </a:xfrm>
                  <a:custGeom>
                    <a:avLst/>
                    <a:gdLst/>
                    <a:ahLst/>
                    <a:cxnLst/>
                    <a:rect l="l" t="t" r="r" b="b"/>
                    <a:pathLst>
                      <a:path w="193167" h="111489" extrusionOk="0">
                        <a:moveTo>
                          <a:pt x="28289" y="95059"/>
                        </a:moveTo>
                        <a:cubicBezTo>
                          <a:pt x="66008" y="116967"/>
                          <a:pt x="127254" y="116967"/>
                          <a:pt x="164878" y="95059"/>
                        </a:cubicBezTo>
                        <a:cubicBezTo>
                          <a:pt x="202597" y="73342"/>
                          <a:pt x="202597" y="38005"/>
                          <a:pt x="164878" y="16288"/>
                        </a:cubicBezTo>
                        <a:cubicBezTo>
                          <a:pt x="127254" y="-5429"/>
                          <a:pt x="66103" y="-5429"/>
                          <a:pt x="28289" y="16288"/>
                        </a:cubicBezTo>
                        <a:cubicBezTo>
                          <a:pt x="-9430" y="38005"/>
                          <a:pt x="-9430" y="73342"/>
                          <a:pt x="28289" y="9505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2" name="Google Shape;2172;p37"/>
                  <p:cNvSpPr/>
                  <p:nvPr/>
                </p:nvSpPr>
                <p:spPr>
                  <a:xfrm>
                    <a:off x="3815537" y="5017004"/>
                    <a:ext cx="182403" cy="105251"/>
                  </a:xfrm>
                  <a:custGeom>
                    <a:avLst/>
                    <a:gdLst/>
                    <a:ahLst/>
                    <a:cxnLst/>
                    <a:rect l="l" t="t" r="r" b="b"/>
                    <a:pathLst>
                      <a:path w="182403" h="105251" extrusionOk="0">
                        <a:moveTo>
                          <a:pt x="26718" y="89749"/>
                        </a:moveTo>
                        <a:cubicBezTo>
                          <a:pt x="62341" y="110419"/>
                          <a:pt x="120158" y="110419"/>
                          <a:pt x="155686" y="89749"/>
                        </a:cubicBezTo>
                        <a:cubicBezTo>
                          <a:pt x="191310" y="69271"/>
                          <a:pt x="191310" y="35838"/>
                          <a:pt x="155686" y="15359"/>
                        </a:cubicBezTo>
                        <a:cubicBezTo>
                          <a:pt x="120158" y="-5120"/>
                          <a:pt x="62341" y="-5120"/>
                          <a:pt x="26718" y="15359"/>
                        </a:cubicBezTo>
                        <a:cubicBezTo>
                          <a:pt x="-8906" y="35933"/>
                          <a:pt x="-8906" y="69271"/>
                          <a:pt x="26718" y="8974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3" name="Google Shape;2173;p37"/>
                  <p:cNvSpPr/>
                  <p:nvPr/>
                </p:nvSpPr>
                <p:spPr>
                  <a:xfrm>
                    <a:off x="3820824" y="5019862"/>
                    <a:ext cx="171807" cy="99250"/>
                  </a:xfrm>
                  <a:custGeom>
                    <a:avLst/>
                    <a:gdLst/>
                    <a:ahLst/>
                    <a:cxnLst/>
                    <a:rect l="l" t="t" r="r" b="b"/>
                    <a:pathLst>
                      <a:path w="171807" h="99250" extrusionOk="0">
                        <a:moveTo>
                          <a:pt x="25146" y="84606"/>
                        </a:moveTo>
                        <a:cubicBezTo>
                          <a:pt x="58769"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4" name="Google Shape;2174;p37"/>
                  <p:cNvSpPr/>
                  <p:nvPr/>
                </p:nvSpPr>
                <p:spPr>
                  <a:xfrm>
                    <a:off x="3825681" y="5022743"/>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2004"/>
                          <a:pt x="138493" y="13716"/>
                        </a:cubicBezTo>
                        <a:cubicBezTo>
                          <a:pt x="106870" y="-4572"/>
                          <a:pt x="55435" y="-4572"/>
                          <a:pt x="23717" y="13716"/>
                        </a:cubicBezTo>
                        <a:cubicBezTo>
                          <a:pt x="-7906" y="32004"/>
                          <a:pt x="-7906" y="61627"/>
                          <a:pt x="23717" y="7991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5" name="Google Shape;2175;p37"/>
                  <p:cNvSpPr/>
                  <p:nvPr/>
                </p:nvSpPr>
                <p:spPr>
                  <a:xfrm>
                    <a:off x="3830539" y="5025505"/>
                    <a:ext cx="152304" cy="87892"/>
                  </a:xfrm>
                  <a:custGeom>
                    <a:avLst/>
                    <a:gdLst/>
                    <a:ahLst/>
                    <a:cxnLst/>
                    <a:rect l="l" t="t" r="r" b="b"/>
                    <a:pathLst>
                      <a:path w="152304" h="87892" extrusionOk="0">
                        <a:moveTo>
                          <a:pt x="22288" y="74962"/>
                        </a:moveTo>
                        <a:cubicBezTo>
                          <a:pt x="52102" y="92202"/>
                          <a:pt x="100298" y="92202"/>
                          <a:pt x="130016" y="74962"/>
                        </a:cubicBezTo>
                        <a:cubicBezTo>
                          <a:pt x="159734" y="57817"/>
                          <a:pt x="159734" y="30004"/>
                          <a:pt x="130016" y="12859"/>
                        </a:cubicBezTo>
                        <a:cubicBezTo>
                          <a:pt x="100298" y="-4286"/>
                          <a:pt x="52102" y="-4286"/>
                          <a:pt x="22288" y="12859"/>
                        </a:cubicBezTo>
                        <a:cubicBezTo>
                          <a:pt x="-7429" y="30004"/>
                          <a:pt x="-7429" y="57817"/>
                          <a:pt x="22288" y="74962"/>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6" name="Google Shape;2176;p37"/>
                  <p:cNvSpPr/>
                  <p:nvPr/>
                </p:nvSpPr>
                <p:spPr>
                  <a:xfrm>
                    <a:off x="3834801" y="5028125"/>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7" name="Google Shape;2177;p37"/>
                  <p:cNvSpPr/>
                  <p:nvPr/>
                </p:nvSpPr>
                <p:spPr>
                  <a:xfrm>
                    <a:off x="3841921" y="5032387"/>
                    <a:ext cx="129635" cy="74794"/>
                  </a:xfrm>
                  <a:custGeom>
                    <a:avLst/>
                    <a:gdLst/>
                    <a:ahLst/>
                    <a:cxnLst/>
                    <a:rect l="l" t="t" r="r" b="b"/>
                    <a:pathLst>
                      <a:path w="129635" h="74794" extrusionOk="0">
                        <a:moveTo>
                          <a:pt x="19002" y="63794"/>
                        </a:moveTo>
                        <a:cubicBezTo>
                          <a:pt x="44339" y="78462"/>
                          <a:pt x="85392" y="78462"/>
                          <a:pt x="110633" y="63794"/>
                        </a:cubicBezTo>
                        <a:cubicBezTo>
                          <a:pt x="135969" y="49220"/>
                          <a:pt x="135969" y="25503"/>
                          <a:pt x="110633" y="10930"/>
                        </a:cubicBezTo>
                        <a:cubicBezTo>
                          <a:pt x="85392" y="-3643"/>
                          <a:pt x="44339" y="-3643"/>
                          <a:pt x="19002" y="10930"/>
                        </a:cubicBezTo>
                        <a:cubicBezTo>
                          <a:pt x="-6334" y="25503"/>
                          <a:pt x="-6334" y="49220"/>
                          <a:pt x="19002" y="637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8" name="Google Shape;2178;p37"/>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79" name="Google Shape;2179;p37"/>
                <p:cNvGrpSpPr/>
                <p:nvPr/>
              </p:nvGrpSpPr>
              <p:grpSpPr>
                <a:xfrm>
                  <a:off x="3703857" y="4939685"/>
                  <a:ext cx="405669" cy="247649"/>
                  <a:chOff x="3703857" y="4939685"/>
                  <a:chExt cx="405669" cy="247649"/>
                </a:xfrm>
              </p:grpSpPr>
              <p:sp>
                <p:nvSpPr>
                  <p:cNvPr id="2180" name="Google Shape;2180;p37"/>
                  <p:cNvSpPr/>
                  <p:nvPr/>
                </p:nvSpPr>
                <p:spPr>
                  <a:xfrm>
                    <a:off x="3703857" y="4953115"/>
                    <a:ext cx="405574" cy="234219"/>
                  </a:xfrm>
                  <a:custGeom>
                    <a:avLst/>
                    <a:gdLst/>
                    <a:ahLst/>
                    <a:cxnLst/>
                    <a:rect l="l" t="t" r="r" b="b"/>
                    <a:pathLst>
                      <a:path w="405574" h="234219"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824"/>
                        </a:lnTo>
                        <a:lnTo>
                          <a:pt x="0" y="117824"/>
                        </a:lnTo>
                        <a:cubicBezTo>
                          <a:pt x="381" y="147542"/>
                          <a:pt x="20098" y="177165"/>
                          <a:pt x="59341" y="199930"/>
                        </a:cubicBezTo>
                        <a:cubicBezTo>
                          <a:pt x="138589" y="245650"/>
                          <a:pt x="266986" y="245650"/>
                          <a:pt x="346138" y="199930"/>
                        </a:cubicBezTo>
                        <a:cubicBezTo>
                          <a:pt x="385763" y="177070"/>
                          <a:pt x="405574" y="147066"/>
                          <a:pt x="405574" y="117157"/>
                        </a:cubicBezTo>
                        <a:lnTo>
                          <a:pt x="405574" y="103823"/>
                        </a:lnTo>
                        <a:lnTo>
                          <a:pt x="404241" y="103823"/>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910"/>
                        </a:cubicBezTo>
                        <a:close/>
                        <a:moveTo>
                          <a:pt x="40957" y="126873"/>
                        </a:moveTo>
                        <a:cubicBezTo>
                          <a:pt x="31432" y="126873"/>
                          <a:pt x="23717" y="122396"/>
                          <a:pt x="23717" y="116967"/>
                        </a:cubicBezTo>
                        <a:cubicBezTo>
                          <a:pt x="23717" y="111538"/>
                          <a:pt x="31432" y="107061"/>
                          <a:pt x="40957" y="107061"/>
                        </a:cubicBezTo>
                        <a:lnTo>
                          <a:pt x="111062" y="107061"/>
                        </a:lnTo>
                        <a:cubicBezTo>
                          <a:pt x="120587" y="107061"/>
                          <a:pt x="128302" y="111538"/>
                          <a:pt x="128302" y="116967"/>
                        </a:cubicBezTo>
                        <a:cubicBezTo>
                          <a:pt x="128302" y="122396"/>
                          <a:pt x="120587" y="126873"/>
                          <a:pt x="111062" y="126873"/>
                        </a:cubicBezTo>
                        <a:lnTo>
                          <a:pt x="40957" y="126873"/>
                        </a:lnTo>
                        <a:close/>
                        <a:moveTo>
                          <a:pt x="150114" y="161354"/>
                        </a:moveTo>
                        <a:lnTo>
                          <a:pt x="100489" y="190024"/>
                        </a:lnTo>
                        <a:cubicBezTo>
                          <a:pt x="93726" y="193929"/>
                          <a:pt x="82867" y="193929"/>
                          <a:pt x="76105" y="190024"/>
                        </a:cubicBezTo>
                        <a:cubicBezTo>
                          <a:pt x="69342" y="186119"/>
                          <a:pt x="69342" y="179832"/>
                          <a:pt x="76105" y="176022"/>
                        </a:cubicBezTo>
                        <a:lnTo>
                          <a:pt x="125730" y="147352"/>
                        </a:lnTo>
                        <a:cubicBezTo>
                          <a:pt x="132493" y="143447"/>
                          <a:pt x="143351" y="143447"/>
                          <a:pt x="150019" y="147352"/>
                        </a:cubicBezTo>
                        <a:cubicBezTo>
                          <a:pt x="156781" y="151257"/>
                          <a:pt x="156781" y="157544"/>
                          <a:pt x="150019" y="161354"/>
                        </a:cubicBezTo>
                        <a:close/>
                        <a:moveTo>
                          <a:pt x="185547" y="23431"/>
                        </a:moveTo>
                        <a:cubicBezTo>
                          <a:pt x="185547" y="17907"/>
                          <a:pt x="193262" y="13525"/>
                          <a:pt x="202787" y="13525"/>
                        </a:cubicBezTo>
                        <a:cubicBezTo>
                          <a:pt x="212312" y="13525"/>
                          <a:pt x="220027" y="18002"/>
                          <a:pt x="220027" y="23431"/>
                        </a:cubicBezTo>
                        <a:lnTo>
                          <a:pt x="220027" y="63913"/>
                        </a:lnTo>
                        <a:cubicBezTo>
                          <a:pt x="220027" y="69437"/>
                          <a:pt x="212312" y="73819"/>
                          <a:pt x="202787" y="73819"/>
                        </a:cubicBezTo>
                        <a:cubicBezTo>
                          <a:pt x="193262" y="73819"/>
                          <a:pt x="185547" y="69342"/>
                          <a:pt x="185547" y="63913"/>
                        </a:cubicBezTo>
                        <a:lnTo>
                          <a:pt x="185547" y="23431"/>
                        </a:lnTo>
                        <a:close/>
                        <a:moveTo>
                          <a:pt x="202787" y="220218"/>
                        </a:moveTo>
                        <a:cubicBezTo>
                          <a:pt x="193262" y="220218"/>
                          <a:pt x="185547" y="215741"/>
                          <a:pt x="185547" y="210312"/>
                        </a:cubicBezTo>
                        <a:lnTo>
                          <a:pt x="185547" y="169831"/>
                        </a:lnTo>
                        <a:cubicBezTo>
                          <a:pt x="185547" y="164306"/>
                          <a:pt x="193262" y="159925"/>
                          <a:pt x="202787" y="159925"/>
                        </a:cubicBezTo>
                        <a:cubicBezTo>
                          <a:pt x="212312" y="159925"/>
                          <a:pt x="220027" y="164402"/>
                          <a:pt x="220027" y="169831"/>
                        </a:cubicBezTo>
                        <a:lnTo>
                          <a:pt x="220027" y="210312"/>
                        </a:lnTo>
                        <a:cubicBezTo>
                          <a:pt x="220027" y="215837"/>
                          <a:pt x="212312" y="220218"/>
                          <a:pt x="202787" y="220218"/>
                        </a:cubicBezTo>
                        <a:close/>
                        <a:moveTo>
                          <a:pt x="255460" y="72390"/>
                        </a:moveTo>
                        <a:lnTo>
                          <a:pt x="305086" y="43720"/>
                        </a:lnTo>
                        <a:cubicBezTo>
                          <a:pt x="311848" y="39815"/>
                          <a:pt x="322707" y="39815"/>
                          <a:pt x="329374" y="43720"/>
                        </a:cubicBezTo>
                        <a:cubicBezTo>
                          <a:pt x="336137" y="47625"/>
                          <a:pt x="336137" y="53912"/>
                          <a:pt x="329374" y="57722"/>
                        </a:cubicBezTo>
                        <a:lnTo>
                          <a:pt x="279749" y="86392"/>
                        </a:lnTo>
                        <a:cubicBezTo>
                          <a:pt x="272987" y="90297"/>
                          <a:pt x="262128" y="90297"/>
                          <a:pt x="255460" y="86392"/>
                        </a:cubicBezTo>
                        <a:cubicBezTo>
                          <a:pt x="248698" y="82487"/>
                          <a:pt x="248698" y="76200"/>
                          <a:pt x="255460" y="72390"/>
                        </a:cubicBezTo>
                        <a:close/>
                        <a:moveTo>
                          <a:pt x="329374" y="189929"/>
                        </a:moveTo>
                        <a:cubicBezTo>
                          <a:pt x="322612" y="193834"/>
                          <a:pt x="311753" y="193834"/>
                          <a:pt x="305086" y="189929"/>
                        </a:cubicBezTo>
                        <a:lnTo>
                          <a:pt x="255460" y="161258"/>
                        </a:lnTo>
                        <a:cubicBezTo>
                          <a:pt x="248698" y="157353"/>
                          <a:pt x="248698" y="151066"/>
                          <a:pt x="255460" y="147256"/>
                        </a:cubicBezTo>
                        <a:cubicBezTo>
                          <a:pt x="262223" y="143351"/>
                          <a:pt x="273082" y="143351"/>
                          <a:pt x="279749" y="147256"/>
                        </a:cubicBezTo>
                        <a:lnTo>
                          <a:pt x="329374" y="175927"/>
                        </a:lnTo>
                        <a:cubicBezTo>
                          <a:pt x="336137" y="179832"/>
                          <a:pt x="336137" y="186119"/>
                          <a:pt x="329374" y="189929"/>
                        </a:cubicBezTo>
                        <a:close/>
                        <a:moveTo>
                          <a:pt x="364617" y="126778"/>
                        </a:moveTo>
                        <a:lnTo>
                          <a:pt x="294418" y="126778"/>
                        </a:lnTo>
                        <a:cubicBezTo>
                          <a:pt x="284893" y="126778"/>
                          <a:pt x="277177" y="122301"/>
                          <a:pt x="277177" y="116872"/>
                        </a:cubicBezTo>
                        <a:cubicBezTo>
                          <a:pt x="277177" y="111442"/>
                          <a:pt x="284893" y="106966"/>
                          <a:pt x="294418" y="106966"/>
                        </a:cubicBezTo>
                        <a:lnTo>
                          <a:pt x="364617" y="106966"/>
                        </a:lnTo>
                        <a:cubicBezTo>
                          <a:pt x="374142" y="106966"/>
                          <a:pt x="381857" y="111442"/>
                          <a:pt x="381857" y="116872"/>
                        </a:cubicBezTo>
                        <a:cubicBezTo>
                          <a:pt x="381857" y="122301"/>
                          <a:pt x="374142" y="126778"/>
                          <a:pt x="364617" y="126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1" name="Google Shape;2181;p37"/>
                  <p:cNvSpPr/>
                  <p:nvPr/>
                </p:nvSpPr>
                <p:spPr>
                  <a:xfrm>
                    <a:off x="3703928" y="4939685"/>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105"/>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8"/>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117"/>
                        </a:cubicBezTo>
                        <a:lnTo>
                          <a:pt x="125658" y="147447"/>
                        </a:lnTo>
                        <a:cubicBezTo>
                          <a:pt x="132421" y="143542"/>
                          <a:pt x="143280" y="143542"/>
                          <a:pt x="149947" y="147447"/>
                        </a:cubicBezTo>
                        <a:cubicBezTo>
                          <a:pt x="156710" y="151352"/>
                          <a:pt x="156710" y="157639"/>
                          <a:pt x="149947" y="161544"/>
                        </a:cubicBezTo>
                        <a:lnTo>
                          <a:pt x="100322" y="190214"/>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9"/>
                        </a:moveTo>
                        <a:cubicBezTo>
                          <a:pt x="193096" y="220409"/>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9"/>
                          <a:pt x="202621" y="220409"/>
                        </a:cubicBezTo>
                        <a:close/>
                        <a:moveTo>
                          <a:pt x="304919" y="190119"/>
                        </a:moveTo>
                        <a:lnTo>
                          <a:pt x="255294" y="161449"/>
                        </a:lnTo>
                        <a:cubicBezTo>
                          <a:pt x="248531" y="157544"/>
                          <a:pt x="248531" y="151257"/>
                          <a:pt x="255294" y="147352"/>
                        </a:cubicBezTo>
                        <a:cubicBezTo>
                          <a:pt x="262057" y="143447"/>
                          <a:pt x="272915" y="143447"/>
                          <a:pt x="279583" y="147352"/>
                        </a:cubicBezTo>
                        <a:lnTo>
                          <a:pt x="329208" y="176022"/>
                        </a:lnTo>
                        <a:cubicBezTo>
                          <a:pt x="335971" y="179927"/>
                          <a:pt x="335971" y="186214"/>
                          <a:pt x="329208" y="190024"/>
                        </a:cubicBezTo>
                        <a:cubicBezTo>
                          <a:pt x="322445" y="193929"/>
                          <a:pt x="311587" y="193929"/>
                          <a:pt x="304919"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2" name="Google Shape;2182;p37"/>
                  <p:cNvSpPr/>
                  <p:nvPr/>
                </p:nvSpPr>
                <p:spPr>
                  <a:xfrm>
                    <a:off x="3849512" y="5023791"/>
                    <a:ext cx="114454" cy="46386"/>
                  </a:xfrm>
                  <a:custGeom>
                    <a:avLst/>
                    <a:gdLst/>
                    <a:ahLst/>
                    <a:cxnLst/>
                    <a:rect l="l" t="t" r="r" b="b"/>
                    <a:pathLst>
                      <a:path w="114454" h="46386" extrusionOk="0">
                        <a:moveTo>
                          <a:pt x="109615" y="46387"/>
                        </a:moveTo>
                        <a:cubicBezTo>
                          <a:pt x="106852" y="42767"/>
                          <a:pt x="102852" y="39338"/>
                          <a:pt x="97708" y="36385"/>
                        </a:cubicBezTo>
                        <a:cubicBezTo>
                          <a:pt x="75325" y="23432"/>
                          <a:pt x="39130" y="23432"/>
                          <a:pt x="16746" y="36385"/>
                        </a:cubicBezTo>
                        <a:cubicBezTo>
                          <a:pt x="11602" y="39338"/>
                          <a:pt x="7602" y="42767"/>
                          <a:pt x="4840" y="46387"/>
                        </a:cubicBezTo>
                        <a:cubicBezTo>
                          <a:pt x="-4400" y="34290"/>
                          <a:pt x="-399" y="19622"/>
                          <a:pt x="16746" y="9716"/>
                        </a:cubicBezTo>
                        <a:cubicBezTo>
                          <a:pt x="39130" y="-3239"/>
                          <a:pt x="75325" y="-3239"/>
                          <a:pt x="97708" y="9716"/>
                        </a:cubicBezTo>
                        <a:cubicBezTo>
                          <a:pt x="114853"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3" name="Google Shape;2183;p37"/>
                  <p:cNvSpPr/>
                  <p:nvPr/>
                </p:nvSpPr>
                <p:spPr>
                  <a:xfrm>
                    <a:off x="3854351" y="5050461"/>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2184" name="Google Shape;2184;p37"/>
            <p:cNvGrpSpPr/>
            <p:nvPr/>
          </p:nvGrpSpPr>
          <p:grpSpPr>
            <a:xfrm>
              <a:off x="6719934" y="4528768"/>
              <a:ext cx="639842" cy="559831"/>
              <a:chOff x="4037470" y="4779094"/>
              <a:chExt cx="422171" cy="369379"/>
            </a:xfrm>
          </p:grpSpPr>
          <p:sp>
            <p:nvSpPr>
              <p:cNvPr id="2185" name="Google Shape;2185;p37"/>
              <p:cNvSpPr/>
              <p:nvPr/>
            </p:nvSpPr>
            <p:spPr>
              <a:xfrm>
                <a:off x="4037470" y="4904728"/>
                <a:ext cx="422171" cy="243745"/>
              </a:xfrm>
              <a:custGeom>
                <a:avLst/>
                <a:gdLst/>
                <a:ahLst/>
                <a:cxnLst/>
                <a:rect l="l" t="t" r="r" b="b"/>
                <a:pathLst>
                  <a:path w="422171" h="243745" extrusionOk="0">
                    <a:moveTo>
                      <a:pt x="360378" y="208026"/>
                    </a:moveTo>
                    <a:cubicBezTo>
                      <a:pt x="277892" y="255651"/>
                      <a:pt x="144256" y="255651"/>
                      <a:pt x="61865" y="208026"/>
                    </a:cubicBezTo>
                    <a:cubicBezTo>
                      <a:pt x="-20622" y="160401"/>
                      <a:pt x="-20622" y="83249"/>
                      <a:pt x="61865" y="35719"/>
                    </a:cubicBezTo>
                    <a:cubicBezTo>
                      <a:pt x="144256" y="-11906"/>
                      <a:pt x="277987" y="-11906"/>
                      <a:pt x="360378" y="35719"/>
                    </a:cubicBezTo>
                    <a:cubicBezTo>
                      <a:pt x="442770" y="83344"/>
                      <a:pt x="442770"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186" name="Google Shape;2186;p37"/>
              <p:cNvGrpSpPr/>
              <p:nvPr/>
            </p:nvGrpSpPr>
            <p:grpSpPr>
              <a:xfrm>
                <a:off x="4045709" y="4892537"/>
                <a:ext cx="405669" cy="247649"/>
                <a:chOff x="4045709" y="4892537"/>
                <a:chExt cx="405669" cy="247649"/>
              </a:xfrm>
            </p:grpSpPr>
            <p:sp>
              <p:nvSpPr>
                <p:cNvPr id="2187" name="Google Shape;2187;p37"/>
                <p:cNvSpPr/>
                <p:nvPr/>
              </p:nvSpPr>
              <p:spPr>
                <a:xfrm>
                  <a:off x="4045709" y="4905871"/>
                  <a:ext cx="405669" cy="234315"/>
                </a:xfrm>
                <a:custGeom>
                  <a:avLst/>
                  <a:gdLst/>
                  <a:ahLst/>
                  <a:cxnLst/>
                  <a:rect l="l" t="t" r="r" b="b"/>
                  <a:pathLst>
                    <a:path w="405669" h="234315" extrusionOk="0">
                      <a:moveTo>
                        <a:pt x="404336" y="103727"/>
                      </a:moveTo>
                      <a:cubicBezTo>
                        <a:pt x="399288" y="78391"/>
                        <a:pt x="379952" y="53721"/>
                        <a:pt x="346234" y="34290"/>
                      </a:cubicBezTo>
                      <a:cubicBezTo>
                        <a:pt x="267081" y="-11430"/>
                        <a:pt x="138589" y="-11430"/>
                        <a:pt x="59436" y="34290"/>
                      </a:cubicBezTo>
                      <a:cubicBezTo>
                        <a:pt x="25527" y="53911"/>
                        <a:pt x="6096" y="78676"/>
                        <a:pt x="1238" y="104299"/>
                      </a:cubicBezTo>
                      <a:lnTo>
                        <a:pt x="0" y="103823"/>
                      </a:lnTo>
                      <a:lnTo>
                        <a:pt x="0" y="117919"/>
                      </a:lnTo>
                      <a:lnTo>
                        <a:pt x="0" y="117919"/>
                      </a:lnTo>
                      <a:cubicBezTo>
                        <a:pt x="381" y="147638"/>
                        <a:pt x="20098" y="177260"/>
                        <a:pt x="59436" y="200025"/>
                      </a:cubicBezTo>
                      <a:cubicBezTo>
                        <a:pt x="138589" y="245745"/>
                        <a:pt x="267081" y="245745"/>
                        <a:pt x="346234" y="200025"/>
                      </a:cubicBezTo>
                      <a:cubicBezTo>
                        <a:pt x="385858" y="177165"/>
                        <a:pt x="405670" y="147161"/>
                        <a:pt x="405670" y="117253"/>
                      </a:cubicBezTo>
                      <a:lnTo>
                        <a:pt x="405670" y="103918"/>
                      </a:lnTo>
                      <a:lnTo>
                        <a:pt x="404336" y="103918"/>
                      </a:lnTo>
                      <a:close/>
                      <a:moveTo>
                        <a:pt x="76200" y="43910"/>
                      </a:moveTo>
                      <a:cubicBezTo>
                        <a:pt x="82963" y="40005"/>
                        <a:pt x="93821" y="40005"/>
                        <a:pt x="100584" y="43910"/>
                      </a:cubicBezTo>
                      <a:lnTo>
                        <a:pt x="150209" y="72581"/>
                      </a:lnTo>
                      <a:cubicBezTo>
                        <a:pt x="156877" y="76486"/>
                        <a:pt x="156877" y="82772"/>
                        <a:pt x="150209" y="86677"/>
                      </a:cubicBezTo>
                      <a:cubicBezTo>
                        <a:pt x="143446" y="90583"/>
                        <a:pt x="132588" y="90583"/>
                        <a:pt x="125825" y="86677"/>
                      </a:cubicBezTo>
                      <a:lnTo>
                        <a:pt x="76200" y="58007"/>
                      </a:lnTo>
                      <a:cubicBezTo>
                        <a:pt x="69533" y="54102"/>
                        <a:pt x="69533" y="47816"/>
                        <a:pt x="76200" y="44006"/>
                      </a:cubicBezTo>
                      <a:close/>
                      <a:moveTo>
                        <a:pt x="40958" y="126968"/>
                      </a:moveTo>
                      <a:cubicBezTo>
                        <a:pt x="31433" y="126968"/>
                        <a:pt x="23717" y="122492"/>
                        <a:pt x="23717" y="117062"/>
                      </a:cubicBezTo>
                      <a:cubicBezTo>
                        <a:pt x="23717" y="111633"/>
                        <a:pt x="31433" y="107156"/>
                        <a:pt x="40958" y="107156"/>
                      </a:cubicBezTo>
                      <a:lnTo>
                        <a:pt x="111062" y="107156"/>
                      </a:lnTo>
                      <a:cubicBezTo>
                        <a:pt x="120587" y="107156"/>
                        <a:pt x="128302" y="111633"/>
                        <a:pt x="128302" y="117062"/>
                      </a:cubicBezTo>
                      <a:cubicBezTo>
                        <a:pt x="128302" y="122492"/>
                        <a:pt x="120587" y="126968"/>
                        <a:pt x="111062" y="126968"/>
                      </a:cubicBezTo>
                      <a:lnTo>
                        <a:pt x="40958" y="126968"/>
                      </a:lnTo>
                      <a:close/>
                      <a:moveTo>
                        <a:pt x="150114" y="161449"/>
                      </a:moveTo>
                      <a:lnTo>
                        <a:pt x="100489" y="190119"/>
                      </a:lnTo>
                      <a:cubicBezTo>
                        <a:pt x="93821" y="194024"/>
                        <a:pt x="82868" y="194024"/>
                        <a:pt x="76105" y="190119"/>
                      </a:cubicBezTo>
                      <a:cubicBezTo>
                        <a:pt x="69437" y="186214"/>
                        <a:pt x="69437" y="179927"/>
                        <a:pt x="76105" y="176117"/>
                      </a:cubicBezTo>
                      <a:lnTo>
                        <a:pt x="125730" y="147447"/>
                      </a:lnTo>
                      <a:cubicBezTo>
                        <a:pt x="132493" y="143542"/>
                        <a:pt x="143351" y="143542"/>
                        <a:pt x="150114" y="147447"/>
                      </a:cubicBezTo>
                      <a:cubicBezTo>
                        <a:pt x="156877" y="151352"/>
                        <a:pt x="156781" y="157639"/>
                        <a:pt x="150114" y="161544"/>
                      </a:cubicBezTo>
                      <a:close/>
                      <a:moveTo>
                        <a:pt x="185547" y="23527"/>
                      </a:moveTo>
                      <a:cubicBezTo>
                        <a:pt x="185547" y="18002"/>
                        <a:pt x="193262" y="13621"/>
                        <a:pt x="202787" y="13621"/>
                      </a:cubicBezTo>
                      <a:cubicBezTo>
                        <a:pt x="212312" y="13621"/>
                        <a:pt x="220028" y="18098"/>
                        <a:pt x="219932" y="23527"/>
                      </a:cubicBezTo>
                      <a:lnTo>
                        <a:pt x="219932" y="64008"/>
                      </a:lnTo>
                      <a:cubicBezTo>
                        <a:pt x="219932" y="69533"/>
                        <a:pt x="212217" y="73914"/>
                        <a:pt x="202787" y="73914"/>
                      </a:cubicBezTo>
                      <a:cubicBezTo>
                        <a:pt x="193358" y="73914"/>
                        <a:pt x="185547" y="69437"/>
                        <a:pt x="185547" y="64008"/>
                      </a:cubicBezTo>
                      <a:lnTo>
                        <a:pt x="185547" y="23527"/>
                      </a:lnTo>
                      <a:close/>
                      <a:moveTo>
                        <a:pt x="202787" y="220313"/>
                      </a:moveTo>
                      <a:cubicBezTo>
                        <a:pt x="193262" y="220313"/>
                        <a:pt x="185547" y="215836"/>
                        <a:pt x="185547" y="210407"/>
                      </a:cubicBezTo>
                      <a:lnTo>
                        <a:pt x="185547" y="169926"/>
                      </a:lnTo>
                      <a:cubicBezTo>
                        <a:pt x="185547" y="164401"/>
                        <a:pt x="193262" y="160020"/>
                        <a:pt x="202787" y="160020"/>
                      </a:cubicBezTo>
                      <a:cubicBezTo>
                        <a:pt x="212312" y="160020"/>
                        <a:pt x="220028" y="164497"/>
                        <a:pt x="220028" y="169926"/>
                      </a:cubicBezTo>
                      <a:lnTo>
                        <a:pt x="220028" y="210407"/>
                      </a:lnTo>
                      <a:cubicBezTo>
                        <a:pt x="220028" y="215836"/>
                        <a:pt x="212312" y="220313"/>
                        <a:pt x="202787" y="220313"/>
                      </a:cubicBezTo>
                      <a:close/>
                      <a:moveTo>
                        <a:pt x="255461" y="72485"/>
                      </a:moveTo>
                      <a:lnTo>
                        <a:pt x="305086" y="43815"/>
                      </a:lnTo>
                      <a:cubicBezTo>
                        <a:pt x="311848" y="39910"/>
                        <a:pt x="322707" y="39910"/>
                        <a:pt x="329375" y="43815"/>
                      </a:cubicBezTo>
                      <a:cubicBezTo>
                        <a:pt x="336137" y="47720"/>
                        <a:pt x="336137" y="54007"/>
                        <a:pt x="329375" y="57817"/>
                      </a:cubicBezTo>
                      <a:lnTo>
                        <a:pt x="279749" y="86487"/>
                      </a:lnTo>
                      <a:cubicBezTo>
                        <a:pt x="272987" y="90392"/>
                        <a:pt x="262128" y="90392"/>
                        <a:pt x="255365" y="86487"/>
                      </a:cubicBezTo>
                      <a:cubicBezTo>
                        <a:pt x="248698" y="82582"/>
                        <a:pt x="248698" y="76295"/>
                        <a:pt x="255365" y="72390"/>
                      </a:cubicBezTo>
                      <a:close/>
                      <a:moveTo>
                        <a:pt x="329375" y="190024"/>
                      </a:moveTo>
                      <a:cubicBezTo>
                        <a:pt x="322707" y="193929"/>
                        <a:pt x="311753" y="193929"/>
                        <a:pt x="305086" y="190024"/>
                      </a:cubicBezTo>
                      <a:lnTo>
                        <a:pt x="255461" y="161354"/>
                      </a:lnTo>
                      <a:cubicBezTo>
                        <a:pt x="248698" y="157448"/>
                        <a:pt x="248698" y="151162"/>
                        <a:pt x="255461" y="147257"/>
                      </a:cubicBezTo>
                      <a:cubicBezTo>
                        <a:pt x="262128" y="143351"/>
                        <a:pt x="273082" y="143351"/>
                        <a:pt x="279749" y="147257"/>
                      </a:cubicBezTo>
                      <a:lnTo>
                        <a:pt x="329375" y="175927"/>
                      </a:lnTo>
                      <a:cubicBezTo>
                        <a:pt x="336137" y="179832"/>
                        <a:pt x="336137" y="186118"/>
                        <a:pt x="329375" y="189929"/>
                      </a:cubicBezTo>
                      <a:close/>
                      <a:moveTo>
                        <a:pt x="364617" y="126873"/>
                      </a:moveTo>
                      <a:lnTo>
                        <a:pt x="294418" y="126873"/>
                      </a:lnTo>
                      <a:cubicBezTo>
                        <a:pt x="284893" y="126873"/>
                        <a:pt x="277178" y="122396"/>
                        <a:pt x="277178" y="116967"/>
                      </a:cubicBezTo>
                      <a:cubicBezTo>
                        <a:pt x="277178"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8" name="Google Shape;2188;p37"/>
                <p:cNvSpPr/>
                <p:nvPr/>
              </p:nvSpPr>
              <p:spPr>
                <a:xfrm>
                  <a:off x="4045709" y="4892537"/>
                  <a:ext cx="405598" cy="234219"/>
                </a:xfrm>
                <a:custGeom>
                  <a:avLst/>
                  <a:gdLst/>
                  <a:ahLst/>
                  <a:cxnLst/>
                  <a:rect l="l" t="t" r="r" b="b"/>
                  <a:pathLst>
                    <a:path w="405598" h="234219" extrusionOk="0">
                      <a:moveTo>
                        <a:pt x="346234" y="34290"/>
                      </a:moveTo>
                      <a:cubicBezTo>
                        <a:pt x="267081" y="-11430"/>
                        <a:pt x="138589" y="-11430"/>
                        <a:pt x="59436" y="34290"/>
                      </a:cubicBezTo>
                      <a:cubicBezTo>
                        <a:pt x="-19812" y="80010"/>
                        <a:pt x="-19812" y="154115"/>
                        <a:pt x="59436" y="199930"/>
                      </a:cubicBezTo>
                      <a:cubicBezTo>
                        <a:pt x="138589" y="245650"/>
                        <a:pt x="267081" y="245650"/>
                        <a:pt x="346234" y="199930"/>
                      </a:cubicBezTo>
                      <a:cubicBezTo>
                        <a:pt x="425386" y="154210"/>
                        <a:pt x="425386" y="80105"/>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773"/>
                      </a:cubicBezTo>
                      <a:cubicBezTo>
                        <a:pt x="143446" y="90678"/>
                        <a:pt x="132588" y="90678"/>
                        <a:pt x="125825" y="86773"/>
                      </a:cubicBezTo>
                      <a:lnTo>
                        <a:pt x="76200" y="58102"/>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677"/>
                      </a:moveTo>
                      <a:cubicBezTo>
                        <a:pt x="273082" y="90583"/>
                        <a:pt x="262223" y="90583"/>
                        <a:pt x="255461" y="86677"/>
                      </a:cubicBezTo>
                      <a:cubicBezTo>
                        <a:pt x="248793" y="82772"/>
                        <a:pt x="248793" y="76486"/>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156"/>
                      </a:moveTo>
                      <a:lnTo>
                        <a:pt x="364712" y="107156"/>
                      </a:lnTo>
                      <a:cubicBezTo>
                        <a:pt x="374237" y="107156"/>
                        <a:pt x="381953" y="111633"/>
                        <a:pt x="381953" y="117062"/>
                      </a:cubicBezTo>
                      <a:cubicBezTo>
                        <a:pt x="381953" y="122492"/>
                        <a:pt x="374237" y="126968"/>
                        <a:pt x="364712" y="126968"/>
                      </a:cubicBezTo>
                      <a:lnTo>
                        <a:pt x="294513" y="126968"/>
                      </a:lnTo>
                      <a:cubicBezTo>
                        <a:pt x="284988" y="126968"/>
                        <a:pt x="277273" y="122492"/>
                        <a:pt x="277273" y="117062"/>
                      </a:cubicBezTo>
                      <a:cubicBezTo>
                        <a:pt x="277273" y="111633"/>
                        <a:pt x="284988" y="107156"/>
                        <a:pt x="294513" y="107156"/>
                      </a:cubicBezTo>
                      <a:close/>
                      <a:moveTo>
                        <a:pt x="202883" y="220504"/>
                      </a:moveTo>
                      <a:cubicBezTo>
                        <a:pt x="193358" y="220504"/>
                        <a:pt x="185642" y="216027"/>
                        <a:pt x="185642" y="210598"/>
                      </a:cubicBezTo>
                      <a:lnTo>
                        <a:pt x="185642" y="170117"/>
                      </a:lnTo>
                      <a:cubicBezTo>
                        <a:pt x="185642" y="164592"/>
                        <a:pt x="193358" y="160210"/>
                        <a:pt x="202883" y="160210"/>
                      </a:cubicBezTo>
                      <a:cubicBezTo>
                        <a:pt x="212408" y="160210"/>
                        <a:pt x="220123" y="164687"/>
                        <a:pt x="220123" y="170117"/>
                      </a:cubicBezTo>
                      <a:lnTo>
                        <a:pt x="220123" y="210598"/>
                      </a:lnTo>
                      <a:cubicBezTo>
                        <a:pt x="220123" y="216122"/>
                        <a:pt x="212408" y="220504"/>
                        <a:pt x="202883" y="220504"/>
                      </a:cubicBezTo>
                      <a:close/>
                      <a:moveTo>
                        <a:pt x="305181" y="190214"/>
                      </a:moveTo>
                      <a:lnTo>
                        <a:pt x="255556" y="161544"/>
                      </a:lnTo>
                      <a:cubicBezTo>
                        <a:pt x="248793" y="157639"/>
                        <a:pt x="248793" y="151352"/>
                        <a:pt x="255556" y="147542"/>
                      </a:cubicBezTo>
                      <a:cubicBezTo>
                        <a:pt x="262223" y="143637"/>
                        <a:pt x="273177" y="143637"/>
                        <a:pt x="279844" y="147542"/>
                      </a:cubicBezTo>
                      <a:lnTo>
                        <a:pt x="329470" y="176212"/>
                      </a:lnTo>
                      <a:cubicBezTo>
                        <a:pt x="336233" y="180118"/>
                        <a:pt x="336233" y="186404"/>
                        <a:pt x="329470" y="190214"/>
                      </a:cubicBezTo>
                      <a:cubicBezTo>
                        <a:pt x="322802" y="194119"/>
                        <a:pt x="311848" y="194119"/>
                        <a:pt x="305181"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9" name="Google Shape;2189;p37"/>
                <p:cNvSpPr/>
                <p:nvPr/>
              </p:nvSpPr>
              <p:spPr>
                <a:xfrm>
                  <a:off x="4191364" y="4976547"/>
                  <a:ext cx="114454" cy="46386"/>
                </a:xfrm>
                <a:custGeom>
                  <a:avLst/>
                  <a:gdLst/>
                  <a:ahLst/>
                  <a:cxnLst/>
                  <a:rect l="l" t="t" r="r" b="b"/>
                  <a:pathLst>
                    <a:path w="114454" h="46386" extrusionOk="0">
                      <a:moveTo>
                        <a:pt x="109615" y="46387"/>
                      </a:moveTo>
                      <a:cubicBezTo>
                        <a:pt x="106852" y="42767"/>
                        <a:pt x="102852" y="39338"/>
                        <a:pt x="97709" y="36290"/>
                      </a:cubicBezTo>
                      <a:cubicBezTo>
                        <a:pt x="75325" y="23336"/>
                        <a:pt x="39130" y="23336"/>
                        <a:pt x="16746" y="36290"/>
                      </a:cubicBezTo>
                      <a:cubicBezTo>
                        <a:pt x="11602" y="39243"/>
                        <a:pt x="7602" y="42672"/>
                        <a:pt x="4840" y="46387"/>
                      </a:cubicBezTo>
                      <a:cubicBezTo>
                        <a:pt x="-4400" y="34290"/>
                        <a:pt x="-399" y="19621"/>
                        <a:pt x="16746" y="9716"/>
                      </a:cubicBezTo>
                      <a:cubicBezTo>
                        <a:pt x="39130" y="-3239"/>
                        <a:pt x="75325" y="-3239"/>
                        <a:pt x="97709" y="9716"/>
                      </a:cubicBezTo>
                      <a:cubicBezTo>
                        <a:pt x="114853" y="19621"/>
                        <a:pt x="118854" y="34290"/>
                        <a:pt x="109615" y="46387"/>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0" name="Google Shape;2190;p37"/>
                <p:cNvSpPr/>
                <p:nvPr/>
              </p:nvSpPr>
              <p:spPr>
                <a:xfrm>
                  <a:off x="4196204" y="5003122"/>
                  <a:ext cx="104775" cy="39528"/>
                </a:xfrm>
                <a:custGeom>
                  <a:avLst/>
                  <a:gdLst/>
                  <a:ahLst/>
                  <a:cxnLst/>
                  <a:rect l="l" t="t" r="r" b="b"/>
                  <a:pathLst>
                    <a:path w="104775" h="39528" extrusionOk="0">
                      <a:moveTo>
                        <a:pt x="104775" y="19812"/>
                      </a:moveTo>
                      <a:cubicBezTo>
                        <a:pt x="102013" y="23431"/>
                        <a:pt x="98012" y="26861"/>
                        <a:pt x="92869" y="29813"/>
                      </a:cubicBezTo>
                      <a:cubicBezTo>
                        <a:pt x="70485" y="42767"/>
                        <a:pt x="34290" y="42767"/>
                        <a:pt x="11906" y="29813"/>
                      </a:cubicBezTo>
                      <a:cubicBezTo>
                        <a:pt x="6763" y="26861"/>
                        <a:pt x="2762" y="23431"/>
                        <a:pt x="0" y="19812"/>
                      </a:cubicBezTo>
                      <a:cubicBezTo>
                        <a:pt x="2762" y="16192"/>
                        <a:pt x="6763" y="12763"/>
                        <a:pt x="11906" y="9715"/>
                      </a:cubicBezTo>
                      <a:cubicBezTo>
                        <a:pt x="34290" y="-3238"/>
                        <a:pt x="70485" y="-3238"/>
                        <a:pt x="92869" y="9715"/>
                      </a:cubicBezTo>
                      <a:cubicBezTo>
                        <a:pt x="98012" y="12668"/>
                        <a:pt x="102013" y="16097"/>
                        <a:pt x="104775" y="19812"/>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91" name="Google Shape;2191;p37"/>
              <p:cNvGrpSpPr/>
              <p:nvPr/>
            </p:nvGrpSpPr>
            <p:grpSpPr>
              <a:xfrm>
                <a:off x="4069212" y="4805192"/>
                <a:ext cx="358735" cy="305895"/>
                <a:chOff x="4069212" y="4805192"/>
                <a:chExt cx="358735" cy="305895"/>
              </a:xfrm>
            </p:grpSpPr>
            <p:sp>
              <p:nvSpPr>
                <p:cNvPr id="2192" name="Google Shape;2192;p37"/>
                <p:cNvSpPr/>
                <p:nvPr/>
              </p:nvSpPr>
              <p:spPr>
                <a:xfrm>
                  <a:off x="4069235" y="4908824"/>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2" y="212407"/>
                        <a:pt x="52388" y="171831"/>
                      </a:cubicBezTo>
                      <a:cubicBezTo>
                        <a:pt x="17336" y="151733"/>
                        <a:pt x="0" y="125063"/>
                        <a:pt x="0" y="98393"/>
                      </a:cubicBezTo>
                      <a:lnTo>
                        <a:pt x="0" y="0"/>
                      </a:lnTo>
                      <a:lnTo>
                        <a:pt x="3587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3" name="Google Shape;2193;p37"/>
                <p:cNvSpPr/>
                <p:nvPr/>
              </p:nvSpPr>
              <p:spPr>
                <a:xfrm>
                  <a:off x="4069235" y="4921492"/>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4" name="Google Shape;2194;p37"/>
                <p:cNvSpPr/>
                <p:nvPr/>
              </p:nvSpPr>
              <p:spPr>
                <a:xfrm>
                  <a:off x="4069235" y="493873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5" name="Google Shape;2195;p37"/>
                <p:cNvSpPr/>
                <p:nvPr/>
              </p:nvSpPr>
              <p:spPr>
                <a:xfrm>
                  <a:off x="4069235" y="4955878"/>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6" name="Google Shape;2196;p37"/>
                <p:cNvSpPr/>
                <p:nvPr/>
              </p:nvSpPr>
              <p:spPr>
                <a:xfrm>
                  <a:off x="4069235" y="4973118"/>
                  <a:ext cx="358711" cy="110632"/>
                </a:xfrm>
                <a:custGeom>
                  <a:avLst/>
                  <a:gdLst/>
                  <a:ahLst/>
                  <a:cxnLst/>
                  <a:rect l="l" t="t" r="r" b="b"/>
                  <a:pathLst>
                    <a:path w="358711" h="110632" extrusionOk="0">
                      <a:moveTo>
                        <a:pt x="358712" y="0"/>
                      </a:moveTo>
                      <a:cubicBezTo>
                        <a:pt x="358712" y="26479"/>
                        <a:pt x="341090" y="52864"/>
                        <a:pt x="306134" y="73057"/>
                      </a:cubicBezTo>
                      <a:cubicBezTo>
                        <a:pt x="236220" y="113824"/>
                        <a:pt x="122587" y="113824"/>
                        <a:pt x="52483" y="73057"/>
                      </a:cubicBezTo>
                      <a:cubicBezTo>
                        <a:pt x="18288" y="53340"/>
                        <a:pt x="762" y="27622"/>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7" name="Google Shape;2197;p37"/>
                <p:cNvSpPr/>
                <p:nvPr/>
              </p:nvSpPr>
              <p:spPr>
                <a:xfrm>
                  <a:off x="4069235" y="499026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622"/>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8" name="Google Shape;2198;p37"/>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9" name="Google Shape;2199;p37"/>
                <p:cNvSpPr/>
                <p:nvPr/>
              </p:nvSpPr>
              <p:spPr>
                <a:xfrm>
                  <a:off x="4083356" y="4813360"/>
                  <a:ext cx="330445" cy="190857"/>
                </a:xfrm>
                <a:custGeom>
                  <a:avLst/>
                  <a:gdLst/>
                  <a:ahLst/>
                  <a:cxnLst/>
                  <a:rect l="l" t="t" r="r" b="b"/>
                  <a:pathLst>
                    <a:path w="330445" h="190857" extrusionOk="0">
                      <a:moveTo>
                        <a:pt x="48363" y="162711"/>
                      </a:moveTo>
                      <a:cubicBezTo>
                        <a:pt x="112943" y="200239"/>
                        <a:pt x="217623" y="200239"/>
                        <a:pt x="282011" y="162711"/>
                      </a:cubicBezTo>
                      <a:cubicBezTo>
                        <a:pt x="346591" y="125563"/>
                        <a:pt x="346591" y="65080"/>
                        <a:pt x="282011" y="27932"/>
                      </a:cubicBezTo>
                      <a:cubicBezTo>
                        <a:pt x="217623" y="-9311"/>
                        <a:pt x="112943" y="-9311"/>
                        <a:pt x="48363" y="27932"/>
                      </a:cubicBezTo>
                      <a:cubicBezTo>
                        <a:pt x="-16121" y="65080"/>
                        <a:pt x="-16121" y="125563"/>
                        <a:pt x="48363" y="16271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0" name="Google Shape;2200;p37"/>
                <p:cNvSpPr/>
                <p:nvPr/>
              </p:nvSpPr>
              <p:spPr>
                <a:xfrm>
                  <a:off x="4094024" y="4819504"/>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1" name="Google Shape;2201;p37"/>
                <p:cNvSpPr/>
                <p:nvPr/>
              </p:nvSpPr>
              <p:spPr>
                <a:xfrm>
                  <a:off x="4102621" y="4824933"/>
                  <a:ext cx="291917" cy="168568"/>
                </a:xfrm>
                <a:custGeom>
                  <a:avLst/>
                  <a:gdLst/>
                  <a:ahLst/>
                  <a:cxnLst/>
                  <a:rect l="l" t="t" r="r" b="b"/>
                  <a:pathLst>
                    <a:path w="291917" h="168568" extrusionOk="0">
                      <a:moveTo>
                        <a:pt x="42719" y="143709"/>
                      </a:moveTo>
                      <a:cubicBezTo>
                        <a:pt x="99774" y="176855"/>
                        <a:pt x="192262" y="176855"/>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2" name="Google Shape;2202;p37"/>
                <p:cNvSpPr/>
                <p:nvPr/>
              </p:nvSpPr>
              <p:spPr>
                <a:xfrm>
                  <a:off x="4111550" y="4829672"/>
                  <a:ext cx="273962" cy="158329"/>
                </a:xfrm>
                <a:custGeom>
                  <a:avLst/>
                  <a:gdLst/>
                  <a:ahLst/>
                  <a:cxnLst/>
                  <a:rect l="l" t="t" r="r" b="b"/>
                  <a:pathLst>
                    <a:path w="273962" h="158329" extrusionOk="0">
                      <a:moveTo>
                        <a:pt x="40076" y="134969"/>
                      </a:moveTo>
                      <a:cubicBezTo>
                        <a:pt x="93607" y="166116"/>
                        <a:pt x="180475" y="166116"/>
                        <a:pt x="233815" y="134969"/>
                      </a:cubicBezTo>
                      <a:cubicBezTo>
                        <a:pt x="287346" y="104108"/>
                        <a:pt x="287346" y="54007"/>
                        <a:pt x="233815" y="23146"/>
                      </a:cubicBezTo>
                      <a:cubicBezTo>
                        <a:pt x="180475" y="-7715"/>
                        <a:pt x="93607" y="-7715"/>
                        <a:pt x="40076" y="23146"/>
                      </a:cubicBezTo>
                      <a:cubicBezTo>
                        <a:pt x="-13359" y="54007"/>
                        <a:pt x="-13359" y="104108"/>
                        <a:pt x="40076" y="13496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3" name="Google Shape;2203;p37"/>
                <p:cNvSpPr/>
                <p:nvPr/>
              </p:nvSpPr>
              <p:spPr>
                <a:xfrm>
                  <a:off x="4119194" y="4834386"/>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4" name="Google Shape;2204;p37"/>
                <p:cNvSpPr/>
                <p:nvPr/>
              </p:nvSpPr>
              <p:spPr>
                <a:xfrm>
                  <a:off x="4126743" y="4838434"/>
                  <a:ext cx="243673" cy="140803"/>
                </a:xfrm>
                <a:custGeom>
                  <a:avLst/>
                  <a:gdLst/>
                  <a:ahLst/>
                  <a:cxnLst/>
                  <a:rect l="l" t="t" r="r" b="b"/>
                  <a:pathLst>
                    <a:path w="243673" h="140803" extrusionOk="0">
                      <a:moveTo>
                        <a:pt x="35647" y="120015"/>
                      </a:moveTo>
                      <a:cubicBezTo>
                        <a:pt x="83272" y="147733"/>
                        <a:pt x="160520" y="147733"/>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5" name="Google Shape;2205;p37"/>
                <p:cNvSpPr/>
                <p:nvPr/>
              </p:nvSpPr>
              <p:spPr>
                <a:xfrm>
                  <a:off x="4133505" y="4842626"/>
                  <a:ext cx="230147" cy="132921"/>
                </a:xfrm>
                <a:custGeom>
                  <a:avLst/>
                  <a:gdLst/>
                  <a:ahLst/>
                  <a:cxnLst/>
                  <a:rect l="l" t="t" r="r" b="b"/>
                  <a:pathLst>
                    <a:path w="230147" h="132921" extrusionOk="0">
                      <a:moveTo>
                        <a:pt x="33647" y="113347"/>
                      </a:moveTo>
                      <a:cubicBezTo>
                        <a:pt x="78605" y="139446"/>
                        <a:pt x="151567" y="139446"/>
                        <a:pt x="196429" y="113347"/>
                      </a:cubicBezTo>
                      <a:cubicBezTo>
                        <a:pt x="241387" y="87439"/>
                        <a:pt x="241387" y="45339"/>
                        <a:pt x="196429" y="19431"/>
                      </a:cubicBezTo>
                      <a:cubicBezTo>
                        <a:pt x="151567" y="-6477"/>
                        <a:pt x="78700" y="-6477"/>
                        <a:pt x="33647" y="19431"/>
                      </a:cubicBezTo>
                      <a:cubicBezTo>
                        <a:pt x="-11216" y="45339"/>
                        <a:pt x="-11216" y="87439"/>
                        <a:pt x="33647" y="11334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6" name="Google Shape;2206;p37"/>
                <p:cNvSpPr/>
                <p:nvPr/>
              </p:nvSpPr>
              <p:spPr>
                <a:xfrm>
                  <a:off x="4140459" y="4846507"/>
                  <a:ext cx="216074" cy="124682"/>
                </a:xfrm>
                <a:custGeom>
                  <a:avLst/>
                  <a:gdLst/>
                  <a:ahLst/>
                  <a:cxnLst/>
                  <a:rect l="l" t="t" r="r" b="b"/>
                  <a:pathLst>
                    <a:path w="216074" h="124682" extrusionOk="0">
                      <a:moveTo>
                        <a:pt x="31647" y="106323"/>
                      </a:moveTo>
                      <a:cubicBezTo>
                        <a:pt x="73843" y="130802"/>
                        <a:pt x="142327" y="130802"/>
                        <a:pt x="184428" y="106323"/>
                      </a:cubicBezTo>
                      <a:cubicBezTo>
                        <a:pt x="226623" y="82034"/>
                        <a:pt x="226623" y="42505"/>
                        <a:pt x="184428" y="18217"/>
                      </a:cubicBezTo>
                      <a:cubicBezTo>
                        <a:pt x="142327" y="-6072"/>
                        <a:pt x="73843" y="-6072"/>
                        <a:pt x="31647" y="18217"/>
                      </a:cubicBezTo>
                      <a:cubicBezTo>
                        <a:pt x="-10549" y="42505"/>
                        <a:pt x="-10549" y="82034"/>
                        <a:pt x="31647" y="106323"/>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7" name="Google Shape;2207;p37"/>
                <p:cNvSpPr/>
                <p:nvPr/>
              </p:nvSpPr>
              <p:spPr>
                <a:xfrm>
                  <a:off x="4146531" y="4850174"/>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8" name="Google Shape;2208;p37"/>
                <p:cNvSpPr/>
                <p:nvPr/>
              </p:nvSpPr>
              <p:spPr>
                <a:xfrm>
                  <a:off x="4152008" y="4853103"/>
                  <a:ext cx="193166" cy="111490"/>
                </a:xfrm>
                <a:custGeom>
                  <a:avLst/>
                  <a:gdLst/>
                  <a:ahLst/>
                  <a:cxnLst/>
                  <a:rect l="l" t="t" r="r" b="b"/>
                  <a:pathLst>
                    <a:path w="193166" h="111490" extrusionOk="0">
                      <a:moveTo>
                        <a:pt x="28289" y="95060"/>
                      </a:moveTo>
                      <a:cubicBezTo>
                        <a:pt x="66008" y="116967"/>
                        <a:pt x="127254" y="116967"/>
                        <a:pt x="164878" y="95060"/>
                      </a:cubicBezTo>
                      <a:cubicBezTo>
                        <a:pt x="202597" y="73342"/>
                        <a:pt x="202597" y="38005"/>
                        <a:pt x="164878" y="16288"/>
                      </a:cubicBezTo>
                      <a:cubicBezTo>
                        <a:pt x="127254" y="-5429"/>
                        <a:pt x="66103" y="-5429"/>
                        <a:pt x="28289" y="16288"/>
                      </a:cubicBezTo>
                      <a:cubicBezTo>
                        <a:pt x="-9430" y="38005"/>
                        <a:pt x="-9430" y="73342"/>
                        <a:pt x="28289" y="9506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9" name="Google Shape;2209;p37"/>
                <p:cNvSpPr/>
                <p:nvPr/>
              </p:nvSpPr>
              <p:spPr>
                <a:xfrm>
                  <a:off x="4157294" y="4856341"/>
                  <a:ext cx="182475" cy="105322"/>
                </a:xfrm>
                <a:custGeom>
                  <a:avLst/>
                  <a:gdLst/>
                  <a:ahLst/>
                  <a:cxnLst/>
                  <a:rect l="l" t="t" r="r" b="b"/>
                  <a:pathLst>
                    <a:path w="182475" h="105322" extrusionOk="0">
                      <a:moveTo>
                        <a:pt x="26718" y="89821"/>
                      </a:moveTo>
                      <a:cubicBezTo>
                        <a:pt x="62341" y="110490"/>
                        <a:pt x="120158" y="110490"/>
                        <a:pt x="155686" y="89821"/>
                      </a:cubicBezTo>
                      <a:cubicBezTo>
                        <a:pt x="191405" y="69342"/>
                        <a:pt x="191405" y="35909"/>
                        <a:pt x="155686" y="15431"/>
                      </a:cubicBezTo>
                      <a:cubicBezTo>
                        <a:pt x="120158" y="-5144"/>
                        <a:pt x="62341" y="-5144"/>
                        <a:pt x="26718" y="15431"/>
                      </a:cubicBezTo>
                      <a:cubicBezTo>
                        <a:pt x="-8906" y="35909"/>
                        <a:pt x="-8906" y="69342"/>
                        <a:pt x="26718" y="8982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0" name="Google Shape;2210;p37"/>
                <p:cNvSpPr/>
                <p:nvPr/>
              </p:nvSpPr>
              <p:spPr>
                <a:xfrm>
                  <a:off x="4162676" y="4859175"/>
                  <a:ext cx="171831" cy="99250"/>
                </a:xfrm>
                <a:custGeom>
                  <a:avLst/>
                  <a:gdLst/>
                  <a:ahLst/>
                  <a:cxnLst/>
                  <a:rect l="l" t="t" r="r" b="b"/>
                  <a:pathLst>
                    <a:path w="171831" h="99250" extrusionOk="0">
                      <a:moveTo>
                        <a:pt x="25146" y="84606"/>
                      </a:moveTo>
                      <a:cubicBezTo>
                        <a:pt x="58769" y="104132"/>
                        <a:pt x="113157" y="104132"/>
                        <a:pt x="146685" y="84606"/>
                      </a:cubicBezTo>
                      <a:cubicBezTo>
                        <a:pt x="180213" y="65270"/>
                        <a:pt x="180213" y="33838"/>
                        <a:pt x="146685" y="14502"/>
                      </a:cubicBezTo>
                      <a:cubicBezTo>
                        <a:pt x="113252" y="-4834"/>
                        <a:pt x="58769" y="-4834"/>
                        <a:pt x="25146" y="14502"/>
                      </a:cubicBezTo>
                      <a:cubicBezTo>
                        <a:pt x="-8382" y="33838"/>
                        <a:pt x="-8382" y="65270"/>
                        <a:pt x="25146" y="8460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1" name="Google Shape;2211;p37"/>
                <p:cNvSpPr/>
                <p:nvPr/>
              </p:nvSpPr>
              <p:spPr>
                <a:xfrm>
                  <a:off x="4167438" y="4862152"/>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1909"/>
                        <a:pt x="138493" y="13716"/>
                      </a:cubicBezTo>
                      <a:cubicBezTo>
                        <a:pt x="106870" y="-4572"/>
                        <a:pt x="55435" y="-4572"/>
                        <a:pt x="23717" y="13716"/>
                      </a:cubicBezTo>
                      <a:cubicBezTo>
                        <a:pt x="-7906" y="32004"/>
                        <a:pt x="-7906" y="61627"/>
                        <a:pt x="23717" y="7991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2" name="Google Shape;2212;p37"/>
                <p:cNvSpPr/>
                <p:nvPr/>
              </p:nvSpPr>
              <p:spPr>
                <a:xfrm>
                  <a:off x="4172391" y="4864819"/>
                  <a:ext cx="152376" cy="87963"/>
                </a:xfrm>
                <a:custGeom>
                  <a:avLst/>
                  <a:gdLst/>
                  <a:ahLst/>
                  <a:cxnLst/>
                  <a:rect l="l" t="t" r="r" b="b"/>
                  <a:pathLst>
                    <a:path w="152376" h="87963" extrusionOk="0">
                      <a:moveTo>
                        <a:pt x="22288" y="74962"/>
                      </a:moveTo>
                      <a:cubicBezTo>
                        <a:pt x="52102" y="92297"/>
                        <a:pt x="100298" y="92297"/>
                        <a:pt x="130016" y="74962"/>
                      </a:cubicBezTo>
                      <a:cubicBezTo>
                        <a:pt x="159829" y="57817"/>
                        <a:pt x="159829" y="30004"/>
                        <a:pt x="130016" y="12859"/>
                      </a:cubicBezTo>
                      <a:cubicBezTo>
                        <a:pt x="100298" y="-4286"/>
                        <a:pt x="52102" y="-4286"/>
                        <a:pt x="22288" y="12859"/>
                      </a:cubicBezTo>
                      <a:cubicBezTo>
                        <a:pt x="-7429" y="30004"/>
                        <a:pt x="-7429" y="57817"/>
                        <a:pt x="22288" y="74962"/>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3" name="Google Shape;2213;p37"/>
                <p:cNvSpPr/>
                <p:nvPr/>
              </p:nvSpPr>
              <p:spPr>
                <a:xfrm>
                  <a:off x="4176654" y="4867438"/>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4" name="Google Shape;2214;p37"/>
                <p:cNvSpPr/>
                <p:nvPr/>
              </p:nvSpPr>
              <p:spPr>
                <a:xfrm>
                  <a:off x="4183678" y="4871796"/>
                  <a:ext cx="129635" cy="74866"/>
                </a:xfrm>
                <a:custGeom>
                  <a:avLst/>
                  <a:gdLst/>
                  <a:ahLst/>
                  <a:cxnLst/>
                  <a:rect l="l" t="t" r="r" b="b"/>
                  <a:pathLst>
                    <a:path w="129635" h="74866" extrusionOk="0">
                      <a:moveTo>
                        <a:pt x="19002" y="63794"/>
                      </a:moveTo>
                      <a:cubicBezTo>
                        <a:pt x="44339" y="78557"/>
                        <a:pt x="85392" y="78557"/>
                        <a:pt x="110633" y="63794"/>
                      </a:cubicBezTo>
                      <a:cubicBezTo>
                        <a:pt x="135969" y="49221"/>
                        <a:pt x="135969" y="25503"/>
                        <a:pt x="110633" y="10930"/>
                      </a:cubicBezTo>
                      <a:cubicBezTo>
                        <a:pt x="85392" y="-3643"/>
                        <a:pt x="44339" y="-3643"/>
                        <a:pt x="19002" y="10930"/>
                      </a:cubicBezTo>
                      <a:cubicBezTo>
                        <a:pt x="-6334" y="25503"/>
                        <a:pt x="-6334" y="49221"/>
                        <a:pt x="19002" y="63794"/>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5" name="Google Shape;2215;p37"/>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16" name="Google Shape;2216;p37"/>
              <p:cNvGrpSpPr/>
              <p:nvPr/>
            </p:nvGrpSpPr>
            <p:grpSpPr>
              <a:xfrm>
                <a:off x="4045709" y="4779094"/>
                <a:ext cx="405669" cy="247363"/>
                <a:chOff x="4045709" y="4779094"/>
                <a:chExt cx="405669" cy="247363"/>
              </a:xfrm>
            </p:grpSpPr>
            <p:sp>
              <p:nvSpPr>
                <p:cNvPr id="2217" name="Google Shape;2217;p37"/>
                <p:cNvSpPr/>
                <p:nvPr/>
              </p:nvSpPr>
              <p:spPr>
                <a:xfrm>
                  <a:off x="4045709" y="4792333"/>
                  <a:ext cx="405669" cy="234124"/>
                </a:xfrm>
                <a:custGeom>
                  <a:avLst/>
                  <a:gdLst/>
                  <a:ahLst/>
                  <a:cxnLst/>
                  <a:rect l="l" t="t" r="r" b="b"/>
                  <a:pathLst>
                    <a:path w="405669" h="234124" extrusionOk="0">
                      <a:moveTo>
                        <a:pt x="404336" y="103823"/>
                      </a:moveTo>
                      <a:cubicBezTo>
                        <a:pt x="399288" y="78391"/>
                        <a:pt x="379952" y="53816"/>
                        <a:pt x="346234" y="34290"/>
                      </a:cubicBezTo>
                      <a:cubicBezTo>
                        <a:pt x="267081" y="-11430"/>
                        <a:pt x="138589" y="-11430"/>
                        <a:pt x="59436" y="34290"/>
                      </a:cubicBezTo>
                      <a:cubicBezTo>
                        <a:pt x="25527" y="53912"/>
                        <a:pt x="6096" y="78677"/>
                        <a:pt x="1238" y="104299"/>
                      </a:cubicBezTo>
                      <a:lnTo>
                        <a:pt x="0" y="103823"/>
                      </a:lnTo>
                      <a:lnTo>
                        <a:pt x="0" y="117824"/>
                      </a:lnTo>
                      <a:lnTo>
                        <a:pt x="0" y="117824"/>
                      </a:lnTo>
                      <a:cubicBezTo>
                        <a:pt x="381" y="147542"/>
                        <a:pt x="20098" y="177165"/>
                        <a:pt x="59436" y="199835"/>
                      </a:cubicBezTo>
                      <a:cubicBezTo>
                        <a:pt x="138589" y="245555"/>
                        <a:pt x="267081" y="245555"/>
                        <a:pt x="346234" y="199835"/>
                      </a:cubicBezTo>
                      <a:cubicBezTo>
                        <a:pt x="385858" y="176974"/>
                        <a:pt x="405670" y="147066"/>
                        <a:pt x="405670" y="117062"/>
                      </a:cubicBezTo>
                      <a:lnTo>
                        <a:pt x="405670" y="103727"/>
                      </a:lnTo>
                      <a:lnTo>
                        <a:pt x="404336" y="103727"/>
                      </a:lnTo>
                      <a:close/>
                      <a:moveTo>
                        <a:pt x="76200" y="44006"/>
                      </a:moveTo>
                      <a:cubicBezTo>
                        <a:pt x="82963" y="40100"/>
                        <a:pt x="93821" y="40100"/>
                        <a:pt x="100584" y="44006"/>
                      </a:cubicBezTo>
                      <a:lnTo>
                        <a:pt x="150209" y="72676"/>
                      </a:lnTo>
                      <a:cubicBezTo>
                        <a:pt x="156877" y="76581"/>
                        <a:pt x="156877" y="82868"/>
                        <a:pt x="150209" y="86773"/>
                      </a:cubicBezTo>
                      <a:cubicBezTo>
                        <a:pt x="143446" y="90678"/>
                        <a:pt x="132588" y="90678"/>
                        <a:pt x="125825" y="86773"/>
                      </a:cubicBezTo>
                      <a:lnTo>
                        <a:pt x="76200" y="58103"/>
                      </a:lnTo>
                      <a:cubicBezTo>
                        <a:pt x="69533" y="54197"/>
                        <a:pt x="69533" y="47911"/>
                        <a:pt x="76200" y="44101"/>
                      </a:cubicBezTo>
                      <a:close/>
                      <a:moveTo>
                        <a:pt x="40958" y="127064"/>
                      </a:moveTo>
                      <a:cubicBezTo>
                        <a:pt x="31433" y="127064"/>
                        <a:pt x="23717" y="122587"/>
                        <a:pt x="23717" y="117157"/>
                      </a:cubicBezTo>
                      <a:cubicBezTo>
                        <a:pt x="23717" y="111728"/>
                        <a:pt x="31433" y="107252"/>
                        <a:pt x="40958" y="107252"/>
                      </a:cubicBezTo>
                      <a:lnTo>
                        <a:pt x="111062" y="107252"/>
                      </a:lnTo>
                      <a:cubicBezTo>
                        <a:pt x="120587" y="107252"/>
                        <a:pt x="128302" y="111728"/>
                        <a:pt x="128302" y="117157"/>
                      </a:cubicBezTo>
                      <a:cubicBezTo>
                        <a:pt x="128302" y="122587"/>
                        <a:pt x="120587" y="127064"/>
                        <a:pt x="111062" y="127064"/>
                      </a:cubicBezTo>
                      <a:lnTo>
                        <a:pt x="40958" y="127064"/>
                      </a:lnTo>
                      <a:close/>
                      <a:moveTo>
                        <a:pt x="150114" y="161544"/>
                      </a:moveTo>
                      <a:lnTo>
                        <a:pt x="100489" y="190214"/>
                      </a:lnTo>
                      <a:cubicBezTo>
                        <a:pt x="93821" y="194120"/>
                        <a:pt x="82868" y="194120"/>
                        <a:pt x="76105" y="190214"/>
                      </a:cubicBezTo>
                      <a:cubicBezTo>
                        <a:pt x="69437" y="186309"/>
                        <a:pt x="69437" y="180023"/>
                        <a:pt x="76105" y="176213"/>
                      </a:cubicBezTo>
                      <a:lnTo>
                        <a:pt x="125730" y="147542"/>
                      </a:lnTo>
                      <a:cubicBezTo>
                        <a:pt x="132493" y="143637"/>
                        <a:pt x="143351" y="143637"/>
                        <a:pt x="150114" y="147542"/>
                      </a:cubicBezTo>
                      <a:cubicBezTo>
                        <a:pt x="156877" y="151448"/>
                        <a:pt x="156781" y="157734"/>
                        <a:pt x="150114" y="161544"/>
                      </a:cubicBezTo>
                      <a:close/>
                      <a:moveTo>
                        <a:pt x="185547" y="23622"/>
                      </a:moveTo>
                      <a:cubicBezTo>
                        <a:pt x="185547" y="18098"/>
                        <a:pt x="193262" y="13716"/>
                        <a:pt x="202787" y="13716"/>
                      </a:cubicBezTo>
                      <a:cubicBezTo>
                        <a:pt x="212312" y="13716"/>
                        <a:pt x="220028" y="18193"/>
                        <a:pt x="219932" y="23622"/>
                      </a:cubicBezTo>
                      <a:lnTo>
                        <a:pt x="219932" y="64103"/>
                      </a:lnTo>
                      <a:cubicBezTo>
                        <a:pt x="219932" y="69532"/>
                        <a:pt x="212217" y="74009"/>
                        <a:pt x="202787" y="74009"/>
                      </a:cubicBezTo>
                      <a:cubicBezTo>
                        <a:pt x="193358" y="74009"/>
                        <a:pt x="185547" y="69532"/>
                        <a:pt x="185547" y="64103"/>
                      </a:cubicBezTo>
                      <a:lnTo>
                        <a:pt x="185547" y="23622"/>
                      </a:lnTo>
                      <a:close/>
                      <a:moveTo>
                        <a:pt x="202787" y="220409"/>
                      </a:moveTo>
                      <a:cubicBezTo>
                        <a:pt x="193262" y="220409"/>
                        <a:pt x="185547" y="215932"/>
                        <a:pt x="185547" y="210503"/>
                      </a:cubicBezTo>
                      <a:lnTo>
                        <a:pt x="185547" y="170021"/>
                      </a:lnTo>
                      <a:cubicBezTo>
                        <a:pt x="185547" y="164497"/>
                        <a:pt x="193262" y="160115"/>
                        <a:pt x="202787" y="160115"/>
                      </a:cubicBezTo>
                      <a:cubicBezTo>
                        <a:pt x="212312" y="160115"/>
                        <a:pt x="220028" y="164592"/>
                        <a:pt x="220028" y="170021"/>
                      </a:cubicBezTo>
                      <a:lnTo>
                        <a:pt x="220028" y="210503"/>
                      </a:lnTo>
                      <a:cubicBezTo>
                        <a:pt x="220028" y="216027"/>
                        <a:pt x="212312" y="220409"/>
                        <a:pt x="202787" y="220409"/>
                      </a:cubicBezTo>
                      <a:close/>
                      <a:moveTo>
                        <a:pt x="255461" y="72581"/>
                      </a:moveTo>
                      <a:lnTo>
                        <a:pt x="305086" y="43910"/>
                      </a:lnTo>
                      <a:cubicBezTo>
                        <a:pt x="311848" y="40005"/>
                        <a:pt x="322707" y="40005"/>
                        <a:pt x="329375" y="43910"/>
                      </a:cubicBezTo>
                      <a:cubicBezTo>
                        <a:pt x="336137" y="47815"/>
                        <a:pt x="336137" y="54102"/>
                        <a:pt x="329375" y="57912"/>
                      </a:cubicBezTo>
                      <a:lnTo>
                        <a:pt x="279749" y="86582"/>
                      </a:lnTo>
                      <a:cubicBezTo>
                        <a:pt x="272987" y="90488"/>
                        <a:pt x="262128" y="90488"/>
                        <a:pt x="255365" y="86582"/>
                      </a:cubicBezTo>
                      <a:cubicBezTo>
                        <a:pt x="248698" y="82677"/>
                        <a:pt x="248698" y="76390"/>
                        <a:pt x="255365" y="72485"/>
                      </a:cubicBezTo>
                      <a:close/>
                      <a:moveTo>
                        <a:pt x="329375" y="190119"/>
                      </a:moveTo>
                      <a:cubicBezTo>
                        <a:pt x="322707" y="194024"/>
                        <a:pt x="311753" y="194024"/>
                        <a:pt x="305086" y="190119"/>
                      </a:cubicBezTo>
                      <a:lnTo>
                        <a:pt x="255461" y="161449"/>
                      </a:lnTo>
                      <a:cubicBezTo>
                        <a:pt x="248698" y="157544"/>
                        <a:pt x="248698" y="151257"/>
                        <a:pt x="255461" y="147447"/>
                      </a:cubicBezTo>
                      <a:cubicBezTo>
                        <a:pt x="262128" y="143542"/>
                        <a:pt x="273082" y="143542"/>
                        <a:pt x="279749" y="147447"/>
                      </a:cubicBezTo>
                      <a:lnTo>
                        <a:pt x="329375" y="176117"/>
                      </a:lnTo>
                      <a:cubicBezTo>
                        <a:pt x="336137" y="180023"/>
                        <a:pt x="336137" y="186309"/>
                        <a:pt x="329375" y="190119"/>
                      </a:cubicBezTo>
                      <a:close/>
                      <a:moveTo>
                        <a:pt x="364617" y="126968"/>
                      </a:moveTo>
                      <a:lnTo>
                        <a:pt x="294418" y="126968"/>
                      </a:lnTo>
                      <a:cubicBezTo>
                        <a:pt x="284893" y="126968"/>
                        <a:pt x="277178" y="122492"/>
                        <a:pt x="277178" y="117062"/>
                      </a:cubicBezTo>
                      <a:cubicBezTo>
                        <a:pt x="277178" y="111633"/>
                        <a:pt x="284893" y="107156"/>
                        <a:pt x="294418" y="107156"/>
                      </a:cubicBezTo>
                      <a:lnTo>
                        <a:pt x="364617" y="107156"/>
                      </a:lnTo>
                      <a:cubicBezTo>
                        <a:pt x="374142" y="107156"/>
                        <a:pt x="381857" y="111633"/>
                        <a:pt x="381857" y="117062"/>
                      </a:cubicBezTo>
                      <a:cubicBezTo>
                        <a:pt x="381857" y="122492"/>
                        <a:pt x="374142" y="126968"/>
                        <a:pt x="364617"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8" name="Google Shape;2218;p37"/>
                <p:cNvSpPr/>
                <p:nvPr/>
              </p:nvSpPr>
              <p:spPr>
                <a:xfrm>
                  <a:off x="4045709" y="4779094"/>
                  <a:ext cx="405598" cy="234124"/>
                </a:xfrm>
                <a:custGeom>
                  <a:avLst/>
                  <a:gdLst/>
                  <a:ahLst/>
                  <a:cxnLst/>
                  <a:rect l="l" t="t" r="r" b="b"/>
                  <a:pathLst>
                    <a:path w="405598" h="234124" extrusionOk="0">
                      <a:moveTo>
                        <a:pt x="346234" y="34290"/>
                      </a:moveTo>
                      <a:cubicBezTo>
                        <a:pt x="267081" y="-11430"/>
                        <a:pt x="138589" y="-11430"/>
                        <a:pt x="59436" y="34290"/>
                      </a:cubicBezTo>
                      <a:cubicBezTo>
                        <a:pt x="-19812" y="80010"/>
                        <a:pt x="-19812" y="154115"/>
                        <a:pt x="59436" y="199834"/>
                      </a:cubicBezTo>
                      <a:cubicBezTo>
                        <a:pt x="138589" y="245555"/>
                        <a:pt x="267081" y="245555"/>
                        <a:pt x="346234" y="199834"/>
                      </a:cubicBezTo>
                      <a:cubicBezTo>
                        <a:pt x="425386" y="154115"/>
                        <a:pt x="425386" y="80010"/>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677"/>
                      </a:cubicBezTo>
                      <a:cubicBezTo>
                        <a:pt x="143446" y="90583"/>
                        <a:pt x="132588" y="90583"/>
                        <a:pt x="125825" y="86677"/>
                      </a:cubicBezTo>
                      <a:lnTo>
                        <a:pt x="76200" y="58007"/>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582"/>
                      </a:moveTo>
                      <a:cubicBezTo>
                        <a:pt x="273082" y="90488"/>
                        <a:pt x="262223" y="90488"/>
                        <a:pt x="255461" y="86582"/>
                      </a:cubicBezTo>
                      <a:cubicBezTo>
                        <a:pt x="248793" y="82677"/>
                        <a:pt x="248793" y="76391"/>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061"/>
                      </a:moveTo>
                      <a:lnTo>
                        <a:pt x="364712" y="107061"/>
                      </a:lnTo>
                      <a:cubicBezTo>
                        <a:pt x="374237" y="107061"/>
                        <a:pt x="381953" y="111538"/>
                        <a:pt x="381953" y="116967"/>
                      </a:cubicBezTo>
                      <a:cubicBezTo>
                        <a:pt x="381953" y="122396"/>
                        <a:pt x="374237" y="126873"/>
                        <a:pt x="364712" y="126873"/>
                      </a:cubicBezTo>
                      <a:lnTo>
                        <a:pt x="294513" y="126873"/>
                      </a:lnTo>
                      <a:cubicBezTo>
                        <a:pt x="284988" y="126873"/>
                        <a:pt x="277273" y="122396"/>
                        <a:pt x="277273" y="116967"/>
                      </a:cubicBezTo>
                      <a:cubicBezTo>
                        <a:pt x="277273" y="111538"/>
                        <a:pt x="284988" y="107061"/>
                        <a:pt x="294513" y="107061"/>
                      </a:cubicBezTo>
                      <a:close/>
                      <a:moveTo>
                        <a:pt x="202883" y="220409"/>
                      </a:moveTo>
                      <a:cubicBezTo>
                        <a:pt x="193358" y="220409"/>
                        <a:pt x="185642" y="215932"/>
                        <a:pt x="185642" y="210502"/>
                      </a:cubicBezTo>
                      <a:lnTo>
                        <a:pt x="185642" y="170021"/>
                      </a:lnTo>
                      <a:cubicBezTo>
                        <a:pt x="185642" y="164497"/>
                        <a:pt x="193358" y="160115"/>
                        <a:pt x="202883" y="160115"/>
                      </a:cubicBezTo>
                      <a:cubicBezTo>
                        <a:pt x="212408" y="160115"/>
                        <a:pt x="220123" y="164592"/>
                        <a:pt x="220123" y="170021"/>
                      </a:cubicBezTo>
                      <a:lnTo>
                        <a:pt x="220123" y="210502"/>
                      </a:lnTo>
                      <a:cubicBezTo>
                        <a:pt x="220123" y="216027"/>
                        <a:pt x="212408" y="220409"/>
                        <a:pt x="202883" y="220409"/>
                      </a:cubicBezTo>
                      <a:close/>
                      <a:moveTo>
                        <a:pt x="305181" y="190119"/>
                      </a:moveTo>
                      <a:lnTo>
                        <a:pt x="255556" y="161449"/>
                      </a:lnTo>
                      <a:cubicBezTo>
                        <a:pt x="248793" y="157543"/>
                        <a:pt x="248793" y="151257"/>
                        <a:pt x="255556" y="147447"/>
                      </a:cubicBezTo>
                      <a:cubicBezTo>
                        <a:pt x="262223" y="143542"/>
                        <a:pt x="273177" y="143542"/>
                        <a:pt x="279844" y="147447"/>
                      </a:cubicBezTo>
                      <a:lnTo>
                        <a:pt x="329470" y="176117"/>
                      </a:lnTo>
                      <a:cubicBezTo>
                        <a:pt x="336233" y="180023"/>
                        <a:pt x="336233" y="186309"/>
                        <a:pt x="329470" y="190119"/>
                      </a:cubicBezTo>
                      <a:cubicBezTo>
                        <a:pt x="322802" y="194024"/>
                        <a:pt x="311848" y="194024"/>
                        <a:pt x="305181"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9" name="Google Shape;2219;p37"/>
                <p:cNvSpPr/>
                <p:nvPr/>
              </p:nvSpPr>
              <p:spPr>
                <a:xfrm>
                  <a:off x="4191364" y="4863176"/>
                  <a:ext cx="114454" cy="46315"/>
                </a:xfrm>
                <a:custGeom>
                  <a:avLst/>
                  <a:gdLst/>
                  <a:ahLst/>
                  <a:cxnLst/>
                  <a:rect l="l" t="t" r="r" b="b"/>
                  <a:pathLst>
                    <a:path w="114454" h="46315" extrusionOk="0">
                      <a:moveTo>
                        <a:pt x="109615" y="46315"/>
                      </a:moveTo>
                      <a:cubicBezTo>
                        <a:pt x="106852" y="42696"/>
                        <a:pt x="102852" y="39267"/>
                        <a:pt x="97709" y="36219"/>
                      </a:cubicBezTo>
                      <a:cubicBezTo>
                        <a:pt x="75325" y="23360"/>
                        <a:pt x="39130" y="23360"/>
                        <a:pt x="16746" y="36219"/>
                      </a:cubicBezTo>
                      <a:cubicBezTo>
                        <a:pt x="11602" y="39171"/>
                        <a:pt x="7602" y="42601"/>
                        <a:pt x="4840" y="46315"/>
                      </a:cubicBezTo>
                      <a:cubicBezTo>
                        <a:pt x="-4400" y="34218"/>
                        <a:pt x="-399" y="19550"/>
                        <a:pt x="16746" y="9644"/>
                      </a:cubicBezTo>
                      <a:cubicBezTo>
                        <a:pt x="39130" y="-3215"/>
                        <a:pt x="75325" y="-3215"/>
                        <a:pt x="97709" y="9644"/>
                      </a:cubicBezTo>
                      <a:cubicBezTo>
                        <a:pt x="114853" y="19550"/>
                        <a:pt x="118854" y="34218"/>
                        <a:pt x="109615" y="4631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0" name="Google Shape;2220;p37"/>
                <p:cNvSpPr/>
                <p:nvPr/>
              </p:nvSpPr>
              <p:spPr>
                <a:xfrm>
                  <a:off x="4196204" y="4889751"/>
                  <a:ext cx="104775" cy="39481"/>
                </a:xfrm>
                <a:custGeom>
                  <a:avLst/>
                  <a:gdLst/>
                  <a:ahLst/>
                  <a:cxnLst/>
                  <a:rect l="l" t="t" r="r" b="b"/>
                  <a:pathLst>
                    <a:path w="104775" h="39481" extrusionOk="0">
                      <a:moveTo>
                        <a:pt x="104775" y="19740"/>
                      </a:moveTo>
                      <a:cubicBezTo>
                        <a:pt x="102013" y="23360"/>
                        <a:pt x="98012" y="26789"/>
                        <a:pt x="92869" y="29837"/>
                      </a:cubicBezTo>
                      <a:cubicBezTo>
                        <a:pt x="70485" y="42696"/>
                        <a:pt x="34290" y="42696"/>
                        <a:pt x="11906" y="29837"/>
                      </a:cubicBezTo>
                      <a:cubicBezTo>
                        <a:pt x="6763" y="26884"/>
                        <a:pt x="2762" y="23455"/>
                        <a:pt x="0" y="19740"/>
                      </a:cubicBezTo>
                      <a:cubicBezTo>
                        <a:pt x="2762" y="16121"/>
                        <a:pt x="6763" y="12692"/>
                        <a:pt x="11906" y="9644"/>
                      </a:cubicBezTo>
                      <a:cubicBezTo>
                        <a:pt x="34290" y="-3215"/>
                        <a:pt x="70485" y="-3215"/>
                        <a:pt x="92869" y="9644"/>
                      </a:cubicBezTo>
                      <a:cubicBezTo>
                        <a:pt x="98012" y="12597"/>
                        <a:pt x="102013" y="16026"/>
                        <a:pt x="104775" y="197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29"/>
        <p:cNvGrpSpPr/>
        <p:nvPr/>
      </p:nvGrpSpPr>
      <p:grpSpPr>
        <a:xfrm>
          <a:off x="0" y="0"/>
          <a:ext cx="0" cy="0"/>
          <a:chOff x="0" y="0"/>
          <a:chExt cx="0" cy="0"/>
        </a:xfrm>
      </p:grpSpPr>
      <p:sp>
        <p:nvSpPr>
          <p:cNvPr id="4730" name="Google Shape;4730;p5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Problem Statement</a:t>
            </a:r>
            <a:endParaRPr dirty="0"/>
          </a:p>
        </p:txBody>
      </p:sp>
      <p:sp>
        <p:nvSpPr>
          <p:cNvPr id="4731" name="Google Shape;4731;p56"/>
          <p:cNvSpPr txBox="1">
            <a:spLocks noGrp="1"/>
          </p:cNvSpPr>
          <p:nvPr>
            <p:ph type="subTitle" idx="1"/>
          </p:nvPr>
        </p:nvSpPr>
        <p:spPr>
          <a:xfrm>
            <a:off x="4200369" y="1536585"/>
            <a:ext cx="4158365" cy="2864429"/>
          </a:xfrm>
          <a:prstGeom prst="rect">
            <a:avLst/>
          </a:prstGeom>
        </p:spPr>
        <p:txBody>
          <a:bodyPr spcFirstLastPara="1" wrap="square" lIns="91425" tIns="91425" rIns="91425" bIns="91425" anchor="t" anchorCtr="0">
            <a:noAutofit/>
          </a:bodyPr>
          <a:lstStyle/>
          <a:p>
            <a:pPr marL="285750" lvl="0" indent="-285750">
              <a:lnSpc>
                <a:spcPct val="150000"/>
              </a:lnSpc>
              <a:buSzPct val="123000"/>
              <a:buFont typeface="Arial" panose="020B0604020202020204" pitchFamily="34" charset="0"/>
              <a:buChar char="•"/>
            </a:pPr>
            <a:r>
              <a:rPr lang="en-US" dirty="0"/>
              <a:t>Hard to find products that can be customized</a:t>
            </a:r>
          </a:p>
          <a:p>
            <a:pPr marL="285750" lvl="0" indent="-285750">
              <a:lnSpc>
                <a:spcPct val="150000"/>
              </a:lnSpc>
              <a:buSzPct val="123000"/>
              <a:buFont typeface="Arial" panose="020B0604020202020204" pitchFamily="34" charset="0"/>
              <a:buChar char="•"/>
            </a:pPr>
            <a:r>
              <a:rPr lang="en-US" dirty="0"/>
              <a:t>Design software is too difficult for most people</a:t>
            </a:r>
          </a:p>
          <a:p>
            <a:pPr marL="285750" lvl="0" indent="-285750">
              <a:lnSpc>
                <a:spcPct val="150000"/>
              </a:lnSpc>
              <a:buSzPct val="123000"/>
              <a:buFont typeface="Arial" panose="020B0604020202020204" pitchFamily="34" charset="0"/>
              <a:buChar char="•"/>
            </a:pPr>
            <a:r>
              <a:rPr lang="en-US" dirty="0"/>
              <a:t>Manufacturing services are not always reliable</a:t>
            </a:r>
          </a:p>
          <a:p>
            <a:pPr marL="285750" lvl="0" indent="-285750">
              <a:lnSpc>
                <a:spcPct val="150000"/>
              </a:lnSpc>
              <a:buSzPct val="123000"/>
              <a:buFont typeface="Arial" panose="020B0604020202020204" pitchFamily="34" charset="0"/>
              <a:buChar char="•"/>
            </a:pPr>
            <a:r>
              <a:rPr lang="en-US" dirty="0"/>
              <a:t>Custom and small</a:t>
            </a:r>
          </a:p>
          <a:p>
            <a:pPr marL="285750" lvl="0" indent="-285750">
              <a:lnSpc>
                <a:spcPct val="150000"/>
              </a:lnSpc>
              <a:buSzPct val="123000"/>
              <a:buFont typeface="Arial" panose="020B0604020202020204" pitchFamily="34" charset="0"/>
              <a:buChar char="•"/>
            </a:pPr>
            <a:r>
              <a:rPr lang="en-US" dirty="0"/>
              <a:t>Scale production is expensive</a:t>
            </a:r>
            <a:endParaRPr dirty="0"/>
          </a:p>
        </p:txBody>
      </p:sp>
      <p:grpSp>
        <p:nvGrpSpPr>
          <p:cNvPr id="4735" name="Google Shape;4735;p56"/>
          <p:cNvGrpSpPr/>
          <p:nvPr/>
        </p:nvGrpSpPr>
        <p:grpSpPr>
          <a:xfrm>
            <a:off x="890589" y="1721678"/>
            <a:ext cx="2317718" cy="2296093"/>
            <a:chOff x="713214" y="1423703"/>
            <a:chExt cx="2317718" cy="2296093"/>
          </a:xfrm>
        </p:grpSpPr>
        <p:grpSp>
          <p:nvGrpSpPr>
            <p:cNvPr id="4736" name="Google Shape;4736;p56"/>
            <p:cNvGrpSpPr/>
            <p:nvPr/>
          </p:nvGrpSpPr>
          <p:grpSpPr>
            <a:xfrm>
              <a:off x="2490761" y="1742807"/>
              <a:ext cx="540172" cy="1405630"/>
              <a:chOff x="7794402" y="4631911"/>
              <a:chExt cx="183165" cy="476630"/>
            </a:xfrm>
          </p:grpSpPr>
          <p:grpSp>
            <p:nvGrpSpPr>
              <p:cNvPr id="4737" name="Google Shape;4737;p56"/>
              <p:cNvGrpSpPr/>
              <p:nvPr/>
            </p:nvGrpSpPr>
            <p:grpSpPr>
              <a:xfrm>
                <a:off x="7794402" y="4798313"/>
                <a:ext cx="127921" cy="310228"/>
                <a:chOff x="7794402" y="4798313"/>
                <a:chExt cx="127921" cy="310228"/>
              </a:xfrm>
            </p:grpSpPr>
            <p:sp>
              <p:nvSpPr>
                <p:cNvPr id="4738" name="Google Shape;4738;p56"/>
                <p:cNvSpPr/>
                <p:nvPr/>
              </p:nvSpPr>
              <p:spPr>
                <a:xfrm>
                  <a:off x="7794402" y="4829364"/>
                  <a:ext cx="74104" cy="279177"/>
                </a:xfrm>
                <a:custGeom>
                  <a:avLst/>
                  <a:gdLst/>
                  <a:ahLst/>
                  <a:cxnLst/>
                  <a:rect l="l" t="t" r="r" b="b"/>
                  <a:pathLst>
                    <a:path w="74104" h="279177" extrusionOk="0">
                      <a:moveTo>
                        <a:pt x="74104" y="279178"/>
                      </a:moveTo>
                      <a:lnTo>
                        <a:pt x="0" y="236411"/>
                      </a:lnTo>
                      <a:lnTo>
                        <a:pt x="0" y="0"/>
                      </a:lnTo>
                      <a:lnTo>
                        <a:pt x="74104" y="42767"/>
                      </a:lnTo>
                      <a:lnTo>
                        <a:pt x="74104" y="27917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9" name="Google Shape;4739;p56"/>
                <p:cNvSpPr/>
                <p:nvPr/>
              </p:nvSpPr>
              <p:spPr>
                <a:xfrm>
                  <a:off x="7868507" y="4841080"/>
                  <a:ext cx="53816" cy="267461"/>
                </a:xfrm>
                <a:custGeom>
                  <a:avLst/>
                  <a:gdLst/>
                  <a:ahLst/>
                  <a:cxnLst/>
                  <a:rect l="l" t="t" r="r" b="b"/>
                  <a:pathLst>
                    <a:path w="53816" h="267461" extrusionOk="0">
                      <a:moveTo>
                        <a:pt x="53816" y="236411"/>
                      </a:moveTo>
                      <a:lnTo>
                        <a:pt x="0" y="267462"/>
                      </a:lnTo>
                      <a:lnTo>
                        <a:pt x="0" y="31052"/>
                      </a:lnTo>
                      <a:lnTo>
                        <a:pt x="53816" y="0"/>
                      </a:lnTo>
                      <a:lnTo>
                        <a:pt x="53816" y="23641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0" name="Google Shape;4740;p56"/>
                <p:cNvSpPr/>
                <p:nvPr/>
              </p:nvSpPr>
              <p:spPr>
                <a:xfrm>
                  <a:off x="7794402" y="4798313"/>
                  <a:ext cx="127920" cy="73818"/>
                </a:xfrm>
                <a:custGeom>
                  <a:avLst/>
                  <a:gdLst/>
                  <a:ahLst/>
                  <a:cxnLst/>
                  <a:rect l="l" t="t" r="r" b="b"/>
                  <a:pathLst>
                    <a:path w="127920" h="73818" extrusionOk="0">
                      <a:moveTo>
                        <a:pt x="74104" y="73819"/>
                      </a:moveTo>
                      <a:lnTo>
                        <a:pt x="0" y="31051"/>
                      </a:lnTo>
                      <a:lnTo>
                        <a:pt x="53816" y="0"/>
                      </a:lnTo>
                      <a:lnTo>
                        <a:pt x="127921" y="42767"/>
                      </a:lnTo>
                      <a:lnTo>
                        <a:pt x="74104" y="738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41" name="Google Shape;4741;p56"/>
              <p:cNvGrpSpPr/>
              <p:nvPr/>
            </p:nvGrpSpPr>
            <p:grpSpPr>
              <a:xfrm>
                <a:off x="7794402" y="4658581"/>
                <a:ext cx="91821" cy="193357"/>
                <a:chOff x="7794402" y="4658581"/>
                <a:chExt cx="91821" cy="193357"/>
              </a:xfrm>
            </p:grpSpPr>
            <p:sp>
              <p:nvSpPr>
                <p:cNvPr id="4742" name="Google Shape;4742;p56"/>
                <p:cNvSpPr/>
                <p:nvPr/>
              </p:nvSpPr>
              <p:spPr>
                <a:xfrm>
                  <a:off x="7794402" y="4689156"/>
                  <a:ext cx="38862" cy="162782"/>
                </a:xfrm>
                <a:custGeom>
                  <a:avLst/>
                  <a:gdLst/>
                  <a:ahLst/>
                  <a:cxnLst/>
                  <a:rect l="l" t="t" r="r" b="b"/>
                  <a:pathLst>
                    <a:path w="38862" h="162782" extrusionOk="0">
                      <a:moveTo>
                        <a:pt x="38862" y="162783"/>
                      </a:moveTo>
                      <a:lnTo>
                        <a:pt x="0" y="140303"/>
                      </a:lnTo>
                      <a:lnTo>
                        <a:pt x="0" y="0"/>
                      </a:lnTo>
                      <a:lnTo>
                        <a:pt x="38862" y="22479"/>
                      </a:lnTo>
                      <a:lnTo>
                        <a:pt x="38862" y="16278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3" name="Google Shape;4743;p56"/>
                <p:cNvSpPr/>
                <p:nvPr/>
              </p:nvSpPr>
              <p:spPr>
                <a:xfrm>
                  <a:off x="7833264" y="4681060"/>
                  <a:ext cx="52958" cy="170878"/>
                </a:xfrm>
                <a:custGeom>
                  <a:avLst/>
                  <a:gdLst/>
                  <a:ahLst/>
                  <a:cxnLst/>
                  <a:rect l="l" t="t" r="r" b="b"/>
                  <a:pathLst>
                    <a:path w="52958" h="170878" extrusionOk="0">
                      <a:moveTo>
                        <a:pt x="52959" y="140303"/>
                      </a:moveTo>
                      <a:lnTo>
                        <a:pt x="0" y="170879"/>
                      </a:lnTo>
                      <a:lnTo>
                        <a:pt x="0" y="30575"/>
                      </a:lnTo>
                      <a:lnTo>
                        <a:pt x="52959" y="0"/>
                      </a:lnTo>
                      <a:lnTo>
                        <a:pt x="52959" y="14030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4" name="Google Shape;4744;p56"/>
                <p:cNvSpPr/>
                <p:nvPr/>
              </p:nvSpPr>
              <p:spPr>
                <a:xfrm>
                  <a:off x="7794402" y="4658581"/>
                  <a:ext cx="91821" cy="53054"/>
                </a:xfrm>
                <a:custGeom>
                  <a:avLst/>
                  <a:gdLst/>
                  <a:ahLst/>
                  <a:cxnLst/>
                  <a:rect l="l" t="t" r="r" b="b"/>
                  <a:pathLst>
                    <a:path w="91821" h="53054" extrusionOk="0">
                      <a:moveTo>
                        <a:pt x="38862" y="53054"/>
                      </a:moveTo>
                      <a:lnTo>
                        <a:pt x="0" y="30575"/>
                      </a:lnTo>
                      <a:lnTo>
                        <a:pt x="52959" y="0"/>
                      </a:lnTo>
                      <a:lnTo>
                        <a:pt x="91821" y="22479"/>
                      </a:lnTo>
                      <a:lnTo>
                        <a:pt x="38862" y="5305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45" name="Google Shape;4745;p56"/>
              <p:cNvGrpSpPr/>
              <p:nvPr/>
            </p:nvGrpSpPr>
            <p:grpSpPr>
              <a:xfrm>
                <a:off x="7807166" y="4631911"/>
                <a:ext cx="170401" cy="198025"/>
                <a:chOff x="7807166" y="4631911"/>
                <a:chExt cx="170401" cy="198025"/>
              </a:xfrm>
            </p:grpSpPr>
            <p:grpSp>
              <p:nvGrpSpPr>
                <p:cNvPr id="4746" name="Google Shape;4746;p56"/>
                <p:cNvGrpSpPr/>
                <p:nvPr/>
              </p:nvGrpSpPr>
              <p:grpSpPr>
                <a:xfrm>
                  <a:off x="7807166" y="4631911"/>
                  <a:ext cx="170401" cy="198025"/>
                  <a:chOff x="7807166" y="4631911"/>
                  <a:chExt cx="170401" cy="198025"/>
                </a:xfrm>
              </p:grpSpPr>
              <p:sp>
                <p:nvSpPr>
                  <p:cNvPr id="4747" name="Google Shape;4747;p56"/>
                  <p:cNvSpPr/>
                  <p:nvPr/>
                </p:nvSpPr>
                <p:spPr>
                  <a:xfrm>
                    <a:off x="7807166" y="4712017"/>
                    <a:ext cx="31527" cy="117919"/>
                  </a:xfrm>
                  <a:custGeom>
                    <a:avLst/>
                    <a:gdLst/>
                    <a:ahLst/>
                    <a:cxnLst/>
                    <a:rect l="l" t="t" r="r" b="b"/>
                    <a:pathLst>
                      <a:path w="31527" h="117919" extrusionOk="0">
                        <a:moveTo>
                          <a:pt x="31528" y="117919"/>
                        </a:moveTo>
                        <a:lnTo>
                          <a:pt x="21622" y="114871"/>
                        </a:lnTo>
                        <a:lnTo>
                          <a:pt x="0" y="0"/>
                        </a:lnTo>
                        <a:lnTo>
                          <a:pt x="10001" y="3048"/>
                        </a:lnTo>
                        <a:lnTo>
                          <a:pt x="31528" y="11791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8" name="Google Shape;4748;p56"/>
                  <p:cNvSpPr/>
                  <p:nvPr/>
                </p:nvSpPr>
                <p:spPr>
                  <a:xfrm>
                    <a:off x="7807166" y="4631911"/>
                    <a:ext cx="148875" cy="83153"/>
                  </a:xfrm>
                  <a:custGeom>
                    <a:avLst/>
                    <a:gdLst/>
                    <a:ahLst/>
                    <a:cxnLst/>
                    <a:rect l="l" t="t" r="r" b="b"/>
                    <a:pathLst>
                      <a:path w="148875" h="83153" extrusionOk="0">
                        <a:moveTo>
                          <a:pt x="10001" y="83153"/>
                        </a:moveTo>
                        <a:lnTo>
                          <a:pt x="0" y="80105"/>
                        </a:lnTo>
                        <a:lnTo>
                          <a:pt x="138970" y="0"/>
                        </a:lnTo>
                        <a:lnTo>
                          <a:pt x="148876" y="2953"/>
                        </a:lnTo>
                        <a:lnTo>
                          <a:pt x="10001" y="8315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9" name="Google Shape;4749;p56"/>
                  <p:cNvSpPr/>
                  <p:nvPr/>
                </p:nvSpPr>
                <p:spPr>
                  <a:xfrm>
                    <a:off x="7817167" y="4634864"/>
                    <a:ext cx="160400" cy="195071"/>
                  </a:xfrm>
                  <a:custGeom>
                    <a:avLst/>
                    <a:gdLst/>
                    <a:ahLst/>
                    <a:cxnLst/>
                    <a:rect l="l" t="t" r="r" b="b"/>
                    <a:pathLst>
                      <a:path w="160400" h="195071" extrusionOk="0">
                        <a:moveTo>
                          <a:pt x="138874" y="0"/>
                        </a:moveTo>
                        <a:lnTo>
                          <a:pt x="160401" y="114871"/>
                        </a:lnTo>
                        <a:lnTo>
                          <a:pt x="21526" y="195072"/>
                        </a:lnTo>
                        <a:lnTo>
                          <a:pt x="0" y="80200"/>
                        </a:lnTo>
                        <a:lnTo>
                          <a:pt x="138874"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0" name="Google Shape;4750;p56"/>
                  <p:cNvSpPr/>
                  <p:nvPr/>
                </p:nvSpPr>
                <p:spPr>
                  <a:xfrm>
                    <a:off x="7822310" y="4643818"/>
                    <a:ext cx="150114" cy="177165"/>
                  </a:xfrm>
                  <a:custGeom>
                    <a:avLst/>
                    <a:gdLst/>
                    <a:ahLst/>
                    <a:cxnLst/>
                    <a:rect l="l" t="t" r="r" b="b"/>
                    <a:pathLst>
                      <a:path w="150114" h="177165" extrusionOk="0">
                        <a:moveTo>
                          <a:pt x="131064" y="0"/>
                        </a:moveTo>
                        <a:lnTo>
                          <a:pt x="150114" y="101441"/>
                        </a:lnTo>
                        <a:lnTo>
                          <a:pt x="19050" y="177165"/>
                        </a:lnTo>
                        <a:lnTo>
                          <a:pt x="0" y="75629"/>
                        </a:lnTo>
                        <a:lnTo>
                          <a:pt x="131064"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1" name="Google Shape;4751;p56"/>
                  <p:cNvSpPr/>
                  <p:nvPr/>
                </p:nvSpPr>
                <p:spPr>
                  <a:xfrm>
                    <a:off x="7830407" y="4686870"/>
                    <a:ext cx="142017" cy="134112"/>
                  </a:xfrm>
                  <a:custGeom>
                    <a:avLst/>
                    <a:gdLst/>
                    <a:ahLst/>
                    <a:cxnLst/>
                    <a:rect l="l" t="t" r="r" b="b"/>
                    <a:pathLst>
                      <a:path w="142017" h="134112" extrusionOk="0">
                        <a:moveTo>
                          <a:pt x="0" y="75629"/>
                        </a:moveTo>
                        <a:lnTo>
                          <a:pt x="10954" y="134112"/>
                        </a:lnTo>
                        <a:lnTo>
                          <a:pt x="142018" y="58388"/>
                        </a:lnTo>
                        <a:lnTo>
                          <a:pt x="131064" y="0"/>
                        </a:lnTo>
                        <a:lnTo>
                          <a:pt x="0" y="7562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752" name="Google Shape;4752;p56"/>
                <p:cNvSpPr/>
                <p:nvPr/>
              </p:nvSpPr>
              <p:spPr>
                <a:xfrm>
                  <a:off x="7836884" y="4696448"/>
                  <a:ext cx="130873" cy="117242"/>
                </a:xfrm>
                <a:custGeom>
                  <a:avLst/>
                  <a:gdLst/>
                  <a:ahLst/>
                  <a:cxnLst/>
                  <a:rect l="l" t="t" r="r" b="b"/>
                  <a:pathLst>
                    <a:path w="130873" h="117242" extrusionOk="0">
                      <a:moveTo>
                        <a:pt x="8192" y="117200"/>
                      </a:moveTo>
                      <a:cubicBezTo>
                        <a:pt x="8192" y="117200"/>
                        <a:pt x="7906" y="116914"/>
                        <a:pt x="7906" y="116724"/>
                      </a:cubicBezTo>
                      <a:lnTo>
                        <a:pt x="6858" y="111009"/>
                      </a:lnTo>
                      <a:lnTo>
                        <a:pt x="12478" y="107675"/>
                      </a:lnTo>
                      <a:cubicBezTo>
                        <a:pt x="12478" y="107675"/>
                        <a:pt x="12859" y="107579"/>
                        <a:pt x="12954" y="107675"/>
                      </a:cubicBezTo>
                      <a:cubicBezTo>
                        <a:pt x="13145" y="107675"/>
                        <a:pt x="13240" y="107961"/>
                        <a:pt x="13240" y="108151"/>
                      </a:cubicBezTo>
                      <a:lnTo>
                        <a:pt x="14288" y="113866"/>
                      </a:lnTo>
                      <a:lnTo>
                        <a:pt x="8668" y="117200"/>
                      </a:lnTo>
                      <a:cubicBezTo>
                        <a:pt x="8668" y="117200"/>
                        <a:pt x="8287" y="117295"/>
                        <a:pt x="8192" y="117200"/>
                      </a:cubicBezTo>
                      <a:close/>
                      <a:moveTo>
                        <a:pt x="6572" y="107199"/>
                      </a:moveTo>
                      <a:cubicBezTo>
                        <a:pt x="6572" y="107199"/>
                        <a:pt x="6287" y="106913"/>
                        <a:pt x="6287" y="106722"/>
                      </a:cubicBezTo>
                      <a:lnTo>
                        <a:pt x="5239" y="101007"/>
                      </a:lnTo>
                      <a:lnTo>
                        <a:pt x="13811" y="95959"/>
                      </a:lnTo>
                      <a:cubicBezTo>
                        <a:pt x="13811" y="95959"/>
                        <a:pt x="14192" y="95864"/>
                        <a:pt x="14288" y="95959"/>
                      </a:cubicBezTo>
                      <a:cubicBezTo>
                        <a:pt x="14478" y="95959"/>
                        <a:pt x="14573" y="96245"/>
                        <a:pt x="14573" y="96435"/>
                      </a:cubicBezTo>
                      <a:lnTo>
                        <a:pt x="15621" y="102245"/>
                      </a:lnTo>
                      <a:lnTo>
                        <a:pt x="7049" y="107294"/>
                      </a:lnTo>
                      <a:cubicBezTo>
                        <a:pt x="7049" y="107294"/>
                        <a:pt x="6668" y="107389"/>
                        <a:pt x="6572" y="107294"/>
                      </a:cubicBezTo>
                      <a:close/>
                      <a:moveTo>
                        <a:pt x="17240" y="111961"/>
                      </a:moveTo>
                      <a:cubicBezTo>
                        <a:pt x="17240" y="111961"/>
                        <a:pt x="16954" y="111675"/>
                        <a:pt x="16954" y="111485"/>
                      </a:cubicBezTo>
                      <a:lnTo>
                        <a:pt x="15907" y="105675"/>
                      </a:lnTo>
                      <a:lnTo>
                        <a:pt x="21527" y="102341"/>
                      </a:lnTo>
                      <a:cubicBezTo>
                        <a:pt x="21527" y="102341"/>
                        <a:pt x="21908" y="102245"/>
                        <a:pt x="22003" y="102341"/>
                      </a:cubicBezTo>
                      <a:cubicBezTo>
                        <a:pt x="22193" y="102341"/>
                        <a:pt x="22288" y="102627"/>
                        <a:pt x="22288" y="102817"/>
                      </a:cubicBezTo>
                      <a:lnTo>
                        <a:pt x="23336" y="108627"/>
                      </a:lnTo>
                      <a:lnTo>
                        <a:pt x="17717" y="111961"/>
                      </a:lnTo>
                      <a:cubicBezTo>
                        <a:pt x="17717" y="111961"/>
                        <a:pt x="17336" y="112056"/>
                        <a:pt x="17240" y="111961"/>
                      </a:cubicBezTo>
                      <a:close/>
                      <a:moveTo>
                        <a:pt x="4667" y="97102"/>
                      </a:moveTo>
                      <a:cubicBezTo>
                        <a:pt x="4667" y="97102"/>
                        <a:pt x="4382" y="96816"/>
                        <a:pt x="4382" y="96626"/>
                      </a:cubicBezTo>
                      <a:lnTo>
                        <a:pt x="3334" y="90911"/>
                      </a:lnTo>
                      <a:lnTo>
                        <a:pt x="8954" y="87577"/>
                      </a:lnTo>
                      <a:cubicBezTo>
                        <a:pt x="8954" y="87577"/>
                        <a:pt x="9335" y="87482"/>
                        <a:pt x="9430" y="87577"/>
                      </a:cubicBezTo>
                      <a:cubicBezTo>
                        <a:pt x="9620" y="87577"/>
                        <a:pt x="9716" y="87863"/>
                        <a:pt x="9716" y="88053"/>
                      </a:cubicBezTo>
                      <a:lnTo>
                        <a:pt x="10763" y="93768"/>
                      </a:lnTo>
                      <a:lnTo>
                        <a:pt x="5144" y="97102"/>
                      </a:lnTo>
                      <a:cubicBezTo>
                        <a:pt x="5144" y="97102"/>
                        <a:pt x="4763" y="97197"/>
                        <a:pt x="4667" y="97102"/>
                      </a:cubicBezTo>
                      <a:close/>
                      <a:moveTo>
                        <a:pt x="26289" y="106722"/>
                      </a:moveTo>
                      <a:cubicBezTo>
                        <a:pt x="26289" y="106722"/>
                        <a:pt x="26003" y="106436"/>
                        <a:pt x="26003" y="106246"/>
                      </a:cubicBezTo>
                      <a:lnTo>
                        <a:pt x="24956" y="100436"/>
                      </a:lnTo>
                      <a:lnTo>
                        <a:pt x="30575" y="97102"/>
                      </a:lnTo>
                      <a:cubicBezTo>
                        <a:pt x="30575" y="97102"/>
                        <a:pt x="30956" y="97007"/>
                        <a:pt x="31052" y="97102"/>
                      </a:cubicBezTo>
                      <a:cubicBezTo>
                        <a:pt x="31242" y="97102"/>
                        <a:pt x="31337" y="97388"/>
                        <a:pt x="31337" y="97578"/>
                      </a:cubicBezTo>
                      <a:lnTo>
                        <a:pt x="32385" y="103389"/>
                      </a:lnTo>
                      <a:lnTo>
                        <a:pt x="26765" y="106722"/>
                      </a:lnTo>
                      <a:cubicBezTo>
                        <a:pt x="26765" y="106722"/>
                        <a:pt x="26384" y="106818"/>
                        <a:pt x="26289" y="106722"/>
                      </a:cubicBezTo>
                      <a:close/>
                      <a:moveTo>
                        <a:pt x="18574" y="100245"/>
                      </a:moveTo>
                      <a:cubicBezTo>
                        <a:pt x="18574" y="100245"/>
                        <a:pt x="18288" y="99960"/>
                        <a:pt x="18288" y="99769"/>
                      </a:cubicBezTo>
                      <a:lnTo>
                        <a:pt x="17240" y="93959"/>
                      </a:lnTo>
                      <a:lnTo>
                        <a:pt x="22860" y="90625"/>
                      </a:lnTo>
                      <a:cubicBezTo>
                        <a:pt x="22860" y="90625"/>
                        <a:pt x="23241" y="90530"/>
                        <a:pt x="23336" y="90625"/>
                      </a:cubicBezTo>
                      <a:cubicBezTo>
                        <a:pt x="23527" y="90625"/>
                        <a:pt x="23622" y="90911"/>
                        <a:pt x="23622" y="91101"/>
                      </a:cubicBezTo>
                      <a:lnTo>
                        <a:pt x="24670" y="96911"/>
                      </a:lnTo>
                      <a:lnTo>
                        <a:pt x="19050" y="100245"/>
                      </a:lnTo>
                      <a:cubicBezTo>
                        <a:pt x="19050" y="100245"/>
                        <a:pt x="18669" y="100341"/>
                        <a:pt x="18574" y="100245"/>
                      </a:cubicBezTo>
                      <a:close/>
                      <a:moveTo>
                        <a:pt x="3143" y="87101"/>
                      </a:moveTo>
                      <a:cubicBezTo>
                        <a:pt x="3143" y="87101"/>
                        <a:pt x="2858" y="86815"/>
                        <a:pt x="2858" y="86625"/>
                      </a:cubicBezTo>
                      <a:lnTo>
                        <a:pt x="1810" y="80910"/>
                      </a:lnTo>
                      <a:lnTo>
                        <a:pt x="10382" y="75861"/>
                      </a:lnTo>
                      <a:cubicBezTo>
                        <a:pt x="10382" y="75861"/>
                        <a:pt x="10763" y="75766"/>
                        <a:pt x="10859" y="75861"/>
                      </a:cubicBezTo>
                      <a:cubicBezTo>
                        <a:pt x="11049" y="75861"/>
                        <a:pt x="11144" y="76147"/>
                        <a:pt x="11144" y="76337"/>
                      </a:cubicBezTo>
                      <a:lnTo>
                        <a:pt x="12192" y="82148"/>
                      </a:lnTo>
                      <a:lnTo>
                        <a:pt x="3620" y="87196"/>
                      </a:lnTo>
                      <a:cubicBezTo>
                        <a:pt x="3620" y="87196"/>
                        <a:pt x="3238" y="87291"/>
                        <a:pt x="3143" y="87196"/>
                      </a:cubicBezTo>
                      <a:close/>
                      <a:moveTo>
                        <a:pt x="13811" y="91863"/>
                      </a:moveTo>
                      <a:cubicBezTo>
                        <a:pt x="13811" y="91863"/>
                        <a:pt x="13526" y="91577"/>
                        <a:pt x="13526" y="91387"/>
                      </a:cubicBezTo>
                      <a:lnTo>
                        <a:pt x="12478" y="85577"/>
                      </a:lnTo>
                      <a:lnTo>
                        <a:pt x="18098" y="82243"/>
                      </a:lnTo>
                      <a:cubicBezTo>
                        <a:pt x="18098" y="82243"/>
                        <a:pt x="18479" y="82148"/>
                        <a:pt x="18574" y="82243"/>
                      </a:cubicBezTo>
                      <a:cubicBezTo>
                        <a:pt x="18764" y="82243"/>
                        <a:pt x="18860" y="82529"/>
                        <a:pt x="18860" y="82719"/>
                      </a:cubicBezTo>
                      <a:lnTo>
                        <a:pt x="19907" y="88529"/>
                      </a:lnTo>
                      <a:lnTo>
                        <a:pt x="14288" y="91863"/>
                      </a:lnTo>
                      <a:cubicBezTo>
                        <a:pt x="14288" y="91863"/>
                        <a:pt x="13907" y="91959"/>
                        <a:pt x="13811" y="91863"/>
                      </a:cubicBezTo>
                      <a:close/>
                      <a:moveTo>
                        <a:pt x="35433" y="101579"/>
                      </a:moveTo>
                      <a:cubicBezTo>
                        <a:pt x="35433" y="101579"/>
                        <a:pt x="35147" y="101293"/>
                        <a:pt x="35147" y="101102"/>
                      </a:cubicBezTo>
                      <a:lnTo>
                        <a:pt x="34100" y="95292"/>
                      </a:lnTo>
                      <a:lnTo>
                        <a:pt x="39719" y="91959"/>
                      </a:lnTo>
                      <a:cubicBezTo>
                        <a:pt x="39719" y="91959"/>
                        <a:pt x="40100" y="91863"/>
                        <a:pt x="40196" y="91959"/>
                      </a:cubicBezTo>
                      <a:cubicBezTo>
                        <a:pt x="40386" y="91959"/>
                        <a:pt x="40481" y="92244"/>
                        <a:pt x="40481" y="92435"/>
                      </a:cubicBezTo>
                      <a:lnTo>
                        <a:pt x="41529" y="98245"/>
                      </a:lnTo>
                      <a:lnTo>
                        <a:pt x="35909" y="101579"/>
                      </a:lnTo>
                      <a:cubicBezTo>
                        <a:pt x="35909" y="101579"/>
                        <a:pt x="35528" y="101674"/>
                        <a:pt x="35433" y="101579"/>
                      </a:cubicBezTo>
                      <a:close/>
                      <a:moveTo>
                        <a:pt x="27718" y="95102"/>
                      </a:moveTo>
                      <a:cubicBezTo>
                        <a:pt x="27718" y="95102"/>
                        <a:pt x="27432" y="94816"/>
                        <a:pt x="27432" y="94626"/>
                      </a:cubicBezTo>
                      <a:lnTo>
                        <a:pt x="26384" y="88815"/>
                      </a:lnTo>
                      <a:lnTo>
                        <a:pt x="32004" y="85482"/>
                      </a:lnTo>
                      <a:cubicBezTo>
                        <a:pt x="32004" y="85482"/>
                        <a:pt x="32385" y="85386"/>
                        <a:pt x="32480" y="85482"/>
                      </a:cubicBezTo>
                      <a:cubicBezTo>
                        <a:pt x="32671" y="85482"/>
                        <a:pt x="32766" y="85767"/>
                        <a:pt x="32766" y="85958"/>
                      </a:cubicBezTo>
                      <a:lnTo>
                        <a:pt x="33814" y="91768"/>
                      </a:lnTo>
                      <a:lnTo>
                        <a:pt x="28194" y="95102"/>
                      </a:lnTo>
                      <a:cubicBezTo>
                        <a:pt x="28194" y="95102"/>
                        <a:pt x="27813" y="95197"/>
                        <a:pt x="27718" y="95102"/>
                      </a:cubicBezTo>
                      <a:close/>
                      <a:moveTo>
                        <a:pt x="1334" y="77004"/>
                      </a:moveTo>
                      <a:cubicBezTo>
                        <a:pt x="1334" y="77004"/>
                        <a:pt x="1048" y="76719"/>
                        <a:pt x="1048" y="76528"/>
                      </a:cubicBezTo>
                      <a:lnTo>
                        <a:pt x="0" y="70813"/>
                      </a:lnTo>
                      <a:lnTo>
                        <a:pt x="5620" y="67384"/>
                      </a:lnTo>
                      <a:cubicBezTo>
                        <a:pt x="5620" y="67384"/>
                        <a:pt x="6001" y="67289"/>
                        <a:pt x="6096" y="67384"/>
                      </a:cubicBezTo>
                      <a:cubicBezTo>
                        <a:pt x="6287" y="67384"/>
                        <a:pt x="6382" y="67670"/>
                        <a:pt x="6382" y="67860"/>
                      </a:cubicBezTo>
                      <a:lnTo>
                        <a:pt x="7429" y="73575"/>
                      </a:lnTo>
                      <a:lnTo>
                        <a:pt x="1810" y="77004"/>
                      </a:lnTo>
                      <a:cubicBezTo>
                        <a:pt x="1810" y="77004"/>
                        <a:pt x="1429" y="77100"/>
                        <a:pt x="1334" y="77004"/>
                      </a:cubicBezTo>
                      <a:close/>
                      <a:moveTo>
                        <a:pt x="22860" y="86625"/>
                      </a:moveTo>
                      <a:cubicBezTo>
                        <a:pt x="22860" y="86625"/>
                        <a:pt x="22574" y="86339"/>
                        <a:pt x="22574" y="86148"/>
                      </a:cubicBezTo>
                      <a:lnTo>
                        <a:pt x="21527" y="80338"/>
                      </a:lnTo>
                      <a:lnTo>
                        <a:pt x="27146" y="77004"/>
                      </a:lnTo>
                      <a:cubicBezTo>
                        <a:pt x="27146" y="77004"/>
                        <a:pt x="27527" y="76909"/>
                        <a:pt x="27623" y="77004"/>
                      </a:cubicBezTo>
                      <a:cubicBezTo>
                        <a:pt x="27813" y="77004"/>
                        <a:pt x="27908" y="77290"/>
                        <a:pt x="27908" y="77481"/>
                      </a:cubicBezTo>
                      <a:lnTo>
                        <a:pt x="28956" y="83291"/>
                      </a:lnTo>
                      <a:lnTo>
                        <a:pt x="23336" y="86625"/>
                      </a:lnTo>
                      <a:cubicBezTo>
                        <a:pt x="23336" y="86625"/>
                        <a:pt x="22955" y="86720"/>
                        <a:pt x="22860" y="86625"/>
                      </a:cubicBezTo>
                      <a:close/>
                      <a:moveTo>
                        <a:pt x="44387" y="96435"/>
                      </a:moveTo>
                      <a:cubicBezTo>
                        <a:pt x="44387" y="96435"/>
                        <a:pt x="44101" y="96150"/>
                        <a:pt x="44101" y="95959"/>
                      </a:cubicBezTo>
                      <a:lnTo>
                        <a:pt x="43053" y="90149"/>
                      </a:lnTo>
                      <a:lnTo>
                        <a:pt x="84868" y="65955"/>
                      </a:lnTo>
                      <a:cubicBezTo>
                        <a:pt x="84868" y="65955"/>
                        <a:pt x="85249" y="65860"/>
                        <a:pt x="85344" y="65955"/>
                      </a:cubicBezTo>
                      <a:cubicBezTo>
                        <a:pt x="85535" y="65955"/>
                        <a:pt x="85630" y="66241"/>
                        <a:pt x="85630" y="66432"/>
                      </a:cubicBezTo>
                      <a:lnTo>
                        <a:pt x="86678" y="72242"/>
                      </a:lnTo>
                      <a:lnTo>
                        <a:pt x="44863" y="96435"/>
                      </a:lnTo>
                      <a:cubicBezTo>
                        <a:pt x="44863" y="96435"/>
                        <a:pt x="44482" y="96531"/>
                        <a:pt x="44387" y="96435"/>
                      </a:cubicBezTo>
                      <a:close/>
                      <a:moveTo>
                        <a:pt x="15050" y="80148"/>
                      </a:moveTo>
                      <a:cubicBezTo>
                        <a:pt x="15050" y="80148"/>
                        <a:pt x="14764" y="79862"/>
                        <a:pt x="14764" y="79671"/>
                      </a:cubicBezTo>
                      <a:lnTo>
                        <a:pt x="13716" y="73861"/>
                      </a:lnTo>
                      <a:lnTo>
                        <a:pt x="19336" y="70527"/>
                      </a:lnTo>
                      <a:cubicBezTo>
                        <a:pt x="19336" y="70527"/>
                        <a:pt x="19717" y="70432"/>
                        <a:pt x="19812" y="70527"/>
                      </a:cubicBezTo>
                      <a:cubicBezTo>
                        <a:pt x="20003" y="70527"/>
                        <a:pt x="20098" y="70813"/>
                        <a:pt x="20098" y="71003"/>
                      </a:cubicBezTo>
                      <a:lnTo>
                        <a:pt x="21146" y="76814"/>
                      </a:lnTo>
                      <a:lnTo>
                        <a:pt x="15526" y="80148"/>
                      </a:lnTo>
                      <a:cubicBezTo>
                        <a:pt x="15526" y="80148"/>
                        <a:pt x="15145" y="80243"/>
                        <a:pt x="15050" y="80148"/>
                      </a:cubicBezTo>
                      <a:close/>
                      <a:moveTo>
                        <a:pt x="36671" y="89863"/>
                      </a:moveTo>
                      <a:cubicBezTo>
                        <a:pt x="36671" y="89863"/>
                        <a:pt x="36386" y="89577"/>
                        <a:pt x="36386" y="89387"/>
                      </a:cubicBezTo>
                      <a:lnTo>
                        <a:pt x="35338" y="83577"/>
                      </a:lnTo>
                      <a:lnTo>
                        <a:pt x="40958" y="80243"/>
                      </a:lnTo>
                      <a:cubicBezTo>
                        <a:pt x="40958" y="80243"/>
                        <a:pt x="41338" y="80148"/>
                        <a:pt x="41434" y="80243"/>
                      </a:cubicBezTo>
                      <a:cubicBezTo>
                        <a:pt x="41624" y="80243"/>
                        <a:pt x="41720" y="80528"/>
                        <a:pt x="41720" y="80719"/>
                      </a:cubicBezTo>
                      <a:lnTo>
                        <a:pt x="42767" y="86529"/>
                      </a:lnTo>
                      <a:lnTo>
                        <a:pt x="37148" y="89863"/>
                      </a:lnTo>
                      <a:cubicBezTo>
                        <a:pt x="37148" y="89863"/>
                        <a:pt x="36767" y="89958"/>
                        <a:pt x="36671" y="89863"/>
                      </a:cubicBezTo>
                      <a:close/>
                      <a:moveTo>
                        <a:pt x="10287" y="71766"/>
                      </a:moveTo>
                      <a:cubicBezTo>
                        <a:pt x="10287" y="71766"/>
                        <a:pt x="10001" y="71480"/>
                        <a:pt x="10001" y="71289"/>
                      </a:cubicBezTo>
                      <a:lnTo>
                        <a:pt x="8954" y="65479"/>
                      </a:lnTo>
                      <a:lnTo>
                        <a:pt x="14573" y="62050"/>
                      </a:lnTo>
                      <a:cubicBezTo>
                        <a:pt x="14573" y="62050"/>
                        <a:pt x="14954" y="61955"/>
                        <a:pt x="15050" y="62050"/>
                      </a:cubicBezTo>
                      <a:cubicBezTo>
                        <a:pt x="15240" y="62050"/>
                        <a:pt x="15335" y="62336"/>
                        <a:pt x="15335" y="62526"/>
                      </a:cubicBezTo>
                      <a:lnTo>
                        <a:pt x="16383" y="68336"/>
                      </a:lnTo>
                      <a:lnTo>
                        <a:pt x="10763" y="71766"/>
                      </a:lnTo>
                      <a:cubicBezTo>
                        <a:pt x="10763" y="71766"/>
                        <a:pt x="10382" y="71861"/>
                        <a:pt x="10287" y="71766"/>
                      </a:cubicBezTo>
                      <a:close/>
                      <a:moveTo>
                        <a:pt x="31909" y="81481"/>
                      </a:moveTo>
                      <a:cubicBezTo>
                        <a:pt x="31909" y="81481"/>
                        <a:pt x="31623" y="81195"/>
                        <a:pt x="31623" y="81005"/>
                      </a:cubicBezTo>
                      <a:lnTo>
                        <a:pt x="30575" y="75194"/>
                      </a:lnTo>
                      <a:lnTo>
                        <a:pt x="36195" y="71861"/>
                      </a:lnTo>
                      <a:cubicBezTo>
                        <a:pt x="36195" y="71861"/>
                        <a:pt x="36576" y="71766"/>
                        <a:pt x="36671" y="71861"/>
                      </a:cubicBezTo>
                      <a:cubicBezTo>
                        <a:pt x="36862" y="71861"/>
                        <a:pt x="36957" y="72147"/>
                        <a:pt x="36957" y="72337"/>
                      </a:cubicBezTo>
                      <a:lnTo>
                        <a:pt x="38005" y="78147"/>
                      </a:lnTo>
                      <a:lnTo>
                        <a:pt x="32385" y="81481"/>
                      </a:lnTo>
                      <a:cubicBezTo>
                        <a:pt x="32385" y="81481"/>
                        <a:pt x="32004" y="81576"/>
                        <a:pt x="31909" y="81481"/>
                      </a:cubicBezTo>
                      <a:close/>
                      <a:moveTo>
                        <a:pt x="24194" y="75004"/>
                      </a:moveTo>
                      <a:cubicBezTo>
                        <a:pt x="24194" y="75004"/>
                        <a:pt x="23908" y="74718"/>
                        <a:pt x="23908" y="74528"/>
                      </a:cubicBezTo>
                      <a:lnTo>
                        <a:pt x="22860" y="68718"/>
                      </a:lnTo>
                      <a:lnTo>
                        <a:pt x="28480" y="65384"/>
                      </a:lnTo>
                      <a:cubicBezTo>
                        <a:pt x="28480" y="65384"/>
                        <a:pt x="28861" y="65289"/>
                        <a:pt x="28956" y="65384"/>
                      </a:cubicBezTo>
                      <a:cubicBezTo>
                        <a:pt x="29146" y="65384"/>
                        <a:pt x="29242" y="65669"/>
                        <a:pt x="29242" y="65860"/>
                      </a:cubicBezTo>
                      <a:lnTo>
                        <a:pt x="30290" y="71670"/>
                      </a:lnTo>
                      <a:lnTo>
                        <a:pt x="24670" y="75004"/>
                      </a:lnTo>
                      <a:cubicBezTo>
                        <a:pt x="24670" y="75004"/>
                        <a:pt x="24289" y="75099"/>
                        <a:pt x="24194" y="75004"/>
                      </a:cubicBezTo>
                      <a:close/>
                      <a:moveTo>
                        <a:pt x="45815" y="84719"/>
                      </a:moveTo>
                      <a:cubicBezTo>
                        <a:pt x="45815" y="84719"/>
                        <a:pt x="45529" y="84434"/>
                        <a:pt x="45529" y="84243"/>
                      </a:cubicBezTo>
                      <a:lnTo>
                        <a:pt x="44482" y="78433"/>
                      </a:lnTo>
                      <a:lnTo>
                        <a:pt x="50102" y="75099"/>
                      </a:lnTo>
                      <a:cubicBezTo>
                        <a:pt x="50102" y="75099"/>
                        <a:pt x="50483" y="75004"/>
                        <a:pt x="50673" y="75099"/>
                      </a:cubicBezTo>
                      <a:cubicBezTo>
                        <a:pt x="50863" y="75099"/>
                        <a:pt x="50959" y="75385"/>
                        <a:pt x="50959" y="75576"/>
                      </a:cubicBezTo>
                      <a:lnTo>
                        <a:pt x="52007" y="81386"/>
                      </a:lnTo>
                      <a:lnTo>
                        <a:pt x="46387" y="84719"/>
                      </a:lnTo>
                      <a:cubicBezTo>
                        <a:pt x="46387" y="84719"/>
                        <a:pt x="46006" y="84815"/>
                        <a:pt x="45911" y="84719"/>
                      </a:cubicBezTo>
                      <a:close/>
                      <a:moveTo>
                        <a:pt x="19431" y="66622"/>
                      </a:moveTo>
                      <a:cubicBezTo>
                        <a:pt x="19431" y="66622"/>
                        <a:pt x="19145" y="66336"/>
                        <a:pt x="19145" y="66146"/>
                      </a:cubicBezTo>
                      <a:lnTo>
                        <a:pt x="18098" y="60335"/>
                      </a:lnTo>
                      <a:lnTo>
                        <a:pt x="23717" y="56907"/>
                      </a:lnTo>
                      <a:cubicBezTo>
                        <a:pt x="23717" y="56907"/>
                        <a:pt x="24098" y="56811"/>
                        <a:pt x="24194" y="56907"/>
                      </a:cubicBezTo>
                      <a:cubicBezTo>
                        <a:pt x="24384" y="56907"/>
                        <a:pt x="24479" y="57192"/>
                        <a:pt x="24479" y="57383"/>
                      </a:cubicBezTo>
                      <a:lnTo>
                        <a:pt x="25527" y="63193"/>
                      </a:lnTo>
                      <a:lnTo>
                        <a:pt x="19907" y="66622"/>
                      </a:lnTo>
                      <a:cubicBezTo>
                        <a:pt x="19907" y="66622"/>
                        <a:pt x="19526" y="66717"/>
                        <a:pt x="19431" y="66622"/>
                      </a:cubicBezTo>
                      <a:close/>
                      <a:moveTo>
                        <a:pt x="41053" y="76337"/>
                      </a:moveTo>
                      <a:cubicBezTo>
                        <a:pt x="41053" y="76337"/>
                        <a:pt x="40767" y="76052"/>
                        <a:pt x="40767" y="75861"/>
                      </a:cubicBezTo>
                      <a:lnTo>
                        <a:pt x="39719" y="70051"/>
                      </a:lnTo>
                      <a:lnTo>
                        <a:pt x="45339" y="66717"/>
                      </a:lnTo>
                      <a:cubicBezTo>
                        <a:pt x="45339" y="66717"/>
                        <a:pt x="45720" y="66622"/>
                        <a:pt x="45815" y="66717"/>
                      </a:cubicBezTo>
                      <a:cubicBezTo>
                        <a:pt x="46006" y="66717"/>
                        <a:pt x="46101" y="67003"/>
                        <a:pt x="46101" y="67194"/>
                      </a:cubicBezTo>
                      <a:lnTo>
                        <a:pt x="47149" y="73004"/>
                      </a:lnTo>
                      <a:lnTo>
                        <a:pt x="41529" y="76337"/>
                      </a:lnTo>
                      <a:cubicBezTo>
                        <a:pt x="41529" y="76337"/>
                        <a:pt x="41148" y="76433"/>
                        <a:pt x="41053" y="76337"/>
                      </a:cubicBezTo>
                      <a:close/>
                      <a:moveTo>
                        <a:pt x="33338" y="69861"/>
                      </a:moveTo>
                      <a:cubicBezTo>
                        <a:pt x="33338" y="69861"/>
                        <a:pt x="33052" y="69575"/>
                        <a:pt x="33052" y="69384"/>
                      </a:cubicBezTo>
                      <a:lnTo>
                        <a:pt x="32004" y="63574"/>
                      </a:lnTo>
                      <a:lnTo>
                        <a:pt x="37624" y="60240"/>
                      </a:lnTo>
                      <a:cubicBezTo>
                        <a:pt x="37624" y="60240"/>
                        <a:pt x="38005" y="60145"/>
                        <a:pt x="38100" y="60240"/>
                      </a:cubicBezTo>
                      <a:cubicBezTo>
                        <a:pt x="38291" y="60240"/>
                        <a:pt x="38386" y="60526"/>
                        <a:pt x="38386" y="60717"/>
                      </a:cubicBezTo>
                      <a:lnTo>
                        <a:pt x="39434" y="66527"/>
                      </a:lnTo>
                      <a:lnTo>
                        <a:pt x="33814" y="69861"/>
                      </a:lnTo>
                      <a:cubicBezTo>
                        <a:pt x="33814" y="69861"/>
                        <a:pt x="33433" y="69956"/>
                        <a:pt x="33338" y="69861"/>
                      </a:cubicBezTo>
                      <a:close/>
                      <a:moveTo>
                        <a:pt x="54959" y="79576"/>
                      </a:moveTo>
                      <a:cubicBezTo>
                        <a:pt x="54959" y="79576"/>
                        <a:pt x="54674" y="79290"/>
                        <a:pt x="54674" y="79100"/>
                      </a:cubicBezTo>
                      <a:lnTo>
                        <a:pt x="53626" y="73290"/>
                      </a:lnTo>
                      <a:lnTo>
                        <a:pt x="59246" y="69956"/>
                      </a:lnTo>
                      <a:cubicBezTo>
                        <a:pt x="59246" y="69956"/>
                        <a:pt x="59627" y="69861"/>
                        <a:pt x="59722" y="69956"/>
                      </a:cubicBezTo>
                      <a:cubicBezTo>
                        <a:pt x="59817" y="70051"/>
                        <a:pt x="60008" y="70242"/>
                        <a:pt x="60008" y="70432"/>
                      </a:cubicBezTo>
                      <a:lnTo>
                        <a:pt x="61055" y="76242"/>
                      </a:lnTo>
                      <a:lnTo>
                        <a:pt x="55436" y="79576"/>
                      </a:lnTo>
                      <a:cubicBezTo>
                        <a:pt x="55436" y="79576"/>
                        <a:pt x="55054" y="79671"/>
                        <a:pt x="54959" y="79576"/>
                      </a:cubicBezTo>
                      <a:close/>
                      <a:moveTo>
                        <a:pt x="28480" y="61383"/>
                      </a:moveTo>
                      <a:cubicBezTo>
                        <a:pt x="28480" y="61383"/>
                        <a:pt x="28194" y="61098"/>
                        <a:pt x="28194" y="60907"/>
                      </a:cubicBezTo>
                      <a:lnTo>
                        <a:pt x="27146" y="55097"/>
                      </a:lnTo>
                      <a:lnTo>
                        <a:pt x="32766" y="51668"/>
                      </a:lnTo>
                      <a:cubicBezTo>
                        <a:pt x="32766" y="51668"/>
                        <a:pt x="33147" y="51573"/>
                        <a:pt x="33242" y="51668"/>
                      </a:cubicBezTo>
                      <a:cubicBezTo>
                        <a:pt x="33433" y="51668"/>
                        <a:pt x="33528" y="51953"/>
                        <a:pt x="33528" y="52144"/>
                      </a:cubicBezTo>
                      <a:lnTo>
                        <a:pt x="34576" y="57954"/>
                      </a:lnTo>
                      <a:lnTo>
                        <a:pt x="28956" y="61383"/>
                      </a:lnTo>
                      <a:cubicBezTo>
                        <a:pt x="28956" y="61383"/>
                        <a:pt x="28575" y="61478"/>
                        <a:pt x="28480" y="61383"/>
                      </a:cubicBezTo>
                      <a:close/>
                      <a:moveTo>
                        <a:pt x="50102" y="71099"/>
                      </a:moveTo>
                      <a:cubicBezTo>
                        <a:pt x="50102" y="71099"/>
                        <a:pt x="49816" y="70813"/>
                        <a:pt x="49816" y="70623"/>
                      </a:cubicBezTo>
                      <a:lnTo>
                        <a:pt x="48768" y="64812"/>
                      </a:lnTo>
                      <a:lnTo>
                        <a:pt x="54388" y="61478"/>
                      </a:lnTo>
                      <a:cubicBezTo>
                        <a:pt x="54388" y="61478"/>
                        <a:pt x="54769" y="61383"/>
                        <a:pt x="54864" y="61478"/>
                      </a:cubicBezTo>
                      <a:cubicBezTo>
                        <a:pt x="55054" y="61478"/>
                        <a:pt x="55150" y="61764"/>
                        <a:pt x="55150" y="61955"/>
                      </a:cubicBezTo>
                      <a:lnTo>
                        <a:pt x="56198" y="67765"/>
                      </a:lnTo>
                      <a:lnTo>
                        <a:pt x="50578" y="71099"/>
                      </a:lnTo>
                      <a:cubicBezTo>
                        <a:pt x="50578" y="71099"/>
                        <a:pt x="50197" y="71194"/>
                        <a:pt x="50102" y="71099"/>
                      </a:cubicBezTo>
                      <a:close/>
                      <a:moveTo>
                        <a:pt x="42386" y="64622"/>
                      </a:moveTo>
                      <a:cubicBezTo>
                        <a:pt x="42386" y="64622"/>
                        <a:pt x="42101" y="64336"/>
                        <a:pt x="42101" y="64145"/>
                      </a:cubicBezTo>
                      <a:lnTo>
                        <a:pt x="41053" y="58335"/>
                      </a:lnTo>
                      <a:lnTo>
                        <a:pt x="46673" y="55002"/>
                      </a:lnTo>
                      <a:cubicBezTo>
                        <a:pt x="46673" y="55002"/>
                        <a:pt x="47054" y="54906"/>
                        <a:pt x="47149" y="55002"/>
                      </a:cubicBezTo>
                      <a:cubicBezTo>
                        <a:pt x="47339" y="55002"/>
                        <a:pt x="47435" y="55287"/>
                        <a:pt x="47435" y="55478"/>
                      </a:cubicBezTo>
                      <a:lnTo>
                        <a:pt x="48482" y="61288"/>
                      </a:lnTo>
                      <a:lnTo>
                        <a:pt x="42863" y="64622"/>
                      </a:lnTo>
                      <a:cubicBezTo>
                        <a:pt x="42863" y="64622"/>
                        <a:pt x="42482" y="64717"/>
                        <a:pt x="42386" y="64622"/>
                      </a:cubicBezTo>
                      <a:close/>
                      <a:moveTo>
                        <a:pt x="64008" y="74433"/>
                      </a:moveTo>
                      <a:cubicBezTo>
                        <a:pt x="64008" y="74433"/>
                        <a:pt x="63722" y="74147"/>
                        <a:pt x="63722" y="73956"/>
                      </a:cubicBezTo>
                      <a:lnTo>
                        <a:pt x="62675" y="68146"/>
                      </a:lnTo>
                      <a:lnTo>
                        <a:pt x="68294" y="64812"/>
                      </a:lnTo>
                      <a:cubicBezTo>
                        <a:pt x="68294" y="64812"/>
                        <a:pt x="68675" y="64717"/>
                        <a:pt x="68771" y="64812"/>
                      </a:cubicBezTo>
                      <a:cubicBezTo>
                        <a:pt x="68961" y="64812"/>
                        <a:pt x="69056" y="65098"/>
                        <a:pt x="69056" y="65289"/>
                      </a:cubicBezTo>
                      <a:lnTo>
                        <a:pt x="70104" y="71099"/>
                      </a:lnTo>
                      <a:lnTo>
                        <a:pt x="64484" y="74433"/>
                      </a:lnTo>
                      <a:cubicBezTo>
                        <a:pt x="64484" y="74433"/>
                        <a:pt x="64103" y="74528"/>
                        <a:pt x="64008" y="74433"/>
                      </a:cubicBezTo>
                      <a:close/>
                      <a:moveTo>
                        <a:pt x="37529" y="56240"/>
                      </a:moveTo>
                      <a:cubicBezTo>
                        <a:pt x="37529" y="56240"/>
                        <a:pt x="37243" y="55954"/>
                        <a:pt x="37243" y="55764"/>
                      </a:cubicBezTo>
                      <a:lnTo>
                        <a:pt x="36195" y="49953"/>
                      </a:lnTo>
                      <a:lnTo>
                        <a:pt x="41815" y="46524"/>
                      </a:lnTo>
                      <a:cubicBezTo>
                        <a:pt x="41815" y="46524"/>
                        <a:pt x="42196" y="46429"/>
                        <a:pt x="42291" y="46524"/>
                      </a:cubicBezTo>
                      <a:cubicBezTo>
                        <a:pt x="42482" y="46524"/>
                        <a:pt x="42577" y="46810"/>
                        <a:pt x="42577" y="47001"/>
                      </a:cubicBezTo>
                      <a:lnTo>
                        <a:pt x="43625" y="52811"/>
                      </a:lnTo>
                      <a:lnTo>
                        <a:pt x="38005" y="56240"/>
                      </a:lnTo>
                      <a:cubicBezTo>
                        <a:pt x="38005" y="56240"/>
                        <a:pt x="37624" y="56335"/>
                        <a:pt x="37529" y="56240"/>
                      </a:cubicBezTo>
                      <a:close/>
                      <a:moveTo>
                        <a:pt x="59150" y="65955"/>
                      </a:moveTo>
                      <a:cubicBezTo>
                        <a:pt x="59150" y="65955"/>
                        <a:pt x="58865" y="65669"/>
                        <a:pt x="58865" y="65479"/>
                      </a:cubicBezTo>
                      <a:lnTo>
                        <a:pt x="57817" y="59669"/>
                      </a:lnTo>
                      <a:lnTo>
                        <a:pt x="63437" y="56335"/>
                      </a:lnTo>
                      <a:cubicBezTo>
                        <a:pt x="63437" y="56335"/>
                        <a:pt x="63818" y="56240"/>
                        <a:pt x="63913" y="56335"/>
                      </a:cubicBezTo>
                      <a:cubicBezTo>
                        <a:pt x="64103" y="56335"/>
                        <a:pt x="64199" y="56621"/>
                        <a:pt x="64199" y="56811"/>
                      </a:cubicBezTo>
                      <a:lnTo>
                        <a:pt x="65246" y="62622"/>
                      </a:lnTo>
                      <a:lnTo>
                        <a:pt x="59627" y="65955"/>
                      </a:lnTo>
                      <a:cubicBezTo>
                        <a:pt x="59627" y="65955"/>
                        <a:pt x="59246" y="66051"/>
                        <a:pt x="59150" y="65955"/>
                      </a:cubicBezTo>
                      <a:close/>
                      <a:moveTo>
                        <a:pt x="51435" y="59383"/>
                      </a:moveTo>
                      <a:cubicBezTo>
                        <a:pt x="51435" y="59383"/>
                        <a:pt x="51149" y="59097"/>
                        <a:pt x="51149" y="58907"/>
                      </a:cubicBezTo>
                      <a:lnTo>
                        <a:pt x="50102" y="53097"/>
                      </a:lnTo>
                      <a:lnTo>
                        <a:pt x="55721" y="49763"/>
                      </a:lnTo>
                      <a:cubicBezTo>
                        <a:pt x="55721" y="49763"/>
                        <a:pt x="56102" y="49668"/>
                        <a:pt x="56198" y="49763"/>
                      </a:cubicBezTo>
                      <a:cubicBezTo>
                        <a:pt x="56388" y="49763"/>
                        <a:pt x="56483" y="50049"/>
                        <a:pt x="56483" y="50239"/>
                      </a:cubicBezTo>
                      <a:lnTo>
                        <a:pt x="57531" y="56049"/>
                      </a:lnTo>
                      <a:lnTo>
                        <a:pt x="51911" y="59383"/>
                      </a:lnTo>
                      <a:cubicBezTo>
                        <a:pt x="51911" y="59383"/>
                        <a:pt x="51530" y="59478"/>
                        <a:pt x="51435" y="59383"/>
                      </a:cubicBezTo>
                      <a:close/>
                      <a:moveTo>
                        <a:pt x="73057" y="69194"/>
                      </a:moveTo>
                      <a:cubicBezTo>
                        <a:pt x="73057" y="69194"/>
                        <a:pt x="72771" y="68908"/>
                        <a:pt x="72771" y="68718"/>
                      </a:cubicBezTo>
                      <a:lnTo>
                        <a:pt x="71723" y="62907"/>
                      </a:lnTo>
                      <a:lnTo>
                        <a:pt x="77343" y="59574"/>
                      </a:lnTo>
                      <a:cubicBezTo>
                        <a:pt x="77343" y="59574"/>
                        <a:pt x="77724" y="59478"/>
                        <a:pt x="77819" y="59574"/>
                      </a:cubicBezTo>
                      <a:cubicBezTo>
                        <a:pt x="78010" y="59574"/>
                        <a:pt x="78105" y="59859"/>
                        <a:pt x="78105" y="60050"/>
                      </a:cubicBezTo>
                      <a:lnTo>
                        <a:pt x="79153" y="65860"/>
                      </a:lnTo>
                      <a:lnTo>
                        <a:pt x="73533" y="69194"/>
                      </a:lnTo>
                      <a:cubicBezTo>
                        <a:pt x="73533" y="69194"/>
                        <a:pt x="73152" y="69289"/>
                        <a:pt x="73057" y="69194"/>
                      </a:cubicBezTo>
                      <a:close/>
                      <a:moveTo>
                        <a:pt x="46577" y="51001"/>
                      </a:moveTo>
                      <a:cubicBezTo>
                        <a:pt x="46577" y="51001"/>
                        <a:pt x="46292" y="50715"/>
                        <a:pt x="46292" y="50525"/>
                      </a:cubicBezTo>
                      <a:lnTo>
                        <a:pt x="45244" y="44715"/>
                      </a:lnTo>
                      <a:lnTo>
                        <a:pt x="50863" y="41285"/>
                      </a:lnTo>
                      <a:cubicBezTo>
                        <a:pt x="50863" y="41285"/>
                        <a:pt x="51245" y="41190"/>
                        <a:pt x="51340" y="41285"/>
                      </a:cubicBezTo>
                      <a:cubicBezTo>
                        <a:pt x="51435" y="41381"/>
                        <a:pt x="51626" y="41571"/>
                        <a:pt x="51626" y="41762"/>
                      </a:cubicBezTo>
                      <a:lnTo>
                        <a:pt x="52673" y="47572"/>
                      </a:lnTo>
                      <a:lnTo>
                        <a:pt x="47054" y="51001"/>
                      </a:lnTo>
                      <a:cubicBezTo>
                        <a:pt x="47054" y="51001"/>
                        <a:pt x="46673" y="51096"/>
                        <a:pt x="46577" y="51001"/>
                      </a:cubicBezTo>
                      <a:close/>
                      <a:moveTo>
                        <a:pt x="68199" y="60717"/>
                      </a:moveTo>
                      <a:cubicBezTo>
                        <a:pt x="68199" y="60717"/>
                        <a:pt x="67913" y="60431"/>
                        <a:pt x="67913" y="60240"/>
                      </a:cubicBezTo>
                      <a:lnTo>
                        <a:pt x="66866" y="54430"/>
                      </a:lnTo>
                      <a:lnTo>
                        <a:pt x="72485" y="51096"/>
                      </a:lnTo>
                      <a:cubicBezTo>
                        <a:pt x="72485" y="51096"/>
                        <a:pt x="72866" y="51001"/>
                        <a:pt x="72962" y="51096"/>
                      </a:cubicBezTo>
                      <a:cubicBezTo>
                        <a:pt x="73057" y="51192"/>
                        <a:pt x="73247" y="51382"/>
                        <a:pt x="73247" y="51573"/>
                      </a:cubicBezTo>
                      <a:lnTo>
                        <a:pt x="74295" y="57383"/>
                      </a:lnTo>
                      <a:lnTo>
                        <a:pt x="68675" y="60717"/>
                      </a:lnTo>
                      <a:cubicBezTo>
                        <a:pt x="68675" y="60717"/>
                        <a:pt x="68294" y="60812"/>
                        <a:pt x="68199" y="60717"/>
                      </a:cubicBezTo>
                      <a:close/>
                      <a:moveTo>
                        <a:pt x="89821" y="70527"/>
                      </a:moveTo>
                      <a:cubicBezTo>
                        <a:pt x="89821" y="70527"/>
                        <a:pt x="89535" y="70242"/>
                        <a:pt x="89535" y="70051"/>
                      </a:cubicBezTo>
                      <a:lnTo>
                        <a:pt x="88487" y="64241"/>
                      </a:lnTo>
                      <a:lnTo>
                        <a:pt x="97060" y="59193"/>
                      </a:lnTo>
                      <a:cubicBezTo>
                        <a:pt x="97060" y="59193"/>
                        <a:pt x="97441" y="59097"/>
                        <a:pt x="97536" y="59193"/>
                      </a:cubicBezTo>
                      <a:cubicBezTo>
                        <a:pt x="97727" y="59193"/>
                        <a:pt x="97822" y="59478"/>
                        <a:pt x="97822" y="59669"/>
                      </a:cubicBezTo>
                      <a:lnTo>
                        <a:pt x="98870" y="65479"/>
                      </a:lnTo>
                      <a:lnTo>
                        <a:pt x="90297" y="70527"/>
                      </a:lnTo>
                      <a:cubicBezTo>
                        <a:pt x="90297" y="70527"/>
                        <a:pt x="89916" y="70623"/>
                        <a:pt x="89821" y="70527"/>
                      </a:cubicBezTo>
                      <a:close/>
                      <a:moveTo>
                        <a:pt x="60484" y="54144"/>
                      </a:moveTo>
                      <a:cubicBezTo>
                        <a:pt x="60484" y="54144"/>
                        <a:pt x="60198" y="53859"/>
                        <a:pt x="60198" y="53668"/>
                      </a:cubicBezTo>
                      <a:lnTo>
                        <a:pt x="59150" y="47858"/>
                      </a:lnTo>
                      <a:lnTo>
                        <a:pt x="64770" y="44524"/>
                      </a:lnTo>
                      <a:cubicBezTo>
                        <a:pt x="64770" y="44524"/>
                        <a:pt x="65151" y="44429"/>
                        <a:pt x="65246" y="44524"/>
                      </a:cubicBezTo>
                      <a:cubicBezTo>
                        <a:pt x="65437" y="44524"/>
                        <a:pt x="65532" y="44810"/>
                        <a:pt x="65532" y="45000"/>
                      </a:cubicBezTo>
                      <a:lnTo>
                        <a:pt x="66580" y="50810"/>
                      </a:lnTo>
                      <a:lnTo>
                        <a:pt x="60960" y="54144"/>
                      </a:lnTo>
                      <a:cubicBezTo>
                        <a:pt x="60960" y="54144"/>
                        <a:pt x="60579" y="54240"/>
                        <a:pt x="60484" y="54144"/>
                      </a:cubicBezTo>
                      <a:close/>
                      <a:moveTo>
                        <a:pt x="82106" y="63955"/>
                      </a:moveTo>
                      <a:cubicBezTo>
                        <a:pt x="82106" y="63955"/>
                        <a:pt x="81820" y="63669"/>
                        <a:pt x="81820" y="63479"/>
                      </a:cubicBezTo>
                      <a:lnTo>
                        <a:pt x="80772" y="57669"/>
                      </a:lnTo>
                      <a:lnTo>
                        <a:pt x="86392" y="54335"/>
                      </a:lnTo>
                      <a:cubicBezTo>
                        <a:pt x="86392" y="54335"/>
                        <a:pt x="86773" y="54240"/>
                        <a:pt x="86868" y="54335"/>
                      </a:cubicBezTo>
                      <a:cubicBezTo>
                        <a:pt x="87059" y="54335"/>
                        <a:pt x="87154" y="54620"/>
                        <a:pt x="87154" y="54811"/>
                      </a:cubicBezTo>
                      <a:lnTo>
                        <a:pt x="88202" y="60621"/>
                      </a:lnTo>
                      <a:lnTo>
                        <a:pt x="82582" y="63955"/>
                      </a:lnTo>
                      <a:cubicBezTo>
                        <a:pt x="82582" y="63955"/>
                        <a:pt x="82201" y="64050"/>
                        <a:pt x="82106" y="63955"/>
                      </a:cubicBezTo>
                      <a:close/>
                      <a:moveTo>
                        <a:pt x="55626" y="45667"/>
                      </a:moveTo>
                      <a:cubicBezTo>
                        <a:pt x="55626" y="45667"/>
                        <a:pt x="55340" y="45381"/>
                        <a:pt x="55340" y="45191"/>
                      </a:cubicBezTo>
                      <a:lnTo>
                        <a:pt x="54293" y="39381"/>
                      </a:lnTo>
                      <a:lnTo>
                        <a:pt x="59912" y="35952"/>
                      </a:lnTo>
                      <a:cubicBezTo>
                        <a:pt x="59912" y="35952"/>
                        <a:pt x="60293" y="35856"/>
                        <a:pt x="60388" y="35952"/>
                      </a:cubicBezTo>
                      <a:cubicBezTo>
                        <a:pt x="60579" y="35952"/>
                        <a:pt x="60674" y="36237"/>
                        <a:pt x="60674" y="36428"/>
                      </a:cubicBezTo>
                      <a:lnTo>
                        <a:pt x="61722" y="42238"/>
                      </a:lnTo>
                      <a:lnTo>
                        <a:pt x="56102" y="45667"/>
                      </a:lnTo>
                      <a:cubicBezTo>
                        <a:pt x="56102" y="45667"/>
                        <a:pt x="55721" y="45762"/>
                        <a:pt x="55626" y="45667"/>
                      </a:cubicBezTo>
                      <a:close/>
                      <a:moveTo>
                        <a:pt x="77248" y="55478"/>
                      </a:moveTo>
                      <a:cubicBezTo>
                        <a:pt x="77248" y="55478"/>
                        <a:pt x="76962" y="55192"/>
                        <a:pt x="76962" y="55002"/>
                      </a:cubicBezTo>
                      <a:lnTo>
                        <a:pt x="75914" y="49191"/>
                      </a:lnTo>
                      <a:lnTo>
                        <a:pt x="81534" y="45858"/>
                      </a:lnTo>
                      <a:cubicBezTo>
                        <a:pt x="81534" y="45858"/>
                        <a:pt x="81915" y="45762"/>
                        <a:pt x="82010" y="45858"/>
                      </a:cubicBezTo>
                      <a:cubicBezTo>
                        <a:pt x="82201" y="45858"/>
                        <a:pt x="82296" y="46143"/>
                        <a:pt x="82296" y="46334"/>
                      </a:cubicBezTo>
                      <a:lnTo>
                        <a:pt x="83344" y="52144"/>
                      </a:lnTo>
                      <a:lnTo>
                        <a:pt x="77724" y="55478"/>
                      </a:lnTo>
                      <a:cubicBezTo>
                        <a:pt x="77724" y="55478"/>
                        <a:pt x="77343" y="55573"/>
                        <a:pt x="77248" y="55478"/>
                      </a:cubicBezTo>
                      <a:close/>
                      <a:moveTo>
                        <a:pt x="69437" y="48906"/>
                      </a:moveTo>
                      <a:cubicBezTo>
                        <a:pt x="69437" y="48906"/>
                        <a:pt x="69152" y="48620"/>
                        <a:pt x="69152" y="48429"/>
                      </a:cubicBezTo>
                      <a:lnTo>
                        <a:pt x="68104" y="42619"/>
                      </a:lnTo>
                      <a:lnTo>
                        <a:pt x="73724" y="39285"/>
                      </a:lnTo>
                      <a:cubicBezTo>
                        <a:pt x="73724" y="39285"/>
                        <a:pt x="74104" y="39190"/>
                        <a:pt x="74200" y="39285"/>
                      </a:cubicBezTo>
                      <a:cubicBezTo>
                        <a:pt x="74295" y="39381"/>
                        <a:pt x="74486" y="39571"/>
                        <a:pt x="74486" y="39761"/>
                      </a:cubicBezTo>
                      <a:lnTo>
                        <a:pt x="75533" y="45572"/>
                      </a:lnTo>
                      <a:lnTo>
                        <a:pt x="69913" y="48906"/>
                      </a:lnTo>
                      <a:cubicBezTo>
                        <a:pt x="69913" y="48906"/>
                        <a:pt x="69533" y="49001"/>
                        <a:pt x="69437" y="48906"/>
                      </a:cubicBezTo>
                      <a:close/>
                      <a:moveTo>
                        <a:pt x="91059" y="58716"/>
                      </a:moveTo>
                      <a:cubicBezTo>
                        <a:pt x="91059" y="58716"/>
                        <a:pt x="90773" y="58431"/>
                        <a:pt x="90773" y="58240"/>
                      </a:cubicBezTo>
                      <a:lnTo>
                        <a:pt x="89726" y="52430"/>
                      </a:lnTo>
                      <a:lnTo>
                        <a:pt x="95345" y="49096"/>
                      </a:lnTo>
                      <a:cubicBezTo>
                        <a:pt x="95345" y="49096"/>
                        <a:pt x="95726" y="49001"/>
                        <a:pt x="95821" y="49096"/>
                      </a:cubicBezTo>
                      <a:cubicBezTo>
                        <a:pt x="96012" y="49096"/>
                        <a:pt x="96107" y="49382"/>
                        <a:pt x="96107" y="49572"/>
                      </a:cubicBezTo>
                      <a:lnTo>
                        <a:pt x="97155" y="55383"/>
                      </a:lnTo>
                      <a:lnTo>
                        <a:pt x="91535" y="58716"/>
                      </a:lnTo>
                      <a:cubicBezTo>
                        <a:pt x="91535" y="58716"/>
                        <a:pt x="91154" y="58811"/>
                        <a:pt x="91059" y="58716"/>
                      </a:cubicBezTo>
                      <a:close/>
                      <a:moveTo>
                        <a:pt x="64579" y="40428"/>
                      </a:moveTo>
                      <a:cubicBezTo>
                        <a:pt x="64579" y="40428"/>
                        <a:pt x="64294" y="40143"/>
                        <a:pt x="64294" y="39952"/>
                      </a:cubicBezTo>
                      <a:lnTo>
                        <a:pt x="63246" y="34142"/>
                      </a:lnTo>
                      <a:lnTo>
                        <a:pt x="68866" y="30713"/>
                      </a:lnTo>
                      <a:cubicBezTo>
                        <a:pt x="68866" y="30713"/>
                        <a:pt x="69247" y="30618"/>
                        <a:pt x="69342" y="30713"/>
                      </a:cubicBezTo>
                      <a:cubicBezTo>
                        <a:pt x="69533" y="30713"/>
                        <a:pt x="69628" y="30999"/>
                        <a:pt x="69628" y="31189"/>
                      </a:cubicBezTo>
                      <a:lnTo>
                        <a:pt x="70676" y="36999"/>
                      </a:lnTo>
                      <a:lnTo>
                        <a:pt x="65056" y="40428"/>
                      </a:lnTo>
                      <a:cubicBezTo>
                        <a:pt x="65056" y="40428"/>
                        <a:pt x="64675" y="40524"/>
                        <a:pt x="64579" y="40428"/>
                      </a:cubicBezTo>
                      <a:close/>
                      <a:moveTo>
                        <a:pt x="86201" y="50239"/>
                      </a:moveTo>
                      <a:cubicBezTo>
                        <a:pt x="86201" y="50239"/>
                        <a:pt x="85916" y="49953"/>
                        <a:pt x="85916" y="49763"/>
                      </a:cubicBezTo>
                      <a:lnTo>
                        <a:pt x="84868" y="43952"/>
                      </a:lnTo>
                      <a:lnTo>
                        <a:pt x="93440" y="38904"/>
                      </a:lnTo>
                      <a:cubicBezTo>
                        <a:pt x="93440" y="38904"/>
                        <a:pt x="93821" y="38809"/>
                        <a:pt x="93917" y="38904"/>
                      </a:cubicBezTo>
                      <a:cubicBezTo>
                        <a:pt x="94012" y="39000"/>
                        <a:pt x="94202" y="39190"/>
                        <a:pt x="94202" y="39381"/>
                      </a:cubicBezTo>
                      <a:lnTo>
                        <a:pt x="95250" y="45191"/>
                      </a:lnTo>
                      <a:lnTo>
                        <a:pt x="86678" y="50239"/>
                      </a:lnTo>
                      <a:cubicBezTo>
                        <a:pt x="86678" y="50239"/>
                        <a:pt x="86296" y="50334"/>
                        <a:pt x="86201" y="50239"/>
                      </a:cubicBezTo>
                      <a:close/>
                      <a:moveTo>
                        <a:pt x="106775" y="61002"/>
                      </a:moveTo>
                      <a:cubicBezTo>
                        <a:pt x="106775" y="61002"/>
                        <a:pt x="106490" y="60717"/>
                        <a:pt x="106490" y="60526"/>
                      </a:cubicBezTo>
                      <a:lnTo>
                        <a:pt x="105442" y="54716"/>
                      </a:lnTo>
                      <a:lnTo>
                        <a:pt x="111062" y="51382"/>
                      </a:lnTo>
                      <a:cubicBezTo>
                        <a:pt x="111062" y="51382"/>
                        <a:pt x="111443" y="51287"/>
                        <a:pt x="111538" y="51382"/>
                      </a:cubicBezTo>
                      <a:cubicBezTo>
                        <a:pt x="111633" y="51477"/>
                        <a:pt x="111824" y="51668"/>
                        <a:pt x="111824" y="51858"/>
                      </a:cubicBezTo>
                      <a:lnTo>
                        <a:pt x="112871" y="57669"/>
                      </a:lnTo>
                      <a:lnTo>
                        <a:pt x="107252" y="61002"/>
                      </a:lnTo>
                      <a:cubicBezTo>
                        <a:pt x="107252" y="61002"/>
                        <a:pt x="106871" y="61098"/>
                        <a:pt x="106775" y="61002"/>
                      </a:cubicBezTo>
                      <a:close/>
                      <a:moveTo>
                        <a:pt x="78486" y="43667"/>
                      </a:moveTo>
                      <a:cubicBezTo>
                        <a:pt x="78486" y="43667"/>
                        <a:pt x="78200" y="43381"/>
                        <a:pt x="78200" y="43191"/>
                      </a:cubicBezTo>
                      <a:lnTo>
                        <a:pt x="77153" y="37380"/>
                      </a:lnTo>
                      <a:lnTo>
                        <a:pt x="82772" y="34047"/>
                      </a:lnTo>
                      <a:cubicBezTo>
                        <a:pt x="82772" y="34047"/>
                        <a:pt x="83153" y="33951"/>
                        <a:pt x="83344" y="34047"/>
                      </a:cubicBezTo>
                      <a:cubicBezTo>
                        <a:pt x="83534" y="34047"/>
                        <a:pt x="83629" y="34332"/>
                        <a:pt x="83629" y="34523"/>
                      </a:cubicBezTo>
                      <a:lnTo>
                        <a:pt x="84677" y="40333"/>
                      </a:lnTo>
                      <a:lnTo>
                        <a:pt x="79058" y="43667"/>
                      </a:lnTo>
                      <a:cubicBezTo>
                        <a:pt x="79058" y="43667"/>
                        <a:pt x="78677" y="43762"/>
                        <a:pt x="78581" y="43667"/>
                      </a:cubicBezTo>
                      <a:close/>
                      <a:moveTo>
                        <a:pt x="73628" y="35190"/>
                      </a:moveTo>
                      <a:cubicBezTo>
                        <a:pt x="73628" y="35190"/>
                        <a:pt x="73343" y="34904"/>
                        <a:pt x="73343" y="34713"/>
                      </a:cubicBezTo>
                      <a:lnTo>
                        <a:pt x="72295" y="28903"/>
                      </a:lnTo>
                      <a:lnTo>
                        <a:pt x="77915" y="25474"/>
                      </a:lnTo>
                      <a:cubicBezTo>
                        <a:pt x="77915" y="25474"/>
                        <a:pt x="78296" y="25379"/>
                        <a:pt x="78391" y="25474"/>
                      </a:cubicBezTo>
                      <a:cubicBezTo>
                        <a:pt x="78581" y="25474"/>
                        <a:pt x="78677" y="25760"/>
                        <a:pt x="78677" y="25950"/>
                      </a:cubicBezTo>
                      <a:lnTo>
                        <a:pt x="79724" y="31760"/>
                      </a:lnTo>
                      <a:lnTo>
                        <a:pt x="74104" y="35190"/>
                      </a:lnTo>
                      <a:cubicBezTo>
                        <a:pt x="74104" y="35190"/>
                        <a:pt x="73724" y="35285"/>
                        <a:pt x="73628" y="35190"/>
                      </a:cubicBezTo>
                      <a:close/>
                      <a:moveTo>
                        <a:pt x="104966" y="50810"/>
                      </a:moveTo>
                      <a:cubicBezTo>
                        <a:pt x="104966" y="50810"/>
                        <a:pt x="104680" y="50525"/>
                        <a:pt x="104680" y="50334"/>
                      </a:cubicBezTo>
                      <a:lnTo>
                        <a:pt x="103632" y="44524"/>
                      </a:lnTo>
                      <a:lnTo>
                        <a:pt x="109252" y="41190"/>
                      </a:lnTo>
                      <a:cubicBezTo>
                        <a:pt x="109252" y="41190"/>
                        <a:pt x="109633" y="41095"/>
                        <a:pt x="109728" y="41190"/>
                      </a:cubicBezTo>
                      <a:cubicBezTo>
                        <a:pt x="109919" y="41190"/>
                        <a:pt x="110014" y="41476"/>
                        <a:pt x="110014" y="41667"/>
                      </a:cubicBezTo>
                      <a:lnTo>
                        <a:pt x="111062" y="47477"/>
                      </a:lnTo>
                      <a:lnTo>
                        <a:pt x="105442" y="50810"/>
                      </a:lnTo>
                      <a:cubicBezTo>
                        <a:pt x="105442" y="50810"/>
                        <a:pt x="105061" y="50906"/>
                        <a:pt x="104870" y="50810"/>
                      </a:cubicBezTo>
                      <a:close/>
                      <a:moveTo>
                        <a:pt x="115824" y="55859"/>
                      </a:moveTo>
                      <a:cubicBezTo>
                        <a:pt x="115824" y="55859"/>
                        <a:pt x="115538" y="55573"/>
                        <a:pt x="115538" y="55383"/>
                      </a:cubicBezTo>
                      <a:lnTo>
                        <a:pt x="114491" y="49572"/>
                      </a:lnTo>
                      <a:lnTo>
                        <a:pt x="120110" y="46239"/>
                      </a:lnTo>
                      <a:cubicBezTo>
                        <a:pt x="120110" y="46239"/>
                        <a:pt x="120491" y="46143"/>
                        <a:pt x="120587" y="46239"/>
                      </a:cubicBezTo>
                      <a:cubicBezTo>
                        <a:pt x="120777" y="46239"/>
                        <a:pt x="120872" y="46524"/>
                        <a:pt x="120872" y="46715"/>
                      </a:cubicBezTo>
                      <a:lnTo>
                        <a:pt x="121920" y="52525"/>
                      </a:lnTo>
                      <a:lnTo>
                        <a:pt x="116300" y="55859"/>
                      </a:lnTo>
                      <a:cubicBezTo>
                        <a:pt x="116300" y="55859"/>
                        <a:pt x="115919" y="55954"/>
                        <a:pt x="115729" y="55859"/>
                      </a:cubicBezTo>
                      <a:close/>
                      <a:moveTo>
                        <a:pt x="87440" y="38428"/>
                      </a:moveTo>
                      <a:cubicBezTo>
                        <a:pt x="87440" y="38428"/>
                        <a:pt x="87154" y="38142"/>
                        <a:pt x="87154" y="37952"/>
                      </a:cubicBezTo>
                      <a:lnTo>
                        <a:pt x="86106" y="32142"/>
                      </a:lnTo>
                      <a:lnTo>
                        <a:pt x="91726" y="28808"/>
                      </a:lnTo>
                      <a:cubicBezTo>
                        <a:pt x="91726" y="28808"/>
                        <a:pt x="92107" y="28712"/>
                        <a:pt x="92202" y="28808"/>
                      </a:cubicBezTo>
                      <a:cubicBezTo>
                        <a:pt x="92393" y="28808"/>
                        <a:pt x="92488" y="29094"/>
                        <a:pt x="92488" y="29284"/>
                      </a:cubicBezTo>
                      <a:lnTo>
                        <a:pt x="93536" y="35094"/>
                      </a:lnTo>
                      <a:lnTo>
                        <a:pt x="87916" y="38428"/>
                      </a:lnTo>
                      <a:cubicBezTo>
                        <a:pt x="87916" y="38428"/>
                        <a:pt x="87535" y="38523"/>
                        <a:pt x="87440" y="38428"/>
                      </a:cubicBezTo>
                      <a:close/>
                      <a:moveTo>
                        <a:pt x="82582" y="29951"/>
                      </a:moveTo>
                      <a:cubicBezTo>
                        <a:pt x="82582" y="29951"/>
                        <a:pt x="82296" y="29665"/>
                        <a:pt x="82296" y="29475"/>
                      </a:cubicBezTo>
                      <a:lnTo>
                        <a:pt x="81248" y="23664"/>
                      </a:lnTo>
                      <a:lnTo>
                        <a:pt x="89821" y="18616"/>
                      </a:lnTo>
                      <a:cubicBezTo>
                        <a:pt x="89821" y="18616"/>
                        <a:pt x="90202" y="18521"/>
                        <a:pt x="90297" y="18616"/>
                      </a:cubicBezTo>
                      <a:cubicBezTo>
                        <a:pt x="90392" y="18711"/>
                        <a:pt x="90583" y="18902"/>
                        <a:pt x="90583" y="19092"/>
                      </a:cubicBezTo>
                      <a:lnTo>
                        <a:pt x="91631" y="24902"/>
                      </a:lnTo>
                      <a:lnTo>
                        <a:pt x="83058" y="29951"/>
                      </a:lnTo>
                      <a:cubicBezTo>
                        <a:pt x="83058" y="29951"/>
                        <a:pt x="82677" y="30046"/>
                        <a:pt x="82582" y="29951"/>
                      </a:cubicBezTo>
                      <a:close/>
                      <a:moveTo>
                        <a:pt x="102965" y="40333"/>
                      </a:moveTo>
                      <a:cubicBezTo>
                        <a:pt x="102965" y="40333"/>
                        <a:pt x="102584" y="39952"/>
                        <a:pt x="102584" y="39666"/>
                      </a:cubicBezTo>
                      <a:lnTo>
                        <a:pt x="99822" y="24426"/>
                      </a:lnTo>
                      <a:lnTo>
                        <a:pt x="100108" y="23855"/>
                      </a:lnTo>
                      <a:lnTo>
                        <a:pt x="114205" y="15663"/>
                      </a:lnTo>
                      <a:cubicBezTo>
                        <a:pt x="114205" y="15663"/>
                        <a:pt x="114681" y="15473"/>
                        <a:pt x="114871" y="15663"/>
                      </a:cubicBezTo>
                      <a:cubicBezTo>
                        <a:pt x="115062" y="15759"/>
                        <a:pt x="115253" y="16044"/>
                        <a:pt x="115253" y="16330"/>
                      </a:cubicBezTo>
                      <a:lnTo>
                        <a:pt x="116586" y="24045"/>
                      </a:lnTo>
                      <a:cubicBezTo>
                        <a:pt x="116586" y="24045"/>
                        <a:pt x="116777" y="24617"/>
                        <a:pt x="117062" y="24712"/>
                      </a:cubicBezTo>
                      <a:cubicBezTo>
                        <a:pt x="117253" y="24807"/>
                        <a:pt x="117538" y="24807"/>
                        <a:pt x="117824" y="24712"/>
                      </a:cubicBezTo>
                      <a:lnTo>
                        <a:pt x="125635" y="20235"/>
                      </a:lnTo>
                      <a:cubicBezTo>
                        <a:pt x="126302" y="20616"/>
                        <a:pt x="127254" y="26331"/>
                        <a:pt x="127254" y="26331"/>
                      </a:cubicBezTo>
                      <a:lnTo>
                        <a:pt x="126968" y="26903"/>
                      </a:lnTo>
                      <a:lnTo>
                        <a:pt x="103537" y="40428"/>
                      </a:lnTo>
                      <a:cubicBezTo>
                        <a:pt x="103537" y="40428"/>
                        <a:pt x="103061" y="40619"/>
                        <a:pt x="102870" y="40428"/>
                      </a:cubicBezTo>
                      <a:close/>
                      <a:moveTo>
                        <a:pt x="113919" y="45667"/>
                      </a:moveTo>
                      <a:cubicBezTo>
                        <a:pt x="113919" y="45667"/>
                        <a:pt x="113633" y="45381"/>
                        <a:pt x="113633" y="45191"/>
                      </a:cubicBezTo>
                      <a:lnTo>
                        <a:pt x="112586" y="39381"/>
                      </a:lnTo>
                      <a:lnTo>
                        <a:pt x="118205" y="36047"/>
                      </a:lnTo>
                      <a:cubicBezTo>
                        <a:pt x="118205" y="36047"/>
                        <a:pt x="118586" y="35952"/>
                        <a:pt x="118682" y="36047"/>
                      </a:cubicBezTo>
                      <a:cubicBezTo>
                        <a:pt x="118777" y="36142"/>
                        <a:pt x="118967" y="36333"/>
                        <a:pt x="118967" y="36523"/>
                      </a:cubicBezTo>
                      <a:lnTo>
                        <a:pt x="120015" y="42333"/>
                      </a:lnTo>
                      <a:lnTo>
                        <a:pt x="114395" y="45667"/>
                      </a:lnTo>
                      <a:cubicBezTo>
                        <a:pt x="114395" y="45667"/>
                        <a:pt x="114014" y="45762"/>
                        <a:pt x="113919" y="45667"/>
                      </a:cubicBezTo>
                      <a:close/>
                      <a:moveTo>
                        <a:pt x="124778" y="50715"/>
                      </a:moveTo>
                      <a:cubicBezTo>
                        <a:pt x="124778" y="50715"/>
                        <a:pt x="124492" y="50429"/>
                        <a:pt x="124492" y="50239"/>
                      </a:cubicBezTo>
                      <a:lnTo>
                        <a:pt x="123444" y="44429"/>
                      </a:lnTo>
                      <a:lnTo>
                        <a:pt x="129064" y="41095"/>
                      </a:lnTo>
                      <a:cubicBezTo>
                        <a:pt x="129064" y="41095"/>
                        <a:pt x="129445" y="41000"/>
                        <a:pt x="129540" y="41095"/>
                      </a:cubicBezTo>
                      <a:cubicBezTo>
                        <a:pt x="129731" y="41095"/>
                        <a:pt x="129826" y="41381"/>
                        <a:pt x="129826" y="41571"/>
                      </a:cubicBezTo>
                      <a:lnTo>
                        <a:pt x="130874" y="47382"/>
                      </a:lnTo>
                      <a:lnTo>
                        <a:pt x="125254" y="50715"/>
                      </a:lnTo>
                      <a:cubicBezTo>
                        <a:pt x="125254" y="50715"/>
                        <a:pt x="124873" y="50810"/>
                        <a:pt x="124682" y="50715"/>
                      </a:cubicBezTo>
                      <a:close/>
                      <a:moveTo>
                        <a:pt x="122968" y="40428"/>
                      </a:moveTo>
                      <a:cubicBezTo>
                        <a:pt x="122968" y="40428"/>
                        <a:pt x="122682" y="40143"/>
                        <a:pt x="122682" y="39952"/>
                      </a:cubicBezTo>
                      <a:lnTo>
                        <a:pt x="121634" y="34142"/>
                      </a:lnTo>
                      <a:lnTo>
                        <a:pt x="127254" y="30808"/>
                      </a:lnTo>
                      <a:cubicBezTo>
                        <a:pt x="127254" y="30808"/>
                        <a:pt x="127635" y="30713"/>
                        <a:pt x="127730" y="30808"/>
                      </a:cubicBezTo>
                      <a:cubicBezTo>
                        <a:pt x="127921" y="30808"/>
                        <a:pt x="128016" y="31094"/>
                        <a:pt x="128016" y="31284"/>
                      </a:cubicBezTo>
                      <a:lnTo>
                        <a:pt x="129064" y="37094"/>
                      </a:lnTo>
                      <a:lnTo>
                        <a:pt x="123444" y="40428"/>
                      </a:lnTo>
                      <a:cubicBezTo>
                        <a:pt x="123444" y="40428"/>
                        <a:pt x="123063" y="40524"/>
                        <a:pt x="122968" y="40428"/>
                      </a:cubicBezTo>
                      <a:close/>
                      <a:moveTo>
                        <a:pt x="99441" y="20235"/>
                      </a:moveTo>
                      <a:cubicBezTo>
                        <a:pt x="99441" y="20235"/>
                        <a:pt x="99155" y="19950"/>
                        <a:pt x="99155" y="19759"/>
                      </a:cubicBezTo>
                      <a:lnTo>
                        <a:pt x="98108" y="13949"/>
                      </a:lnTo>
                      <a:lnTo>
                        <a:pt x="103727" y="10520"/>
                      </a:lnTo>
                      <a:cubicBezTo>
                        <a:pt x="103727" y="10520"/>
                        <a:pt x="104108" y="10425"/>
                        <a:pt x="104204" y="10520"/>
                      </a:cubicBezTo>
                      <a:cubicBezTo>
                        <a:pt x="104394" y="10520"/>
                        <a:pt x="104489" y="10806"/>
                        <a:pt x="104489" y="10996"/>
                      </a:cubicBezTo>
                      <a:lnTo>
                        <a:pt x="105537" y="16806"/>
                      </a:lnTo>
                      <a:lnTo>
                        <a:pt x="99917" y="20140"/>
                      </a:lnTo>
                      <a:cubicBezTo>
                        <a:pt x="99917" y="20140"/>
                        <a:pt x="99536" y="20235"/>
                        <a:pt x="99441" y="20140"/>
                      </a:cubicBezTo>
                      <a:close/>
                      <a:moveTo>
                        <a:pt x="108395" y="14997"/>
                      </a:moveTo>
                      <a:cubicBezTo>
                        <a:pt x="108395" y="14997"/>
                        <a:pt x="108109" y="14711"/>
                        <a:pt x="108109" y="14520"/>
                      </a:cubicBezTo>
                      <a:lnTo>
                        <a:pt x="107061" y="8710"/>
                      </a:lnTo>
                      <a:lnTo>
                        <a:pt x="112681" y="5281"/>
                      </a:lnTo>
                      <a:cubicBezTo>
                        <a:pt x="112681" y="5281"/>
                        <a:pt x="113062" y="5186"/>
                        <a:pt x="113157" y="5281"/>
                      </a:cubicBezTo>
                      <a:cubicBezTo>
                        <a:pt x="113348" y="5281"/>
                        <a:pt x="113443" y="5567"/>
                        <a:pt x="113443" y="5757"/>
                      </a:cubicBezTo>
                      <a:lnTo>
                        <a:pt x="114491" y="11568"/>
                      </a:lnTo>
                      <a:lnTo>
                        <a:pt x="108871" y="14997"/>
                      </a:lnTo>
                      <a:cubicBezTo>
                        <a:pt x="108871" y="14997"/>
                        <a:pt x="108490" y="15092"/>
                        <a:pt x="108395" y="14997"/>
                      </a:cubicBezTo>
                      <a:close/>
                      <a:moveTo>
                        <a:pt x="119253" y="19950"/>
                      </a:moveTo>
                      <a:cubicBezTo>
                        <a:pt x="119253" y="19950"/>
                        <a:pt x="118967" y="19664"/>
                        <a:pt x="118967" y="19473"/>
                      </a:cubicBezTo>
                      <a:lnTo>
                        <a:pt x="117920" y="13663"/>
                      </a:lnTo>
                      <a:lnTo>
                        <a:pt x="123539" y="10234"/>
                      </a:lnTo>
                      <a:cubicBezTo>
                        <a:pt x="123539" y="10234"/>
                        <a:pt x="123920" y="10139"/>
                        <a:pt x="124111" y="10234"/>
                      </a:cubicBezTo>
                      <a:cubicBezTo>
                        <a:pt x="124301" y="10234"/>
                        <a:pt x="124396" y="10520"/>
                        <a:pt x="124396" y="10710"/>
                      </a:cubicBezTo>
                      <a:lnTo>
                        <a:pt x="125444" y="16520"/>
                      </a:lnTo>
                      <a:lnTo>
                        <a:pt x="119825" y="19854"/>
                      </a:lnTo>
                      <a:cubicBezTo>
                        <a:pt x="119825" y="19854"/>
                        <a:pt x="119444" y="19950"/>
                        <a:pt x="119348" y="19854"/>
                      </a:cubicBezTo>
                      <a:close/>
                      <a:moveTo>
                        <a:pt x="117443" y="9758"/>
                      </a:moveTo>
                      <a:cubicBezTo>
                        <a:pt x="117443" y="9758"/>
                        <a:pt x="117158" y="9472"/>
                        <a:pt x="117158" y="9282"/>
                      </a:cubicBezTo>
                      <a:lnTo>
                        <a:pt x="116110" y="3471"/>
                      </a:lnTo>
                      <a:lnTo>
                        <a:pt x="121729" y="42"/>
                      </a:lnTo>
                      <a:cubicBezTo>
                        <a:pt x="121729" y="42"/>
                        <a:pt x="122111" y="-53"/>
                        <a:pt x="122206" y="42"/>
                      </a:cubicBezTo>
                      <a:cubicBezTo>
                        <a:pt x="122396" y="42"/>
                        <a:pt x="122492" y="328"/>
                        <a:pt x="122492" y="519"/>
                      </a:cubicBezTo>
                      <a:lnTo>
                        <a:pt x="123539" y="6329"/>
                      </a:lnTo>
                      <a:lnTo>
                        <a:pt x="117920" y="9758"/>
                      </a:lnTo>
                      <a:cubicBezTo>
                        <a:pt x="117920" y="9758"/>
                        <a:pt x="117538" y="9853"/>
                        <a:pt x="117443" y="975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753" name="Google Shape;4753;p56"/>
                <p:cNvGrpSpPr/>
                <p:nvPr/>
              </p:nvGrpSpPr>
              <p:grpSpPr>
                <a:xfrm>
                  <a:off x="7832419" y="4659610"/>
                  <a:ext cx="118586" cy="84536"/>
                  <a:chOff x="7832419" y="4659610"/>
                  <a:chExt cx="118586" cy="84536"/>
                </a:xfrm>
              </p:grpSpPr>
              <p:sp>
                <p:nvSpPr>
                  <p:cNvPr id="4754" name="Google Shape;4754;p56"/>
                  <p:cNvSpPr/>
                  <p:nvPr/>
                </p:nvSpPr>
                <p:spPr>
                  <a:xfrm>
                    <a:off x="7866589" y="4659610"/>
                    <a:ext cx="84416" cy="64979"/>
                  </a:xfrm>
                  <a:custGeom>
                    <a:avLst/>
                    <a:gdLst/>
                    <a:ahLst/>
                    <a:cxnLst/>
                    <a:rect l="l" t="t" r="r" b="b"/>
                    <a:pathLst>
                      <a:path w="84416" h="64979" extrusionOk="0">
                        <a:moveTo>
                          <a:pt x="6013" y="64980"/>
                        </a:moveTo>
                        <a:cubicBezTo>
                          <a:pt x="5537" y="64980"/>
                          <a:pt x="5061" y="64885"/>
                          <a:pt x="4584" y="64694"/>
                        </a:cubicBezTo>
                        <a:cubicBezTo>
                          <a:pt x="3537" y="64218"/>
                          <a:pt x="2775" y="63265"/>
                          <a:pt x="2584" y="62122"/>
                        </a:cubicBezTo>
                        <a:lnTo>
                          <a:pt x="108" y="48978"/>
                        </a:lnTo>
                        <a:cubicBezTo>
                          <a:pt x="-369" y="46596"/>
                          <a:pt x="774" y="44310"/>
                          <a:pt x="2775" y="43072"/>
                        </a:cubicBezTo>
                        <a:lnTo>
                          <a:pt x="76498" y="495"/>
                        </a:lnTo>
                        <a:cubicBezTo>
                          <a:pt x="77451" y="-76"/>
                          <a:pt x="78689" y="-171"/>
                          <a:pt x="79737" y="305"/>
                        </a:cubicBezTo>
                        <a:cubicBezTo>
                          <a:pt x="80784" y="781"/>
                          <a:pt x="81546" y="1734"/>
                          <a:pt x="81737" y="2781"/>
                        </a:cubicBezTo>
                        <a:lnTo>
                          <a:pt x="84309" y="15735"/>
                        </a:lnTo>
                        <a:cubicBezTo>
                          <a:pt x="84785" y="18117"/>
                          <a:pt x="83642" y="20498"/>
                          <a:pt x="81642" y="21641"/>
                        </a:cubicBezTo>
                        <a:lnTo>
                          <a:pt x="7823" y="64313"/>
                        </a:lnTo>
                        <a:cubicBezTo>
                          <a:pt x="7251" y="64599"/>
                          <a:pt x="6680" y="64789"/>
                          <a:pt x="6108" y="64789"/>
                        </a:cubicBezTo>
                        <a:close/>
                        <a:moveTo>
                          <a:pt x="78213" y="972"/>
                        </a:moveTo>
                        <a:cubicBezTo>
                          <a:pt x="78213" y="972"/>
                          <a:pt x="77260" y="1067"/>
                          <a:pt x="76879" y="1353"/>
                        </a:cubicBezTo>
                        <a:lnTo>
                          <a:pt x="3156" y="43929"/>
                        </a:lnTo>
                        <a:cubicBezTo>
                          <a:pt x="1441" y="44882"/>
                          <a:pt x="489" y="46882"/>
                          <a:pt x="870" y="48882"/>
                        </a:cubicBezTo>
                        <a:lnTo>
                          <a:pt x="3346" y="62027"/>
                        </a:lnTo>
                        <a:cubicBezTo>
                          <a:pt x="3537" y="62884"/>
                          <a:pt x="4013" y="63551"/>
                          <a:pt x="4870" y="63932"/>
                        </a:cubicBezTo>
                        <a:cubicBezTo>
                          <a:pt x="5632" y="64313"/>
                          <a:pt x="6489" y="64218"/>
                          <a:pt x="7251" y="63837"/>
                        </a:cubicBezTo>
                        <a:lnTo>
                          <a:pt x="81070" y="21165"/>
                        </a:lnTo>
                        <a:cubicBezTo>
                          <a:pt x="82785" y="20117"/>
                          <a:pt x="83737" y="18117"/>
                          <a:pt x="83356" y="16212"/>
                        </a:cubicBezTo>
                        <a:lnTo>
                          <a:pt x="80784" y="3258"/>
                        </a:lnTo>
                        <a:cubicBezTo>
                          <a:pt x="80594" y="2401"/>
                          <a:pt x="80118" y="1734"/>
                          <a:pt x="79260" y="1353"/>
                        </a:cubicBezTo>
                        <a:cubicBezTo>
                          <a:pt x="78880" y="1162"/>
                          <a:pt x="78498" y="1067"/>
                          <a:pt x="78213" y="106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5" name="Google Shape;4755;p56"/>
                  <p:cNvSpPr/>
                  <p:nvPr/>
                </p:nvSpPr>
                <p:spPr>
                  <a:xfrm>
                    <a:off x="7832419" y="4711320"/>
                    <a:ext cx="29407" cy="32826"/>
                  </a:xfrm>
                  <a:custGeom>
                    <a:avLst/>
                    <a:gdLst/>
                    <a:ahLst/>
                    <a:cxnLst/>
                    <a:rect l="l" t="t" r="r" b="b"/>
                    <a:pathLst>
                      <a:path w="29407" h="32826" extrusionOk="0">
                        <a:moveTo>
                          <a:pt x="29325" y="15460"/>
                        </a:moveTo>
                        <a:lnTo>
                          <a:pt x="26753" y="2507"/>
                        </a:lnTo>
                        <a:cubicBezTo>
                          <a:pt x="26372" y="411"/>
                          <a:pt x="23991" y="-637"/>
                          <a:pt x="22181" y="411"/>
                        </a:cubicBezTo>
                        <a:lnTo>
                          <a:pt x="2559" y="11746"/>
                        </a:lnTo>
                        <a:cubicBezTo>
                          <a:pt x="654" y="12793"/>
                          <a:pt x="-298" y="14984"/>
                          <a:pt x="83" y="17175"/>
                        </a:cubicBezTo>
                        <a:lnTo>
                          <a:pt x="2559" y="30319"/>
                        </a:lnTo>
                        <a:cubicBezTo>
                          <a:pt x="2940" y="32415"/>
                          <a:pt x="5321" y="33463"/>
                          <a:pt x="7131" y="32415"/>
                        </a:cubicBezTo>
                        <a:lnTo>
                          <a:pt x="26848" y="20985"/>
                        </a:lnTo>
                        <a:cubicBezTo>
                          <a:pt x="28753" y="19842"/>
                          <a:pt x="29706" y="17651"/>
                          <a:pt x="29325" y="1555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4756" name="Google Shape;4756;p56"/>
            <p:cNvGrpSpPr/>
            <p:nvPr/>
          </p:nvGrpSpPr>
          <p:grpSpPr>
            <a:xfrm>
              <a:off x="713214" y="1895898"/>
              <a:ext cx="1996087" cy="1823897"/>
              <a:chOff x="7191660" y="4683822"/>
              <a:chExt cx="676846" cy="618459"/>
            </a:xfrm>
          </p:grpSpPr>
          <p:grpSp>
            <p:nvGrpSpPr>
              <p:cNvPr id="4757" name="Google Shape;4757;p56"/>
              <p:cNvGrpSpPr/>
              <p:nvPr/>
            </p:nvGrpSpPr>
            <p:grpSpPr>
              <a:xfrm>
                <a:off x="7490555" y="5227224"/>
                <a:ext cx="54483" cy="75057"/>
                <a:chOff x="7490555" y="5227224"/>
                <a:chExt cx="54483" cy="75057"/>
              </a:xfrm>
            </p:grpSpPr>
            <p:sp>
              <p:nvSpPr>
                <p:cNvPr id="4758" name="Google Shape;4758;p56"/>
                <p:cNvSpPr/>
                <p:nvPr/>
              </p:nvSpPr>
              <p:spPr>
                <a:xfrm>
                  <a:off x="7490555" y="5243035"/>
                  <a:ext cx="27050" cy="59245"/>
                </a:xfrm>
                <a:custGeom>
                  <a:avLst/>
                  <a:gdLst/>
                  <a:ahLst/>
                  <a:cxnLst/>
                  <a:rect l="l" t="t" r="r" b="b"/>
                  <a:pathLst>
                    <a:path w="27050" h="59245" extrusionOk="0">
                      <a:moveTo>
                        <a:pt x="27051" y="59246"/>
                      </a:moveTo>
                      <a:lnTo>
                        <a:pt x="0" y="43624"/>
                      </a:lnTo>
                      <a:lnTo>
                        <a:pt x="0" y="0"/>
                      </a:lnTo>
                      <a:lnTo>
                        <a:pt x="27051" y="15621"/>
                      </a:lnTo>
                      <a:lnTo>
                        <a:pt x="27051" y="5924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9" name="Google Shape;4759;p56"/>
                <p:cNvSpPr/>
                <p:nvPr/>
              </p:nvSpPr>
              <p:spPr>
                <a:xfrm>
                  <a:off x="7517606" y="5242845"/>
                  <a:ext cx="27432" cy="59436"/>
                </a:xfrm>
                <a:custGeom>
                  <a:avLst/>
                  <a:gdLst/>
                  <a:ahLst/>
                  <a:cxnLst/>
                  <a:rect l="l" t="t" r="r" b="b"/>
                  <a:pathLst>
                    <a:path w="27432" h="59436" extrusionOk="0">
                      <a:moveTo>
                        <a:pt x="27432" y="43529"/>
                      </a:moveTo>
                      <a:lnTo>
                        <a:pt x="0" y="59436"/>
                      </a:lnTo>
                      <a:lnTo>
                        <a:pt x="0" y="15812"/>
                      </a:lnTo>
                      <a:lnTo>
                        <a:pt x="27432" y="0"/>
                      </a:lnTo>
                      <a:lnTo>
                        <a:pt x="27432" y="4352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0" name="Google Shape;4760;p56"/>
                <p:cNvSpPr/>
                <p:nvPr/>
              </p:nvSpPr>
              <p:spPr>
                <a:xfrm>
                  <a:off x="7490555" y="5227224"/>
                  <a:ext cx="54483" cy="31432"/>
                </a:xfrm>
                <a:custGeom>
                  <a:avLst/>
                  <a:gdLst/>
                  <a:ahLst/>
                  <a:cxnLst/>
                  <a:rect l="l" t="t" r="r" b="b"/>
                  <a:pathLst>
                    <a:path w="54483" h="31432" extrusionOk="0">
                      <a:moveTo>
                        <a:pt x="27051" y="31432"/>
                      </a:moveTo>
                      <a:lnTo>
                        <a:pt x="0" y="15812"/>
                      </a:lnTo>
                      <a:lnTo>
                        <a:pt x="27527" y="0"/>
                      </a:lnTo>
                      <a:lnTo>
                        <a:pt x="54483" y="15621"/>
                      </a:lnTo>
                      <a:lnTo>
                        <a:pt x="27051" y="31432"/>
                      </a:lnTo>
                      <a:close/>
                    </a:path>
                  </a:pathLst>
                </a:custGeom>
                <a:solidFill>
                  <a:srgbClr val="3B353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61" name="Google Shape;4761;p56"/>
              <p:cNvGrpSpPr/>
              <p:nvPr/>
            </p:nvGrpSpPr>
            <p:grpSpPr>
              <a:xfrm>
                <a:off x="7221188" y="5071680"/>
                <a:ext cx="54483" cy="75057"/>
                <a:chOff x="7221188" y="5071680"/>
                <a:chExt cx="54483" cy="75057"/>
              </a:xfrm>
            </p:grpSpPr>
            <p:sp>
              <p:nvSpPr>
                <p:cNvPr id="4762" name="Google Shape;4762;p56"/>
                <p:cNvSpPr/>
                <p:nvPr/>
              </p:nvSpPr>
              <p:spPr>
                <a:xfrm>
                  <a:off x="7221188" y="5087587"/>
                  <a:ext cx="27050" cy="59150"/>
                </a:xfrm>
                <a:custGeom>
                  <a:avLst/>
                  <a:gdLst/>
                  <a:ahLst/>
                  <a:cxnLst/>
                  <a:rect l="l" t="t" r="r" b="b"/>
                  <a:pathLst>
                    <a:path w="27050" h="59150" extrusionOk="0">
                      <a:moveTo>
                        <a:pt x="27051" y="59150"/>
                      </a:moveTo>
                      <a:lnTo>
                        <a:pt x="0" y="43529"/>
                      </a:lnTo>
                      <a:lnTo>
                        <a:pt x="0" y="0"/>
                      </a:lnTo>
                      <a:lnTo>
                        <a:pt x="27051" y="15526"/>
                      </a:lnTo>
                      <a:lnTo>
                        <a:pt x="27051" y="591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3" name="Google Shape;4763;p56"/>
                <p:cNvSpPr/>
                <p:nvPr/>
              </p:nvSpPr>
              <p:spPr>
                <a:xfrm>
                  <a:off x="7248239" y="5087302"/>
                  <a:ext cx="27432" cy="59435"/>
                </a:xfrm>
                <a:custGeom>
                  <a:avLst/>
                  <a:gdLst/>
                  <a:ahLst/>
                  <a:cxnLst/>
                  <a:rect l="l" t="t" r="r" b="b"/>
                  <a:pathLst>
                    <a:path w="27432" h="59435" extrusionOk="0">
                      <a:moveTo>
                        <a:pt x="27432" y="43624"/>
                      </a:moveTo>
                      <a:lnTo>
                        <a:pt x="0" y="59436"/>
                      </a:lnTo>
                      <a:lnTo>
                        <a:pt x="0" y="15812"/>
                      </a:lnTo>
                      <a:lnTo>
                        <a:pt x="27432" y="0"/>
                      </a:lnTo>
                      <a:lnTo>
                        <a:pt x="27432" y="4362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4" name="Google Shape;4764;p56"/>
                <p:cNvSpPr/>
                <p:nvPr/>
              </p:nvSpPr>
              <p:spPr>
                <a:xfrm>
                  <a:off x="7221188" y="5071680"/>
                  <a:ext cx="54483" cy="31432"/>
                </a:xfrm>
                <a:custGeom>
                  <a:avLst/>
                  <a:gdLst/>
                  <a:ahLst/>
                  <a:cxnLst/>
                  <a:rect l="l" t="t" r="r" b="b"/>
                  <a:pathLst>
                    <a:path w="54483" h="31432" extrusionOk="0">
                      <a:moveTo>
                        <a:pt x="27051" y="31433"/>
                      </a:moveTo>
                      <a:lnTo>
                        <a:pt x="0" y="15907"/>
                      </a:lnTo>
                      <a:lnTo>
                        <a:pt x="27432" y="0"/>
                      </a:lnTo>
                      <a:lnTo>
                        <a:pt x="54483" y="15621"/>
                      </a:lnTo>
                      <a:lnTo>
                        <a:pt x="27051" y="31433"/>
                      </a:lnTo>
                      <a:close/>
                    </a:path>
                  </a:pathLst>
                </a:custGeom>
                <a:solidFill>
                  <a:srgbClr val="3B353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65" name="Google Shape;4765;p56"/>
              <p:cNvGrpSpPr/>
              <p:nvPr/>
            </p:nvGrpSpPr>
            <p:grpSpPr>
              <a:xfrm>
                <a:off x="7783067" y="5058441"/>
                <a:ext cx="54387" cy="74961"/>
                <a:chOff x="7783067" y="5058441"/>
                <a:chExt cx="54387" cy="74961"/>
              </a:xfrm>
            </p:grpSpPr>
            <p:sp>
              <p:nvSpPr>
                <p:cNvPr id="4766" name="Google Shape;4766;p56"/>
                <p:cNvSpPr/>
                <p:nvPr/>
              </p:nvSpPr>
              <p:spPr>
                <a:xfrm>
                  <a:off x="7783067" y="5074252"/>
                  <a:ext cx="26955" cy="59150"/>
                </a:xfrm>
                <a:custGeom>
                  <a:avLst/>
                  <a:gdLst/>
                  <a:ahLst/>
                  <a:cxnLst/>
                  <a:rect l="l" t="t" r="r" b="b"/>
                  <a:pathLst>
                    <a:path w="26955" h="59150" extrusionOk="0">
                      <a:moveTo>
                        <a:pt x="26956" y="59150"/>
                      </a:moveTo>
                      <a:lnTo>
                        <a:pt x="0" y="43529"/>
                      </a:lnTo>
                      <a:lnTo>
                        <a:pt x="0" y="0"/>
                      </a:lnTo>
                      <a:lnTo>
                        <a:pt x="26956" y="15621"/>
                      </a:lnTo>
                      <a:lnTo>
                        <a:pt x="26956" y="591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7" name="Google Shape;4767;p56"/>
                <p:cNvSpPr/>
                <p:nvPr/>
              </p:nvSpPr>
              <p:spPr>
                <a:xfrm>
                  <a:off x="7810023" y="5073967"/>
                  <a:ext cx="27431" cy="59435"/>
                </a:xfrm>
                <a:custGeom>
                  <a:avLst/>
                  <a:gdLst/>
                  <a:ahLst/>
                  <a:cxnLst/>
                  <a:rect l="l" t="t" r="r" b="b"/>
                  <a:pathLst>
                    <a:path w="27431" h="59435" extrusionOk="0">
                      <a:moveTo>
                        <a:pt x="27432" y="43624"/>
                      </a:moveTo>
                      <a:lnTo>
                        <a:pt x="0" y="59436"/>
                      </a:lnTo>
                      <a:lnTo>
                        <a:pt x="0" y="15907"/>
                      </a:lnTo>
                      <a:lnTo>
                        <a:pt x="27432" y="0"/>
                      </a:lnTo>
                      <a:lnTo>
                        <a:pt x="27432" y="436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8" name="Google Shape;4768;p56"/>
                <p:cNvSpPr/>
                <p:nvPr/>
              </p:nvSpPr>
              <p:spPr>
                <a:xfrm>
                  <a:off x="7783067" y="5058441"/>
                  <a:ext cx="54387" cy="31432"/>
                </a:xfrm>
                <a:custGeom>
                  <a:avLst/>
                  <a:gdLst/>
                  <a:ahLst/>
                  <a:cxnLst/>
                  <a:rect l="l" t="t" r="r" b="b"/>
                  <a:pathLst>
                    <a:path w="54387" h="31432" extrusionOk="0">
                      <a:moveTo>
                        <a:pt x="26956" y="31432"/>
                      </a:moveTo>
                      <a:lnTo>
                        <a:pt x="0" y="15812"/>
                      </a:lnTo>
                      <a:lnTo>
                        <a:pt x="27432" y="0"/>
                      </a:lnTo>
                      <a:lnTo>
                        <a:pt x="54388" y="15526"/>
                      </a:lnTo>
                      <a:lnTo>
                        <a:pt x="26956" y="31432"/>
                      </a:lnTo>
                      <a:close/>
                    </a:path>
                  </a:pathLst>
                </a:custGeom>
                <a:solidFill>
                  <a:srgbClr val="3B353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69" name="Google Shape;4769;p56"/>
              <p:cNvGrpSpPr/>
              <p:nvPr/>
            </p:nvGrpSpPr>
            <p:grpSpPr>
              <a:xfrm>
                <a:off x="7209091" y="4727542"/>
                <a:ext cx="640556" cy="537782"/>
                <a:chOff x="7209091" y="4727542"/>
                <a:chExt cx="640556" cy="537782"/>
              </a:xfrm>
            </p:grpSpPr>
            <p:sp>
              <p:nvSpPr>
                <p:cNvPr id="4770" name="Google Shape;4770;p56"/>
                <p:cNvSpPr/>
                <p:nvPr/>
              </p:nvSpPr>
              <p:spPr>
                <a:xfrm>
                  <a:off x="7209091" y="4919376"/>
                  <a:ext cx="308324" cy="345948"/>
                </a:xfrm>
                <a:custGeom>
                  <a:avLst/>
                  <a:gdLst/>
                  <a:ahLst/>
                  <a:cxnLst/>
                  <a:rect l="l" t="t" r="r" b="b"/>
                  <a:pathLst>
                    <a:path w="308324" h="345948" extrusionOk="0">
                      <a:moveTo>
                        <a:pt x="308325" y="345948"/>
                      </a:moveTo>
                      <a:lnTo>
                        <a:pt x="0" y="167926"/>
                      </a:lnTo>
                      <a:lnTo>
                        <a:pt x="0" y="0"/>
                      </a:lnTo>
                      <a:lnTo>
                        <a:pt x="308325" y="178022"/>
                      </a:lnTo>
                      <a:lnTo>
                        <a:pt x="308325" y="3459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1" name="Google Shape;4771;p56"/>
                <p:cNvSpPr/>
                <p:nvPr/>
              </p:nvSpPr>
              <p:spPr>
                <a:xfrm>
                  <a:off x="7517415" y="4905660"/>
                  <a:ext cx="332231" cy="359664"/>
                </a:xfrm>
                <a:custGeom>
                  <a:avLst/>
                  <a:gdLst/>
                  <a:ahLst/>
                  <a:cxnLst/>
                  <a:rect l="l" t="t" r="r" b="b"/>
                  <a:pathLst>
                    <a:path w="332231" h="359664" extrusionOk="0">
                      <a:moveTo>
                        <a:pt x="332232" y="167830"/>
                      </a:moveTo>
                      <a:lnTo>
                        <a:pt x="0" y="359664"/>
                      </a:lnTo>
                      <a:lnTo>
                        <a:pt x="0" y="191738"/>
                      </a:lnTo>
                      <a:lnTo>
                        <a:pt x="332232" y="0"/>
                      </a:lnTo>
                      <a:lnTo>
                        <a:pt x="332232" y="16783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2" name="Google Shape;4772;p56"/>
                <p:cNvSpPr/>
                <p:nvPr/>
              </p:nvSpPr>
              <p:spPr>
                <a:xfrm>
                  <a:off x="7209091" y="4727542"/>
                  <a:ext cx="640556" cy="369855"/>
                </a:xfrm>
                <a:custGeom>
                  <a:avLst/>
                  <a:gdLst/>
                  <a:ahLst/>
                  <a:cxnLst/>
                  <a:rect l="l" t="t" r="r" b="b"/>
                  <a:pathLst>
                    <a:path w="640556" h="369855" extrusionOk="0">
                      <a:moveTo>
                        <a:pt x="308325" y="369856"/>
                      </a:moveTo>
                      <a:lnTo>
                        <a:pt x="0" y="191834"/>
                      </a:lnTo>
                      <a:lnTo>
                        <a:pt x="332232" y="0"/>
                      </a:lnTo>
                      <a:lnTo>
                        <a:pt x="640556" y="178118"/>
                      </a:lnTo>
                      <a:lnTo>
                        <a:pt x="308325" y="369856"/>
                      </a:lnTo>
                      <a:close/>
                    </a:path>
                  </a:pathLst>
                </a:custGeom>
                <a:solidFill>
                  <a:srgbClr val="F6F5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73" name="Google Shape;4773;p56"/>
              <p:cNvGrpSpPr/>
              <p:nvPr/>
            </p:nvGrpSpPr>
            <p:grpSpPr>
              <a:xfrm>
                <a:off x="7191660" y="4683822"/>
                <a:ext cx="676846" cy="483013"/>
                <a:chOff x="7191660" y="4683822"/>
                <a:chExt cx="676846" cy="483013"/>
              </a:xfrm>
            </p:grpSpPr>
            <p:sp>
              <p:nvSpPr>
                <p:cNvPr id="4774" name="Google Shape;4774;p56"/>
                <p:cNvSpPr/>
                <p:nvPr/>
              </p:nvSpPr>
              <p:spPr>
                <a:xfrm>
                  <a:off x="7191660" y="4886419"/>
                  <a:ext cx="326040" cy="280416"/>
                </a:xfrm>
                <a:custGeom>
                  <a:avLst/>
                  <a:gdLst/>
                  <a:ahLst/>
                  <a:cxnLst/>
                  <a:rect l="l" t="t" r="r" b="b"/>
                  <a:pathLst>
                    <a:path w="326040" h="280416" extrusionOk="0">
                      <a:moveTo>
                        <a:pt x="326041" y="280416"/>
                      </a:moveTo>
                      <a:lnTo>
                        <a:pt x="0" y="92202"/>
                      </a:lnTo>
                      <a:lnTo>
                        <a:pt x="0" y="0"/>
                      </a:lnTo>
                      <a:lnTo>
                        <a:pt x="326041" y="188214"/>
                      </a:lnTo>
                      <a:lnTo>
                        <a:pt x="326041" y="2804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5" name="Google Shape;4775;p56"/>
                <p:cNvSpPr/>
                <p:nvPr/>
              </p:nvSpPr>
              <p:spPr>
                <a:xfrm>
                  <a:off x="7517701" y="4872132"/>
                  <a:ext cx="350805" cy="294703"/>
                </a:xfrm>
                <a:custGeom>
                  <a:avLst/>
                  <a:gdLst/>
                  <a:ahLst/>
                  <a:cxnLst/>
                  <a:rect l="l" t="t" r="r" b="b"/>
                  <a:pathLst>
                    <a:path w="350805" h="294703" extrusionOk="0">
                      <a:moveTo>
                        <a:pt x="350806" y="92107"/>
                      </a:moveTo>
                      <a:lnTo>
                        <a:pt x="0" y="294704"/>
                      </a:lnTo>
                      <a:lnTo>
                        <a:pt x="0" y="202501"/>
                      </a:lnTo>
                      <a:lnTo>
                        <a:pt x="350806" y="0"/>
                      </a:lnTo>
                      <a:lnTo>
                        <a:pt x="350806" y="9210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6" name="Google Shape;4776;p56"/>
                <p:cNvSpPr/>
                <p:nvPr/>
              </p:nvSpPr>
              <p:spPr>
                <a:xfrm>
                  <a:off x="7191660" y="4683822"/>
                  <a:ext cx="676846" cy="390810"/>
                </a:xfrm>
                <a:custGeom>
                  <a:avLst/>
                  <a:gdLst/>
                  <a:ahLst/>
                  <a:cxnLst/>
                  <a:rect l="l" t="t" r="r" b="b"/>
                  <a:pathLst>
                    <a:path w="676846" h="390810" extrusionOk="0">
                      <a:moveTo>
                        <a:pt x="326041" y="390811"/>
                      </a:moveTo>
                      <a:lnTo>
                        <a:pt x="0" y="202597"/>
                      </a:lnTo>
                      <a:lnTo>
                        <a:pt x="350806" y="0"/>
                      </a:lnTo>
                      <a:lnTo>
                        <a:pt x="676847" y="188309"/>
                      </a:lnTo>
                      <a:lnTo>
                        <a:pt x="326041" y="39081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4777" name="Google Shape;4777;p56"/>
            <p:cNvSpPr/>
            <p:nvPr/>
          </p:nvSpPr>
          <p:spPr>
            <a:xfrm>
              <a:off x="1798899" y="1972023"/>
              <a:ext cx="778940" cy="449723"/>
            </a:xfrm>
            <a:custGeom>
              <a:avLst/>
              <a:gdLst/>
              <a:ahLst/>
              <a:cxnLst/>
              <a:rect l="l" t="t" r="r" b="b"/>
              <a:pathLst>
                <a:path w="264128" h="152495" extrusionOk="0">
                  <a:moveTo>
                    <a:pt x="0" y="4286"/>
                  </a:moveTo>
                  <a:lnTo>
                    <a:pt x="7429" y="0"/>
                  </a:lnTo>
                  <a:lnTo>
                    <a:pt x="264128" y="148209"/>
                  </a:lnTo>
                  <a:lnTo>
                    <a:pt x="256699" y="152495"/>
                  </a:lnTo>
                  <a:lnTo>
                    <a:pt x="0" y="428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8" name="Google Shape;4778;p56"/>
            <p:cNvSpPr/>
            <p:nvPr/>
          </p:nvSpPr>
          <p:spPr>
            <a:xfrm>
              <a:off x="848610" y="2520626"/>
              <a:ext cx="779220" cy="449723"/>
            </a:xfrm>
            <a:custGeom>
              <a:avLst/>
              <a:gdLst/>
              <a:ahLst/>
              <a:cxnLst/>
              <a:rect l="l" t="t" r="r" b="b"/>
              <a:pathLst>
                <a:path w="264223" h="152495" extrusionOk="0">
                  <a:moveTo>
                    <a:pt x="0" y="4286"/>
                  </a:moveTo>
                  <a:lnTo>
                    <a:pt x="7525" y="0"/>
                  </a:lnTo>
                  <a:lnTo>
                    <a:pt x="264223" y="148209"/>
                  </a:lnTo>
                  <a:lnTo>
                    <a:pt x="256794" y="152495"/>
                  </a:lnTo>
                  <a:lnTo>
                    <a:pt x="0" y="428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9" name="Google Shape;4779;p56"/>
            <p:cNvSpPr/>
            <p:nvPr/>
          </p:nvSpPr>
          <p:spPr>
            <a:xfrm>
              <a:off x="1080073" y="2078205"/>
              <a:ext cx="1313777" cy="758435"/>
            </a:xfrm>
            <a:custGeom>
              <a:avLst/>
              <a:gdLst/>
              <a:ahLst/>
              <a:cxnLst/>
              <a:rect l="l" t="t" r="r" b="b"/>
              <a:pathLst>
                <a:path w="445484" h="257175" extrusionOk="0">
                  <a:moveTo>
                    <a:pt x="0" y="105537"/>
                  </a:moveTo>
                  <a:lnTo>
                    <a:pt x="182785" y="0"/>
                  </a:lnTo>
                  <a:lnTo>
                    <a:pt x="445484" y="151638"/>
                  </a:lnTo>
                  <a:lnTo>
                    <a:pt x="262795" y="257175"/>
                  </a:lnTo>
                  <a:lnTo>
                    <a:pt x="0" y="1055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0" name="Google Shape;4780;p56"/>
            <p:cNvSpPr/>
            <p:nvPr/>
          </p:nvSpPr>
          <p:spPr>
            <a:xfrm>
              <a:off x="1097771" y="2088318"/>
              <a:ext cx="1278382" cy="738207"/>
            </a:xfrm>
            <a:custGeom>
              <a:avLst/>
              <a:gdLst/>
              <a:ahLst/>
              <a:cxnLst/>
              <a:rect l="l" t="t" r="r" b="b"/>
              <a:pathLst>
                <a:path w="433482" h="250316" extrusionOk="0">
                  <a:moveTo>
                    <a:pt x="0" y="102108"/>
                  </a:moveTo>
                  <a:lnTo>
                    <a:pt x="176784" y="0"/>
                  </a:lnTo>
                  <a:lnTo>
                    <a:pt x="433483" y="148304"/>
                  </a:lnTo>
                  <a:lnTo>
                    <a:pt x="256794" y="250317"/>
                  </a:lnTo>
                  <a:lnTo>
                    <a:pt x="0" y="10210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781" name="Google Shape;4781;p56"/>
            <p:cNvGrpSpPr/>
            <p:nvPr/>
          </p:nvGrpSpPr>
          <p:grpSpPr>
            <a:xfrm>
              <a:off x="1154512" y="2118935"/>
              <a:ext cx="1169392" cy="675285"/>
              <a:chOff x="7341298" y="4759451"/>
              <a:chExt cx="396525" cy="228980"/>
            </a:xfrm>
          </p:grpSpPr>
          <p:sp>
            <p:nvSpPr>
              <p:cNvPr id="4782" name="Google Shape;4782;p56"/>
              <p:cNvSpPr/>
              <p:nvPr/>
            </p:nvSpPr>
            <p:spPr>
              <a:xfrm>
                <a:off x="7341298" y="4838413"/>
                <a:ext cx="27432" cy="23907"/>
              </a:xfrm>
              <a:custGeom>
                <a:avLst/>
                <a:gdLst/>
                <a:ahLst/>
                <a:cxnLst/>
                <a:rect l="l" t="t" r="r" b="b"/>
                <a:pathLst>
                  <a:path w="27432" h="23907" extrusionOk="0">
                    <a:moveTo>
                      <a:pt x="20765" y="23908"/>
                    </a:moveTo>
                    <a:lnTo>
                      <a:pt x="27432" y="20003"/>
                    </a:lnTo>
                    <a:lnTo>
                      <a:pt x="13430" y="11906"/>
                    </a:lnTo>
                    <a:lnTo>
                      <a:pt x="27432" y="3810"/>
                    </a:lnTo>
                    <a:lnTo>
                      <a:pt x="20765" y="0"/>
                    </a:lnTo>
                    <a:lnTo>
                      <a:pt x="0" y="11906"/>
                    </a:lnTo>
                    <a:lnTo>
                      <a:pt x="20765" y="2390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3" name="Google Shape;4783;p56"/>
              <p:cNvSpPr/>
              <p:nvPr/>
            </p:nvSpPr>
            <p:spPr>
              <a:xfrm>
                <a:off x="7559706" y="4972620"/>
                <a:ext cx="41433" cy="15811"/>
              </a:xfrm>
              <a:custGeom>
                <a:avLst/>
                <a:gdLst/>
                <a:ahLst/>
                <a:cxnLst/>
                <a:rect l="l" t="t" r="r" b="b"/>
                <a:pathLst>
                  <a:path w="41433" h="15811" extrusionOk="0">
                    <a:moveTo>
                      <a:pt x="6763" y="0"/>
                    </a:moveTo>
                    <a:lnTo>
                      <a:pt x="0" y="3810"/>
                    </a:lnTo>
                    <a:lnTo>
                      <a:pt x="20764" y="15812"/>
                    </a:lnTo>
                    <a:lnTo>
                      <a:pt x="41434" y="3810"/>
                    </a:lnTo>
                    <a:lnTo>
                      <a:pt x="34766" y="0"/>
                    </a:lnTo>
                    <a:lnTo>
                      <a:pt x="20764" y="8096"/>
                    </a:lnTo>
                    <a:lnTo>
                      <a:pt x="676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4" name="Google Shape;4784;p56"/>
              <p:cNvSpPr/>
              <p:nvPr/>
            </p:nvSpPr>
            <p:spPr>
              <a:xfrm>
                <a:off x="7477982" y="4759451"/>
                <a:ext cx="41433" cy="15811"/>
              </a:xfrm>
              <a:custGeom>
                <a:avLst/>
                <a:gdLst/>
                <a:ahLst/>
                <a:cxnLst/>
                <a:rect l="l" t="t" r="r" b="b"/>
                <a:pathLst>
                  <a:path w="41433" h="15811" extrusionOk="0">
                    <a:moveTo>
                      <a:pt x="0" y="12002"/>
                    </a:moveTo>
                    <a:lnTo>
                      <a:pt x="6763" y="15812"/>
                    </a:lnTo>
                    <a:lnTo>
                      <a:pt x="20764" y="7715"/>
                    </a:lnTo>
                    <a:lnTo>
                      <a:pt x="34766" y="15812"/>
                    </a:lnTo>
                    <a:lnTo>
                      <a:pt x="41434" y="12002"/>
                    </a:lnTo>
                    <a:lnTo>
                      <a:pt x="20764" y="0"/>
                    </a:lnTo>
                    <a:lnTo>
                      <a:pt x="0" y="1200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5" name="Google Shape;4785;p56"/>
              <p:cNvSpPr/>
              <p:nvPr/>
            </p:nvSpPr>
            <p:spPr>
              <a:xfrm>
                <a:off x="7710487" y="4885562"/>
                <a:ext cx="27336" cy="23907"/>
              </a:xfrm>
              <a:custGeom>
                <a:avLst/>
                <a:gdLst/>
                <a:ahLst/>
                <a:cxnLst/>
                <a:rect l="l" t="t" r="r" b="b"/>
                <a:pathLst>
                  <a:path w="27336" h="23907" extrusionOk="0">
                    <a:moveTo>
                      <a:pt x="14002" y="12001"/>
                    </a:moveTo>
                    <a:lnTo>
                      <a:pt x="0" y="20002"/>
                    </a:lnTo>
                    <a:lnTo>
                      <a:pt x="6668" y="23908"/>
                    </a:lnTo>
                    <a:lnTo>
                      <a:pt x="27337" y="12001"/>
                    </a:lnTo>
                    <a:lnTo>
                      <a:pt x="6668" y="0"/>
                    </a:lnTo>
                    <a:lnTo>
                      <a:pt x="0" y="3905"/>
                    </a:lnTo>
                    <a:lnTo>
                      <a:pt x="14002" y="1200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86" name="Google Shape;4786;p56"/>
            <p:cNvGrpSpPr/>
            <p:nvPr/>
          </p:nvGrpSpPr>
          <p:grpSpPr>
            <a:xfrm>
              <a:off x="1340467" y="2203206"/>
              <a:ext cx="491580" cy="288487"/>
              <a:chOff x="7404353" y="4788026"/>
              <a:chExt cx="166688" cy="97822"/>
            </a:xfrm>
          </p:grpSpPr>
          <p:grpSp>
            <p:nvGrpSpPr>
              <p:cNvPr id="4787" name="Google Shape;4787;p56"/>
              <p:cNvGrpSpPr/>
              <p:nvPr/>
            </p:nvGrpSpPr>
            <p:grpSpPr>
              <a:xfrm>
                <a:off x="7404353" y="4788026"/>
                <a:ext cx="166688" cy="97822"/>
                <a:chOff x="7404353" y="4788026"/>
                <a:chExt cx="166688" cy="97822"/>
              </a:xfrm>
            </p:grpSpPr>
            <p:sp>
              <p:nvSpPr>
                <p:cNvPr id="4788" name="Google Shape;4788;p56"/>
                <p:cNvSpPr/>
                <p:nvPr/>
              </p:nvSpPr>
              <p:spPr>
                <a:xfrm>
                  <a:off x="7404353" y="4830222"/>
                  <a:ext cx="93726" cy="55626"/>
                </a:xfrm>
                <a:custGeom>
                  <a:avLst/>
                  <a:gdLst/>
                  <a:ahLst/>
                  <a:cxnLst/>
                  <a:rect l="l" t="t" r="r" b="b"/>
                  <a:pathLst>
                    <a:path w="93726" h="55626" extrusionOk="0">
                      <a:moveTo>
                        <a:pt x="93726" y="55626"/>
                      </a:moveTo>
                      <a:lnTo>
                        <a:pt x="0" y="1524"/>
                      </a:lnTo>
                      <a:lnTo>
                        <a:pt x="0" y="0"/>
                      </a:lnTo>
                      <a:lnTo>
                        <a:pt x="93726" y="54102"/>
                      </a:lnTo>
                      <a:lnTo>
                        <a:pt x="93726" y="5562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9" name="Google Shape;4789;p56"/>
                <p:cNvSpPr/>
                <p:nvPr/>
              </p:nvSpPr>
              <p:spPr>
                <a:xfrm>
                  <a:off x="7498080" y="4842128"/>
                  <a:ext cx="72961" cy="43720"/>
                </a:xfrm>
                <a:custGeom>
                  <a:avLst/>
                  <a:gdLst/>
                  <a:ahLst/>
                  <a:cxnLst/>
                  <a:rect l="l" t="t" r="r" b="b"/>
                  <a:pathLst>
                    <a:path w="72961" h="43720" extrusionOk="0">
                      <a:moveTo>
                        <a:pt x="72961" y="1619"/>
                      </a:moveTo>
                      <a:lnTo>
                        <a:pt x="0" y="43720"/>
                      </a:lnTo>
                      <a:lnTo>
                        <a:pt x="0" y="42196"/>
                      </a:lnTo>
                      <a:lnTo>
                        <a:pt x="72961" y="0"/>
                      </a:lnTo>
                      <a:lnTo>
                        <a:pt x="72961" y="161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0" name="Google Shape;4790;p56"/>
                <p:cNvSpPr/>
                <p:nvPr/>
              </p:nvSpPr>
              <p:spPr>
                <a:xfrm>
                  <a:off x="7404353" y="4788026"/>
                  <a:ext cx="166687" cy="96297"/>
                </a:xfrm>
                <a:custGeom>
                  <a:avLst/>
                  <a:gdLst/>
                  <a:ahLst/>
                  <a:cxnLst/>
                  <a:rect l="l" t="t" r="r" b="b"/>
                  <a:pathLst>
                    <a:path w="166687" h="96297" extrusionOk="0">
                      <a:moveTo>
                        <a:pt x="93726" y="96298"/>
                      </a:moveTo>
                      <a:lnTo>
                        <a:pt x="0" y="42196"/>
                      </a:lnTo>
                      <a:lnTo>
                        <a:pt x="72962" y="0"/>
                      </a:lnTo>
                      <a:lnTo>
                        <a:pt x="166688" y="54102"/>
                      </a:lnTo>
                      <a:lnTo>
                        <a:pt x="93726" y="9629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91" name="Google Shape;4791;p56"/>
              <p:cNvGrpSpPr/>
              <p:nvPr/>
            </p:nvGrpSpPr>
            <p:grpSpPr>
              <a:xfrm>
                <a:off x="7410926" y="4791836"/>
                <a:ext cx="111727" cy="65055"/>
                <a:chOff x="7410926" y="4791836"/>
                <a:chExt cx="111727" cy="65055"/>
              </a:xfrm>
            </p:grpSpPr>
            <p:grpSp>
              <p:nvGrpSpPr>
                <p:cNvPr id="4792" name="Google Shape;4792;p56"/>
                <p:cNvGrpSpPr/>
                <p:nvPr/>
              </p:nvGrpSpPr>
              <p:grpSpPr>
                <a:xfrm>
                  <a:off x="7451407" y="4815172"/>
                  <a:ext cx="71246" cy="41719"/>
                  <a:chOff x="7451407" y="4815172"/>
                  <a:chExt cx="71246" cy="41719"/>
                </a:xfrm>
              </p:grpSpPr>
              <p:grpSp>
                <p:nvGrpSpPr>
                  <p:cNvPr id="4793" name="Google Shape;4793;p56"/>
                  <p:cNvGrpSpPr/>
                  <p:nvPr/>
                </p:nvGrpSpPr>
                <p:grpSpPr>
                  <a:xfrm>
                    <a:off x="7510462" y="4815172"/>
                    <a:ext cx="12191" cy="7619"/>
                    <a:chOff x="7510462" y="4815172"/>
                    <a:chExt cx="12191" cy="7619"/>
                  </a:xfrm>
                </p:grpSpPr>
                <p:sp>
                  <p:nvSpPr>
                    <p:cNvPr id="4794" name="Google Shape;4794;p56"/>
                    <p:cNvSpPr/>
                    <p:nvPr/>
                  </p:nvSpPr>
                  <p:spPr>
                    <a:xfrm>
                      <a:off x="7510462" y="4815172"/>
                      <a:ext cx="12191" cy="7048"/>
                    </a:xfrm>
                    <a:custGeom>
                      <a:avLst/>
                      <a:gdLst/>
                      <a:ahLst/>
                      <a:cxnLst/>
                      <a:rect l="l" t="t" r="r" b="b"/>
                      <a:pathLst>
                        <a:path w="12191" h="7048" extrusionOk="0">
                          <a:moveTo>
                            <a:pt x="6096" y="7048"/>
                          </a:moveTo>
                          <a:lnTo>
                            <a:pt x="0" y="3524"/>
                          </a:lnTo>
                          <a:lnTo>
                            <a:pt x="6096" y="0"/>
                          </a:lnTo>
                          <a:lnTo>
                            <a:pt x="12192"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5" name="Google Shape;4795;p56"/>
                    <p:cNvSpPr/>
                    <p:nvPr/>
                  </p:nvSpPr>
                  <p:spPr>
                    <a:xfrm>
                      <a:off x="7510462" y="4818696"/>
                      <a:ext cx="6096" cy="4095"/>
                    </a:xfrm>
                    <a:custGeom>
                      <a:avLst/>
                      <a:gdLst/>
                      <a:ahLst/>
                      <a:cxnLst/>
                      <a:rect l="l" t="t" r="r" b="b"/>
                      <a:pathLst>
                        <a:path w="6096" h="4095" extrusionOk="0">
                          <a:moveTo>
                            <a:pt x="6096" y="4096"/>
                          </a:moveTo>
                          <a:lnTo>
                            <a:pt x="0" y="571"/>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6" name="Google Shape;4796;p56"/>
                    <p:cNvSpPr/>
                    <p:nvPr/>
                  </p:nvSpPr>
                  <p:spPr>
                    <a:xfrm>
                      <a:off x="7516558" y="4818696"/>
                      <a:ext cx="6095" cy="4095"/>
                    </a:xfrm>
                    <a:custGeom>
                      <a:avLst/>
                      <a:gdLst/>
                      <a:ahLst/>
                      <a:cxnLst/>
                      <a:rect l="l" t="t" r="r" b="b"/>
                      <a:pathLst>
                        <a:path w="6095" h="4095" extrusionOk="0">
                          <a:moveTo>
                            <a:pt x="6096" y="571"/>
                          </a:moveTo>
                          <a:lnTo>
                            <a:pt x="0" y="4096"/>
                          </a:lnTo>
                          <a:lnTo>
                            <a:pt x="0" y="3524"/>
                          </a:lnTo>
                          <a:lnTo>
                            <a:pt x="6096" y="0"/>
                          </a:lnTo>
                          <a:lnTo>
                            <a:pt x="6096"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97" name="Google Shape;4797;p56"/>
                  <p:cNvGrpSpPr/>
                  <p:nvPr/>
                </p:nvGrpSpPr>
                <p:grpSpPr>
                  <a:xfrm>
                    <a:off x="7498651" y="4822030"/>
                    <a:ext cx="12192" cy="7524"/>
                    <a:chOff x="7498651" y="4822030"/>
                    <a:chExt cx="12192" cy="7524"/>
                  </a:xfrm>
                </p:grpSpPr>
                <p:sp>
                  <p:nvSpPr>
                    <p:cNvPr id="4798" name="Google Shape;4798;p56"/>
                    <p:cNvSpPr/>
                    <p:nvPr/>
                  </p:nvSpPr>
                  <p:spPr>
                    <a:xfrm>
                      <a:off x="7498651" y="4822030"/>
                      <a:ext cx="12191" cy="7048"/>
                    </a:xfrm>
                    <a:custGeom>
                      <a:avLst/>
                      <a:gdLst/>
                      <a:ahLst/>
                      <a:cxnLst/>
                      <a:rect l="l" t="t" r="r" b="b"/>
                      <a:pathLst>
                        <a:path w="12191" h="7048" extrusionOk="0">
                          <a:moveTo>
                            <a:pt x="6096" y="7048"/>
                          </a:moveTo>
                          <a:lnTo>
                            <a:pt x="0" y="3524"/>
                          </a:lnTo>
                          <a:lnTo>
                            <a:pt x="6096" y="0"/>
                          </a:lnTo>
                          <a:lnTo>
                            <a:pt x="12192"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9" name="Google Shape;4799;p56"/>
                    <p:cNvSpPr/>
                    <p:nvPr/>
                  </p:nvSpPr>
                  <p:spPr>
                    <a:xfrm>
                      <a:off x="7498651" y="4825554"/>
                      <a:ext cx="6095" cy="4000"/>
                    </a:xfrm>
                    <a:custGeom>
                      <a:avLst/>
                      <a:gdLst/>
                      <a:ahLst/>
                      <a:cxnLst/>
                      <a:rect l="l" t="t" r="r" b="b"/>
                      <a:pathLst>
                        <a:path w="6095"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0" name="Google Shape;4800;p56"/>
                    <p:cNvSpPr/>
                    <p:nvPr/>
                  </p:nvSpPr>
                  <p:spPr>
                    <a:xfrm>
                      <a:off x="7504747" y="4825554"/>
                      <a:ext cx="6096" cy="4000"/>
                    </a:xfrm>
                    <a:custGeom>
                      <a:avLst/>
                      <a:gdLst/>
                      <a:ahLst/>
                      <a:cxnLst/>
                      <a:rect l="l" t="t" r="r" b="b"/>
                      <a:pathLst>
                        <a:path w="6096"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01" name="Google Shape;4801;p56"/>
                  <p:cNvGrpSpPr/>
                  <p:nvPr/>
                </p:nvGrpSpPr>
                <p:grpSpPr>
                  <a:xfrm>
                    <a:off x="7486840" y="4828793"/>
                    <a:ext cx="12191" cy="7619"/>
                    <a:chOff x="7486840" y="4828793"/>
                    <a:chExt cx="12191" cy="7619"/>
                  </a:xfrm>
                </p:grpSpPr>
                <p:sp>
                  <p:nvSpPr>
                    <p:cNvPr id="4802" name="Google Shape;4802;p56"/>
                    <p:cNvSpPr/>
                    <p:nvPr/>
                  </p:nvSpPr>
                  <p:spPr>
                    <a:xfrm>
                      <a:off x="7486840" y="4828793"/>
                      <a:ext cx="12191" cy="7143"/>
                    </a:xfrm>
                    <a:custGeom>
                      <a:avLst/>
                      <a:gdLst/>
                      <a:ahLst/>
                      <a:cxnLst/>
                      <a:rect l="l" t="t" r="r" b="b"/>
                      <a:pathLst>
                        <a:path w="12191" h="7143" extrusionOk="0">
                          <a:moveTo>
                            <a:pt x="6096" y="7144"/>
                          </a:moveTo>
                          <a:lnTo>
                            <a:pt x="0" y="3524"/>
                          </a:lnTo>
                          <a:lnTo>
                            <a:pt x="6096" y="0"/>
                          </a:lnTo>
                          <a:lnTo>
                            <a:pt x="12192" y="3524"/>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3" name="Google Shape;4803;p56"/>
                    <p:cNvSpPr/>
                    <p:nvPr/>
                  </p:nvSpPr>
                  <p:spPr>
                    <a:xfrm>
                      <a:off x="7486840" y="4832317"/>
                      <a:ext cx="6096" cy="4095"/>
                    </a:xfrm>
                    <a:custGeom>
                      <a:avLst/>
                      <a:gdLst/>
                      <a:ahLst/>
                      <a:cxnLst/>
                      <a:rect l="l" t="t" r="r" b="b"/>
                      <a:pathLst>
                        <a:path w="6096" h="4095" extrusionOk="0">
                          <a:moveTo>
                            <a:pt x="6096" y="4096"/>
                          </a:moveTo>
                          <a:lnTo>
                            <a:pt x="0" y="572"/>
                          </a:lnTo>
                          <a:lnTo>
                            <a:pt x="0" y="0"/>
                          </a:lnTo>
                          <a:lnTo>
                            <a:pt x="6096" y="3620"/>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4" name="Google Shape;4804;p56"/>
                    <p:cNvSpPr/>
                    <p:nvPr/>
                  </p:nvSpPr>
                  <p:spPr>
                    <a:xfrm>
                      <a:off x="7492936" y="4832317"/>
                      <a:ext cx="6095" cy="4095"/>
                    </a:xfrm>
                    <a:custGeom>
                      <a:avLst/>
                      <a:gdLst/>
                      <a:ahLst/>
                      <a:cxnLst/>
                      <a:rect l="l" t="t" r="r" b="b"/>
                      <a:pathLst>
                        <a:path w="6095" h="4095" extrusionOk="0">
                          <a:moveTo>
                            <a:pt x="6096" y="572"/>
                          </a:moveTo>
                          <a:lnTo>
                            <a:pt x="0" y="4096"/>
                          </a:lnTo>
                          <a:lnTo>
                            <a:pt x="0" y="3620"/>
                          </a:lnTo>
                          <a:lnTo>
                            <a:pt x="6096" y="0"/>
                          </a:lnTo>
                          <a:lnTo>
                            <a:pt x="6096" y="572"/>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05" name="Google Shape;4805;p56"/>
                  <p:cNvGrpSpPr/>
                  <p:nvPr/>
                </p:nvGrpSpPr>
                <p:grpSpPr>
                  <a:xfrm>
                    <a:off x="7475029" y="4835651"/>
                    <a:ext cx="12191" cy="7524"/>
                    <a:chOff x="7475029" y="4835651"/>
                    <a:chExt cx="12191" cy="7524"/>
                  </a:xfrm>
                </p:grpSpPr>
                <p:sp>
                  <p:nvSpPr>
                    <p:cNvPr id="4806" name="Google Shape;4806;p56"/>
                    <p:cNvSpPr/>
                    <p:nvPr/>
                  </p:nvSpPr>
                  <p:spPr>
                    <a:xfrm>
                      <a:off x="7475029" y="4835651"/>
                      <a:ext cx="12191" cy="7048"/>
                    </a:xfrm>
                    <a:custGeom>
                      <a:avLst/>
                      <a:gdLst/>
                      <a:ahLst/>
                      <a:cxnLst/>
                      <a:rect l="l" t="t" r="r" b="b"/>
                      <a:pathLst>
                        <a:path w="12191" h="7048" extrusionOk="0">
                          <a:moveTo>
                            <a:pt x="6096" y="7049"/>
                          </a:moveTo>
                          <a:lnTo>
                            <a:pt x="0" y="3524"/>
                          </a:lnTo>
                          <a:lnTo>
                            <a:pt x="6096" y="0"/>
                          </a:lnTo>
                          <a:lnTo>
                            <a:pt x="12192" y="3524"/>
                          </a:lnTo>
                          <a:lnTo>
                            <a:pt x="6096"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7" name="Google Shape;4807;p56"/>
                    <p:cNvSpPr/>
                    <p:nvPr/>
                  </p:nvSpPr>
                  <p:spPr>
                    <a:xfrm>
                      <a:off x="7475029" y="4839175"/>
                      <a:ext cx="6096" cy="4000"/>
                    </a:xfrm>
                    <a:custGeom>
                      <a:avLst/>
                      <a:gdLst/>
                      <a:ahLst/>
                      <a:cxnLst/>
                      <a:rect l="l" t="t" r="r" b="b"/>
                      <a:pathLst>
                        <a:path w="6096"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8" name="Google Shape;4808;p56"/>
                    <p:cNvSpPr/>
                    <p:nvPr/>
                  </p:nvSpPr>
                  <p:spPr>
                    <a:xfrm>
                      <a:off x="7481125" y="4839175"/>
                      <a:ext cx="6095" cy="4000"/>
                    </a:xfrm>
                    <a:custGeom>
                      <a:avLst/>
                      <a:gdLst/>
                      <a:ahLst/>
                      <a:cxnLst/>
                      <a:rect l="l" t="t" r="r" b="b"/>
                      <a:pathLst>
                        <a:path w="6095"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09" name="Google Shape;4809;p56"/>
                  <p:cNvGrpSpPr/>
                  <p:nvPr/>
                </p:nvGrpSpPr>
                <p:grpSpPr>
                  <a:xfrm>
                    <a:off x="7463218" y="4842414"/>
                    <a:ext cx="12192" cy="7619"/>
                    <a:chOff x="7463218" y="4842414"/>
                    <a:chExt cx="12192" cy="7619"/>
                  </a:xfrm>
                </p:grpSpPr>
                <p:sp>
                  <p:nvSpPr>
                    <p:cNvPr id="4810" name="Google Shape;4810;p56"/>
                    <p:cNvSpPr/>
                    <p:nvPr/>
                  </p:nvSpPr>
                  <p:spPr>
                    <a:xfrm>
                      <a:off x="7463218" y="4842414"/>
                      <a:ext cx="12191" cy="7143"/>
                    </a:xfrm>
                    <a:custGeom>
                      <a:avLst/>
                      <a:gdLst/>
                      <a:ahLst/>
                      <a:cxnLst/>
                      <a:rect l="l" t="t" r="r" b="b"/>
                      <a:pathLst>
                        <a:path w="12191" h="7143" extrusionOk="0">
                          <a:moveTo>
                            <a:pt x="6096" y="7144"/>
                          </a:moveTo>
                          <a:lnTo>
                            <a:pt x="0" y="3619"/>
                          </a:lnTo>
                          <a:lnTo>
                            <a:pt x="6096" y="0"/>
                          </a:lnTo>
                          <a:lnTo>
                            <a:pt x="12192" y="3619"/>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11" name="Google Shape;4811;p56"/>
                    <p:cNvSpPr/>
                    <p:nvPr/>
                  </p:nvSpPr>
                  <p:spPr>
                    <a:xfrm>
                      <a:off x="7463218" y="4846033"/>
                      <a:ext cx="6095" cy="4000"/>
                    </a:xfrm>
                    <a:custGeom>
                      <a:avLst/>
                      <a:gdLst/>
                      <a:ahLst/>
                      <a:cxnLst/>
                      <a:rect l="l" t="t" r="r" b="b"/>
                      <a:pathLst>
                        <a:path w="6095"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12" name="Google Shape;4812;p56"/>
                    <p:cNvSpPr/>
                    <p:nvPr/>
                  </p:nvSpPr>
                  <p:spPr>
                    <a:xfrm>
                      <a:off x="7469314" y="4846033"/>
                      <a:ext cx="6096" cy="4000"/>
                    </a:xfrm>
                    <a:custGeom>
                      <a:avLst/>
                      <a:gdLst/>
                      <a:ahLst/>
                      <a:cxnLst/>
                      <a:rect l="l" t="t" r="r" b="b"/>
                      <a:pathLst>
                        <a:path w="6096"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13" name="Google Shape;4813;p56"/>
                  <p:cNvGrpSpPr/>
                  <p:nvPr/>
                </p:nvGrpSpPr>
                <p:grpSpPr>
                  <a:xfrm>
                    <a:off x="7451407" y="4849272"/>
                    <a:ext cx="12191" cy="7619"/>
                    <a:chOff x="7451407" y="4849272"/>
                    <a:chExt cx="12191" cy="7619"/>
                  </a:xfrm>
                </p:grpSpPr>
                <p:sp>
                  <p:nvSpPr>
                    <p:cNvPr id="4814" name="Google Shape;4814;p56"/>
                    <p:cNvSpPr/>
                    <p:nvPr/>
                  </p:nvSpPr>
                  <p:spPr>
                    <a:xfrm>
                      <a:off x="7451407" y="4849272"/>
                      <a:ext cx="12191" cy="7048"/>
                    </a:xfrm>
                    <a:custGeom>
                      <a:avLst/>
                      <a:gdLst/>
                      <a:ahLst/>
                      <a:cxnLst/>
                      <a:rect l="l" t="t" r="r" b="b"/>
                      <a:pathLst>
                        <a:path w="12191" h="7048" extrusionOk="0">
                          <a:moveTo>
                            <a:pt x="6096" y="7049"/>
                          </a:moveTo>
                          <a:lnTo>
                            <a:pt x="0" y="3524"/>
                          </a:lnTo>
                          <a:lnTo>
                            <a:pt x="6096" y="0"/>
                          </a:lnTo>
                          <a:lnTo>
                            <a:pt x="12192" y="3524"/>
                          </a:lnTo>
                          <a:lnTo>
                            <a:pt x="6096"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15" name="Google Shape;4815;p56"/>
                    <p:cNvSpPr/>
                    <p:nvPr/>
                  </p:nvSpPr>
                  <p:spPr>
                    <a:xfrm>
                      <a:off x="7451407" y="4852796"/>
                      <a:ext cx="6096" cy="4095"/>
                    </a:xfrm>
                    <a:custGeom>
                      <a:avLst/>
                      <a:gdLst/>
                      <a:ahLst/>
                      <a:cxnLst/>
                      <a:rect l="l" t="t" r="r" b="b"/>
                      <a:pathLst>
                        <a:path w="6096" h="4095" extrusionOk="0">
                          <a:moveTo>
                            <a:pt x="6096" y="4096"/>
                          </a:moveTo>
                          <a:lnTo>
                            <a:pt x="0" y="476"/>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16" name="Google Shape;4816;p56"/>
                    <p:cNvSpPr/>
                    <p:nvPr/>
                  </p:nvSpPr>
                  <p:spPr>
                    <a:xfrm>
                      <a:off x="7457503" y="4852796"/>
                      <a:ext cx="6095" cy="4095"/>
                    </a:xfrm>
                    <a:custGeom>
                      <a:avLst/>
                      <a:gdLst/>
                      <a:ahLst/>
                      <a:cxnLst/>
                      <a:rect l="l" t="t" r="r" b="b"/>
                      <a:pathLst>
                        <a:path w="6095" h="4095" extrusionOk="0">
                          <a:moveTo>
                            <a:pt x="6096" y="476"/>
                          </a:moveTo>
                          <a:lnTo>
                            <a:pt x="0" y="4096"/>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817" name="Google Shape;4817;p56"/>
                <p:cNvGrpSpPr/>
                <p:nvPr/>
              </p:nvGrpSpPr>
              <p:grpSpPr>
                <a:xfrm>
                  <a:off x="7437882" y="4807362"/>
                  <a:ext cx="71342" cy="41719"/>
                  <a:chOff x="7437882" y="4807362"/>
                  <a:chExt cx="71342" cy="41719"/>
                </a:xfrm>
              </p:grpSpPr>
              <p:grpSp>
                <p:nvGrpSpPr>
                  <p:cNvPr id="4818" name="Google Shape;4818;p56"/>
                  <p:cNvGrpSpPr/>
                  <p:nvPr/>
                </p:nvGrpSpPr>
                <p:grpSpPr>
                  <a:xfrm>
                    <a:off x="7496936" y="4807362"/>
                    <a:ext cx="12288" cy="7619"/>
                    <a:chOff x="7496936" y="4807362"/>
                    <a:chExt cx="12288" cy="7619"/>
                  </a:xfrm>
                </p:grpSpPr>
                <p:sp>
                  <p:nvSpPr>
                    <p:cNvPr id="4819" name="Google Shape;4819;p56"/>
                    <p:cNvSpPr/>
                    <p:nvPr/>
                  </p:nvSpPr>
                  <p:spPr>
                    <a:xfrm>
                      <a:off x="7496936" y="4807362"/>
                      <a:ext cx="12287" cy="7143"/>
                    </a:xfrm>
                    <a:custGeom>
                      <a:avLst/>
                      <a:gdLst/>
                      <a:ahLst/>
                      <a:cxnLst/>
                      <a:rect l="l" t="t" r="r" b="b"/>
                      <a:pathLst>
                        <a:path w="12287" h="7143" extrusionOk="0">
                          <a:moveTo>
                            <a:pt x="6096" y="7144"/>
                          </a:moveTo>
                          <a:lnTo>
                            <a:pt x="0" y="3620"/>
                          </a:lnTo>
                          <a:lnTo>
                            <a:pt x="6096" y="0"/>
                          </a:lnTo>
                          <a:lnTo>
                            <a:pt x="12287" y="3620"/>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0" name="Google Shape;4820;p56"/>
                    <p:cNvSpPr/>
                    <p:nvPr/>
                  </p:nvSpPr>
                  <p:spPr>
                    <a:xfrm>
                      <a:off x="7496936" y="4810981"/>
                      <a:ext cx="6096" cy="4000"/>
                    </a:xfrm>
                    <a:custGeom>
                      <a:avLst/>
                      <a:gdLst/>
                      <a:ahLst/>
                      <a:cxnLst/>
                      <a:rect l="l" t="t" r="r" b="b"/>
                      <a:pathLst>
                        <a:path w="6096"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1" name="Google Shape;4821;p56"/>
                    <p:cNvSpPr/>
                    <p:nvPr/>
                  </p:nvSpPr>
                  <p:spPr>
                    <a:xfrm>
                      <a:off x="7503033" y="4810981"/>
                      <a:ext cx="6191" cy="4000"/>
                    </a:xfrm>
                    <a:custGeom>
                      <a:avLst/>
                      <a:gdLst/>
                      <a:ahLst/>
                      <a:cxnLst/>
                      <a:rect l="l" t="t" r="r" b="b"/>
                      <a:pathLst>
                        <a:path w="6191" h="4000" extrusionOk="0">
                          <a:moveTo>
                            <a:pt x="6191" y="476"/>
                          </a:moveTo>
                          <a:lnTo>
                            <a:pt x="0" y="4001"/>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22" name="Google Shape;4822;p56"/>
                  <p:cNvGrpSpPr/>
                  <p:nvPr/>
                </p:nvGrpSpPr>
                <p:grpSpPr>
                  <a:xfrm>
                    <a:off x="7485125" y="4814220"/>
                    <a:ext cx="12288" cy="7619"/>
                    <a:chOff x="7485125" y="4814220"/>
                    <a:chExt cx="12288" cy="7619"/>
                  </a:xfrm>
                </p:grpSpPr>
                <p:sp>
                  <p:nvSpPr>
                    <p:cNvPr id="4823" name="Google Shape;4823;p56"/>
                    <p:cNvSpPr/>
                    <p:nvPr/>
                  </p:nvSpPr>
                  <p:spPr>
                    <a:xfrm>
                      <a:off x="7485125" y="4814220"/>
                      <a:ext cx="12287" cy="7048"/>
                    </a:xfrm>
                    <a:custGeom>
                      <a:avLst/>
                      <a:gdLst/>
                      <a:ahLst/>
                      <a:cxnLst/>
                      <a:rect l="l" t="t" r="r" b="b"/>
                      <a:pathLst>
                        <a:path w="12287" h="7048" extrusionOk="0">
                          <a:moveTo>
                            <a:pt x="6096" y="7049"/>
                          </a:moveTo>
                          <a:lnTo>
                            <a:pt x="0" y="3524"/>
                          </a:lnTo>
                          <a:lnTo>
                            <a:pt x="6096" y="0"/>
                          </a:lnTo>
                          <a:lnTo>
                            <a:pt x="12287" y="3524"/>
                          </a:lnTo>
                          <a:lnTo>
                            <a:pt x="6096"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4" name="Google Shape;4824;p56"/>
                    <p:cNvSpPr/>
                    <p:nvPr/>
                  </p:nvSpPr>
                  <p:spPr>
                    <a:xfrm>
                      <a:off x="7485125" y="4817744"/>
                      <a:ext cx="6096" cy="4095"/>
                    </a:xfrm>
                    <a:custGeom>
                      <a:avLst/>
                      <a:gdLst/>
                      <a:ahLst/>
                      <a:cxnLst/>
                      <a:rect l="l" t="t" r="r" b="b"/>
                      <a:pathLst>
                        <a:path w="6096" h="4095" extrusionOk="0">
                          <a:moveTo>
                            <a:pt x="6096" y="4096"/>
                          </a:moveTo>
                          <a:lnTo>
                            <a:pt x="0" y="476"/>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5" name="Google Shape;4825;p56"/>
                    <p:cNvSpPr/>
                    <p:nvPr/>
                  </p:nvSpPr>
                  <p:spPr>
                    <a:xfrm>
                      <a:off x="7491222" y="4817744"/>
                      <a:ext cx="6191" cy="4095"/>
                    </a:xfrm>
                    <a:custGeom>
                      <a:avLst/>
                      <a:gdLst/>
                      <a:ahLst/>
                      <a:cxnLst/>
                      <a:rect l="l" t="t" r="r" b="b"/>
                      <a:pathLst>
                        <a:path w="6191" h="4095" extrusionOk="0">
                          <a:moveTo>
                            <a:pt x="6191" y="476"/>
                          </a:moveTo>
                          <a:lnTo>
                            <a:pt x="0" y="4096"/>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26" name="Google Shape;4826;p56"/>
                  <p:cNvGrpSpPr/>
                  <p:nvPr/>
                </p:nvGrpSpPr>
                <p:grpSpPr>
                  <a:xfrm>
                    <a:off x="7473315" y="4821078"/>
                    <a:ext cx="12287" cy="7524"/>
                    <a:chOff x="7473315" y="4821078"/>
                    <a:chExt cx="12287" cy="7524"/>
                  </a:xfrm>
                </p:grpSpPr>
                <p:sp>
                  <p:nvSpPr>
                    <p:cNvPr id="4827" name="Google Shape;4827;p56"/>
                    <p:cNvSpPr/>
                    <p:nvPr/>
                  </p:nvSpPr>
                  <p:spPr>
                    <a:xfrm>
                      <a:off x="7473315" y="4821078"/>
                      <a:ext cx="12287" cy="7048"/>
                    </a:xfrm>
                    <a:custGeom>
                      <a:avLst/>
                      <a:gdLst/>
                      <a:ahLst/>
                      <a:cxnLst/>
                      <a:rect l="l" t="t" r="r" b="b"/>
                      <a:pathLst>
                        <a:path w="12287" h="7048" extrusionOk="0">
                          <a:moveTo>
                            <a:pt x="6096" y="7049"/>
                          </a:moveTo>
                          <a:lnTo>
                            <a:pt x="0" y="3524"/>
                          </a:lnTo>
                          <a:lnTo>
                            <a:pt x="6096" y="0"/>
                          </a:lnTo>
                          <a:lnTo>
                            <a:pt x="12287" y="3524"/>
                          </a:lnTo>
                          <a:lnTo>
                            <a:pt x="6096"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8" name="Google Shape;4828;p56"/>
                    <p:cNvSpPr/>
                    <p:nvPr/>
                  </p:nvSpPr>
                  <p:spPr>
                    <a:xfrm>
                      <a:off x="7473315" y="4824602"/>
                      <a:ext cx="6095" cy="4000"/>
                    </a:xfrm>
                    <a:custGeom>
                      <a:avLst/>
                      <a:gdLst/>
                      <a:ahLst/>
                      <a:cxnLst/>
                      <a:rect l="l" t="t" r="r" b="b"/>
                      <a:pathLst>
                        <a:path w="6095"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9" name="Google Shape;4829;p56"/>
                    <p:cNvSpPr/>
                    <p:nvPr/>
                  </p:nvSpPr>
                  <p:spPr>
                    <a:xfrm>
                      <a:off x="7479410" y="4824602"/>
                      <a:ext cx="6191" cy="4000"/>
                    </a:xfrm>
                    <a:custGeom>
                      <a:avLst/>
                      <a:gdLst/>
                      <a:ahLst/>
                      <a:cxnLst/>
                      <a:rect l="l" t="t" r="r" b="b"/>
                      <a:pathLst>
                        <a:path w="6191" h="4000" extrusionOk="0">
                          <a:moveTo>
                            <a:pt x="6191" y="476"/>
                          </a:moveTo>
                          <a:lnTo>
                            <a:pt x="0" y="4001"/>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30" name="Google Shape;4830;p56"/>
                  <p:cNvGrpSpPr/>
                  <p:nvPr/>
                </p:nvGrpSpPr>
                <p:grpSpPr>
                  <a:xfrm>
                    <a:off x="7461503" y="4827840"/>
                    <a:ext cx="12288" cy="7620"/>
                    <a:chOff x="7461503" y="4827840"/>
                    <a:chExt cx="12288" cy="7620"/>
                  </a:xfrm>
                </p:grpSpPr>
                <p:sp>
                  <p:nvSpPr>
                    <p:cNvPr id="4831" name="Google Shape;4831;p56"/>
                    <p:cNvSpPr/>
                    <p:nvPr/>
                  </p:nvSpPr>
                  <p:spPr>
                    <a:xfrm>
                      <a:off x="7461503" y="4827840"/>
                      <a:ext cx="12287" cy="7048"/>
                    </a:xfrm>
                    <a:custGeom>
                      <a:avLst/>
                      <a:gdLst/>
                      <a:ahLst/>
                      <a:cxnLst/>
                      <a:rect l="l" t="t" r="r" b="b"/>
                      <a:pathLst>
                        <a:path w="12287" h="7048" extrusionOk="0">
                          <a:moveTo>
                            <a:pt x="6096" y="7049"/>
                          </a:moveTo>
                          <a:lnTo>
                            <a:pt x="0" y="3524"/>
                          </a:lnTo>
                          <a:lnTo>
                            <a:pt x="6096" y="0"/>
                          </a:lnTo>
                          <a:lnTo>
                            <a:pt x="12287" y="3524"/>
                          </a:lnTo>
                          <a:lnTo>
                            <a:pt x="6096"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32" name="Google Shape;4832;p56"/>
                    <p:cNvSpPr/>
                    <p:nvPr/>
                  </p:nvSpPr>
                  <p:spPr>
                    <a:xfrm>
                      <a:off x="7461503" y="4831365"/>
                      <a:ext cx="6096" cy="4095"/>
                    </a:xfrm>
                    <a:custGeom>
                      <a:avLst/>
                      <a:gdLst/>
                      <a:ahLst/>
                      <a:cxnLst/>
                      <a:rect l="l" t="t" r="r" b="b"/>
                      <a:pathLst>
                        <a:path w="6096" h="4095" extrusionOk="0">
                          <a:moveTo>
                            <a:pt x="6096" y="4096"/>
                          </a:moveTo>
                          <a:lnTo>
                            <a:pt x="0" y="571"/>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33" name="Google Shape;4833;p56"/>
                    <p:cNvSpPr/>
                    <p:nvPr/>
                  </p:nvSpPr>
                  <p:spPr>
                    <a:xfrm>
                      <a:off x="7467600" y="4831365"/>
                      <a:ext cx="6191" cy="4095"/>
                    </a:xfrm>
                    <a:custGeom>
                      <a:avLst/>
                      <a:gdLst/>
                      <a:ahLst/>
                      <a:cxnLst/>
                      <a:rect l="l" t="t" r="r" b="b"/>
                      <a:pathLst>
                        <a:path w="6191" h="4095" extrusionOk="0">
                          <a:moveTo>
                            <a:pt x="6191" y="571"/>
                          </a:moveTo>
                          <a:lnTo>
                            <a:pt x="0" y="4096"/>
                          </a:lnTo>
                          <a:lnTo>
                            <a:pt x="0" y="3524"/>
                          </a:lnTo>
                          <a:lnTo>
                            <a:pt x="6191" y="0"/>
                          </a:lnTo>
                          <a:lnTo>
                            <a:pt x="6191"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34" name="Google Shape;4834;p56"/>
                  <p:cNvGrpSpPr/>
                  <p:nvPr/>
                </p:nvGrpSpPr>
                <p:grpSpPr>
                  <a:xfrm>
                    <a:off x="7449692" y="4834698"/>
                    <a:ext cx="12288" cy="7525"/>
                    <a:chOff x="7449692" y="4834698"/>
                    <a:chExt cx="12288" cy="7525"/>
                  </a:xfrm>
                </p:grpSpPr>
                <p:sp>
                  <p:nvSpPr>
                    <p:cNvPr id="4835" name="Google Shape;4835;p56"/>
                    <p:cNvSpPr/>
                    <p:nvPr/>
                  </p:nvSpPr>
                  <p:spPr>
                    <a:xfrm>
                      <a:off x="7449692" y="4834698"/>
                      <a:ext cx="12287" cy="7048"/>
                    </a:xfrm>
                    <a:custGeom>
                      <a:avLst/>
                      <a:gdLst/>
                      <a:ahLst/>
                      <a:cxnLst/>
                      <a:rect l="l" t="t" r="r" b="b"/>
                      <a:pathLst>
                        <a:path w="12287" h="7048" extrusionOk="0">
                          <a:moveTo>
                            <a:pt x="6096" y="7049"/>
                          </a:moveTo>
                          <a:lnTo>
                            <a:pt x="0" y="3524"/>
                          </a:lnTo>
                          <a:lnTo>
                            <a:pt x="6096" y="0"/>
                          </a:lnTo>
                          <a:lnTo>
                            <a:pt x="12287" y="3524"/>
                          </a:lnTo>
                          <a:lnTo>
                            <a:pt x="6096"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36" name="Google Shape;4836;p56"/>
                    <p:cNvSpPr/>
                    <p:nvPr/>
                  </p:nvSpPr>
                  <p:spPr>
                    <a:xfrm>
                      <a:off x="7449692" y="4838223"/>
                      <a:ext cx="6096" cy="4000"/>
                    </a:xfrm>
                    <a:custGeom>
                      <a:avLst/>
                      <a:gdLst/>
                      <a:ahLst/>
                      <a:cxnLst/>
                      <a:rect l="l" t="t" r="r" b="b"/>
                      <a:pathLst>
                        <a:path w="6096" h="4000" extrusionOk="0">
                          <a:moveTo>
                            <a:pt x="6096" y="4000"/>
                          </a:moveTo>
                          <a:lnTo>
                            <a:pt x="0" y="476"/>
                          </a:lnTo>
                          <a:lnTo>
                            <a:pt x="0" y="0"/>
                          </a:lnTo>
                          <a:lnTo>
                            <a:pt x="6096" y="3524"/>
                          </a:lnTo>
                          <a:lnTo>
                            <a:pt x="6096"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37" name="Google Shape;4837;p56"/>
                    <p:cNvSpPr/>
                    <p:nvPr/>
                  </p:nvSpPr>
                  <p:spPr>
                    <a:xfrm>
                      <a:off x="7455789" y="4838223"/>
                      <a:ext cx="6191" cy="4000"/>
                    </a:xfrm>
                    <a:custGeom>
                      <a:avLst/>
                      <a:gdLst/>
                      <a:ahLst/>
                      <a:cxnLst/>
                      <a:rect l="l" t="t" r="r" b="b"/>
                      <a:pathLst>
                        <a:path w="6191" h="4000" extrusionOk="0">
                          <a:moveTo>
                            <a:pt x="6191" y="476"/>
                          </a:moveTo>
                          <a:lnTo>
                            <a:pt x="0" y="4000"/>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38" name="Google Shape;4838;p56"/>
                  <p:cNvGrpSpPr/>
                  <p:nvPr/>
                </p:nvGrpSpPr>
                <p:grpSpPr>
                  <a:xfrm>
                    <a:off x="7437882" y="4841461"/>
                    <a:ext cx="12287" cy="7620"/>
                    <a:chOff x="7437882" y="4841461"/>
                    <a:chExt cx="12287" cy="7620"/>
                  </a:xfrm>
                </p:grpSpPr>
                <p:sp>
                  <p:nvSpPr>
                    <p:cNvPr id="4839" name="Google Shape;4839;p56"/>
                    <p:cNvSpPr/>
                    <p:nvPr/>
                  </p:nvSpPr>
                  <p:spPr>
                    <a:xfrm>
                      <a:off x="7437882" y="4841461"/>
                      <a:ext cx="12287" cy="7143"/>
                    </a:xfrm>
                    <a:custGeom>
                      <a:avLst/>
                      <a:gdLst/>
                      <a:ahLst/>
                      <a:cxnLst/>
                      <a:rect l="l" t="t" r="r" b="b"/>
                      <a:pathLst>
                        <a:path w="12287" h="7143" extrusionOk="0">
                          <a:moveTo>
                            <a:pt x="6096" y="7144"/>
                          </a:moveTo>
                          <a:lnTo>
                            <a:pt x="0" y="3524"/>
                          </a:lnTo>
                          <a:lnTo>
                            <a:pt x="6096" y="0"/>
                          </a:lnTo>
                          <a:lnTo>
                            <a:pt x="12287" y="3524"/>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40" name="Google Shape;4840;p56"/>
                    <p:cNvSpPr/>
                    <p:nvPr/>
                  </p:nvSpPr>
                  <p:spPr>
                    <a:xfrm>
                      <a:off x="7437882" y="4844986"/>
                      <a:ext cx="6095" cy="4095"/>
                    </a:xfrm>
                    <a:custGeom>
                      <a:avLst/>
                      <a:gdLst/>
                      <a:ahLst/>
                      <a:cxnLst/>
                      <a:rect l="l" t="t" r="r" b="b"/>
                      <a:pathLst>
                        <a:path w="6095" h="4095" extrusionOk="0">
                          <a:moveTo>
                            <a:pt x="6096" y="4096"/>
                          </a:moveTo>
                          <a:lnTo>
                            <a:pt x="0" y="571"/>
                          </a:lnTo>
                          <a:lnTo>
                            <a:pt x="0" y="0"/>
                          </a:lnTo>
                          <a:lnTo>
                            <a:pt x="6096" y="3620"/>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41" name="Google Shape;4841;p56"/>
                    <p:cNvSpPr/>
                    <p:nvPr/>
                  </p:nvSpPr>
                  <p:spPr>
                    <a:xfrm>
                      <a:off x="7443977" y="4844986"/>
                      <a:ext cx="6191" cy="4095"/>
                    </a:xfrm>
                    <a:custGeom>
                      <a:avLst/>
                      <a:gdLst/>
                      <a:ahLst/>
                      <a:cxnLst/>
                      <a:rect l="l" t="t" r="r" b="b"/>
                      <a:pathLst>
                        <a:path w="6191" h="4095" extrusionOk="0">
                          <a:moveTo>
                            <a:pt x="6191" y="571"/>
                          </a:moveTo>
                          <a:lnTo>
                            <a:pt x="0" y="4096"/>
                          </a:lnTo>
                          <a:lnTo>
                            <a:pt x="0" y="3620"/>
                          </a:lnTo>
                          <a:lnTo>
                            <a:pt x="6191" y="0"/>
                          </a:lnTo>
                          <a:lnTo>
                            <a:pt x="6191"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842" name="Google Shape;4842;p56"/>
                <p:cNvGrpSpPr/>
                <p:nvPr/>
              </p:nvGrpSpPr>
              <p:grpSpPr>
                <a:xfrm>
                  <a:off x="7424451" y="4799646"/>
                  <a:ext cx="71247" cy="41624"/>
                  <a:chOff x="7424451" y="4799646"/>
                  <a:chExt cx="71247" cy="41624"/>
                </a:xfrm>
              </p:grpSpPr>
              <p:grpSp>
                <p:nvGrpSpPr>
                  <p:cNvPr id="4843" name="Google Shape;4843;p56"/>
                  <p:cNvGrpSpPr/>
                  <p:nvPr/>
                </p:nvGrpSpPr>
                <p:grpSpPr>
                  <a:xfrm>
                    <a:off x="7483411" y="4799646"/>
                    <a:ext cx="12287" cy="7525"/>
                    <a:chOff x="7483411" y="4799646"/>
                    <a:chExt cx="12287" cy="7525"/>
                  </a:xfrm>
                </p:grpSpPr>
                <p:sp>
                  <p:nvSpPr>
                    <p:cNvPr id="4844" name="Google Shape;4844;p56"/>
                    <p:cNvSpPr/>
                    <p:nvPr/>
                  </p:nvSpPr>
                  <p:spPr>
                    <a:xfrm>
                      <a:off x="7483411" y="4799646"/>
                      <a:ext cx="12287" cy="7048"/>
                    </a:xfrm>
                    <a:custGeom>
                      <a:avLst/>
                      <a:gdLst/>
                      <a:ahLst/>
                      <a:cxnLst/>
                      <a:rect l="l" t="t" r="r" b="b"/>
                      <a:pathLst>
                        <a:path w="12287" h="7048" extrusionOk="0">
                          <a:moveTo>
                            <a:pt x="6191" y="7049"/>
                          </a:moveTo>
                          <a:lnTo>
                            <a:pt x="0" y="3524"/>
                          </a:lnTo>
                          <a:lnTo>
                            <a:pt x="6191" y="0"/>
                          </a:lnTo>
                          <a:lnTo>
                            <a:pt x="12287" y="3524"/>
                          </a:lnTo>
                          <a:lnTo>
                            <a:pt x="6191"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45" name="Google Shape;4845;p56"/>
                    <p:cNvSpPr/>
                    <p:nvPr/>
                  </p:nvSpPr>
                  <p:spPr>
                    <a:xfrm>
                      <a:off x="7483411" y="4803171"/>
                      <a:ext cx="6191" cy="4000"/>
                    </a:xfrm>
                    <a:custGeom>
                      <a:avLst/>
                      <a:gdLst/>
                      <a:ahLst/>
                      <a:cxnLst/>
                      <a:rect l="l" t="t" r="r" b="b"/>
                      <a:pathLst>
                        <a:path w="6191" h="4000" extrusionOk="0">
                          <a:moveTo>
                            <a:pt x="6191" y="4001"/>
                          </a:moveTo>
                          <a:lnTo>
                            <a:pt x="0" y="476"/>
                          </a:lnTo>
                          <a:lnTo>
                            <a:pt x="0" y="0"/>
                          </a:lnTo>
                          <a:lnTo>
                            <a:pt x="6191" y="3524"/>
                          </a:lnTo>
                          <a:lnTo>
                            <a:pt x="6191"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46" name="Google Shape;4846;p56"/>
                    <p:cNvSpPr/>
                    <p:nvPr/>
                  </p:nvSpPr>
                  <p:spPr>
                    <a:xfrm>
                      <a:off x="7489602" y="4803171"/>
                      <a:ext cx="6096" cy="4000"/>
                    </a:xfrm>
                    <a:custGeom>
                      <a:avLst/>
                      <a:gdLst/>
                      <a:ahLst/>
                      <a:cxnLst/>
                      <a:rect l="l" t="t" r="r" b="b"/>
                      <a:pathLst>
                        <a:path w="6096"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47" name="Google Shape;4847;p56"/>
                  <p:cNvGrpSpPr/>
                  <p:nvPr/>
                </p:nvGrpSpPr>
                <p:grpSpPr>
                  <a:xfrm>
                    <a:off x="7471600" y="4806409"/>
                    <a:ext cx="12287" cy="7620"/>
                    <a:chOff x="7471600" y="4806409"/>
                    <a:chExt cx="12287" cy="7620"/>
                  </a:xfrm>
                </p:grpSpPr>
                <p:sp>
                  <p:nvSpPr>
                    <p:cNvPr id="4848" name="Google Shape;4848;p56"/>
                    <p:cNvSpPr/>
                    <p:nvPr/>
                  </p:nvSpPr>
                  <p:spPr>
                    <a:xfrm>
                      <a:off x="7471600" y="4806409"/>
                      <a:ext cx="12287" cy="7048"/>
                    </a:xfrm>
                    <a:custGeom>
                      <a:avLst/>
                      <a:gdLst/>
                      <a:ahLst/>
                      <a:cxnLst/>
                      <a:rect l="l" t="t" r="r" b="b"/>
                      <a:pathLst>
                        <a:path w="12287" h="7048" extrusionOk="0">
                          <a:moveTo>
                            <a:pt x="6191" y="7049"/>
                          </a:moveTo>
                          <a:lnTo>
                            <a:pt x="0" y="3524"/>
                          </a:lnTo>
                          <a:lnTo>
                            <a:pt x="6191" y="0"/>
                          </a:lnTo>
                          <a:lnTo>
                            <a:pt x="12287" y="3524"/>
                          </a:lnTo>
                          <a:lnTo>
                            <a:pt x="6191"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49" name="Google Shape;4849;p56"/>
                    <p:cNvSpPr/>
                    <p:nvPr/>
                  </p:nvSpPr>
                  <p:spPr>
                    <a:xfrm>
                      <a:off x="7471600" y="4809934"/>
                      <a:ext cx="6191" cy="4095"/>
                    </a:xfrm>
                    <a:custGeom>
                      <a:avLst/>
                      <a:gdLst/>
                      <a:ahLst/>
                      <a:cxnLst/>
                      <a:rect l="l" t="t" r="r" b="b"/>
                      <a:pathLst>
                        <a:path w="6191" h="4095" extrusionOk="0">
                          <a:moveTo>
                            <a:pt x="6191" y="4096"/>
                          </a:moveTo>
                          <a:lnTo>
                            <a:pt x="0" y="571"/>
                          </a:lnTo>
                          <a:lnTo>
                            <a:pt x="0" y="0"/>
                          </a:lnTo>
                          <a:lnTo>
                            <a:pt x="6191" y="3524"/>
                          </a:lnTo>
                          <a:lnTo>
                            <a:pt x="6191"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50" name="Google Shape;4850;p56"/>
                    <p:cNvSpPr/>
                    <p:nvPr/>
                  </p:nvSpPr>
                  <p:spPr>
                    <a:xfrm>
                      <a:off x="7477791" y="4809934"/>
                      <a:ext cx="6095" cy="4095"/>
                    </a:xfrm>
                    <a:custGeom>
                      <a:avLst/>
                      <a:gdLst/>
                      <a:ahLst/>
                      <a:cxnLst/>
                      <a:rect l="l" t="t" r="r" b="b"/>
                      <a:pathLst>
                        <a:path w="6095" h="4095" extrusionOk="0">
                          <a:moveTo>
                            <a:pt x="6096" y="571"/>
                          </a:moveTo>
                          <a:lnTo>
                            <a:pt x="0" y="4096"/>
                          </a:lnTo>
                          <a:lnTo>
                            <a:pt x="0" y="3524"/>
                          </a:lnTo>
                          <a:lnTo>
                            <a:pt x="6096" y="0"/>
                          </a:lnTo>
                          <a:lnTo>
                            <a:pt x="6096"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51" name="Google Shape;4851;p56"/>
                  <p:cNvGrpSpPr/>
                  <p:nvPr/>
                </p:nvGrpSpPr>
                <p:grpSpPr>
                  <a:xfrm>
                    <a:off x="7459789" y="4813267"/>
                    <a:ext cx="12287" cy="7525"/>
                    <a:chOff x="7459789" y="4813267"/>
                    <a:chExt cx="12287" cy="7525"/>
                  </a:xfrm>
                </p:grpSpPr>
                <p:sp>
                  <p:nvSpPr>
                    <p:cNvPr id="4852" name="Google Shape;4852;p56"/>
                    <p:cNvSpPr/>
                    <p:nvPr/>
                  </p:nvSpPr>
                  <p:spPr>
                    <a:xfrm>
                      <a:off x="7459789" y="4813267"/>
                      <a:ext cx="12287" cy="7048"/>
                    </a:xfrm>
                    <a:custGeom>
                      <a:avLst/>
                      <a:gdLst/>
                      <a:ahLst/>
                      <a:cxnLst/>
                      <a:rect l="l" t="t" r="r" b="b"/>
                      <a:pathLst>
                        <a:path w="12287" h="7048" extrusionOk="0">
                          <a:moveTo>
                            <a:pt x="6191" y="7049"/>
                          </a:moveTo>
                          <a:lnTo>
                            <a:pt x="0" y="3524"/>
                          </a:lnTo>
                          <a:lnTo>
                            <a:pt x="6191" y="0"/>
                          </a:lnTo>
                          <a:lnTo>
                            <a:pt x="12287" y="3524"/>
                          </a:lnTo>
                          <a:lnTo>
                            <a:pt x="6191"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53" name="Google Shape;4853;p56"/>
                    <p:cNvSpPr/>
                    <p:nvPr/>
                  </p:nvSpPr>
                  <p:spPr>
                    <a:xfrm>
                      <a:off x="7459789" y="4816792"/>
                      <a:ext cx="6191" cy="4000"/>
                    </a:xfrm>
                    <a:custGeom>
                      <a:avLst/>
                      <a:gdLst/>
                      <a:ahLst/>
                      <a:cxnLst/>
                      <a:rect l="l" t="t" r="r" b="b"/>
                      <a:pathLst>
                        <a:path w="6191" h="4000" extrusionOk="0">
                          <a:moveTo>
                            <a:pt x="6191" y="4000"/>
                          </a:moveTo>
                          <a:lnTo>
                            <a:pt x="0" y="476"/>
                          </a:lnTo>
                          <a:lnTo>
                            <a:pt x="0" y="0"/>
                          </a:lnTo>
                          <a:lnTo>
                            <a:pt x="6191" y="3524"/>
                          </a:lnTo>
                          <a:lnTo>
                            <a:pt x="6191"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54" name="Google Shape;4854;p56"/>
                    <p:cNvSpPr/>
                    <p:nvPr/>
                  </p:nvSpPr>
                  <p:spPr>
                    <a:xfrm>
                      <a:off x="7465980" y="4816792"/>
                      <a:ext cx="6096" cy="4000"/>
                    </a:xfrm>
                    <a:custGeom>
                      <a:avLst/>
                      <a:gdLst/>
                      <a:ahLst/>
                      <a:cxnLst/>
                      <a:rect l="l" t="t" r="r" b="b"/>
                      <a:pathLst>
                        <a:path w="6096" h="4000" extrusionOk="0">
                          <a:moveTo>
                            <a:pt x="6096" y="476"/>
                          </a:moveTo>
                          <a:lnTo>
                            <a:pt x="0" y="4000"/>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55" name="Google Shape;4855;p56"/>
                  <p:cNvGrpSpPr/>
                  <p:nvPr/>
                </p:nvGrpSpPr>
                <p:grpSpPr>
                  <a:xfrm>
                    <a:off x="7447978" y="4820030"/>
                    <a:ext cx="12287" cy="7619"/>
                    <a:chOff x="7447978" y="4820030"/>
                    <a:chExt cx="12287" cy="7619"/>
                  </a:xfrm>
                </p:grpSpPr>
                <p:sp>
                  <p:nvSpPr>
                    <p:cNvPr id="4856" name="Google Shape;4856;p56"/>
                    <p:cNvSpPr/>
                    <p:nvPr/>
                  </p:nvSpPr>
                  <p:spPr>
                    <a:xfrm>
                      <a:off x="7447978" y="4820030"/>
                      <a:ext cx="12287" cy="7143"/>
                    </a:xfrm>
                    <a:custGeom>
                      <a:avLst/>
                      <a:gdLst/>
                      <a:ahLst/>
                      <a:cxnLst/>
                      <a:rect l="l" t="t" r="r" b="b"/>
                      <a:pathLst>
                        <a:path w="12287" h="7143" extrusionOk="0">
                          <a:moveTo>
                            <a:pt x="6191" y="7144"/>
                          </a:moveTo>
                          <a:lnTo>
                            <a:pt x="0" y="3524"/>
                          </a:lnTo>
                          <a:lnTo>
                            <a:pt x="6191" y="0"/>
                          </a:lnTo>
                          <a:lnTo>
                            <a:pt x="12287" y="3524"/>
                          </a:lnTo>
                          <a:lnTo>
                            <a:pt x="6191"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57" name="Google Shape;4857;p56"/>
                    <p:cNvSpPr/>
                    <p:nvPr/>
                  </p:nvSpPr>
                  <p:spPr>
                    <a:xfrm>
                      <a:off x="7447978" y="4823554"/>
                      <a:ext cx="6191" cy="4095"/>
                    </a:xfrm>
                    <a:custGeom>
                      <a:avLst/>
                      <a:gdLst/>
                      <a:ahLst/>
                      <a:cxnLst/>
                      <a:rect l="l" t="t" r="r" b="b"/>
                      <a:pathLst>
                        <a:path w="6191" h="4095" extrusionOk="0">
                          <a:moveTo>
                            <a:pt x="6191" y="4096"/>
                          </a:moveTo>
                          <a:lnTo>
                            <a:pt x="0" y="571"/>
                          </a:lnTo>
                          <a:lnTo>
                            <a:pt x="0" y="0"/>
                          </a:lnTo>
                          <a:lnTo>
                            <a:pt x="6191" y="3620"/>
                          </a:lnTo>
                          <a:lnTo>
                            <a:pt x="6191"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58" name="Google Shape;4858;p56"/>
                    <p:cNvSpPr/>
                    <p:nvPr/>
                  </p:nvSpPr>
                  <p:spPr>
                    <a:xfrm>
                      <a:off x="7454169" y="4823554"/>
                      <a:ext cx="6096" cy="4095"/>
                    </a:xfrm>
                    <a:custGeom>
                      <a:avLst/>
                      <a:gdLst/>
                      <a:ahLst/>
                      <a:cxnLst/>
                      <a:rect l="l" t="t" r="r" b="b"/>
                      <a:pathLst>
                        <a:path w="6096" h="4095" extrusionOk="0">
                          <a:moveTo>
                            <a:pt x="6096" y="571"/>
                          </a:moveTo>
                          <a:lnTo>
                            <a:pt x="0" y="4096"/>
                          </a:lnTo>
                          <a:lnTo>
                            <a:pt x="0" y="3620"/>
                          </a:lnTo>
                          <a:lnTo>
                            <a:pt x="6096" y="0"/>
                          </a:lnTo>
                          <a:lnTo>
                            <a:pt x="6096"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59" name="Google Shape;4859;p56"/>
                  <p:cNvGrpSpPr/>
                  <p:nvPr/>
                </p:nvGrpSpPr>
                <p:grpSpPr>
                  <a:xfrm>
                    <a:off x="7436167" y="4826888"/>
                    <a:ext cx="12287" cy="7619"/>
                    <a:chOff x="7436167" y="4826888"/>
                    <a:chExt cx="12287" cy="7619"/>
                  </a:xfrm>
                </p:grpSpPr>
                <p:sp>
                  <p:nvSpPr>
                    <p:cNvPr id="4860" name="Google Shape;4860;p56"/>
                    <p:cNvSpPr/>
                    <p:nvPr/>
                  </p:nvSpPr>
                  <p:spPr>
                    <a:xfrm>
                      <a:off x="7436167" y="4826888"/>
                      <a:ext cx="12287" cy="7048"/>
                    </a:xfrm>
                    <a:custGeom>
                      <a:avLst/>
                      <a:gdLst/>
                      <a:ahLst/>
                      <a:cxnLst/>
                      <a:rect l="l" t="t" r="r" b="b"/>
                      <a:pathLst>
                        <a:path w="12287" h="7048" extrusionOk="0">
                          <a:moveTo>
                            <a:pt x="6191" y="7048"/>
                          </a:moveTo>
                          <a:lnTo>
                            <a:pt x="0" y="3524"/>
                          </a:lnTo>
                          <a:lnTo>
                            <a:pt x="6191" y="0"/>
                          </a:lnTo>
                          <a:lnTo>
                            <a:pt x="12287" y="3524"/>
                          </a:lnTo>
                          <a:lnTo>
                            <a:pt x="6191"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61" name="Google Shape;4861;p56"/>
                    <p:cNvSpPr/>
                    <p:nvPr/>
                  </p:nvSpPr>
                  <p:spPr>
                    <a:xfrm>
                      <a:off x="7436167" y="4830412"/>
                      <a:ext cx="6191" cy="4095"/>
                    </a:xfrm>
                    <a:custGeom>
                      <a:avLst/>
                      <a:gdLst/>
                      <a:ahLst/>
                      <a:cxnLst/>
                      <a:rect l="l" t="t" r="r" b="b"/>
                      <a:pathLst>
                        <a:path w="6191" h="4095" extrusionOk="0">
                          <a:moveTo>
                            <a:pt x="6191" y="4096"/>
                          </a:moveTo>
                          <a:lnTo>
                            <a:pt x="0" y="476"/>
                          </a:lnTo>
                          <a:lnTo>
                            <a:pt x="0" y="0"/>
                          </a:lnTo>
                          <a:lnTo>
                            <a:pt x="6191" y="3524"/>
                          </a:lnTo>
                          <a:lnTo>
                            <a:pt x="6191"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62" name="Google Shape;4862;p56"/>
                    <p:cNvSpPr/>
                    <p:nvPr/>
                  </p:nvSpPr>
                  <p:spPr>
                    <a:xfrm>
                      <a:off x="7442358" y="4830412"/>
                      <a:ext cx="6095" cy="4095"/>
                    </a:xfrm>
                    <a:custGeom>
                      <a:avLst/>
                      <a:gdLst/>
                      <a:ahLst/>
                      <a:cxnLst/>
                      <a:rect l="l" t="t" r="r" b="b"/>
                      <a:pathLst>
                        <a:path w="6095" h="4095" extrusionOk="0">
                          <a:moveTo>
                            <a:pt x="6096" y="476"/>
                          </a:moveTo>
                          <a:lnTo>
                            <a:pt x="0" y="4096"/>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63" name="Google Shape;4863;p56"/>
                  <p:cNvGrpSpPr/>
                  <p:nvPr/>
                </p:nvGrpSpPr>
                <p:grpSpPr>
                  <a:xfrm>
                    <a:off x="7424451" y="4833651"/>
                    <a:ext cx="12192" cy="7619"/>
                    <a:chOff x="7424451" y="4833651"/>
                    <a:chExt cx="12192" cy="7619"/>
                  </a:xfrm>
                </p:grpSpPr>
                <p:sp>
                  <p:nvSpPr>
                    <p:cNvPr id="4864" name="Google Shape;4864;p56"/>
                    <p:cNvSpPr/>
                    <p:nvPr/>
                  </p:nvSpPr>
                  <p:spPr>
                    <a:xfrm>
                      <a:off x="7424451" y="4833651"/>
                      <a:ext cx="12191" cy="7143"/>
                    </a:xfrm>
                    <a:custGeom>
                      <a:avLst/>
                      <a:gdLst/>
                      <a:ahLst/>
                      <a:cxnLst/>
                      <a:rect l="l" t="t" r="r" b="b"/>
                      <a:pathLst>
                        <a:path w="12191" h="7143" extrusionOk="0">
                          <a:moveTo>
                            <a:pt x="6096" y="7144"/>
                          </a:moveTo>
                          <a:lnTo>
                            <a:pt x="0" y="3620"/>
                          </a:lnTo>
                          <a:lnTo>
                            <a:pt x="6096" y="0"/>
                          </a:lnTo>
                          <a:lnTo>
                            <a:pt x="12192" y="3620"/>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65" name="Google Shape;4865;p56"/>
                    <p:cNvSpPr/>
                    <p:nvPr/>
                  </p:nvSpPr>
                  <p:spPr>
                    <a:xfrm>
                      <a:off x="7424451" y="4837270"/>
                      <a:ext cx="6095" cy="4000"/>
                    </a:xfrm>
                    <a:custGeom>
                      <a:avLst/>
                      <a:gdLst/>
                      <a:ahLst/>
                      <a:cxnLst/>
                      <a:rect l="l" t="t" r="r" b="b"/>
                      <a:pathLst>
                        <a:path w="6095" h="4000" extrusionOk="0">
                          <a:moveTo>
                            <a:pt x="6096" y="4000"/>
                          </a:moveTo>
                          <a:lnTo>
                            <a:pt x="0" y="476"/>
                          </a:lnTo>
                          <a:lnTo>
                            <a:pt x="0" y="0"/>
                          </a:lnTo>
                          <a:lnTo>
                            <a:pt x="6096" y="3524"/>
                          </a:lnTo>
                          <a:lnTo>
                            <a:pt x="6096"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66" name="Google Shape;4866;p56"/>
                    <p:cNvSpPr/>
                    <p:nvPr/>
                  </p:nvSpPr>
                  <p:spPr>
                    <a:xfrm>
                      <a:off x="7430547" y="4837270"/>
                      <a:ext cx="6096" cy="4000"/>
                    </a:xfrm>
                    <a:custGeom>
                      <a:avLst/>
                      <a:gdLst/>
                      <a:ahLst/>
                      <a:cxnLst/>
                      <a:rect l="l" t="t" r="r" b="b"/>
                      <a:pathLst>
                        <a:path w="6096" h="4000" extrusionOk="0">
                          <a:moveTo>
                            <a:pt x="6096" y="476"/>
                          </a:moveTo>
                          <a:lnTo>
                            <a:pt x="0" y="4000"/>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867" name="Google Shape;4867;p56"/>
                <p:cNvGrpSpPr/>
                <p:nvPr/>
              </p:nvGrpSpPr>
              <p:grpSpPr>
                <a:xfrm>
                  <a:off x="7410926" y="4791836"/>
                  <a:ext cx="71246" cy="41624"/>
                  <a:chOff x="7410926" y="4791836"/>
                  <a:chExt cx="71246" cy="41624"/>
                </a:xfrm>
              </p:grpSpPr>
              <p:grpSp>
                <p:nvGrpSpPr>
                  <p:cNvPr id="4868" name="Google Shape;4868;p56"/>
                  <p:cNvGrpSpPr/>
                  <p:nvPr/>
                </p:nvGrpSpPr>
                <p:grpSpPr>
                  <a:xfrm>
                    <a:off x="7469981" y="4791836"/>
                    <a:ext cx="12191" cy="7619"/>
                    <a:chOff x="7469981" y="4791836"/>
                    <a:chExt cx="12191" cy="7619"/>
                  </a:xfrm>
                </p:grpSpPr>
                <p:sp>
                  <p:nvSpPr>
                    <p:cNvPr id="4869" name="Google Shape;4869;p56"/>
                    <p:cNvSpPr/>
                    <p:nvPr/>
                  </p:nvSpPr>
                  <p:spPr>
                    <a:xfrm>
                      <a:off x="7469981" y="4791836"/>
                      <a:ext cx="12191" cy="7048"/>
                    </a:xfrm>
                    <a:custGeom>
                      <a:avLst/>
                      <a:gdLst/>
                      <a:ahLst/>
                      <a:cxnLst/>
                      <a:rect l="l" t="t" r="r" b="b"/>
                      <a:pathLst>
                        <a:path w="12191" h="7048" extrusionOk="0">
                          <a:moveTo>
                            <a:pt x="6096" y="7049"/>
                          </a:moveTo>
                          <a:lnTo>
                            <a:pt x="0" y="3524"/>
                          </a:lnTo>
                          <a:lnTo>
                            <a:pt x="6096" y="0"/>
                          </a:lnTo>
                          <a:lnTo>
                            <a:pt x="12192" y="3524"/>
                          </a:lnTo>
                          <a:lnTo>
                            <a:pt x="6096"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70" name="Google Shape;4870;p56"/>
                    <p:cNvSpPr/>
                    <p:nvPr/>
                  </p:nvSpPr>
                  <p:spPr>
                    <a:xfrm>
                      <a:off x="7469981" y="4795360"/>
                      <a:ext cx="6096" cy="4095"/>
                    </a:xfrm>
                    <a:custGeom>
                      <a:avLst/>
                      <a:gdLst/>
                      <a:ahLst/>
                      <a:cxnLst/>
                      <a:rect l="l" t="t" r="r" b="b"/>
                      <a:pathLst>
                        <a:path w="6096" h="4095" extrusionOk="0">
                          <a:moveTo>
                            <a:pt x="6096" y="4096"/>
                          </a:moveTo>
                          <a:lnTo>
                            <a:pt x="0" y="476"/>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71" name="Google Shape;4871;p56"/>
                    <p:cNvSpPr/>
                    <p:nvPr/>
                  </p:nvSpPr>
                  <p:spPr>
                    <a:xfrm>
                      <a:off x="7476077" y="4795360"/>
                      <a:ext cx="6095" cy="4095"/>
                    </a:xfrm>
                    <a:custGeom>
                      <a:avLst/>
                      <a:gdLst/>
                      <a:ahLst/>
                      <a:cxnLst/>
                      <a:rect l="l" t="t" r="r" b="b"/>
                      <a:pathLst>
                        <a:path w="6095" h="4095" extrusionOk="0">
                          <a:moveTo>
                            <a:pt x="6096" y="476"/>
                          </a:moveTo>
                          <a:lnTo>
                            <a:pt x="0" y="4096"/>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72" name="Google Shape;4872;p56"/>
                  <p:cNvGrpSpPr/>
                  <p:nvPr/>
                </p:nvGrpSpPr>
                <p:grpSpPr>
                  <a:xfrm>
                    <a:off x="7458170" y="4798599"/>
                    <a:ext cx="12287" cy="7619"/>
                    <a:chOff x="7458170" y="4798599"/>
                    <a:chExt cx="12287" cy="7619"/>
                  </a:xfrm>
                </p:grpSpPr>
                <p:sp>
                  <p:nvSpPr>
                    <p:cNvPr id="4873" name="Google Shape;4873;p56"/>
                    <p:cNvSpPr/>
                    <p:nvPr/>
                  </p:nvSpPr>
                  <p:spPr>
                    <a:xfrm>
                      <a:off x="7458170" y="4798599"/>
                      <a:ext cx="12287" cy="7143"/>
                    </a:xfrm>
                    <a:custGeom>
                      <a:avLst/>
                      <a:gdLst/>
                      <a:ahLst/>
                      <a:cxnLst/>
                      <a:rect l="l" t="t" r="r" b="b"/>
                      <a:pathLst>
                        <a:path w="12287" h="7143" extrusionOk="0">
                          <a:moveTo>
                            <a:pt x="6096" y="7144"/>
                          </a:moveTo>
                          <a:lnTo>
                            <a:pt x="0" y="3620"/>
                          </a:lnTo>
                          <a:lnTo>
                            <a:pt x="6096" y="0"/>
                          </a:lnTo>
                          <a:lnTo>
                            <a:pt x="12287" y="3620"/>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74" name="Google Shape;4874;p56"/>
                    <p:cNvSpPr/>
                    <p:nvPr/>
                  </p:nvSpPr>
                  <p:spPr>
                    <a:xfrm>
                      <a:off x="7458170" y="4802218"/>
                      <a:ext cx="6095" cy="4000"/>
                    </a:xfrm>
                    <a:custGeom>
                      <a:avLst/>
                      <a:gdLst/>
                      <a:ahLst/>
                      <a:cxnLst/>
                      <a:rect l="l" t="t" r="r" b="b"/>
                      <a:pathLst>
                        <a:path w="6095" h="4000" extrusionOk="0">
                          <a:moveTo>
                            <a:pt x="6096" y="4000"/>
                          </a:moveTo>
                          <a:lnTo>
                            <a:pt x="0" y="476"/>
                          </a:lnTo>
                          <a:lnTo>
                            <a:pt x="0" y="0"/>
                          </a:lnTo>
                          <a:lnTo>
                            <a:pt x="6096" y="3524"/>
                          </a:lnTo>
                          <a:lnTo>
                            <a:pt x="6096"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75" name="Google Shape;4875;p56"/>
                    <p:cNvSpPr/>
                    <p:nvPr/>
                  </p:nvSpPr>
                  <p:spPr>
                    <a:xfrm>
                      <a:off x="7464266" y="4802218"/>
                      <a:ext cx="6191" cy="4000"/>
                    </a:xfrm>
                    <a:custGeom>
                      <a:avLst/>
                      <a:gdLst/>
                      <a:ahLst/>
                      <a:cxnLst/>
                      <a:rect l="l" t="t" r="r" b="b"/>
                      <a:pathLst>
                        <a:path w="6191" h="4000" extrusionOk="0">
                          <a:moveTo>
                            <a:pt x="6191" y="476"/>
                          </a:moveTo>
                          <a:lnTo>
                            <a:pt x="0" y="4000"/>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76" name="Google Shape;4876;p56"/>
                  <p:cNvGrpSpPr/>
                  <p:nvPr/>
                </p:nvGrpSpPr>
                <p:grpSpPr>
                  <a:xfrm>
                    <a:off x="7446359" y="4805457"/>
                    <a:ext cx="12287" cy="7619"/>
                    <a:chOff x="7446359" y="4805457"/>
                    <a:chExt cx="12287" cy="7619"/>
                  </a:xfrm>
                </p:grpSpPr>
                <p:sp>
                  <p:nvSpPr>
                    <p:cNvPr id="4877" name="Google Shape;4877;p56"/>
                    <p:cNvSpPr/>
                    <p:nvPr/>
                  </p:nvSpPr>
                  <p:spPr>
                    <a:xfrm>
                      <a:off x="7446359" y="4805457"/>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78" name="Google Shape;4878;p56"/>
                    <p:cNvSpPr/>
                    <p:nvPr/>
                  </p:nvSpPr>
                  <p:spPr>
                    <a:xfrm>
                      <a:off x="7446359" y="4808981"/>
                      <a:ext cx="6096" cy="4095"/>
                    </a:xfrm>
                    <a:custGeom>
                      <a:avLst/>
                      <a:gdLst/>
                      <a:ahLst/>
                      <a:cxnLst/>
                      <a:rect l="l" t="t" r="r" b="b"/>
                      <a:pathLst>
                        <a:path w="6096" h="4095" extrusionOk="0">
                          <a:moveTo>
                            <a:pt x="6096" y="4096"/>
                          </a:moveTo>
                          <a:lnTo>
                            <a:pt x="0" y="571"/>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79" name="Google Shape;4879;p56"/>
                    <p:cNvSpPr/>
                    <p:nvPr/>
                  </p:nvSpPr>
                  <p:spPr>
                    <a:xfrm>
                      <a:off x="7452455" y="4808981"/>
                      <a:ext cx="6191" cy="4095"/>
                    </a:xfrm>
                    <a:custGeom>
                      <a:avLst/>
                      <a:gdLst/>
                      <a:ahLst/>
                      <a:cxnLst/>
                      <a:rect l="l" t="t" r="r" b="b"/>
                      <a:pathLst>
                        <a:path w="6191" h="4095" extrusionOk="0">
                          <a:moveTo>
                            <a:pt x="6191" y="571"/>
                          </a:moveTo>
                          <a:lnTo>
                            <a:pt x="0" y="4096"/>
                          </a:lnTo>
                          <a:lnTo>
                            <a:pt x="0" y="3524"/>
                          </a:lnTo>
                          <a:lnTo>
                            <a:pt x="6191" y="0"/>
                          </a:lnTo>
                          <a:lnTo>
                            <a:pt x="6191"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80" name="Google Shape;4880;p56"/>
                  <p:cNvGrpSpPr/>
                  <p:nvPr/>
                </p:nvGrpSpPr>
                <p:grpSpPr>
                  <a:xfrm>
                    <a:off x="7434548" y="4812315"/>
                    <a:ext cx="12287" cy="7524"/>
                    <a:chOff x="7434548" y="4812315"/>
                    <a:chExt cx="12287" cy="7524"/>
                  </a:xfrm>
                </p:grpSpPr>
                <p:sp>
                  <p:nvSpPr>
                    <p:cNvPr id="4881" name="Google Shape;4881;p56"/>
                    <p:cNvSpPr/>
                    <p:nvPr/>
                  </p:nvSpPr>
                  <p:spPr>
                    <a:xfrm>
                      <a:off x="7434548" y="4812315"/>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2" name="Google Shape;4882;p56"/>
                    <p:cNvSpPr/>
                    <p:nvPr/>
                  </p:nvSpPr>
                  <p:spPr>
                    <a:xfrm>
                      <a:off x="7434548" y="4815839"/>
                      <a:ext cx="6096" cy="4000"/>
                    </a:xfrm>
                    <a:custGeom>
                      <a:avLst/>
                      <a:gdLst/>
                      <a:ahLst/>
                      <a:cxnLst/>
                      <a:rect l="l" t="t" r="r" b="b"/>
                      <a:pathLst>
                        <a:path w="6096" h="4000" extrusionOk="0">
                          <a:moveTo>
                            <a:pt x="6096" y="4000"/>
                          </a:moveTo>
                          <a:lnTo>
                            <a:pt x="0" y="476"/>
                          </a:lnTo>
                          <a:lnTo>
                            <a:pt x="0" y="0"/>
                          </a:lnTo>
                          <a:lnTo>
                            <a:pt x="6096" y="3524"/>
                          </a:lnTo>
                          <a:lnTo>
                            <a:pt x="6096"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3" name="Google Shape;4883;p56"/>
                    <p:cNvSpPr/>
                    <p:nvPr/>
                  </p:nvSpPr>
                  <p:spPr>
                    <a:xfrm>
                      <a:off x="7440644" y="4815839"/>
                      <a:ext cx="6191" cy="4000"/>
                    </a:xfrm>
                    <a:custGeom>
                      <a:avLst/>
                      <a:gdLst/>
                      <a:ahLst/>
                      <a:cxnLst/>
                      <a:rect l="l" t="t" r="r" b="b"/>
                      <a:pathLst>
                        <a:path w="6191" h="4000" extrusionOk="0">
                          <a:moveTo>
                            <a:pt x="6191" y="476"/>
                          </a:moveTo>
                          <a:lnTo>
                            <a:pt x="0" y="4000"/>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84" name="Google Shape;4884;p56"/>
                  <p:cNvGrpSpPr/>
                  <p:nvPr/>
                </p:nvGrpSpPr>
                <p:grpSpPr>
                  <a:xfrm>
                    <a:off x="7422737" y="4819078"/>
                    <a:ext cx="12287" cy="7619"/>
                    <a:chOff x="7422737" y="4819078"/>
                    <a:chExt cx="12287" cy="7619"/>
                  </a:xfrm>
                </p:grpSpPr>
                <p:sp>
                  <p:nvSpPr>
                    <p:cNvPr id="4885" name="Google Shape;4885;p56"/>
                    <p:cNvSpPr/>
                    <p:nvPr/>
                  </p:nvSpPr>
                  <p:spPr>
                    <a:xfrm>
                      <a:off x="7422737" y="4819078"/>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6" name="Google Shape;4886;p56"/>
                    <p:cNvSpPr/>
                    <p:nvPr/>
                  </p:nvSpPr>
                  <p:spPr>
                    <a:xfrm>
                      <a:off x="7422737" y="4822602"/>
                      <a:ext cx="6095" cy="4095"/>
                    </a:xfrm>
                    <a:custGeom>
                      <a:avLst/>
                      <a:gdLst/>
                      <a:ahLst/>
                      <a:cxnLst/>
                      <a:rect l="l" t="t" r="r" b="b"/>
                      <a:pathLst>
                        <a:path w="6095" h="4095" extrusionOk="0">
                          <a:moveTo>
                            <a:pt x="6096" y="4096"/>
                          </a:moveTo>
                          <a:lnTo>
                            <a:pt x="0" y="571"/>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7" name="Google Shape;4887;p56"/>
                    <p:cNvSpPr/>
                    <p:nvPr/>
                  </p:nvSpPr>
                  <p:spPr>
                    <a:xfrm>
                      <a:off x="7428833" y="4822602"/>
                      <a:ext cx="6191" cy="4095"/>
                    </a:xfrm>
                    <a:custGeom>
                      <a:avLst/>
                      <a:gdLst/>
                      <a:ahLst/>
                      <a:cxnLst/>
                      <a:rect l="l" t="t" r="r" b="b"/>
                      <a:pathLst>
                        <a:path w="6191" h="4095" extrusionOk="0">
                          <a:moveTo>
                            <a:pt x="6191" y="571"/>
                          </a:moveTo>
                          <a:lnTo>
                            <a:pt x="0" y="4096"/>
                          </a:lnTo>
                          <a:lnTo>
                            <a:pt x="0" y="3524"/>
                          </a:lnTo>
                          <a:lnTo>
                            <a:pt x="6191" y="0"/>
                          </a:lnTo>
                          <a:lnTo>
                            <a:pt x="6191"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88" name="Google Shape;4888;p56"/>
                  <p:cNvGrpSpPr/>
                  <p:nvPr/>
                </p:nvGrpSpPr>
                <p:grpSpPr>
                  <a:xfrm>
                    <a:off x="7410926" y="4825936"/>
                    <a:ext cx="12287" cy="7524"/>
                    <a:chOff x="7410926" y="4825936"/>
                    <a:chExt cx="12287" cy="7524"/>
                  </a:xfrm>
                </p:grpSpPr>
                <p:sp>
                  <p:nvSpPr>
                    <p:cNvPr id="4889" name="Google Shape;4889;p56"/>
                    <p:cNvSpPr/>
                    <p:nvPr/>
                  </p:nvSpPr>
                  <p:spPr>
                    <a:xfrm>
                      <a:off x="7410926" y="4825936"/>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90" name="Google Shape;4890;p56"/>
                    <p:cNvSpPr/>
                    <p:nvPr/>
                  </p:nvSpPr>
                  <p:spPr>
                    <a:xfrm>
                      <a:off x="7410926" y="4829460"/>
                      <a:ext cx="6096" cy="4000"/>
                    </a:xfrm>
                    <a:custGeom>
                      <a:avLst/>
                      <a:gdLst/>
                      <a:ahLst/>
                      <a:cxnLst/>
                      <a:rect l="l" t="t" r="r" b="b"/>
                      <a:pathLst>
                        <a:path w="6096"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91" name="Google Shape;4891;p56"/>
                    <p:cNvSpPr/>
                    <p:nvPr/>
                  </p:nvSpPr>
                  <p:spPr>
                    <a:xfrm>
                      <a:off x="7417022" y="4829460"/>
                      <a:ext cx="6191" cy="4000"/>
                    </a:xfrm>
                    <a:custGeom>
                      <a:avLst/>
                      <a:gdLst/>
                      <a:ahLst/>
                      <a:cxnLst/>
                      <a:rect l="l" t="t" r="r" b="b"/>
                      <a:pathLst>
                        <a:path w="6191" h="4000" extrusionOk="0">
                          <a:moveTo>
                            <a:pt x="6191" y="476"/>
                          </a:moveTo>
                          <a:lnTo>
                            <a:pt x="0" y="4001"/>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4892" name="Google Shape;4892;p56"/>
              <p:cNvGrpSpPr/>
              <p:nvPr/>
            </p:nvGrpSpPr>
            <p:grpSpPr>
              <a:xfrm>
                <a:off x="7464742" y="4822887"/>
                <a:ext cx="98298" cy="57245"/>
                <a:chOff x="7464742" y="4822887"/>
                <a:chExt cx="98298" cy="57245"/>
              </a:xfrm>
            </p:grpSpPr>
            <p:grpSp>
              <p:nvGrpSpPr>
                <p:cNvPr id="4893" name="Google Shape;4893;p56"/>
                <p:cNvGrpSpPr/>
                <p:nvPr/>
              </p:nvGrpSpPr>
              <p:grpSpPr>
                <a:xfrm>
                  <a:off x="7491793" y="4838509"/>
                  <a:ext cx="71247" cy="41623"/>
                  <a:chOff x="7491793" y="4838509"/>
                  <a:chExt cx="71247" cy="41623"/>
                </a:xfrm>
              </p:grpSpPr>
              <p:grpSp>
                <p:nvGrpSpPr>
                  <p:cNvPr id="4894" name="Google Shape;4894;p56"/>
                  <p:cNvGrpSpPr/>
                  <p:nvPr/>
                </p:nvGrpSpPr>
                <p:grpSpPr>
                  <a:xfrm>
                    <a:off x="7550753" y="4838509"/>
                    <a:ext cx="12287" cy="7524"/>
                    <a:chOff x="7550753" y="4838509"/>
                    <a:chExt cx="12287" cy="7524"/>
                  </a:xfrm>
                </p:grpSpPr>
                <p:sp>
                  <p:nvSpPr>
                    <p:cNvPr id="4895" name="Google Shape;4895;p56"/>
                    <p:cNvSpPr/>
                    <p:nvPr/>
                  </p:nvSpPr>
                  <p:spPr>
                    <a:xfrm>
                      <a:off x="7550753" y="4838509"/>
                      <a:ext cx="12287" cy="7048"/>
                    </a:xfrm>
                    <a:custGeom>
                      <a:avLst/>
                      <a:gdLst/>
                      <a:ahLst/>
                      <a:cxnLst/>
                      <a:rect l="l" t="t" r="r" b="b"/>
                      <a:pathLst>
                        <a:path w="12287" h="7048" extrusionOk="0">
                          <a:moveTo>
                            <a:pt x="6191" y="7048"/>
                          </a:moveTo>
                          <a:lnTo>
                            <a:pt x="0" y="3524"/>
                          </a:lnTo>
                          <a:lnTo>
                            <a:pt x="6191" y="0"/>
                          </a:lnTo>
                          <a:lnTo>
                            <a:pt x="12287" y="3524"/>
                          </a:lnTo>
                          <a:lnTo>
                            <a:pt x="6191"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96" name="Google Shape;4896;p56"/>
                    <p:cNvSpPr/>
                    <p:nvPr/>
                  </p:nvSpPr>
                  <p:spPr>
                    <a:xfrm>
                      <a:off x="7550753" y="4842033"/>
                      <a:ext cx="6191" cy="4000"/>
                    </a:xfrm>
                    <a:custGeom>
                      <a:avLst/>
                      <a:gdLst/>
                      <a:ahLst/>
                      <a:cxnLst/>
                      <a:rect l="l" t="t" r="r" b="b"/>
                      <a:pathLst>
                        <a:path w="6191" h="4000" extrusionOk="0">
                          <a:moveTo>
                            <a:pt x="6191" y="4000"/>
                          </a:moveTo>
                          <a:lnTo>
                            <a:pt x="0" y="476"/>
                          </a:lnTo>
                          <a:lnTo>
                            <a:pt x="0" y="0"/>
                          </a:lnTo>
                          <a:lnTo>
                            <a:pt x="6191" y="3524"/>
                          </a:lnTo>
                          <a:lnTo>
                            <a:pt x="6191"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97" name="Google Shape;4897;p56"/>
                    <p:cNvSpPr/>
                    <p:nvPr/>
                  </p:nvSpPr>
                  <p:spPr>
                    <a:xfrm>
                      <a:off x="7556944" y="4842033"/>
                      <a:ext cx="6095" cy="4000"/>
                    </a:xfrm>
                    <a:custGeom>
                      <a:avLst/>
                      <a:gdLst/>
                      <a:ahLst/>
                      <a:cxnLst/>
                      <a:rect l="l" t="t" r="r" b="b"/>
                      <a:pathLst>
                        <a:path w="6095" h="4000" extrusionOk="0">
                          <a:moveTo>
                            <a:pt x="6096" y="476"/>
                          </a:moveTo>
                          <a:lnTo>
                            <a:pt x="0" y="4000"/>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98" name="Google Shape;4898;p56"/>
                  <p:cNvGrpSpPr/>
                  <p:nvPr/>
                </p:nvGrpSpPr>
                <p:grpSpPr>
                  <a:xfrm>
                    <a:off x="7538942" y="4845271"/>
                    <a:ext cx="12287" cy="7620"/>
                    <a:chOff x="7538942" y="4845271"/>
                    <a:chExt cx="12287" cy="7620"/>
                  </a:xfrm>
                </p:grpSpPr>
                <p:sp>
                  <p:nvSpPr>
                    <p:cNvPr id="4899" name="Google Shape;4899;p56"/>
                    <p:cNvSpPr/>
                    <p:nvPr/>
                  </p:nvSpPr>
                  <p:spPr>
                    <a:xfrm>
                      <a:off x="7538942" y="4845271"/>
                      <a:ext cx="12287" cy="7143"/>
                    </a:xfrm>
                    <a:custGeom>
                      <a:avLst/>
                      <a:gdLst/>
                      <a:ahLst/>
                      <a:cxnLst/>
                      <a:rect l="l" t="t" r="r" b="b"/>
                      <a:pathLst>
                        <a:path w="12287" h="7143" extrusionOk="0">
                          <a:moveTo>
                            <a:pt x="6191" y="7144"/>
                          </a:moveTo>
                          <a:lnTo>
                            <a:pt x="0" y="3620"/>
                          </a:lnTo>
                          <a:lnTo>
                            <a:pt x="6191" y="0"/>
                          </a:lnTo>
                          <a:lnTo>
                            <a:pt x="12287" y="3620"/>
                          </a:lnTo>
                          <a:lnTo>
                            <a:pt x="6191"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0" name="Google Shape;4900;p56"/>
                    <p:cNvSpPr/>
                    <p:nvPr/>
                  </p:nvSpPr>
                  <p:spPr>
                    <a:xfrm>
                      <a:off x="7538942" y="4848891"/>
                      <a:ext cx="6191" cy="4000"/>
                    </a:xfrm>
                    <a:custGeom>
                      <a:avLst/>
                      <a:gdLst/>
                      <a:ahLst/>
                      <a:cxnLst/>
                      <a:rect l="l" t="t" r="r" b="b"/>
                      <a:pathLst>
                        <a:path w="6191" h="4000" extrusionOk="0">
                          <a:moveTo>
                            <a:pt x="6191" y="4000"/>
                          </a:moveTo>
                          <a:lnTo>
                            <a:pt x="0" y="476"/>
                          </a:lnTo>
                          <a:lnTo>
                            <a:pt x="0" y="0"/>
                          </a:lnTo>
                          <a:lnTo>
                            <a:pt x="6191" y="3524"/>
                          </a:lnTo>
                          <a:lnTo>
                            <a:pt x="6191"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1" name="Google Shape;4901;p56"/>
                    <p:cNvSpPr/>
                    <p:nvPr/>
                  </p:nvSpPr>
                  <p:spPr>
                    <a:xfrm>
                      <a:off x="7545133" y="4848891"/>
                      <a:ext cx="6095" cy="4000"/>
                    </a:xfrm>
                    <a:custGeom>
                      <a:avLst/>
                      <a:gdLst/>
                      <a:ahLst/>
                      <a:cxnLst/>
                      <a:rect l="l" t="t" r="r" b="b"/>
                      <a:pathLst>
                        <a:path w="6095" h="4000" extrusionOk="0">
                          <a:moveTo>
                            <a:pt x="6096" y="476"/>
                          </a:moveTo>
                          <a:lnTo>
                            <a:pt x="0" y="4000"/>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02" name="Google Shape;4902;p56"/>
                  <p:cNvGrpSpPr/>
                  <p:nvPr/>
                </p:nvGrpSpPr>
                <p:grpSpPr>
                  <a:xfrm>
                    <a:off x="7527131" y="4852129"/>
                    <a:ext cx="12287" cy="7619"/>
                    <a:chOff x="7527131" y="4852129"/>
                    <a:chExt cx="12287" cy="7619"/>
                  </a:xfrm>
                </p:grpSpPr>
                <p:sp>
                  <p:nvSpPr>
                    <p:cNvPr id="4903" name="Google Shape;4903;p56"/>
                    <p:cNvSpPr/>
                    <p:nvPr/>
                  </p:nvSpPr>
                  <p:spPr>
                    <a:xfrm>
                      <a:off x="7527131" y="4852129"/>
                      <a:ext cx="12287" cy="7048"/>
                    </a:xfrm>
                    <a:custGeom>
                      <a:avLst/>
                      <a:gdLst/>
                      <a:ahLst/>
                      <a:cxnLst/>
                      <a:rect l="l" t="t" r="r" b="b"/>
                      <a:pathLst>
                        <a:path w="12287" h="7048" extrusionOk="0">
                          <a:moveTo>
                            <a:pt x="6191" y="7048"/>
                          </a:moveTo>
                          <a:lnTo>
                            <a:pt x="0" y="3524"/>
                          </a:lnTo>
                          <a:lnTo>
                            <a:pt x="6191" y="0"/>
                          </a:lnTo>
                          <a:lnTo>
                            <a:pt x="12287" y="3524"/>
                          </a:lnTo>
                          <a:lnTo>
                            <a:pt x="6191"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4" name="Google Shape;4904;p56"/>
                    <p:cNvSpPr/>
                    <p:nvPr/>
                  </p:nvSpPr>
                  <p:spPr>
                    <a:xfrm>
                      <a:off x="7527131" y="4855653"/>
                      <a:ext cx="6191" cy="4095"/>
                    </a:xfrm>
                    <a:custGeom>
                      <a:avLst/>
                      <a:gdLst/>
                      <a:ahLst/>
                      <a:cxnLst/>
                      <a:rect l="l" t="t" r="r" b="b"/>
                      <a:pathLst>
                        <a:path w="6191" h="4095" extrusionOk="0">
                          <a:moveTo>
                            <a:pt x="6191" y="4096"/>
                          </a:moveTo>
                          <a:lnTo>
                            <a:pt x="0" y="476"/>
                          </a:lnTo>
                          <a:lnTo>
                            <a:pt x="0" y="0"/>
                          </a:lnTo>
                          <a:lnTo>
                            <a:pt x="6191" y="3524"/>
                          </a:lnTo>
                          <a:lnTo>
                            <a:pt x="6191"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5" name="Google Shape;4905;p56"/>
                    <p:cNvSpPr/>
                    <p:nvPr/>
                  </p:nvSpPr>
                  <p:spPr>
                    <a:xfrm>
                      <a:off x="7533322" y="4855653"/>
                      <a:ext cx="6096" cy="4095"/>
                    </a:xfrm>
                    <a:custGeom>
                      <a:avLst/>
                      <a:gdLst/>
                      <a:ahLst/>
                      <a:cxnLst/>
                      <a:rect l="l" t="t" r="r" b="b"/>
                      <a:pathLst>
                        <a:path w="6096" h="4095" extrusionOk="0">
                          <a:moveTo>
                            <a:pt x="6096" y="476"/>
                          </a:moveTo>
                          <a:lnTo>
                            <a:pt x="0" y="4096"/>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06" name="Google Shape;4906;p56"/>
                  <p:cNvGrpSpPr/>
                  <p:nvPr/>
                </p:nvGrpSpPr>
                <p:grpSpPr>
                  <a:xfrm>
                    <a:off x="7515415" y="4858987"/>
                    <a:ext cx="12191" cy="7525"/>
                    <a:chOff x="7515415" y="4858987"/>
                    <a:chExt cx="12191" cy="7525"/>
                  </a:xfrm>
                </p:grpSpPr>
                <p:sp>
                  <p:nvSpPr>
                    <p:cNvPr id="4907" name="Google Shape;4907;p56"/>
                    <p:cNvSpPr/>
                    <p:nvPr/>
                  </p:nvSpPr>
                  <p:spPr>
                    <a:xfrm>
                      <a:off x="7515415" y="4858987"/>
                      <a:ext cx="12191" cy="7048"/>
                    </a:xfrm>
                    <a:custGeom>
                      <a:avLst/>
                      <a:gdLst/>
                      <a:ahLst/>
                      <a:cxnLst/>
                      <a:rect l="l" t="t" r="r" b="b"/>
                      <a:pathLst>
                        <a:path w="12191" h="7048" extrusionOk="0">
                          <a:moveTo>
                            <a:pt x="6096" y="7048"/>
                          </a:moveTo>
                          <a:lnTo>
                            <a:pt x="0" y="3524"/>
                          </a:lnTo>
                          <a:lnTo>
                            <a:pt x="6096" y="0"/>
                          </a:lnTo>
                          <a:lnTo>
                            <a:pt x="12192"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8" name="Google Shape;4908;p56"/>
                    <p:cNvSpPr/>
                    <p:nvPr/>
                  </p:nvSpPr>
                  <p:spPr>
                    <a:xfrm>
                      <a:off x="7515415" y="4862512"/>
                      <a:ext cx="6096" cy="4000"/>
                    </a:xfrm>
                    <a:custGeom>
                      <a:avLst/>
                      <a:gdLst/>
                      <a:ahLst/>
                      <a:cxnLst/>
                      <a:rect l="l" t="t" r="r" b="b"/>
                      <a:pathLst>
                        <a:path w="6096"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9" name="Google Shape;4909;p56"/>
                    <p:cNvSpPr/>
                    <p:nvPr/>
                  </p:nvSpPr>
                  <p:spPr>
                    <a:xfrm>
                      <a:off x="7521511" y="4862512"/>
                      <a:ext cx="6095" cy="4000"/>
                    </a:xfrm>
                    <a:custGeom>
                      <a:avLst/>
                      <a:gdLst/>
                      <a:ahLst/>
                      <a:cxnLst/>
                      <a:rect l="l" t="t" r="r" b="b"/>
                      <a:pathLst>
                        <a:path w="6095"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10" name="Google Shape;4910;p56"/>
                  <p:cNvGrpSpPr/>
                  <p:nvPr/>
                </p:nvGrpSpPr>
                <p:grpSpPr>
                  <a:xfrm>
                    <a:off x="7503604" y="4865750"/>
                    <a:ext cx="12191" cy="7619"/>
                    <a:chOff x="7503604" y="4865750"/>
                    <a:chExt cx="12191" cy="7619"/>
                  </a:xfrm>
                </p:grpSpPr>
                <p:sp>
                  <p:nvSpPr>
                    <p:cNvPr id="4911" name="Google Shape;4911;p56"/>
                    <p:cNvSpPr/>
                    <p:nvPr/>
                  </p:nvSpPr>
                  <p:spPr>
                    <a:xfrm>
                      <a:off x="7503604" y="4865750"/>
                      <a:ext cx="12191" cy="7048"/>
                    </a:xfrm>
                    <a:custGeom>
                      <a:avLst/>
                      <a:gdLst/>
                      <a:ahLst/>
                      <a:cxnLst/>
                      <a:rect l="l" t="t" r="r" b="b"/>
                      <a:pathLst>
                        <a:path w="12191" h="7048" extrusionOk="0">
                          <a:moveTo>
                            <a:pt x="6096" y="7048"/>
                          </a:moveTo>
                          <a:lnTo>
                            <a:pt x="0" y="3524"/>
                          </a:lnTo>
                          <a:lnTo>
                            <a:pt x="6096" y="0"/>
                          </a:lnTo>
                          <a:lnTo>
                            <a:pt x="12192"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2" name="Google Shape;4912;p56"/>
                    <p:cNvSpPr/>
                    <p:nvPr/>
                  </p:nvSpPr>
                  <p:spPr>
                    <a:xfrm>
                      <a:off x="7503604" y="4869274"/>
                      <a:ext cx="6096" cy="4095"/>
                    </a:xfrm>
                    <a:custGeom>
                      <a:avLst/>
                      <a:gdLst/>
                      <a:ahLst/>
                      <a:cxnLst/>
                      <a:rect l="l" t="t" r="r" b="b"/>
                      <a:pathLst>
                        <a:path w="6096" h="4095" extrusionOk="0">
                          <a:moveTo>
                            <a:pt x="6096" y="4096"/>
                          </a:moveTo>
                          <a:lnTo>
                            <a:pt x="0" y="571"/>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3" name="Google Shape;4913;p56"/>
                    <p:cNvSpPr/>
                    <p:nvPr/>
                  </p:nvSpPr>
                  <p:spPr>
                    <a:xfrm>
                      <a:off x="7509700" y="4869274"/>
                      <a:ext cx="6095" cy="4095"/>
                    </a:xfrm>
                    <a:custGeom>
                      <a:avLst/>
                      <a:gdLst/>
                      <a:ahLst/>
                      <a:cxnLst/>
                      <a:rect l="l" t="t" r="r" b="b"/>
                      <a:pathLst>
                        <a:path w="6095" h="4095" extrusionOk="0">
                          <a:moveTo>
                            <a:pt x="6096" y="571"/>
                          </a:moveTo>
                          <a:lnTo>
                            <a:pt x="0" y="4096"/>
                          </a:lnTo>
                          <a:lnTo>
                            <a:pt x="0" y="3524"/>
                          </a:lnTo>
                          <a:lnTo>
                            <a:pt x="6096" y="0"/>
                          </a:lnTo>
                          <a:lnTo>
                            <a:pt x="6096"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14" name="Google Shape;4914;p56"/>
                  <p:cNvGrpSpPr/>
                  <p:nvPr/>
                </p:nvGrpSpPr>
                <p:grpSpPr>
                  <a:xfrm>
                    <a:off x="7491793" y="4872608"/>
                    <a:ext cx="12192" cy="7524"/>
                    <a:chOff x="7491793" y="4872608"/>
                    <a:chExt cx="12192" cy="7524"/>
                  </a:xfrm>
                </p:grpSpPr>
                <p:sp>
                  <p:nvSpPr>
                    <p:cNvPr id="4915" name="Google Shape;4915;p56"/>
                    <p:cNvSpPr/>
                    <p:nvPr/>
                  </p:nvSpPr>
                  <p:spPr>
                    <a:xfrm>
                      <a:off x="7491793" y="4872608"/>
                      <a:ext cx="12191" cy="7048"/>
                    </a:xfrm>
                    <a:custGeom>
                      <a:avLst/>
                      <a:gdLst/>
                      <a:ahLst/>
                      <a:cxnLst/>
                      <a:rect l="l" t="t" r="r" b="b"/>
                      <a:pathLst>
                        <a:path w="12191" h="7048" extrusionOk="0">
                          <a:moveTo>
                            <a:pt x="6096" y="7048"/>
                          </a:moveTo>
                          <a:lnTo>
                            <a:pt x="0" y="3524"/>
                          </a:lnTo>
                          <a:lnTo>
                            <a:pt x="6096" y="0"/>
                          </a:lnTo>
                          <a:lnTo>
                            <a:pt x="12192"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6" name="Google Shape;4916;p56"/>
                    <p:cNvSpPr/>
                    <p:nvPr/>
                  </p:nvSpPr>
                  <p:spPr>
                    <a:xfrm>
                      <a:off x="7491793" y="4876132"/>
                      <a:ext cx="6095" cy="4000"/>
                    </a:xfrm>
                    <a:custGeom>
                      <a:avLst/>
                      <a:gdLst/>
                      <a:ahLst/>
                      <a:cxnLst/>
                      <a:rect l="l" t="t" r="r" b="b"/>
                      <a:pathLst>
                        <a:path w="6095"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7" name="Google Shape;4917;p56"/>
                    <p:cNvSpPr/>
                    <p:nvPr/>
                  </p:nvSpPr>
                  <p:spPr>
                    <a:xfrm>
                      <a:off x="7497889" y="4876132"/>
                      <a:ext cx="6096" cy="4000"/>
                    </a:xfrm>
                    <a:custGeom>
                      <a:avLst/>
                      <a:gdLst/>
                      <a:ahLst/>
                      <a:cxnLst/>
                      <a:rect l="l" t="t" r="r" b="b"/>
                      <a:pathLst>
                        <a:path w="6096"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918" name="Google Shape;4918;p56"/>
                <p:cNvGrpSpPr/>
                <p:nvPr/>
              </p:nvGrpSpPr>
              <p:grpSpPr>
                <a:xfrm>
                  <a:off x="7478267" y="4830698"/>
                  <a:ext cx="71343" cy="41719"/>
                  <a:chOff x="7478267" y="4830698"/>
                  <a:chExt cx="71343" cy="41719"/>
                </a:xfrm>
              </p:grpSpPr>
              <p:grpSp>
                <p:nvGrpSpPr>
                  <p:cNvPr id="4919" name="Google Shape;4919;p56"/>
                  <p:cNvGrpSpPr/>
                  <p:nvPr/>
                </p:nvGrpSpPr>
                <p:grpSpPr>
                  <a:xfrm>
                    <a:off x="7537323" y="4830698"/>
                    <a:ext cx="12287" cy="7619"/>
                    <a:chOff x="7537323" y="4830698"/>
                    <a:chExt cx="12287" cy="7619"/>
                  </a:xfrm>
                </p:grpSpPr>
                <p:sp>
                  <p:nvSpPr>
                    <p:cNvPr id="4920" name="Google Shape;4920;p56"/>
                    <p:cNvSpPr/>
                    <p:nvPr/>
                  </p:nvSpPr>
                  <p:spPr>
                    <a:xfrm>
                      <a:off x="7537323" y="4830698"/>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1" name="Google Shape;4921;p56"/>
                    <p:cNvSpPr/>
                    <p:nvPr/>
                  </p:nvSpPr>
                  <p:spPr>
                    <a:xfrm>
                      <a:off x="7537323" y="4834222"/>
                      <a:ext cx="6095" cy="4095"/>
                    </a:xfrm>
                    <a:custGeom>
                      <a:avLst/>
                      <a:gdLst/>
                      <a:ahLst/>
                      <a:cxnLst/>
                      <a:rect l="l" t="t" r="r" b="b"/>
                      <a:pathLst>
                        <a:path w="6095" h="4095" extrusionOk="0">
                          <a:moveTo>
                            <a:pt x="6096" y="4096"/>
                          </a:moveTo>
                          <a:lnTo>
                            <a:pt x="0" y="571"/>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2" name="Google Shape;4922;p56"/>
                    <p:cNvSpPr/>
                    <p:nvPr/>
                  </p:nvSpPr>
                  <p:spPr>
                    <a:xfrm>
                      <a:off x="7543418" y="4834222"/>
                      <a:ext cx="6191" cy="4095"/>
                    </a:xfrm>
                    <a:custGeom>
                      <a:avLst/>
                      <a:gdLst/>
                      <a:ahLst/>
                      <a:cxnLst/>
                      <a:rect l="l" t="t" r="r" b="b"/>
                      <a:pathLst>
                        <a:path w="6191" h="4095" extrusionOk="0">
                          <a:moveTo>
                            <a:pt x="6191" y="571"/>
                          </a:moveTo>
                          <a:lnTo>
                            <a:pt x="0" y="4096"/>
                          </a:lnTo>
                          <a:lnTo>
                            <a:pt x="0" y="3524"/>
                          </a:lnTo>
                          <a:lnTo>
                            <a:pt x="6191" y="0"/>
                          </a:lnTo>
                          <a:lnTo>
                            <a:pt x="6191"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23" name="Google Shape;4923;p56"/>
                  <p:cNvGrpSpPr/>
                  <p:nvPr/>
                </p:nvGrpSpPr>
                <p:grpSpPr>
                  <a:xfrm>
                    <a:off x="7525511" y="4837556"/>
                    <a:ext cx="12288" cy="7524"/>
                    <a:chOff x="7525511" y="4837556"/>
                    <a:chExt cx="12288" cy="7524"/>
                  </a:xfrm>
                </p:grpSpPr>
                <p:sp>
                  <p:nvSpPr>
                    <p:cNvPr id="4924" name="Google Shape;4924;p56"/>
                    <p:cNvSpPr/>
                    <p:nvPr/>
                  </p:nvSpPr>
                  <p:spPr>
                    <a:xfrm>
                      <a:off x="7525511" y="4837556"/>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5" name="Google Shape;4925;p56"/>
                    <p:cNvSpPr/>
                    <p:nvPr/>
                  </p:nvSpPr>
                  <p:spPr>
                    <a:xfrm>
                      <a:off x="7525511" y="4841080"/>
                      <a:ext cx="6096" cy="4000"/>
                    </a:xfrm>
                    <a:custGeom>
                      <a:avLst/>
                      <a:gdLst/>
                      <a:ahLst/>
                      <a:cxnLst/>
                      <a:rect l="l" t="t" r="r" b="b"/>
                      <a:pathLst>
                        <a:path w="6096"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6" name="Google Shape;4926;p56"/>
                    <p:cNvSpPr/>
                    <p:nvPr/>
                  </p:nvSpPr>
                  <p:spPr>
                    <a:xfrm>
                      <a:off x="7531608" y="4841080"/>
                      <a:ext cx="6191" cy="4000"/>
                    </a:xfrm>
                    <a:custGeom>
                      <a:avLst/>
                      <a:gdLst/>
                      <a:ahLst/>
                      <a:cxnLst/>
                      <a:rect l="l" t="t" r="r" b="b"/>
                      <a:pathLst>
                        <a:path w="6191" h="4000" extrusionOk="0">
                          <a:moveTo>
                            <a:pt x="6191" y="476"/>
                          </a:moveTo>
                          <a:lnTo>
                            <a:pt x="0" y="4001"/>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27" name="Google Shape;4927;p56"/>
                  <p:cNvGrpSpPr/>
                  <p:nvPr/>
                </p:nvGrpSpPr>
                <p:grpSpPr>
                  <a:xfrm>
                    <a:off x="7513700" y="4844319"/>
                    <a:ext cx="12288" cy="7619"/>
                    <a:chOff x="7513700" y="4844319"/>
                    <a:chExt cx="12288" cy="7619"/>
                  </a:xfrm>
                </p:grpSpPr>
                <p:sp>
                  <p:nvSpPr>
                    <p:cNvPr id="4928" name="Google Shape;4928;p56"/>
                    <p:cNvSpPr/>
                    <p:nvPr/>
                  </p:nvSpPr>
                  <p:spPr>
                    <a:xfrm>
                      <a:off x="7513700" y="4844319"/>
                      <a:ext cx="12287" cy="7143"/>
                    </a:xfrm>
                    <a:custGeom>
                      <a:avLst/>
                      <a:gdLst/>
                      <a:ahLst/>
                      <a:cxnLst/>
                      <a:rect l="l" t="t" r="r" b="b"/>
                      <a:pathLst>
                        <a:path w="12287" h="7143" extrusionOk="0">
                          <a:moveTo>
                            <a:pt x="6096" y="7144"/>
                          </a:moveTo>
                          <a:lnTo>
                            <a:pt x="0" y="3524"/>
                          </a:lnTo>
                          <a:lnTo>
                            <a:pt x="6096" y="0"/>
                          </a:lnTo>
                          <a:lnTo>
                            <a:pt x="12287" y="3524"/>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9" name="Google Shape;4929;p56"/>
                    <p:cNvSpPr/>
                    <p:nvPr/>
                  </p:nvSpPr>
                  <p:spPr>
                    <a:xfrm>
                      <a:off x="7513700" y="4847843"/>
                      <a:ext cx="6096" cy="4095"/>
                    </a:xfrm>
                    <a:custGeom>
                      <a:avLst/>
                      <a:gdLst/>
                      <a:ahLst/>
                      <a:cxnLst/>
                      <a:rect l="l" t="t" r="r" b="b"/>
                      <a:pathLst>
                        <a:path w="6096" h="4095" extrusionOk="0">
                          <a:moveTo>
                            <a:pt x="6096" y="4096"/>
                          </a:moveTo>
                          <a:lnTo>
                            <a:pt x="0" y="571"/>
                          </a:lnTo>
                          <a:lnTo>
                            <a:pt x="0" y="0"/>
                          </a:lnTo>
                          <a:lnTo>
                            <a:pt x="6096" y="3620"/>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0" name="Google Shape;4930;p56"/>
                    <p:cNvSpPr/>
                    <p:nvPr/>
                  </p:nvSpPr>
                  <p:spPr>
                    <a:xfrm>
                      <a:off x="7519797" y="4847843"/>
                      <a:ext cx="6191" cy="4095"/>
                    </a:xfrm>
                    <a:custGeom>
                      <a:avLst/>
                      <a:gdLst/>
                      <a:ahLst/>
                      <a:cxnLst/>
                      <a:rect l="l" t="t" r="r" b="b"/>
                      <a:pathLst>
                        <a:path w="6191" h="4095" extrusionOk="0">
                          <a:moveTo>
                            <a:pt x="6191" y="571"/>
                          </a:moveTo>
                          <a:lnTo>
                            <a:pt x="0" y="4096"/>
                          </a:lnTo>
                          <a:lnTo>
                            <a:pt x="0" y="3620"/>
                          </a:lnTo>
                          <a:lnTo>
                            <a:pt x="6191" y="0"/>
                          </a:lnTo>
                          <a:lnTo>
                            <a:pt x="6191"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31" name="Google Shape;4931;p56"/>
                  <p:cNvGrpSpPr/>
                  <p:nvPr/>
                </p:nvGrpSpPr>
                <p:grpSpPr>
                  <a:xfrm>
                    <a:off x="7501890" y="4851177"/>
                    <a:ext cx="12287" cy="7524"/>
                    <a:chOff x="7501890" y="4851177"/>
                    <a:chExt cx="12287" cy="7524"/>
                  </a:xfrm>
                </p:grpSpPr>
                <p:sp>
                  <p:nvSpPr>
                    <p:cNvPr id="4932" name="Google Shape;4932;p56"/>
                    <p:cNvSpPr/>
                    <p:nvPr/>
                  </p:nvSpPr>
                  <p:spPr>
                    <a:xfrm>
                      <a:off x="7501890" y="4851177"/>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3" name="Google Shape;4933;p56"/>
                    <p:cNvSpPr/>
                    <p:nvPr/>
                  </p:nvSpPr>
                  <p:spPr>
                    <a:xfrm>
                      <a:off x="7501890" y="4854701"/>
                      <a:ext cx="6095" cy="4000"/>
                    </a:xfrm>
                    <a:custGeom>
                      <a:avLst/>
                      <a:gdLst/>
                      <a:ahLst/>
                      <a:cxnLst/>
                      <a:rect l="l" t="t" r="r" b="b"/>
                      <a:pathLst>
                        <a:path w="6095"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4" name="Google Shape;4934;p56"/>
                    <p:cNvSpPr/>
                    <p:nvPr/>
                  </p:nvSpPr>
                  <p:spPr>
                    <a:xfrm>
                      <a:off x="7507985" y="4854701"/>
                      <a:ext cx="6191" cy="4000"/>
                    </a:xfrm>
                    <a:custGeom>
                      <a:avLst/>
                      <a:gdLst/>
                      <a:ahLst/>
                      <a:cxnLst/>
                      <a:rect l="l" t="t" r="r" b="b"/>
                      <a:pathLst>
                        <a:path w="6191" h="4000" extrusionOk="0">
                          <a:moveTo>
                            <a:pt x="6191" y="476"/>
                          </a:moveTo>
                          <a:lnTo>
                            <a:pt x="0" y="4001"/>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35" name="Google Shape;4935;p56"/>
                  <p:cNvGrpSpPr/>
                  <p:nvPr/>
                </p:nvGrpSpPr>
                <p:grpSpPr>
                  <a:xfrm>
                    <a:off x="7490078" y="4857939"/>
                    <a:ext cx="12288" cy="7620"/>
                    <a:chOff x="7490078" y="4857939"/>
                    <a:chExt cx="12288" cy="7620"/>
                  </a:xfrm>
                </p:grpSpPr>
                <p:sp>
                  <p:nvSpPr>
                    <p:cNvPr id="4936" name="Google Shape;4936;p56"/>
                    <p:cNvSpPr/>
                    <p:nvPr/>
                  </p:nvSpPr>
                  <p:spPr>
                    <a:xfrm>
                      <a:off x="7490078" y="4857939"/>
                      <a:ext cx="12287" cy="7143"/>
                    </a:xfrm>
                    <a:custGeom>
                      <a:avLst/>
                      <a:gdLst/>
                      <a:ahLst/>
                      <a:cxnLst/>
                      <a:rect l="l" t="t" r="r" b="b"/>
                      <a:pathLst>
                        <a:path w="12287" h="7143" extrusionOk="0">
                          <a:moveTo>
                            <a:pt x="6096" y="7144"/>
                          </a:moveTo>
                          <a:lnTo>
                            <a:pt x="0" y="3620"/>
                          </a:lnTo>
                          <a:lnTo>
                            <a:pt x="6096" y="0"/>
                          </a:lnTo>
                          <a:lnTo>
                            <a:pt x="12287" y="3620"/>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7" name="Google Shape;4937;p56"/>
                    <p:cNvSpPr/>
                    <p:nvPr/>
                  </p:nvSpPr>
                  <p:spPr>
                    <a:xfrm>
                      <a:off x="7490078" y="4861559"/>
                      <a:ext cx="6096" cy="4000"/>
                    </a:xfrm>
                    <a:custGeom>
                      <a:avLst/>
                      <a:gdLst/>
                      <a:ahLst/>
                      <a:cxnLst/>
                      <a:rect l="l" t="t" r="r" b="b"/>
                      <a:pathLst>
                        <a:path w="6096"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8" name="Google Shape;4938;p56"/>
                    <p:cNvSpPr/>
                    <p:nvPr/>
                  </p:nvSpPr>
                  <p:spPr>
                    <a:xfrm>
                      <a:off x="7496175" y="4861559"/>
                      <a:ext cx="6191" cy="4000"/>
                    </a:xfrm>
                    <a:custGeom>
                      <a:avLst/>
                      <a:gdLst/>
                      <a:ahLst/>
                      <a:cxnLst/>
                      <a:rect l="l" t="t" r="r" b="b"/>
                      <a:pathLst>
                        <a:path w="6191" h="4000" extrusionOk="0">
                          <a:moveTo>
                            <a:pt x="6191" y="476"/>
                          </a:moveTo>
                          <a:lnTo>
                            <a:pt x="0" y="4001"/>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39" name="Google Shape;4939;p56"/>
                  <p:cNvGrpSpPr/>
                  <p:nvPr/>
                </p:nvGrpSpPr>
                <p:grpSpPr>
                  <a:xfrm>
                    <a:off x="7478267" y="4864797"/>
                    <a:ext cx="12288" cy="7620"/>
                    <a:chOff x="7478267" y="4864797"/>
                    <a:chExt cx="12288" cy="7620"/>
                  </a:xfrm>
                </p:grpSpPr>
                <p:sp>
                  <p:nvSpPr>
                    <p:cNvPr id="4940" name="Google Shape;4940;p56"/>
                    <p:cNvSpPr/>
                    <p:nvPr/>
                  </p:nvSpPr>
                  <p:spPr>
                    <a:xfrm>
                      <a:off x="7478267" y="4864797"/>
                      <a:ext cx="12287" cy="7048"/>
                    </a:xfrm>
                    <a:custGeom>
                      <a:avLst/>
                      <a:gdLst/>
                      <a:ahLst/>
                      <a:cxnLst/>
                      <a:rect l="l" t="t" r="r" b="b"/>
                      <a:pathLst>
                        <a:path w="12287" h="7048" extrusionOk="0">
                          <a:moveTo>
                            <a:pt x="6096" y="7049"/>
                          </a:moveTo>
                          <a:lnTo>
                            <a:pt x="0" y="3524"/>
                          </a:lnTo>
                          <a:lnTo>
                            <a:pt x="6096" y="0"/>
                          </a:lnTo>
                          <a:lnTo>
                            <a:pt x="12287" y="3524"/>
                          </a:lnTo>
                          <a:lnTo>
                            <a:pt x="6096"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1" name="Google Shape;4941;p56"/>
                    <p:cNvSpPr/>
                    <p:nvPr/>
                  </p:nvSpPr>
                  <p:spPr>
                    <a:xfrm>
                      <a:off x="7478267" y="4868322"/>
                      <a:ext cx="6096" cy="4095"/>
                    </a:xfrm>
                    <a:custGeom>
                      <a:avLst/>
                      <a:gdLst/>
                      <a:ahLst/>
                      <a:cxnLst/>
                      <a:rect l="l" t="t" r="r" b="b"/>
                      <a:pathLst>
                        <a:path w="6096" h="4095" extrusionOk="0">
                          <a:moveTo>
                            <a:pt x="6096" y="4096"/>
                          </a:moveTo>
                          <a:lnTo>
                            <a:pt x="0" y="476"/>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2" name="Google Shape;4942;p56"/>
                    <p:cNvSpPr/>
                    <p:nvPr/>
                  </p:nvSpPr>
                  <p:spPr>
                    <a:xfrm>
                      <a:off x="7484364" y="4868322"/>
                      <a:ext cx="6191" cy="4095"/>
                    </a:xfrm>
                    <a:custGeom>
                      <a:avLst/>
                      <a:gdLst/>
                      <a:ahLst/>
                      <a:cxnLst/>
                      <a:rect l="l" t="t" r="r" b="b"/>
                      <a:pathLst>
                        <a:path w="6191" h="4095" extrusionOk="0">
                          <a:moveTo>
                            <a:pt x="6191" y="476"/>
                          </a:moveTo>
                          <a:lnTo>
                            <a:pt x="0" y="4096"/>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943" name="Google Shape;4943;p56"/>
                <p:cNvGrpSpPr/>
                <p:nvPr/>
              </p:nvGrpSpPr>
              <p:grpSpPr>
                <a:xfrm>
                  <a:off x="7464742" y="4822887"/>
                  <a:ext cx="71342" cy="41719"/>
                  <a:chOff x="7464742" y="4822887"/>
                  <a:chExt cx="71342" cy="41719"/>
                </a:xfrm>
              </p:grpSpPr>
              <p:grpSp>
                <p:nvGrpSpPr>
                  <p:cNvPr id="4944" name="Google Shape;4944;p56"/>
                  <p:cNvGrpSpPr/>
                  <p:nvPr/>
                </p:nvGrpSpPr>
                <p:grpSpPr>
                  <a:xfrm>
                    <a:off x="7523797" y="4822887"/>
                    <a:ext cx="12287" cy="7620"/>
                    <a:chOff x="7523797" y="4822887"/>
                    <a:chExt cx="12287" cy="7620"/>
                  </a:xfrm>
                </p:grpSpPr>
                <p:sp>
                  <p:nvSpPr>
                    <p:cNvPr id="4945" name="Google Shape;4945;p56"/>
                    <p:cNvSpPr/>
                    <p:nvPr/>
                  </p:nvSpPr>
                  <p:spPr>
                    <a:xfrm>
                      <a:off x="7523797" y="4822887"/>
                      <a:ext cx="12287" cy="7143"/>
                    </a:xfrm>
                    <a:custGeom>
                      <a:avLst/>
                      <a:gdLst/>
                      <a:ahLst/>
                      <a:cxnLst/>
                      <a:rect l="l" t="t" r="r" b="b"/>
                      <a:pathLst>
                        <a:path w="12287" h="7143" extrusionOk="0">
                          <a:moveTo>
                            <a:pt x="6191" y="7144"/>
                          </a:moveTo>
                          <a:lnTo>
                            <a:pt x="0" y="3620"/>
                          </a:lnTo>
                          <a:lnTo>
                            <a:pt x="6191" y="0"/>
                          </a:lnTo>
                          <a:lnTo>
                            <a:pt x="12287" y="3620"/>
                          </a:lnTo>
                          <a:lnTo>
                            <a:pt x="6191"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6" name="Google Shape;4946;p56"/>
                    <p:cNvSpPr/>
                    <p:nvPr/>
                  </p:nvSpPr>
                  <p:spPr>
                    <a:xfrm>
                      <a:off x="7523797" y="4826507"/>
                      <a:ext cx="6191" cy="4000"/>
                    </a:xfrm>
                    <a:custGeom>
                      <a:avLst/>
                      <a:gdLst/>
                      <a:ahLst/>
                      <a:cxnLst/>
                      <a:rect l="l" t="t" r="r" b="b"/>
                      <a:pathLst>
                        <a:path w="6191" h="4000" extrusionOk="0">
                          <a:moveTo>
                            <a:pt x="6191" y="4001"/>
                          </a:moveTo>
                          <a:lnTo>
                            <a:pt x="0" y="476"/>
                          </a:lnTo>
                          <a:lnTo>
                            <a:pt x="0" y="0"/>
                          </a:lnTo>
                          <a:lnTo>
                            <a:pt x="6191" y="3524"/>
                          </a:lnTo>
                          <a:lnTo>
                            <a:pt x="6191"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7" name="Google Shape;4947;p56"/>
                    <p:cNvSpPr/>
                    <p:nvPr/>
                  </p:nvSpPr>
                  <p:spPr>
                    <a:xfrm>
                      <a:off x="7529988" y="4826507"/>
                      <a:ext cx="6096" cy="4000"/>
                    </a:xfrm>
                    <a:custGeom>
                      <a:avLst/>
                      <a:gdLst/>
                      <a:ahLst/>
                      <a:cxnLst/>
                      <a:rect l="l" t="t" r="r" b="b"/>
                      <a:pathLst>
                        <a:path w="6096"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48" name="Google Shape;4948;p56"/>
                  <p:cNvGrpSpPr/>
                  <p:nvPr/>
                </p:nvGrpSpPr>
                <p:grpSpPr>
                  <a:xfrm>
                    <a:off x="7511986" y="4829745"/>
                    <a:ext cx="12287" cy="7620"/>
                    <a:chOff x="7511986" y="4829745"/>
                    <a:chExt cx="12287" cy="7620"/>
                  </a:xfrm>
                </p:grpSpPr>
                <p:sp>
                  <p:nvSpPr>
                    <p:cNvPr id="4949" name="Google Shape;4949;p56"/>
                    <p:cNvSpPr/>
                    <p:nvPr/>
                  </p:nvSpPr>
                  <p:spPr>
                    <a:xfrm>
                      <a:off x="7511986" y="4829745"/>
                      <a:ext cx="12287" cy="7048"/>
                    </a:xfrm>
                    <a:custGeom>
                      <a:avLst/>
                      <a:gdLst/>
                      <a:ahLst/>
                      <a:cxnLst/>
                      <a:rect l="l" t="t" r="r" b="b"/>
                      <a:pathLst>
                        <a:path w="12287" h="7048" extrusionOk="0">
                          <a:moveTo>
                            <a:pt x="6191" y="7048"/>
                          </a:moveTo>
                          <a:lnTo>
                            <a:pt x="0" y="3524"/>
                          </a:lnTo>
                          <a:lnTo>
                            <a:pt x="6191" y="0"/>
                          </a:lnTo>
                          <a:lnTo>
                            <a:pt x="12287" y="3524"/>
                          </a:lnTo>
                          <a:lnTo>
                            <a:pt x="6191"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0" name="Google Shape;4950;p56"/>
                    <p:cNvSpPr/>
                    <p:nvPr/>
                  </p:nvSpPr>
                  <p:spPr>
                    <a:xfrm>
                      <a:off x="7511986" y="4833270"/>
                      <a:ext cx="6191" cy="4095"/>
                    </a:xfrm>
                    <a:custGeom>
                      <a:avLst/>
                      <a:gdLst/>
                      <a:ahLst/>
                      <a:cxnLst/>
                      <a:rect l="l" t="t" r="r" b="b"/>
                      <a:pathLst>
                        <a:path w="6191" h="4095" extrusionOk="0">
                          <a:moveTo>
                            <a:pt x="6191" y="4096"/>
                          </a:moveTo>
                          <a:lnTo>
                            <a:pt x="0" y="476"/>
                          </a:lnTo>
                          <a:lnTo>
                            <a:pt x="0" y="0"/>
                          </a:lnTo>
                          <a:lnTo>
                            <a:pt x="6191" y="3524"/>
                          </a:lnTo>
                          <a:lnTo>
                            <a:pt x="6191"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1" name="Google Shape;4951;p56"/>
                    <p:cNvSpPr/>
                    <p:nvPr/>
                  </p:nvSpPr>
                  <p:spPr>
                    <a:xfrm>
                      <a:off x="7518177" y="4833270"/>
                      <a:ext cx="6096" cy="4095"/>
                    </a:xfrm>
                    <a:custGeom>
                      <a:avLst/>
                      <a:gdLst/>
                      <a:ahLst/>
                      <a:cxnLst/>
                      <a:rect l="l" t="t" r="r" b="b"/>
                      <a:pathLst>
                        <a:path w="6096" h="4095" extrusionOk="0">
                          <a:moveTo>
                            <a:pt x="6096" y="476"/>
                          </a:moveTo>
                          <a:lnTo>
                            <a:pt x="0" y="4096"/>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52" name="Google Shape;4952;p56"/>
                  <p:cNvGrpSpPr/>
                  <p:nvPr/>
                </p:nvGrpSpPr>
                <p:grpSpPr>
                  <a:xfrm>
                    <a:off x="7500175" y="4836508"/>
                    <a:ext cx="12287" cy="7620"/>
                    <a:chOff x="7500175" y="4836508"/>
                    <a:chExt cx="12287" cy="7620"/>
                  </a:xfrm>
                </p:grpSpPr>
                <p:sp>
                  <p:nvSpPr>
                    <p:cNvPr id="4953" name="Google Shape;4953;p56"/>
                    <p:cNvSpPr/>
                    <p:nvPr/>
                  </p:nvSpPr>
                  <p:spPr>
                    <a:xfrm>
                      <a:off x="7500175" y="4836508"/>
                      <a:ext cx="12287" cy="7143"/>
                    </a:xfrm>
                    <a:custGeom>
                      <a:avLst/>
                      <a:gdLst/>
                      <a:ahLst/>
                      <a:cxnLst/>
                      <a:rect l="l" t="t" r="r" b="b"/>
                      <a:pathLst>
                        <a:path w="12287" h="7143" extrusionOk="0">
                          <a:moveTo>
                            <a:pt x="6191" y="7144"/>
                          </a:moveTo>
                          <a:lnTo>
                            <a:pt x="0" y="3620"/>
                          </a:lnTo>
                          <a:lnTo>
                            <a:pt x="6191" y="0"/>
                          </a:lnTo>
                          <a:lnTo>
                            <a:pt x="12287" y="3620"/>
                          </a:lnTo>
                          <a:lnTo>
                            <a:pt x="6191"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4" name="Google Shape;4954;p56"/>
                    <p:cNvSpPr/>
                    <p:nvPr/>
                  </p:nvSpPr>
                  <p:spPr>
                    <a:xfrm>
                      <a:off x="7500175" y="4840128"/>
                      <a:ext cx="6191" cy="4000"/>
                    </a:xfrm>
                    <a:custGeom>
                      <a:avLst/>
                      <a:gdLst/>
                      <a:ahLst/>
                      <a:cxnLst/>
                      <a:rect l="l" t="t" r="r" b="b"/>
                      <a:pathLst>
                        <a:path w="6191" h="4000" extrusionOk="0">
                          <a:moveTo>
                            <a:pt x="6191" y="4001"/>
                          </a:moveTo>
                          <a:lnTo>
                            <a:pt x="0" y="476"/>
                          </a:lnTo>
                          <a:lnTo>
                            <a:pt x="0" y="0"/>
                          </a:lnTo>
                          <a:lnTo>
                            <a:pt x="6191" y="3524"/>
                          </a:lnTo>
                          <a:lnTo>
                            <a:pt x="6191"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5" name="Google Shape;4955;p56"/>
                    <p:cNvSpPr/>
                    <p:nvPr/>
                  </p:nvSpPr>
                  <p:spPr>
                    <a:xfrm>
                      <a:off x="7506366" y="4840128"/>
                      <a:ext cx="6095" cy="4000"/>
                    </a:xfrm>
                    <a:custGeom>
                      <a:avLst/>
                      <a:gdLst/>
                      <a:ahLst/>
                      <a:cxnLst/>
                      <a:rect l="l" t="t" r="r" b="b"/>
                      <a:pathLst>
                        <a:path w="6095"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56" name="Google Shape;4956;p56"/>
                  <p:cNvGrpSpPr/>
                  <p:nvPr/>
                </p:nvGrpSpPr>
                <p:grpSpPr>
                  <a:xfrm>
                    <a:off x="7488364" y="4843366"/>
                    <a:ext cx="12287" cy="7619"/>
                    <a:chOff x="7488364" y="4843366"/>
                    <a:chExt cx="12287" cy="7619"/>
                  </a:xfrm>
                </p:grpSpPr>
                <p:sp>
                  <p:nvSpPr>
                    <p:cNvPr id="4957" name="Google Shape;4957;p56"/>
                    <p:cNvSpPr/>
                    <p:nvPr/>
                  </p:nvSpPr>
                  <p:spPr>
                    <a:xfrm>
                      <a:off x="7488364" y="4843366"/>
                      <a:ext cx="12287" cy="7048"/>
                    </a:xfrm>
                    <a:custGeom>
                      <a:avLst/>
                      <a:gdLst/>
                      <a:ahLst/>
                      <a:cxnLst/>
                      <a:rect l="l" t="t" r="r" b="b"/>
                      <a:pathLst>
                        <a:path w="12287" h="7048" extrusionOk="0">
                          <a:moveTo>
                            <a:pt x="6191" y="7049"/>
                          </a:moveTo>
                          <a:lnTo>
                            <a:pt x="0" y="3524"/>
                          </a:lnTo>
                          <a:lnTo>
                            <a:pt x="6191" y="0"/>
                          </a:lnTo>
                          <a:lnTo>
                            <a:pt x="12287" y="3524"/>
                          </a:lnTo>
                          <a:lnTo>
                            <a:pt x="6191"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8" name="Google Shape;4958;p56"/>
                    <p:cNvSpPr/>
                    <p:nvPr/>
                  </p:nvSpPr>
                  <p:spPr>
                    <a:xfrm>
                      <a:off x="7488364" y="4846890"/>
                      <a:ext cx="6191" cy="4095"/>
                    </a:xfrm>
                    <a:custGeom>
                      <a:avLst/>
                      <a:gdLst/>
                      <a:ahLst/>
                      <a:cxnLst/>
                      <a:rect l="l" t="t" r="r" b="b"/>
                      <a:pathLst>
                        <a:path w="6191" h="4095" extrusionOk="0">
                          <a:moveTo>
                            <a:pt x="6191" y="4096"/>
                          </a:moveTo>
                          <a:lnTo>
                            <a:pt x="0" y="572"/>
                          </a:lnTo>
                          <a:lnTo>
                            <a:pt x="0" y="0"/>
                          </a:lnTo>
                          <a:lnTo>
                            <a:pt x="6191" y="3524"/>
                          </a:lnTo>
                          <a:lnTo>
                            <a:pt x="6191"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9" name="Google Shape;4959;p56"/>
                    <p:cNvSpPr/>
                    <p:nvPr/>
                  </p:nvSpPr>
                  <p:spPr>
                    <a:xfrm>
                      <a:off x="7494555" y="4846890"/>
                      <a:ext cx="6096" cy="4095"/>
                    </a:xfrm>
                    <a:custGeom>
                      <a:avLst/>
                      <a:gdLst/>
                      <a:ahLst/>
                      <a:cxnLst/>
                      <a:rect l="l" t="t" r="r" b="b"/>
                      <a:pathLst>
                        <a:path w="6096" h="4095" extrusionOk="0">
                          <a:moveTo>
                            <a:pt x="6096" y="572"/>
                          </a:moveTo>
                          <a:lnTo>
                            <a:pt x="0" y="4096"/>
                          </a:lnTo>
                          <a:lnTo>
                            <a:pt x="0" y="3524"/>
                          </a:lnTo>
                          <a:lnTo>
                            <a:pt x="6096" y="0"/>
                          </a:lnTo>
                          <a:lnTo>
                            <a:pt x="6096" y="572"/>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60" name="Google Shape;4960;p56"/>
                  <p:cNvGrpSpPr/>
                  <p:nvPr/>
                </p:nvGrpSpPr>
                <p:grpSpPr>
                  <a:xfrm>
                    <a:off x="7476553" y="4850224"/>
                    <a:ext cx="12287" cy="7524"/>
                    <a:chOff x="7476553" y="4850224"/>
                    <a:chExt cx="12287" cy="7524"/>
                  </a:xfrm>
                </p:grpSpPr>
                <p:sp>
                  <p:nvSpPr>
                    <p:cNvPr id="4961" name="Google Shape;4961;p56"/>
                    <p:cNvSpPr/>
                    <p:nvPr/>
                  </p:nvSpPr>
                  <p:spPr>
                    <a:xfrm>
                      <a:off x="7476553" y="4850224"/>
                      <a:ext cx="12287" cy="7048"/>
                    </a:xfrm>
                    <a:custGeom>
                      <a:avLst/>
                      <a:gdLst/>
                      <a:ahLst/>
                      <a:cxnLst/>
                      <a:rect l="l" t="t" r="r" b="b"/>
                      <a:pathLst>
                        <a:path w="12287" h="7048" extrusionOk="0">
                          <a:moveTo>
                            <a:pt x="6191" y="7049"/>
                          </a:moveTo>
                          <a:lnTo>
                            <a:pt x="0" y="3524"/>
                          </a:lnTo>
                          <a:lnTo>
                            <a:pt x="6191" y="0"/>
                          </a:lnTo>
                          <a:lnTo>
                            <a:pt x="12287" y="3524"/>
                          </a:lnTo>
                          <a:lnTo>
                            <a:pt x="6191"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62" name="Google Shape;4962;p56"/>
                    <p:cNvSpPr/>
                    <p:nvPr/>
                  </p:nvSpPr>
                  <p:spPr>
                    <a:xfrm>
                      <a:off x="7476553" y="4853748"/>
                      <a:ext cx="6191" cy="4000"/>
                    </a:xfrm>
                    <a:custGeom>
                      <a:avLst/>
                      <a:gdLst/>
                      <a:ahLst/>
                      <a:cxnLst/>
                      <a:rect l="l" t="t" r="r" b="b"/>
                      <a:pathLst>
                        <a:path w="6191" h="4000" extrusionOk="0">
                          <a:moveTo>
                            <a:pt x="6191" y="4001"/>
                          </a:moveTo>
                          <a:lnTo>
                            <a:pt x="0" y="476"/>
                          </a:lnTo>
                          <a:lnTo>
                            <a:pt x="0" y="0"/>
                          </a:lnTo>
                          <a:lnTo>
                            <a:pt x="6191" y="3524"/>
                          </a:lnTo>
                          <a:lnTo>
                            <a:pt x="6191"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63" name="Google Shape;4963;p56"/>
                    <p:cNvSpPr/>
                    <p:nvPr/>
                  </p:nvSpPr>
                  <p:spPr>
                    <a:xfrm>
                      <a:off x="7482744" y="4853748"/>
                      <a:ext cx="6096" cy="4000"/>
                    </a:xfrm>
                    <a:custGeom>
                      <a:avLst/>
                      <a:gdLst/>
                      <a:ahLst/>
                      <a:cxnLst/>
                      <a:rect l="l" t="t" r="r" b="b"/>
                      <a:pathLst>
                        <a:path w="6096"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64" name="Google Shape;4964;p56"/>
                  <p:cNvGrpSpPr/>
                  <p:nvPr/>
                </p:nvGrpSpPr>
                <p:grpSpPr>
                  <a:xfrm>
                    <a:off x="7464742" y="4856987"/>
                    <a:ext cx="12287" cy="7619"/>
                    <a:chOff x="7464742" y="4856987"/>
                    <a:chExt cx="12287" cy="7619"/>
                  </a:xfrm>
                </p:grpSpPr>
                <p:sp>
                  <p:nvSpPr>
                    <p:cNvPr id="4965" name="Google Shape;4965;p56"/>
                    <p:cNvSpPr/>
                    <p:nvPr/>
                  </p:nvSpPr>
                  <p:spPr>
                    <a:xfrm>
                      <a:off x="7464742" y="4856987"/>
                      <a:ext cx="12287" cy="7143"/>
                    </a:xfrm>
                    <a:custGeom>
                      <a:avLst/>
                      <a:gdLst/>
                      <a:ahLst/>
                      <a:cxnLst/>
                      <a:rect l="l" t="t" r="r" b="b"/>
                      <a:pathLst>
                        <a:path w="12287" h="7143" extrusionOk="0">
                          <a:moveTo>
                            <a:pt x="6191" y="7144"/>
                          </a:moveTo>
                          <a:lnTo>
                            <a:pt x="0" y="3524"/>
                          </a:lnTo>
                          <a:lnTo>
                            <a:pt x="6191" y="0"/>
                          </a:lnTo>
                          <a:lnTo>
                            <a:pt x="12287" y="3524"/>
                          </a:lnTo>
                          <a:lnTo>
                            <a:pt x="6191"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66" name="Google Shape;4966;p56"/>
                    <p:cNvSpPr/>
                    <p:nvPr/>
                  </p:nvSpPr>
                  <p:spPr>
                    <a:xfrm>
                      <a:off x="7464742" y="4860511"/>
                      <a:ext cx="6191" cy="4095"/>
                    </a:xfrm>
                    <a:custGeom>
                      <a:avLst/>
                      <a:gdLst/>
                      <a:ahLst/>
                      <a:cxnLst/>
                      <a:rect l="l" t="t" r="r" b="b"/>
                      <a:pathLst>
                        <a:path w="6191" h="4095" extrusionOk="0">
                          <a:moveTo>
                            <a:pt x="6191" y="4096"/>
                          </a:moveTo>
                          <a:lnTo>
                            <a:pt x="0" y="571"/>
                          </a:lnTo>
                          <a:lnTo>
                            <a:pt x="0" y="0"/>
                          </a:lnTo>
                          <a:lnTo>
                            <a:pt x="6191" y="3620"/>
                          </a:lnTo>
                          <a:lnTo>
                            <a:pt x="6191"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67" name="Google Shape;4967;p56"/>
                    <p:cNvSpPr/>
                    <p:nvPr/>
                  </p:nvSpPr>
                  <p:spPr>
                    <a:xfrm>
                      <a:off x="7470933" y="4860511"/>
                      <a:ext cx="6095" cy="4095"/>
                    </a:xfrm>
                    <a:custGeom>
                      <a:avLst/>
                      <a:gdLst/>
                      <a:ahLst/>
                      <a:cxnLst/>
                      <a:rect l="l" t="t" r="r" b="b"/>
                      <a:pathLst>
                        <a:path w="6095" h="4095" extrusionOk="0">
                          <a:moveTo>
                            <a:pt x="6096" y="571"/>
                          </a:moveTo>
                          <a:lnTo>
                            <a:pt x="0" y="4096"/>
                          </a:lnTo>
                          <a:lnTo>
                            <a:pt x="0" y="3620"/>
                          </a:lnTo>
                          <a:lnTo>
                            <a:pt x="6096" y="0"/>
                          </a:lnTo>
                          <a:lnTo>
                            <a:pt x="6096"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grpSp>
          <p:nvGrpSpPr>
            <p:cNvPr id="4968" name="Google Shape;4968;p56"/>
            <p:cNvGrpSpPr/>
            <p:nvPr/>
          </p:nvGrpSpPr>
          <p:grpSpPr>
            <a:xfrm>
              <a:off x="1668000" y="2392535"/>
              <a:ext cx="491857" cy="288484"/>
              <a:chOff x="7515415" y="4852225"/>
              <a:chExt cx="166782" cy="97821"/>
            </a:xfrm>
          </p:grpSpPr>
          <p:grpSp>
            <p:nvGrpSpPr>
              <p:cNvPr id="4969" name="Google Shape;4969;p56"/>
              <p:cNvGrpSpPr/>
              <p:nvPr/>
            </p:nvGrpSpPr>
            <p:grpSpPr>
              <a:xfrm>
                <a:off x="7515415" y="4852225"/>
                <a:ext cx="166782" cy="97821"/>
                <a:chOff x="7515415" y="4852225"/>
                <a:chExt cx="166782" cy="97821"/>
              </a:xfrm>
            </p:grpSpPr>
            <p:sp>
              <p:nvSpPr>
                <p:cNvPr id="4970" name="Google Shape;4970;p56"/>
                <p:cNvSpPr/>
                <p:nvPr/>
              </p:nvSpPr>
              <p:spPr>
                <a:xfrm>
                  <a:off x="7515415" y="4894325"/>
                  <a:ext cx="93725" cy="55721"/>
                </a:xfrm>
                <a:custGeom>
                  <a:avLst/>
                  <a:gdLst/>
                  <a:ahLst/>
                  <a:cxnLst/>
                  <a:rect l="l" t="t" r="r" b="b"/>
                  <a:pathLst>
                    <a:path w="93725" h="55721" extrusionOk="0">
                      <a:moveTo>
                        <a:pt x="93726" y="55721"/>
                      </a:moveTo>
                      <a:lnTo>
                        <a:pt x="0" y="1619"/>
                      </a:lnTo>
                      <a:lnTo>
                        <a:pt x="0" y="0"/>
                      </a:lnTo>
                      <a:lnTo>
                        <a:pt x="93726" y="54102"/>
                      </a:lnTo>
                      <a:lnTo>
                        <a:pt x="93726" y="5572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1" name="Google Shape;4971;p56"/>
                <p:cNvSpPr/>
                <p:nvPr/>
              </p:nvSpPr>
              <p:spPr>
                <a:xfrm>
                  <a:off x="7609141" y="4906327"/>
                  <a:ext cx="73056" cy="43719"/>
                </a:xfrm>
                <a:custGeom>
                  <a:avLst/>
                  <a:gdLst/>
                  <a:ahLst/>
                  <a:cxnLst/>
                  <a:rect l="l" t="t" r="r" b="b"/>
                  <a:pathLst>
                    <a:path w="73056" h="43719" extrusionOk="0">
                      <a:moveTo>
                        <a:pt x="73057" y="1524"/>
                      </a:moveTo>
                      <a:lnTo>
                        <a:pt x="0" y="43720"/>
                      </a:lnTo>
                      <a:lnTo>
                        <a:pt x="0" y="42100"/>
                      </a:lnTo>
                      <a:lnTo>
                        <a:pt x="73057" y="0"/>
                      </a:lnTo>
                      <a:lnTo>
                        <a:pt x="73057" y="15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2" name="Google Shape;4972;p56"/>
                <p:cNvSpPr/>
                <p:nvPr/>
              </p:nvSpPr>
              <p:spPr>
                <a:xfrm>
                  <a:off x="7515415" y="4852225"/>
                  <a:ext cx="166782" cy="96202"/>
                </a:xfrm>
                <a:custGeom>
                  <a:avLst/>
                  <a:gdLst/>
                  <a:ahLst/>
                  <a:cxnLst/>
                  <a:rect l="l" t="t" r="r" b="b"/>
                  <a:pathLst>
                    <a:path w="166782" h="96202" extrusionOk="0">
                      <a:moveTo>
                        <a:pt x="93726" y="96202"/>
                      </a:moveTo>
                      <a:lnTo>
                        <a:pt x="0" y="42100"/>
                      </a:lnTo>
                      <a:lnTo>
                        <a:pt x="73057" y="0"/>
                      </a:lnTo>
                      <a:lnTo>
                        <a:pt x="166783" y="54102"/>
                      </a:lnTo>
                      <a:lnTo>
                        <a:pt x="93726" y="9620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73" name="Google Shape;4973;p56"/>
              <p:cNvGrpSpPr/>
              <p:nvPr/>
            </p:nvGrpSpPr>
            <p:grpSpPr>
              <a:xfrm>
                <a:off x="7522083" y="4855939"/>
                <a:ext cx="111728" cy="65056"/>
                <a:chOff x="7522083" y="4855939"/>
                <a:chExt cx="111728" cy="65056"/>
              </a:xfrm>
            </p:grpSpPr>
            <p:grpSp>
              <p:nvGrpSpPr>
                <p:cNvPr id="4974" name="Google Shape;4974;p56"/>
                <p:cNvGrpSpPr/>
                <p:nvPr/>
              </p:nvGrpSpPr>
              <p:grpSpPr>
                <a:xfrm>
                  <a:off x="7562468" y="4879371"/>
                  <a:ext cx="71343" cy="41624"/>
                  <a:chOff x="7562468" y="4879371"/>
                  <a:chExt cx="71343" cy="41624"/>
                </a:xfrm>
              </p:grpSpPr>
              <p:grpSp>
                <p:nvGrpSpPr>
                  <p:cNvPr id="4975" name="Google Shape;4975;p56"/>
                  <p:cNvGrpSpPr/>
                  <p:nvPr/>
                </p:nvGrpSpPr>
                <p:grpSpPr>
                  <a:xfrm>
                    <a:off x="7621524" y="4879371"/>
                    <a:ext cx="12287" cy="7524"/>
                    <a:chOff x="7621524" y="4879371"/>
                    <a:chExt cx="12287" cy="7524"/>
                  </a:xfrm>
                </p:grpSpPr>
                <p:sp>
                  <p:nvSpPr>
                    <p:cNvPr id="4976" name="Google Shape;4976;p56"/>
                    <p:cNvSpPr/>
                    <p:nvPr/>
                  </p:nvSpPr>
                  <p:spPr>
                    <a:xfrm>
                      <a:off x="7621524" y="4879371"/>
                      <a:ext cx="12287" cy="7048"/>
                    </a:xfrm>
                    <a:custGeom>
                      <a:avLst/>
                      <a:gdLst/>
                      <a:ahLst/>
                      <a:cxnLst/>
                      <a:rect l="l" t="t" r="r" b="b"/>
                      <a:pathLst>
                        <a:path w="12287" h="7048" extrusionOk="0">
                          <a:moveTo>
                            <a:pt x="6096" y="7049"/>
                          </a:moveTo>
                          <a:lnTo>
                            <a:pt x="0" y="3524"/>
                          </a:lnTo>
                          <a:lnTo>
                            <a:pt x="6096" y="0"/>
                          </a:lnTo>
                          <a:lnTo>
                            <a:pt x="12287" y="3524"/>
                          </a:lnTo>
                          <a:lnTo>
                            <a:pt x="6096"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7" name="Google Shape;4977;p56"/>
                    <p:cNvSpPr/>
                    <p:nvPr/>
                  </p:nvSpPr>
                  <p:spPr>
                    <a:xfrm>
                      <a:off x="7621524" y="4882895"/>
                      <a:ext cx="6095" cy="4000"/>
                    </a:xfrm>
                    <a:custGeom>
                      <a:avLst/>
                      <a:gdLst/>
                      <a:ahLst/>
                      <a:cxnLst/>
                      <a:rect l="l" t="t" r="r" b="b"/>
                      <a:pathLst>
                        <a:path w="6095" h="4000" extrusionOk="0">
                          <a:moveTo>
                            <a:pt x="6096" y="4000"/>
                          </a:moveTo>
                          <a:lnTo>
                            <a:pt x="0" y="476"/>
                          </a:lnTo>
                          <a:lnTo>
                            <a:pt x="0" y="0"/>
                          </a:lnTo>
                          <a:lnTo>
                            <a:pt x="6096" y="3524"/>
                          </a:lnTo>
                          <a:lnTo>
                            <a:pt x="6096"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8" name="Google Shape;4978;p56"/>
                    <p:cNvSpPr/>
                    <p:nvPr/>
                  </p:nvSpPr>
                  <p:spPr>
                    <a:xfrm>
                      <a:off x="7627619" y="4882895"/>
                      <a:ext cx="6191" cy="4000"/>
                    </a:xfrm>
                    <a:custGeom>
                      <a:avLst/>
                      <a:gdLst/>
                      <a:ahLst/>
                      <a:cxnLst/>
                      <a:rect l="l" t="t" r="r" b="b"/>
                      <a:pathLst>
                        <a:path w="6191" h="4000" extrusionOk="0">
                          <a:moveTo>
                            <a:pt x="6191" y="476"/>
                          </a:moveTo>
                          <a:lnTo>
                            <a:pt x="0" y="4000"/>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79" name="Google Shape;4979;p56"/>
                  <p:cNvGrpSpPr/>
                  <p:nvPr/>
                </p:nvGrpSpPr>
                <p:grpSpPr>
                  <a:xfrm>
                    <a:off x="7609713" y="4886134"/>
                    <a:ext cx="12287" cy="7619"/>
                    <a:chOff x="7609713" y="4886134"/>
                    <a:chExt cx="12287" cy="7619"/>
                  </a:xfrm>
                </p:grpSpPr>
                <p:sp>
                  <p:nvSpPr>
                    <p:cNvPr id="4980" name="Google Shape;4980;p56"/>
                    <p:cNvSpPr/>
                    <p:nvPr/>
                  </p:nvSpPr>
                  <p:spPr>
                    <a:xfrm>
                      <a:off x="7609713" y="4886134"/>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1" name="Google Shape;4981;p56"/>
                    <p:cNvSpPr/>
                    <p:nvPr/>
                  </p:nvSpPr>
                  <p:spPr>
                    <a:xfrm>
                      <a:off x="7609713" y="4889658"/>
                      <a:ext cx="6095" cy="4095"/>
                    </a:xfrm>
                    <a:custGeom>
                      <a:avLst/>
                      <a:gdLst/>
                      <a:ahLst/>
                      <a:cxnLst/>
                      <a:rect l="l" t="t" r="r" b="b"/>
                      <a:pathLst>
                        <a:path w="6095" h="4095" extrusionOk="0">
                          <a:moveTo>
                            <a:pt x="6096" y="4096"/>
                          </a:moveTo>
                          <a:lnTo>
                            <a:pt x="0" y="571"/>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2" name="Google Shape;4982;p56"/>
                    <p:cNvSpPr/>
                    <p:nvPr/>
                  </p:nvSpPr>
                  <p:spPr>
                    <a:xfrm>
                      <a:off x="7615808" y="4889658"/>
                      <a:ext cx="6191" cy="4095"/>
                    </a:xfrm>
                    <a:custGeom>
                      <a:avLst/>
                      <a:gdLst/>
                      <a:ahLst/>
                      <a:cxnLst/>
                      <a:rect l="l" t="t" r="r" b="b"/>
                      <a:pathLst>
                        <a:path w="6191" h="4095" extrusionOk="0">
                          <a:moveTo>
                            <a:pt x="6191" y="571"/>
                          </a:moveTo>
                          <a:lnTo>
                            <a:pt x="0" y="4096"/>
                          </a:lnTo>
                          <a:lnTo>
                            <a:pt x="0" y="3524"/>
                          </a:lnTo>
                          <a:lnTo>
                            <a:pt x="6191" y="0"/>
                          </a:lnTo>
                          <a:lnTo>
                            <a:pt x="6191"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83" name="Google Shape;4983;p56"/>
                  <p:cNvGrpSpPr/>
                  <p:nvPr/>
                </p:nvGrpSpPr>
                <p:grpSpPr>
                  <a:xfrm>
                    <a:off x="7597901" y="4892992"/>
                    <a:ext cx="12288" cy="7524"/>
                    <a:chOff x="7597901" y="4892992"/>
                    <a:chExt cx="12288" cy="7524"/>
                  </a:xfrm>
                </p:grpSpPr>
                <p:sp>
                  <p:nvSpPr>
                    <p:cNvPr id="4984" name="Google Shape;4984;p56"/>
                    <p:cNvSpPr/>
                    <p:nvPr/>
                  </p:nvSpPr>
                  <p:spPr>
                    <a:xfrm>
                      <a:off x="7597901" y="4892992"/>
                      <a:ext cx="12287" cy="7048"/>
                    </a:xfrm>
                    <a:custGeom>
                      <a:avLst/>
                      <a:gdLst/>
                      <a:ahLst/>
                      <a:cxnLst/>
                      <a:rect l="l" t="t" r="r" b="b"/>
                      <a:pathLst>
                        <a:path w="12287" h="7048" extrusionOk="0">
                          <a:moveTo>
                            <a:pt x="6191" y="7048"/>
                          </a:moveTo>
                          <a:lnTo>
                            <a:pt x="0" y="3524"/>
                          </a:lnTo>
                          <a:lnTo>
                            <a:pt x="6191" y="0"/>
                          </a:lnTo>
                          <a:lnTo>
                            <a:pt x="12287" y="3524"/>
                          </a:lnTo>
                          <a:lnTo>
                            <a:pt x="6191"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5" name="Google Shape;4985;p56"/>
                    <p:cNvSpPr/>
                    <p:nvPr/>
                  </p:nvSpPr>
                  <p:spPr>
                    <a:xfrm>
                      <a:off x="7597901" y="4896516"/>
                      <a:ext cx="6191" cy="4000"/>
                    </a:xfrm>
                    <a:custGeom>
                      <a:avLst/>
                      <a:gdLst/>
                      <a:ahLst/>
                      <a:cxnLst/>
                      <a:rect l="l" t="t" r="r" b="b"/>
                      <a:pathLst>
                        <a:path w="6191" h="4000" extrusionOk="0">
                          <a:moveTo>
                            <a:pt x="6191" y="4000"/>
                          </a:moveTo>
                          <a:lnTo>
                            <a:pt x="0" y="476"/>
                          </a:lnTo>
                          <a:lnTo>
                            <a:pt x="0" y="0"/>
                          </a:lnTo>
                          <a:lnTo>
                            <a:pt x="6191" y="3524"/>
                          </a:lnTo>
                          <a:lnTo>
                            <a:pt x="6191"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6" name="Google Shape;4986;p56"/>
                    <p:cNvSpPr/>
                    <p:nvPr/>
                  </p:nvSpPr>
                  <p:spPr>
                    <a:xfrm>
                      <a:off x="7604093" y="4896516"/>
                      <a:ext cx="6096" cy="4000"/>
                    </a:xfrm>
                    <a:custGeom>
                      <a:avLst/>
                      <a:gdLst/>
                      <a:ahLst/>
                      <a:cxnLst/>
                      <a:rect l="l" t="t" r="r" b="b"/>
                      <a:pathLst>
                        <a:path w="6096" h="4000" extrusionOk="0">
                          <a:moveTo>
                            <a:pt x="6096" y="476"/>
                          </a:moveTo>
                          <a:lnTo>
                            <a:pt x="0" y="4000"/>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87" name="Google Shape;4987;p56"/>
                  <p:cNvGrpSpPr/>
                  <p:nvPr/>
                </p:nvGrpSpPr>
                <p:grpSpPr>
                  <a:xfrm>
                    <a:off x="7586091" y="4899754"/>
                    <a:ext cx="12287" cy="7619"/>
                    <a:chOff x="7586091" y="4899754"/>
                    <a:chExt cx="12287" cy="7619"/>
                  </a:xfrm>
                </p:grpSpPr>
                <p:sp>
                  <p:nvSpPr>
                    <p:cNvPr id="4988" name="Google Shape;4988;p56"/>
                    <p:cNvSpPr/>
                    <p:nvPr/>
                  </p:nvSpPr>
                  <p:spPr>
                    <a:xfrm>
                      <a:off x="7586091" y="4899754"/>
                      <a:ext cx="12287" cy="7143"/>
                    </a:xfrm>
                    <a:custGeom>
                      <a:avLst/>
                      <a:gdLst/>
                      <a:ahLst/>
                      <a:cxnLst/>
                      <a:rect l="l" t="t" r="r" b="b"/>
                      <a:pathLst>
                        <a:path w="12287" h="7143" extrusionOk="0">
                          <a:moveTo>
                            <a:pt x="6191" y="7144"/>
                          </a:moveTo>
                          <a:lnTo>
                            <a:pt x="0" y="3524"/>
                          </a:lnTo>
                          <a:lnTo>
                            <a:pt x="6191" y="0"/>
                          </a:lnTo>
                          <a:lnTo>
                            <a:pt x="12287" y="3524"/>
                          </a:lnTo>
                          <a:lnTo>
                            <a:pt x="6191"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9" name="Google Shape;4989;p56"/>
                    <p:cNvSpPr/>
                    <p:nvPr/>
                  </p:nvSpPr>
                  <p:spPr>
                    <a:xfrm>
                      <a:off x="7586091" y="4903278"/>
                      <a:ext cx="6191" cy="4095"/>
                    </a:xfrm>
                    <a:custGeom>
                      <a:avLst/>
                      <a:gdLst/>
                      <a:ahLst/>
                      <a:cxnLst/>
                      <a:rect l="l" t="t" r="r" b="b"/>
                      <a:pathLst>
                        <a:path w="6191" h="4095" extrusionOk="0">
                          <a:moveTo>
                            <a:pt x="6191" y="4096"/>
                          </a:moveTo>
                          <a:lnTo>
                            <a:pt x="0" y="571"/>
                          </a:lnTo>
                          <a:lnTo>
                            <a:pt x="0" y="0"/>
                          </a:lnTo>
                          <a:lnTo>
                            <a:pt x="6191" y="3620"/>
                          </a:lnTo>
                          <a:lnTo>
                            <a:pt x="6191"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0" name="Google Shape;4990;p56"/>
                    <p:cNvSpPr/>
                    <p:nvPr/>
                  </p:nvSpPr>
                  <p:spPr>
                    <a:xfrm>
                      <a:off x="7592282" y="4903278"/>
                      <a:ext cx="6096" cy="4095"/>
                    </a:xfrm>
                    <a:custGeom>
                      <a:avLst/>
                      <a:gdLst/>
                      <a:ahLst/>
                      <a:cxnLst/>
                      <a:rect l="l" t="t" r="r" b="b"/>
                      <a:pathLst>
                        <a:path w="6096" h="4095" extrusionOk="0">
                          <a:moveTo>
                            <a:pt x="6096" y="571"/>
                          </a:moveTo>
                          <a:lnTo>
                            <a:pt x="0" y="4096"/>
                          </a:lnTo>
                          <a:lnTo>
                            <a:pt x="0" y="3620"/>
                          </a:lnTo>
                          <a:lnTo>
                            <a:pt x="6096" y="0"/>
                          </a:lnTo>
                          <a:lnTo>
                            <a:pt x="6096"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91" name="Google Shape;4991;p56"/>
                  <p:cNvGrpSpPr/>
                  <p:nvPr/>
                </p:nvGrpSpPr>
                <p:grpSpPr>
                  <a:xfrm>
                    <a:off x="7574280" y="4906612"/>
                    <a:ext cx="12287" cy="7620"/>
                    <a:chOff x="7574280" y="4906612"/>
                    <a:chExt cx="12287" cy="7620"/>
                  </a:xfrm>
                </p:grpSpPr>
                <p:sp>
                  <p:nvSpPr>
                    <p:cNvPr id="4992" name="Google Shape;4992;p56"/>
                    <p:cNvSpPr/>
                    <p:nvPr/>
                  </p:nvSpPr>
                  <p:spPr>
                    <a:xfrm>
                      <a:off x="7574280" y="4906612"/>
                      <a:ext cx="12287" cy="7048"/>
                    </a:xfrm>
                    <a:custGeom>
                      <a:avLst/>
                      <a:gdLst/>
                      <a:ahLst/>
                      <a:cxnLst/>
                      <a:rect l="l" t="t" r="r" b="b"/>
                      <a:pathLst>
                        <a:path w="12287" h="7048" extrusionOk="0">
                          <a:moveTo>
                            <a:pt x="6191" y="7048"/>
                          </a:moveTo>
                          <a:lnTo>
                            <a:pt x="0" y="3524"/>
                          </a:lnTo>
                          <a:lnTo>
                            <a:pt x="6191" y="0"/>
                          </a:lnTo>
                          <a:lnTo>
                            <a:pt x="12287" y="3524"/>
                          </a:lnTo>
                          <a:lnTo>
                            <a:pt x="6191"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3" name="Google Shape;4993;p56"/>
                    <p:cNvSpPr/>
                    <p:nvPr/>
                  </p:nvSpPr>
                  <p:spPr>
                    <a:xfrm>
                      <a:off x="7574280" y="4910137"/>
                      <a:ext cx="6191" cy="4095"/>
                    </a:xfrm>
                    <a:custGeom>
                      <a:avLst/>
                      <a:gdLst/>
                      <a:ahLst/>
                      <a:cxnLst/>
                      <a:rect l="l" t="t" r="r" b="b"/>
                      <a:pathLst>
                        <a:path w="6191" h="4095" extrusionOk="0">
                          <a:moveTo>
                            <a:pt x="6191" y="4096"/>
                          </a:moveTo>
                          <a:lnTo>
                            <a:pt x="0" y="476"/>
                          </a:lnTo>
                          <a:lnTo>
                            <a:pt x="0" y="0"/>
                          </a:lnTo>
                          <a:lnTo>
                            <a:pt x="6191" y="3524"/>
                          </a:lnTo>
                          <a:lnTo>
                            <a:pt x="6191"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4" name="Google Shape;4994;p56"/>
                    <p:cNvSpPr/>
                    <p:nvPr/>
                  </p:nvSpPr>
                  <p:spPr>
                    <a:xfrm>
                      <a:off x="7580471" y="4910137"/>
                      <a:ext cx="6095" cy="4095"/>
                    </a:xfrm>
                    <a:custGeom>
                      <a:avLst/>
                      <a:gdLst/>
                      <a:ahLst/>
                      <a:cxnLst/>
                      <a:rect l="l" t="t" r="r" b="b"/>
                      <a:pathLst>
                        <a:path w="6095" h="4095" extrusionOk="0">
                          <a:moveTo>
                            <a:pt x="6096" y="476"/>
                          </a:moveTo>
                          <a:lnTo>
                            <a:pt x="0" y="4096"/>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95" name="Google Shape;4995;p56"/>
                  <p:cNvGrpSpPr/>
                  <p:nvPr/>
                </p:nvGrpSpPr>
                <p:grpSpPr>
                  <a:xfrm>
                    <a:off x="7562468" y="4913375"/>
                    <a:ext cx="12288" cy="7620"/>
                    <a:chOff x="7562468" y="4913375"/>
                    <a:chExt cx="12288" cy="7620"/>
                  </a:xfrm>
                </p:grpSpPr>
                <p:sp>
                  <p:nvSpPr>
                    <p:cNvPr id="4996" name="Google Shape;4996;p56"/>
                    <p:cNvSpPr/>
                    <p:nvPr/>
                  </p:nvSpPr>
                  <p:spPr>
                    <a:xfrm>
                      <a:off x="7562468" y="4913375"/>
                      <a:ext cx="12287" cy="7143"/>
                    </a:xfrm>
                    <a:custGeom>
                      <a:avLst/>
                      <a:gdLst/>
                      <a:ahLst/>
                      <a:cxnLst/>
                      <a:rect l="l" t="t" r="r" b="b"/>
                      <a:pathLst>
                        <a:path w="12287" h="7143" extrusionOk="0">
                          <a:moveTo>
                            <a:pt x="6191" y="7144"/>
                          </a:moveTo>
                          <a:lnTo>
                            <a:pt x="0" y="3620"/>
                          </a:lnTo>
                          <a:lnTo>
                            <a:pt x="6191" y="0"/>
                          </a:lnTo>
                          <a:lnTo>
                            <a:pt x="12287" y="3620"/>
                          </a:lnTo>
                          <a:lnTo>
                            <a:pt x="6191"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7" name="Google Shape;4997;p56"/>
                    <p:cNvSpPr/>
                    <p:nvPr/>
                  </p:nvSpPr>
                  <p:spPr>
                    <a:xfrm>
                      <a:off x="7562468" y="4916995"/>
                      <a:ext cx="6191" cy="4000"/>
                    </a:xfrm>
                    <a:custGeom>
                      <a:avLst/>
                      <a:gdLst/>
                      <a:ahLst/>
                      <a:cxnLst/>
                      <a:rect l="l" t="t" r="r" b="b"/>
                      <a:pathLst>
                        <a:path w="6191" h="4000" extrusionOk="0">
                          <a:moveTo>
                            <a:pt x="6191" y="4001"/>
                          </a:moveTo>
                          <a:lnTo>
                            <a:pt x="0" y="476"/>
                          </a:lnTo>
                          <a:lnTo>
                            <a:pt x="0" y="0"/>
                          </a:lnTo>
                          <a:lnTo>
                            <a:pt x="6191" y="3524"/>
                          </a:lnTo>
                          <a:lnTo>
                            <a:pt x="6191"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8" name="Google Shape;4998;p56"/>
                    <p:cNvSpPr/>
                    <p:nvPr/>
                  </p:nvSpPr>
                  <p:spPr>
                    <a:xfrm>
                      <a:off x="7568660" y="4916995"/>
                      <a:ext cx="6096" cy="4000"/>
                    </a:xfrm>
                    <a:custGeom>
                      <a:avLst/>
                      <a:gdLst/>
                      <a:ahLst/>
                      <a:cxnLst/>
                      <a:rect l="l" t="t" r="r" b="b"/>
                      <a:pathLst>
                        <a:path w="6096"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999" name="Google Shape;4999;p56"/>
                <p:cNvGrpSpPr/>
                <p:nvPr/>
              </p:nvGrpSpPr>
              <p:grpSpPr>
                <a:xfrm>
                  <a:off x="7549038" y="4871560"/>
                  <a:ext cx="71246" cy="41624"/>
                  <a:chOff x="7549038" y="4871560"/>
                  <a:chExt cx="71246" cy="41624"/>
                </a:xfrm>
              </p:grpSpPr>
              <p:grpSp>
                <p:nvGrpSpPr>
                  <p:cNvPr id="5000" name="Google Shape;5000;p56"/>
                  <p:cNvGrpSpPr/>
                  <p:nvPr/>
                </p:nvGrpSpPr>
                <p:grpSpPr>
                  <a:xfrm>
                    <a:off x="7608093" y="4871560"/>
                    <a:ext cx="12191" cy="7620"/>
                    <a:chOff x="7608093" y="4871560"/>
                    <a:chExt cx="12191" cy="7620"/>
                  </a:xfrm>
                </p:grpSpPr>
                <p:sp>
                  <p:nvSpPr>
                    <p:cNvPr id="5001" name="Google Shape;5001;p56"/>
                    <p:cNvSpPr/>
                    <p:nvPr/>
                  </p:nvSpPr>
                  <p:spPr>
                    <a:xfrm>
                      <a:off x="7608093" y="4871560"/>
                      <a:ext cx="12191" cy="7048"/>
                    </a:xfrm>
                    <a:custGeom>
                      <a:avLst/>
                      <a:gdLst/>
                      <a:ahLst/>
                      <a:cxnLst/>
                      <a:rect l="l" t="t" r="r" b="b"/>
                      <a:pathLst>
                        <a:path w="12191" h="7048" extrusionOk="0">
                          <a:moveTo>
                            <a:pt x="6096" y="7048"/>
                          </a:moveTo>
                          <a:lnTo>
                            <a:pt x="0" y="3524"/>
                          </a:lnTo>
                          <a:lnTo>
                            <a:pt x="6096" y="0"/>
                          </a:lnTo>
                          <a:lnTo>
                            <a:pt x="12192"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2" name="Google Shape;5002;p56"/>
                    <p:cNvSpPr/>
                    <p:nvPr/>
                  </p:nvSpPr>
                  <p:spPr>
                    <a:xfrm>
                      <a:off x="7608093" y="4875085"/>
                      <a:ext cx="6096" cy="4095"/>
                    </a:xfrm>
                    <a:custGeom>
                      <a:avLst/>
                      <a:gdLst/>
                      <a:ahLst/>
                      <a:cxnLst/>
                      <a:rect l="l" t="t" r="r" b="b"/>
                      <a:pathLst>
                        <a:path w="6096" h="4095" extrusionOk="0">
                          <a:moveTo>
                            <a:pt x="6096" y="4096"/>
                          </a:moveTo>
                          <a:lnTo>
                            <a:pt x="0" y="476"/>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3" name="Google Shape;5003;p56"/>
                    <p:cNvSpPr/>
                    <p:nvPr/>
                  </p:nvSpPr>
                  <p:spPr>
                    <a:xfrm>
                      <a:off x="7614189" y="4875085"/>
                      <a:ext cx="6095" cy="4095"/>
                    </a:xfrm>
                    <a:custGeom>
                      <a:avLst/>
                      <a:gdLst/>
                      <a:ahLst/>
                      <a:cxnLst/>
                      <a:rect l="l" t="t" r="r" b="b"/>
                      <a:pathLst>
                        <a:path w="6095" h="4095" extrusionOk="0">
                          <a:moveTo>
                            <a:pt x="6096" y="476"/>
                          </a:moveTo>
                          <a:lnTo>
                            <a:pt x="0" y="4096"/>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04" name="Google Shape;5004;p56"/>
                  <p:cNvGrpSpPr/>
                  <p:nvPr/>
                </p:nvGrpSpPr>
                <p:grpSpPr>
                  <a:xfrm>
                    <a:off x="7596282" y="4878323"/>
                    <a:ext cx="12192" cy="7620"/>
                    <a:chOff x="7596282" y="4878323"/>
                    <a:chExt cx="12192" cy="7620"/>
                  </a:xfrm>
                </p:grpSpPr>
                <p:sp>
                  <p:nvSpPr>
                    <p:cNvPr id="5005" name="Google Shape;5005;p56"/>
                    <p:cNvSpPr/>
                    <p:nvPr/>
                  </p:nvSpPr>
                  <p:spPr>
                    <a:xfrm>
                      <a:off x="7596282" y="4878323"/>
                      <a:ext cx="12191" cy="7143"/>
                    </a:xfrm>
                    <a:custGeom>
                      <a:avLst/>
                      <a:gdLst/>
                      <a:ahLst/>
                      <a:cxnLst/>
                      <a:rect l="l" t="t" r="r" b="b"/>
                      <a:pathLst>
                        <a:path w="12191" h="7143" extrusionOk="0">
                          <a:moveTo>
                            <a:pt x="6096" y="7144"/>
                          </a:moveTo>
                          <a:lnTo>
                            <a:pt x="0" y="3620"/>
                          </a:lnTo>
                          <a:lnTo>
                            <a:pt x="6096" y="0"/>
                          </a:lnTo>
                          <a:lnTo>
                            <a:pt x="12192" y="3620"/>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6" name="Google Shape;5006;p56"/>
                    <p:cNvSpPr/>
                    <p:nvPr/>
                  </p:nvSpPr>
                  <p:spPr>
                    <a:xfrm>
                      <a:off x="7596282" y="4881943"/>
                      <a:ext cx="6095" cy="4000"/>
                    </a:xfrm>
                    <a:custGeom>
                      <a:avLst/>
                      <a:gdLst/>
                      <a:ahLst/>
                      <a:cxnLst/>
                      <a:rect l="l" t="t" r="r" b="b"/>
                      <a:pathLst>
                        <a:path w="6095" h="4000" extrusionOk="0">
                          <a:moveTo>
                            <a:pt x="6096" y="4000"/>
                          </a:moveTo>
                          <a:lnTo>
                            <a:pt x="0" y="476"/>
                          </a:lnTo>
                          <a:lnTo>
                            <a:pt x="0" y="0"/>
                          </a:lnTo>
                          <a:lnTo>
                            <a:pt x="6096" y="3524"/>
                          </a:lnTo>
                          <a:lnTo>
                            <a:pt x="6096"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7" name="Google Shape;5007;p56"/>
                    <p:cNvSpPr/>
                    <p:nvPr/>
                  </p:nvSpPr>
                  <p:spPr>
                    <a:xfrm>
                      <a:off x="7602378" y="4881943"/>
                      <a:ext cx="6096" cy="4000"/>
                    </a:xfrm>
                    <a:custGeom>
                      <a:avLst/>
                      <a:gdLst/>
                      <a:ahLst/>
                      <a:cxnLst/>
                      <a:rect l="l" t="t" r="r" b="b"/>
                      <a:pathLst>
                        <a:path w="6096" h="4000" extrusionOk="0">
                          <a:moveTo>
                            <a:pt x="6096" y="476"/>
                          </a:moveTo>
                          <a:lnTo>
                            <a:pt x="0" y="4000"/>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08" name="Google Shape;5008;p56"/>
                  <p:cNvGrpSpPr/>
                  <p:nvPr/>
                </p:nvGrpSpPr>
                <p:grpSpPr>
                  <a:xfrm>
                    <a:off x="7584471" y="4885181"/>
                    <a:ext cx="12191" cy="7619"/>
                    <a:chOff x="7584471" y="4885181"/>
                    <a:chExt cx="12191" cy="7619"/>
                  </a:xfrm>
                </p:grpSpPr>
                <p:sp>
                  <p:nvSpPr>
                    <p:cNvPr id="5009" name="Google Shape;5009;p56"/>
                    <p:cNvSpPr/>
                    <p:nvPr/>
                  </p:nvSpPr>
                  <p:spPr>
                    <a:xfrm>
                      <a:off x="7584471" y="4885181"/>
                      <a:ext cx="12191" cy="7048"/>
                    </a:xfrm>
                    <a:custGeom>
                      <a:avLst/>
                      <a:gdLst/>
                      <a:ahLst/>
                      <a:cxnLst/>
                      <a:rect l="l" t="t" r="r" b="b"/>
                      <a:pathLst>
                        <a:path w="12191" h="7048" extrusionOk="0">
                          <a:moveTo>
                            <a:pt x="6096" y="7048"/>
                          </a:moveTo>
                          <a:lnTo>
                            <a:pt x="0" y="3524"/>
                          </a:lnTo>
                          <a:lnTo>
                            <a:pt x="6096" y="0"/>
                          </a:lnTo>
                          <a:lnTo>
                            <a:pt x="12192"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0" name="Google Shape;5010;p56"/>
                    <p:cNvSpPr/>
                    <p:nvPr/>
                  </p:nvSpPr>
                  <p:spPr>
                    <a:xfrm>
                      <a:off x="7584471" y="4888705"/>
                      <a:ext cx="6096" cy="4095"/>
                    </a:xfrm>
                    <a:custGeom>
                      <a:avLst/>
                      <a:gdLst/>
                      <a:ahLst/>
                      <a:cxnLst/>
                      <a:rect l="l" t="t" r="r" b="b"/>
                      <a:pathLst>
                        <a:path w="6096" h="4095" extrusionOk="0">
                          <a:moveTo>
                            <a:pt x="6096" y="4096"/>
                          </a:moveTo>
                          <a:lnTo>
                            <a:pt x="0" y="571"/>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1" name="Google Shape;5011;p56"/>
                    <p:cNvSpPr/>
                    <p:nvPr/>
                  </p:nvSpPr>
                  <p:spPr>
                    <a:xfrm>
                      <a:off x="7590567" y="4888705"/>
                      <a:ext cx="6095" cy="4095"/>
                    </a:xfrm>
                    <a:custGeom>
                      <a:avLst/>
                      <a:gdLst/>
                      <a:ahLst/>
                      <a:cxnLst/>
                      <a:rect l="l" t="t" r="r" b="b"/>
                      <a:pathLst>
                        <a:path w="6095" h="4095" extrusionOk="0">
                          <a:moveTo>
                            <a:pt x="6096" y="571"/>
                          </a:moveTo>
                          <a:lnTo>
                            <a:pt x="0" y="4096"/>
                          </a:lnTo>
                          <a:lnTo>
                            <a:pt x="0" y="3524"/>
                          </a:lnTo>
                          <a:lnTo>
                            <a:pt x="6096" y="0"/>
                          </a:lnTo>
                          <a:lnTo>
                            <a:pt x="6096"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12" name="Google Shape;5012;p56"/>
                  <p:cNvGrpSpPr/>
                  <p:nvPr/>
                </p:nvGrpSpPr>
                <p:grpSpPr>
                  <a:xfrm>
                    <a:off x="7572660" y="4892039"/>
                    <a:ext cx="12191" cy="7524"/>
                    <a:chOff x="7572660" y="4892039"/>
                    <a:chExt cx="12191" cy="7524"/>
                  </a:xfrm>
                </p:grpSpPr>
                <p:sp>
                  <p:nvSpPr>
                    <p:cNvPr id="5013" name="Google Shape;5013;p56"/>
                    <p:cNvSpPr/>
                    <p:nvPr/>
                  </p:nvSpPr>
                  <p:spPr>
                    <a:xfrm>
                      <a:off x="7572660" y="4892039"/>
                      <a:ext cx="12191" cy="7048"/>
                    </a:xfrm>
                    <a:custGeom>
                      <a:avLst/>
                      <a:gdLst/>
                      <a:ahLst/>
                      <a:cxnLst/>
                      <a:rect l="l" t="t" r="r" b="b"/>
                      <a:pathLst>
                        <a:path w="12191" h="7048" extrusionOk="0">
                          <a:moveTo>
                            <a:pt x="6096" y="7048"/>
                          </a:moveTo>
                          <a:lnTo>
                            <a:pt x="0" y="3524"/>
                          </a:lnTo>
                          <a:lnTo>
                            <a:pt x="6096" y="0"/>
                          </a:lnTo>
                          <a:lnTo>
                            <a:pt x="12192"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4" name="Google Shape;5014;p56"/>
                    <p:cNvSpPr/>
                    <p:nvPr/>
                  </p:nvSpPr>
                  <p:spPr>
                    <a:xfrm>
                      <a:off x="7572660" y="4895563"/>
                      <a:ext cx="6096" cy="4000"/>
                    </a:xfrm>
                    <a:custGeom>
                      <a:avLst/>
                      <a:gdLst/>
                      <a:ahLst/>
                      <a:cxnLst/>
                      <a:rect l="l" t="t" r="r" b="b"/>
                      <a:pathLst>
                        <a:path w="6096"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5" name="Google Shape;5015;p56"/>
                    <p:cNvSpPr/>
                    <p:nvPr/>
                  </p:nvSpPr>
                  <p:spPr>
                    <a:xfrm>
                      <a:off x="7578756" y="4895563"/>
                      <a:ext cx="6095" cy="4000"/>
                    </a:xfrm>
                    <a:custGeom>
                      <a:avLst/>
                      <a:gdLst/>
                      <a:ahLst/>
                      <a:cxnLst/>
                      <a:rect l="l" t="t" r="r" b="b"/>
                      <a:pathLst>
                        <a:path w="6095"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16" name="Google Shape;5016;p56"/>
                  <p:cNvGrpSpPr/>
                  <p:nvPr/>
                </p:nvGrpSpPr>
                <p:grpSpPr>
                  <a:xfrm>
                    <a:off x="7560849" y="4898802"/>
                    <a:ext cx="12192" cy="7619"/>
                    <a:chOff x="7560849" y="4898802"/>
                    <a:chExt cx="12192" cy="7619"/>
                  </a:xfrm>
                </p:grpSpPr>
                <p:sp>
                  <p:nvSpPr>
                    <p:cNvPr id="5017" name="Google Shape;5017;p56"/>
                    <p:cNvSpPr/>
                    <p:nvPr/>
                  </p:nvSpPr>
                  <p:spPr>
                    <a:xfrm>
                      <a:off x="7560849" y="4898802"/>
                      <a:ext cx="12191" cy="7048"/>
                    </a:xfrm>
                    <a:custGeom>
                      <a:avLst/>
                      <a:gdLst/>
                      <a:ahLst/>
                      <a:cxnLst/>
                      <a:rect l="l" t="t" r="r" b="b"/>
                      <a:pathLst>
                        <a:path w="12191" h="7048" extrusionOk="0">
                          <a:moveTo>
                            <a:pt x="6096" y="7048"/>
                          </a:moveTo>
                          <a:lnTo>
                            <a:pt x="0" y="3524"/>
                          </a:lnTo>
                          <a:lnTo>
                            <a:pt x="6096" y="0"/>
                          </a:lnTo>
                          <a:lnTo>
                            <a:pt x="12192"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8" name="Google Shape;5018;p56"/>
                    <p:cNvSpPr/>
                    <p:nvPr/>
                  </p:nvSpPr>
                  <p:spPr>
                    <a:xfrm>
                      <a:off x="7560849" y="4902326"/>
                      <a:ext cx="6095" cy="4095"/>
                    </a:xfrm>
                    <a:custGeom>
                      <a:avLst/>
                      <a:gdLst/>
                      <a:ahLst/>
                      <a:cxnLst/>
                      <a:rect l="l" t="t" r="r" b="b"/>
                      <a:pathLst>
                        <a:path w="6095" h="4095" extrusionOk="0">
                          <a:moveTo>
                            <a:pt x="6096" y="4096"/>
                          </a:moveTo>
                          <a:lnTo>
                            <a:pt x="0" y="571"/>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9" name="Google Shape;5019;p56"/>
                    <p:cNvSpPr/>
                    <p:nvPr/>
                  </p:nvSpPr>
                  <p:spPr>
                    <a:xfrm>
                      <a:off x="7566945" y="4902326"/>
                      <a:ext cx="6096" cy="4095"/>
                    </a:xfrm>
                    <a:custGeom>
                      <a:avLst/>
                      <a:gdLst/>
                      <a:ahLst/>
                      <a:cxnLst/>
                      <a:rect l="l" t="t" r="r" b="b"/>
                      <a:pathLst>
                        <a:path w="6096" h="4095" extrusionOk="0">
                          <a:moveTo>
                            <a:pt x="6096" y="571"/>
                          </a:moveTo>
                          <a:lnTo>
                            <a:pt x="0" y="4096"/>
                          </a:lnTo>
                          <a:lnTo>
                            <a:pt x="0" y="3524"/>
                          </a:lnTo>
                          <a:lnTo>
                            <a:pt x="6096" y="0"/>
                          </a:lnTo>
                          <a:lnTo>
                            <a:pt x="6096"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20" name="Google Shape;5020;p56"/>
                  <p:cNvGrpSpPr/>
                  <p:nvPr/>
                </p:nvGrpSpPr>
                <p:grpSpPr>
                  <a:xfrm>
                    <a:off x="7549038" y="4905660"/>
                    <a:ext cx="12191" cy="7524"/>
                    <a:chOff x="7549038" y="4905660"/>
                    <a:chExt cx="12191" cy="7524"/>
                  </a:xfrm>
                </p:grpSpPr>
                <p:sp>
                  <p:nvSpPr>
                    <p:cNvPr id="5021" name="Google Shape;5021;p56"/>
                    <p:cNvSpPr/>
                    <p:nvPr/>
                  </p:nvSpPr>
                  <p:spPr>
                    <a:xfrm>
                      <a:off x="7549038" y="4905660"/>
                      <a:ext cx="12191" cy="7048"/>
                    </a:xfrm>
                    <a:custGeom>
                      <a:avLst/>
                      <a:gdLst/>
                      <a:ahLst/>
                      <a:cxnLst/>
                      <a:rect l="l" t="t" r="r" b="b"/>
                      <a:pathLst>
                        <a:path w="12191" h="7048" extrusionOk="0">
                          <a:moveTo>
                            <a:pt x="6096" y="7048"/>
                          </a:moveTo>
                          <a:lnTo>
                            <a:pt x="0" y="3524"/>
                          </a:lnTo>
                          <a:lnTo>
                            <a:pt x="6096" y="0"/>
                          </a:lnTo>
                          <a:lnTo>
                            <a:pt x="12192"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22" name="Google Shape;5022;p56"/>
                    <p:cNvSpPr/>
                    <p:nvPr/>
                  </p:nvSpPr>
                  <p:spPr>
                    <a:xfrm>
                      <a:off x="7549038" y="4909184"/>
                      <a:ext cx="6096" cy="4000"/>
                    </a:xfrm>
                    <a:custGeom>
                      <a:avLst/>
                      <a:gdLst/>
                      <a:ahLst/>
                      <a:cxnLst/>
                      <a:rect l="l" t="t" r="r" b="b"/>
                      <a:pathLst>
                        <a:path w="6096"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23" name="Google Shape;5023;p56"/>
                    <p:cNvSpPr/>
                    <p:nvPr/>
                  </p:nvSpPr>
                  <p:spPr>
                    <a:xfrm>
                      <a:off x="7555134" y="4909184"/>
                      <a:ext cx="6095" cy="4000"/>
                    </a:xfrm>
                    <a:custGeom>
                      <a:avLst/>
                      <a:gdLst/>
                      <a:ahLst/>
                      <a:cxnLst/>
                      <a:rect l="l" t="t" r="r" b="b"/>
                      <a:pathLst>
                        <a:path w="6095"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024" name="Google Shape;5024;p56"/>
                <p:cNvGrpSpPr/>
                <p:nvPr/>
              </p:nvGrpSpPr>
              <p:grpSpPr>
                <a:xfrm>
                  <a:off x="7535513" y="4863750"/>
                  <a:ext cx="71342" cy="41718"/>
                  <a:chOff x="7535513" y="4863750"/>
                  <a:chExt cx="71342" cy="41718"/>
                </a:xfrm>
              </p:grpSpPr>
              <p:grpSp>
                <p:nvGrpSpPr>
                  <p:cNvPr id="5025" name="Google Shape;5025;p56"/>
                  <p:cNvGrpSpPr/>
                  <p:nvPr/>
                </p:nvGrpSpPr>
                <p:grpSpPr>
                  <a:xfrm>
                    <a:off x="7594568" y="4863750"/>
                    <a:ext cx="12287" cy="7619"/>
                    <a:chOff x="7594568" y="4863750"/>
                    <a:chExt cx="12287" cy="7619"/>
                  </a:xfrm>
                </p:grpSpPr>
                <p:sp>
                  <p:nvSpPr>
                    <p:cNvPr id="5026" name="Google Shape;5026;p56"/>
                    <p:cNvSpPr/>
                    <p:nvPr/>
                  </p:nvSpPr>
                  <p:spPr>
                    <a:xfrm>
                      <a:off x="7594568" y="4863750"/>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27" name="Google Shape;5027;p56"/>
                    <p:cNvSpPr/>
                    <p:nvPr/>
                  </p:nvSpPr>
                  <p:spPr>
                    <a:xfrm>
                      <a:off x="7594568" y="4867274"/>
                      <a:ext cx="6096" cy="4095"/>
                    </a:xfrm>
                    <a:custGeom>
                      <a:avLst/>
                      <a:gdLst/>
                      <a:ahLst/>
                      <a:cxnLst/>
                      <a:rect l="l" t="t" r="r" b="b"/>
                      <a:pathLst>
                        <a:path w="6096" h="4095" extrusionOk="0">
                          <a:moveTo>
                            <a:pt x="6096" y="4096"/>
                          </a:moveTo>
                          <a:lnTo>
                            <a:pt x="0" y="571"/>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28" name="Google Shape;5028;p56"/>
                    <p:cNvSpPr/>
                    <p:nvPr/>
                  </p:nvSpPr>
                  <p:spPr>
                    <a:xfrm>
                      <a:off x="7600664" y="4867274"/>
                      <a:ext cx="6191" cy="4095"/>
                    </a:xfrm>
                    <a:custGeom>
                      <a:avLst/>
                      <a:gdLst/>
                      <a:ahLst/>
                      <a:cxnLst/>
                      <a:rect l="l" t="t" r="r" b="b"/>
                      <a:pathLst>
                        <a:path w="6191" h="4095" extrusionOk="0">
                          <a:moveTo>
                            <a:pt x="6191" y="571"/>
                          </a:moveTo>
                          <a:lnTo>
                            <a:pt x="0" y="4096"/>
                          </a:lnTo>
                          <a:lnTo>
                            <a:pt x="0" y="3524"/>
                          </a:lnTo>
                          <a:lnTo>
                            <a:pt x="6191" y="0"/>
                          </a:lnTo>
                          <a:lnTo>
                            <a:pt x="6191"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29" name="Google Shape;5029;p56"/>
                  <p:cNvGrpSpPr/>
                  <p:nvPr/>
                </p:nvGrpSpPr>
                <p:grpSpPr>
                  <a:xfrm>
                    <a:off x="7582757" y="4870608"/>
                    <a:ext cx="12287" cy="7524"/>
                    <a:chOff x="7582757" y="4870608"/>
                    <a:chExt cx="12287" cy="7524"/>
                  </a:xfrm>
                </p:grpSpPr>
                <p:sp>
                  <p:nvSpPr>
                    <p:cNvPr id="5030" name="Google Shape;5030;p56"/>
                    <p:cNvSpPr/>
                    <p:nvPr/>
                  </p:nvSpPr>
                  <p:spPr>
                    <a:xfrm>
                      <a:off x="7582757" y="4870608"/>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31" name="Google Shape;5031;p56"/>
                    <p:cNvSpPr/>
                    <p:nvPr/>
                  </p:nvSpPr>
                  <p:spPr>
                    <a:xfrm>
                      <a:off x="7582757" y="4874132"/>
                      <a:ext cx="6096" cy="4000"/>
                    </a:xfrm>
                    <a:custGeom>
                      <a:avLst/>
                      <a:gdLst/>
                      <a:ahLst/>
                      <a:cxnLst/>
                      <a:rect l="l" t="t" r="r" b="b"/>
                      <a:pathLst>
                        <a:path w="6096"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32" name="Google Shape;5032;p56"/>
                    <p:cNvSpPr/>
                    <p:nvPr/>
                  </p:nvSpPr>
                  <p:spPr>
                    <a:xfrm>
                      <a:off x="7588853" y="4874132"/>
                      <a:ext cx="6191" cy="4000"/>
                    </a:xfrm>
                    <a:custGeom>
                      <a:avLst/>
                      <a:gdLst/>
                      <a:ahLst/>
                      <a:cxnLst/>
                      <a:rect l="l" t="t" r="r" b="b"/>
                      <a:pathLst>
                        <a:path w="6191" h="4000" extrusionOk="0">
                          <a:moveTo>
                            <a:pt x="6191" y="476"/>
                          </a:moveTo>
                          <a:lnTo>
                            <a:pt x="0" y="4001"/>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33" name="Google Shape;5033;p56"/>
                  <p:cNvGrpSpPr/>
                  <p:nvPr/>
                </p:nvGrpSpPr>
                <p:grpSpPr>
                  <a:xfrm>
                    <a:off x="7570946" y="4877370"/>
                    <a:ext cx="12287" cy="7620"/>
                    <a:chOff x="7570946" y="4877370"/>
                    <a:chExt cx="12287" cy="7620"/>
                  </a:xfrm>
                </p:grpSpPr>
                <p:sp>
                  <p:nvSpPr>
                    <p:cNvPr id="5034" name="Google Shape;5034;p56"/>
                    <p:cNvSpPr/>
                    <p:nvPr/>
                  </p:nvSpPr>
                  <p:spPr>
                    <a:xfrm>
                      <a:off x="7570946" y="4877370"/>
                      <a:ext cx="12287" cy="7143"/>
                    </a:xfrm>
                    <a:custGeom>
                      <a:avLst/>
                      <a:gdLst/>
                      <a:ahLst/>
                      <a:cxnLst/>
                      <a:rect l="l" t="t" r="r" b="b"/>
                      <a:pathLst>
                        <a:path w="12287" h="7143" extrusionOk="0">
                          <a:moveTo>
                            <a:pt x="6096" y="7144"/>
                          </a:moveTo>
                          <a:lnTo>
                            <a:pt x="0" y="3524"/>
                          </a:lnTo>
                          <a:lnTo>
                            <a:pt x="6096" y="0"/>
                          </a:lnTo>
                          <a:lnTo>
                            <a:pt x="12287" y="3524"/>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35" name="Google Shape;5035;p56"/>
                    <p:cNvSpPr/>
                    <p:nvPr/>
                  </p:nvSpPr>
                  <p:spPr>
                    <a:xfrm>
                      <a:off x="7570946" y="4880895"/>
                      <a:ext cx="6095" cy="4095"/>
                    </a:xfrm>
                    <a:custGeom>
                      <a:avLst/>
                      <a:gdLst/>
                      <a:ahLst/>
                      <a:cxnLst/>
                      <a:rect l="l" t="t" r="r" b="b"/>
                      <a:pathLst>
                        <a:path w="6095" h="4095" extrusionOk="0">
                          <a:moveTo>
                            <a:pt x="6096" y="4096"/>
                          </a:moveTo>
                          <a:lnTo>
                            <a:pt x="0" y="571"/>
                          </a:lnTo>
                          <a:lnTo>
                            <a:pt x="0" y="0"/>
                          </a:lnTo>
                          <a:lnTo>
                            <a:pt x="6096" y="3620"/>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36" name="Google Shape;5036;p56"/>
                    <p:cNvSpPr/>
                    <p:nvPr/>
                  </p:nvSpPr>
                  <p:spPr>
                    <a:xfrm>
                      <a:off x="7577042" y="4880895"/>
                      <a:ext cx="6191" cy="4095"/>
                    </a:xfrm>
                    <a:custGeom>
                      <a:avLst/>
                      <a:gdLst/>
                      <a:ahLst/>
                      <a:cxnLst/>
                      <a:rect l="l" t="t" r="r" b="b"/>
                      <a:pathLst>
                        <a:path w="6191" h="4095" extrusionOk="0">
                          <a:moveTo>
                            <a:pt x="6191" y="571"/>
                          </a:moveTo>
                          <a:lnTo>
                            <a:pt x="0" y="4096"/>
                          </a:lnTo>
                          <a:lnTo>
                            <a:pt x="0" y="3620"/>
                          </a:lnTo>
                          <a:lnTo>
                            <a:pt x="6191" y="0"/>
                          </a:lnTo>
                          <a:lnTo>
                            <a:pt x="6191"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37" name="Google Shape;5037;p56"/>
                  <p:cNvGrpSpPr/>
                  <p:nvPr/>
                </p:nvGrpSpPr>
                <p:grpSpPr>
                  <a:xfrm>
                    <a:off x="7559135" y="4884228"/>
                    <a:ext cx="12287" cy="7620"/>
                    <a:chOff x="7559135" y="4884228"/>
                    <a:chExt cx="12287" cy="7620"/>
                  </a:xfrm>
                </p:grpSpPr>
                <p:sp>
                  <p:nvSpPr>
                    <p:cNvPr id="5038" name="Google Shape;5038;p56"/>
                    <p:cNvSpPr/>
                    <p:nvPr/>
                  </p:nvSpPr>
                  <p:spPr>
                    <a:xfrm>
                      <a:off x="7559135" y="4884228"/>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39" name="Google Shape;5039;p56"/>
                    <p:cNvSpPr/>
                    <p:nvPr/>
                  </p:nvSpPr>
                  <p:spPr>
                    <a:xfrm>
                      <a:off x="7559135" y="4887753"/>
                      <a:ext cx="6096" cy="4095"/>
                    </a:xfrm>
                    <a:custGeom>
                      <a:avLst/>
                      <a:gdLst/>
                      <a:ahLst/>
                      <a:cxnLst/>
                      <a:rect l="l" t="t" r="r" b="b"/>
                      <a:pathLst>
                        <a:path w="6096" h="4095" extrusionOk="0">
                          <a:moveTo>
                            <a:pt x="6096" y="4096"/>
                          </a:moveTo>
                          <a:lnTo>
                            <a:pt x="0" y="476"/>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0" name="Google Shape;5040;p56"/>
                    <p:cNvSpPr/>
                    <p:nvPr/>
                  </p:nvSpPr>
                  <p:spPr>
                    <a:xfrm>
                      <a:off x="7565231" y="4887753"/>
                      <a:ext cx="6191" cy="4095"/>
                    </a:xfrm>
                    <a:custGeom>
                      <a:avLst/>
                      <a:gdLst/>
                      <a:ahLst/>
                      <a:cxnLst/>
                      <a:rect l="l" t="t" r="r" b="b"/>
                      <a:pathLst>
                        <a:path w="6191" h="4095" extrusionOk="0">
                          <a:moveTo>
                            <a:pt x="6191" y="476"/>
                          </a:moveTo>
                          <a:lnTo>
                            <a:pt x="0" y="4096"/>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41" name="Google Shape;5041;p56"/>
                  <p:cNvGrpSpPr/>
                  <p:nvPr/>
                </p:nvGrpSpPr>
                <p:grpSpPr>
                  <a:xfrm>
                    <a:off x="7547324" y="4890991"/>
                    <a:ext cx="12287" cy="7620"/>
                    <a:chOff x="7547324" y="4890991"/>
                    <a:chExt cx="12287" cy="7620"/>
                  </a:xfrm>
                </p:grpSpPr>
                <p:sp>
                  <p:nvSpPr>
                    <p:cNvPr id="5042" name="Google Shape;5042;p56"/>
                    <p:cNvSpPr/>
                    <p:nvPr/>
                  </p:nvSpPr>
                  <p:spPr>
                    <a:xfrm>
                      <a:off x="7547324" y="4890991"/>
                      <a:ext cx="12287" cy="7143"/>
                    </a:xfrm>
                    <a:custGeom>
                      <a:avLst/>
                      <a:gdLst/>
                      <a:ahLst/>
                      <a:cxnLst/>
                      <a:rect l="l" t="t" r="r" b="b"/>
                      <a:pathLst>
                        <a:path w="12287" h="7143" extrusionOk="0">
                          <a:moveTo>
                            <a:pt x="6096" y="7144"/>
                          </a:moveTo>
                          <a:lnTo>
                            <a:pt x="0" y="3620"/>
                          </a:lnTo>
                          <a:lnTo>
                            <a:pt x="6096" y="0"/>
                          </a:lnTo>
                          <a:lnTo>
                            <a:pt x="12287" y="3620"/>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3" name="Google Shape;5043;p56"/>
                    <p:cNvSpPr/>
                    <p:nvPr/>
                  </p:nvSpPr>
                  <p:spPr>
                    <a:xfrm>
                      <a:off x="7547324" y="4894611"/>
                      <a:ext cx="6096" cy="4000"/>
                    </a:xfrm>
                    <a:custGeom>
                      <a:avLst/>
                      <a:gdLst/>
                      <a:ahLst/>
                      <a:cxnLst/>
                      <a:rect l="l" t="t" r="r" b="b"/>
                      <a:pathLst>
                        <a:path w="6096"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4" name="Google Shape;5044;p56"/>
                    <p:cNvSpPr/>
                    <p:nvPr/>
                  </p:nvSpPr>
                  <p:spPr>
                    <a:xfrm>
                      <a:off x="7553420" y="4894611"/>
                      <a:ext cx="6191" cy="4000"/>
                    </a:xfrm>
                    <a:custGeom>
                      <a:avLst/>
                      <a:gdLst/>
                      <a:ahLst/>
                      <a:cxnLst/>
                      <a:rect l="l" t="t" r="r" b="b"/>
                      <a:pathLst>
                        <a:path w="6191" h="4000" extrusionOk="0">
                          <a:moveTo>
                            <a:pt x="6191" y="476"/>
                          </a:moveTo>
                          <a:lnTo>
                            <a:pt x="0" y="4001"/>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45" name="Google Shape;5045;p56"/>
                  <p:cNvGrpSpPr/>
                  <p:nvPr/>
                </p:nvGrpSpPr>
                <p:grpSpPr>
                  <a:xfrm>
                    <a:off x="7535513" y="4897849"/>
                    <a:ext cx="12287" cy="7619"/>
                    <a:chOff x="7535513" y="4897849"/>
                    <a:chExt cx="12287" cy="7619"/>
                  </a:xfrm>
                </p:grpSpPr>
                <p:sp>
                  <p:nvSpPr>
                    <p:cNvPr id="5046" name="Google Shape;5046;p56"/>
                    <p:cNvSpPr/>
                    <p:nvPr/>
                  </p:nvSpPr>
                  <p:spPr>
                    <a:xfrm>
                      <a:off x="7535513" y="4897849"/>
                      <a:ext cx="12287" cy="7048"/>
                    </a:xfrm>
                    <a:custGeom>
                      <a:avLst/>
                      <a:gdLst/>
                      <a:ahLst/>
                      <a:cxnLst/>
                      <a:rect l="l" t="t" r="r" b="b"/>
                      <a:pathLst>
                        <a:path w="12287" h="7048" extrusionOk="0">
                          <a:moveTo>
                            <a:pt x="6096" y="7049"/>
                          </a:moveTo>
                          <a:lnTo>
                            <a:pt x="0" y="3524"/>
                          </a:lnTo>
                          <a:lnTo>
                            <a:pt x="6096" y="0"/>
                          </a:lnTo>
                          <a:lnTo>
                            <a:pt x="12287" y="3524"/>
                          </a:lnTo>
                          <a:lnTo>
                            <a:pt x="6096"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7" name="Google Shape;5047;p56"/>
                    <p:cNvSpPr/>
                    <p:nvPr/>
                  </p:nvSpPr>
                  <p:spPr>
                    <a:xfrm>
                      <a:off x="7535513" y="4901373"/>
                      <a:ext cx="6095" cy="4095"/>
                    </a:xfrm>
                    <a:custGeom>
                      <a:avLst/>
                      <a:gdLst/>
                      <a:ahLst/>
                      <a:cxnLst/>
                      <a:rect l="l" t="t" r="r" b="b"/>
                      <a:pathLst>
                        <a:path w="6095" h="4095" extrusionOk="0">
                          <a:moveTo>
                            <a:pt x="6096" y="4096"/>
                          </a:moveTo>
                          <a:lnTo>
                            <a:pt x="0" y="476"/>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8" name="Google Shape;5048;p56"/>
                    <p:cNvSpPr/>
                    <p:nvPr/>
                  </p:nvSpPr>
                  <p:spPr>
                    <a:xfrm>
                      <a:off x="7541609" y="4901373"/>
                      <a:ext cx="6191" cy="4095"/>
                    </a:xfrm>
                    <a:custGeom>
                      <a:avLst/>
                      <a:gdLst/>
                      <a:ahLst/>
                      <a:cxnLst/>
                      <a:rect l="l" t="t" r="r" b="b"/>
                      <a:pathLst>
                        <a:path w="6191" h="4095" extrusionOk="0">
                          <a:moveTo>
                            <a:pt x="6191" y="476"/>
                          </a:moveTo>
                          <a:lnTo>
                            <a:pt x="0" y="4096"/>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049" name="Google Shape;5049;p56"/>
                <p:cNvGrpSpPr/>
                <p:nvPr/>
              </p:nvGrpSpPr>
              <p:grpSpPr>
                <a:xfrm>
                  <a:off x="7522083" y="4855939"/>
                  <a:ext cx="71246" cy="41719"/>
                  <a:chOff x="7522083" y="4855939"/>
                  <a:chExt cx="71246" cy="41719"/>
                </a:xfrm>
              </p:grpSpPr>
              <p:grpSp>
                <p:nvGrpSpPr>
                  <p:cNvPr id="5050" name="Google Shape;5050;p56"/>
                  <p:cNvGrpSpPr/>
                  <p:nvPr/>
                </p:nvGrpSpPr>
                <p:grpSpPr>
                  <a:xfrm>
                    <a:off x="7581042" y="4855939"/>
                    <a:ext cx="12287" cy="7620"/>
                    <a:chOff x="7581042" y="4855939"/>
                    <a:chExt cx="12287" cy="7620"/>
                  </a:xfrm>
                </p:grpSpPr>
                <p:sp>
                  <p:nvSpPr>
                    <p:cNvPr id="5051" name="Google Shape;5051;p56"/>
                    <p:cNvSpPr/>
                    <p:nvPr/>
                  </p:nvSpPr>
                  <p:spPr>
                    <a:xfrm>
                      <a:off x="7581042" y="4855939"/>
                      <a:ext cx="12287" cy="7143"/>
                    </a:xfrm>
                    <a:custGeom>
                      <a:avLst/>
                      <a:gdLst/>
                      <a:ahLst/>
                      <a:cxnLst/>
                      <a:rect l="l" t="t" r="r" b="b"/>
                      <a:pathLst>
                        <a:path w="12287" h="7143" extrusionOk="0">
                          <a:moveTo>
                            <a:pt x="6191" y="7144"/>
                          </a:moveTo>
                          <a:lnTo>
                            <a:pt x="0" y="3620"/>
                          </a:lnTo>
                          <a:lnTo>
                            <a:pt x="6191" y="0"/>
                          </a:lnTo>
                          <a:lnTo>
                            <a:pt x="12287" y="3620"/>
                          </a:lnTo>
                          <a:lnTo>
                            <a:pt x="6191"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52" name="Google Shape;5052;p56"/>
                    <p:cNvSpPr/>
                    <p:nvPr/>
                  </p:nvSpPr>
                  <p:spPr>
                    <a:xfrm>
                      <a:off x="7581042" y="4859559"/>
                      <a:ext cx="6191" cy="4000"/>
                    </a:xfrm>
                    <a:custGeom>
                      <a:avLst/>
                      <a:gdLst/>
                      <a:ahLst/>
                      <a:cxnLst/>
                      <a:rect l="l" t="t" r="r" b="b"/>
                      <a:pathLst>
                        <a:path w="6191" h="4000" extrusionOk="0">
                          <a:moveTo>
                            <a:pt x="6191" y="4000"/>
                          </a:moveTo>
                          <a:lnTo>
                            <a:pt x="0" y="476"/>
                          </a:lnTo>
                          <a:lnTo>
                            <a:pt x="0" y="0"/>
                          </a:lnTo>
                          <a:lnTo>
                            <a:pt x="6191" y="3524"/>
                          </a:lnTo>
                          <a:lnTo>
                            <a:pt x="6191"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53" name="Google Shape;5053;p56"/>
                    <p:cNvSpPr/>
                    <p:nvPr/>
                  </p:nvSpPr>
                  <p:spPr>
                    <a:xfrm>
                      <a:off x="7587233" y="4859559"/>
                      <a:ext cx="6096" cy="4000"/>
                    </a:xfrm>
                    <a:custGeom>
                      <a:avLst/>
                      <a:gdLst/>
                      <a:ahLst/>
                      <a:cxnLst/>
                      <a:rect l="l" t="t" r="r" b="b"/>
                      <a:pathLst>
                        <a:path w="6096" h="4000" extrusionOk="0">
                          <a:moveTo>
                            <a:pt x="6096" y="476"/>
                          </a:moveTo>
                          <a:lnTo>
                            <a:pt x="0" y="4000"/>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54" name="Google Shape;5054;p56"/>
                  <p:cNvGrpSpPr/>
                  <p:nvPr/>
                </p:nvGrpSpPr>
                <p:grpSpPr>
                  <a:xfrm>
                    <a:off x="7569231" y="4862797"/>
                    <a:ext cx="12287" cy="7619"/>
                    <a:chOff x="7569231" y="4862797"/>
                    <a:chExt cx="12287" cy="7619"/>
                  </a:xfrm>
                </p:grpSpPr>
                <p:sp>
                  <p:nvSpPr>
                    <p:cNvPr id="5055" name="Google Shape;5055;p56"/>
                    <p:cNvSpPr/>
                    <p:nvPr/>
                  </p:nvSpPr>
                  <p:spPr>
                    <a:xfrm>
                      <a:off x="7569231" y="4862797"/>
                      <a:ext cx="12287" cy="7048"/>
                    </a:xfrm>
                    <a:custGeom>
                      <a:avLst/>
                      <a:gdLst/>
                      <a:ahLst/>
                      <a:cxnLst/>
                      <a:rect l="l" t="t" r="r" b="b"/>
                      <a:pathLst>
                        <a:path w="12287" h="7048" extrusionOk="0">
                          <a:moveTo>
                            <a:pt x="6191" y="7048"/>
                          </a:moveTo>
                          <a:lnTo>
                            <a:pt x="0" y="3524"/>
                          </a:lnTo>
                          <a:lnTo>
                            <a:pt x="6191" y="0"/>
                          </a:lnTo>
                          <a:lnTo>
                            <a:pt x="12287" y="3524"/>
                          </a:lnTo>
                          <a:lnTo>
                            <a:pt x="6191"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56" name="Google Shape;5056;p56"/>
                    <p:cNvSpPr/>
                    <p:nvPr/>
                  </p:nvSpPr>
                  <p:spPr>
                    <a:xfrm>
                      <a:off x="7569231" y="4866321"/>
                      <a:ext cx="6191" cy="4095"/>
                    </a:xfrm>
                    <a:custGeom>
                      <a:avLst/>
                      <a:gdLst/>
                      <a:ahLst/>
                      <a:cxnLst/>
                      <a:rect l="l" t="t" r="r" b="b"/>
                      <a:pathLst>
                        <a:path w="6191" h="4095" extrusionOk="0">
                          <a:moveTo>
                            <a:pt x="6191" y="4096"/>
                          </a:moveTo>
                          <a:lnTo>
                            <a:pt x="0" y="476"/>
                          </a:lnTo>
                          <a:lnTo>
                            <a:pt x="0" y="0"/>
                          </a:lnTo>
                          <a:lnTo>
                            <a:pt x="6191" y="3524"/>
                          </a:lnTo>
                          <a:lnTo>
                            <a:pt x="6191"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57" name="Google Shape;5057;p56"/>
                    <p:cNvSpPr/>
                    <p:nvPr/>
                  </p:nvSpPr>
                  <p:spPr>
                    <a:xfrm>
                      <a:off x="7575423" y="4866321"/>
                      <a:ext cx="6095" cy="4095"/>
                    </a:xfrm>
                    <a:custGeom>
                      <a:avLst/>
                      <a:gdLst/>
                      <a:ahLst/>
                      <a:cxnLst/>
                      <a:rect l="l" t="t" r="r" b="b"/>
                      <a:pathLst>
                        <a:path w="6095" h="4095" extrusionOk="0">
                          <a:moveTo>
                            <a:pt x="6096" y="476"/>
                          </a:moveTo>
                          <a:lnTo>
                            <a:pt x="0" y="4096"/>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58" name="Google Shape;5058;p56"/>
                  <p:cNvGrpSpPr/>
                  <p:nvPr/>
                </p:nvGrpSpPr>
                <p:grpSpPr>
                  <a:xfrm>
                    <a:off x="7557420" y="4869655"/>
                    <a:ext cx="12287" cy="7524"/>
                    <a:chOff x="7557420" y="4869655"/>
                    <a:chExt cx="12287" cy="7524"/>
                  </a:xfrm>
                </p:grpSpPr>
                <p:sp>
                  <p:nvSpPr>
                    <p:cNvPr id="5059" name="Google Shape;5059;p56"/>
                    <p:cNvSpPr/>
                    <p:nvPr/>
                  </p:nvSpPr>
                  <p:spPr>
                    <a:xfrm>
                      <a:off x="7557420" y="4869655"/>
                      <a:ext cx="12287" cy="7048"/>
                    </a:xfrm>
                    <a:custGeom>
                      <a:avLst/>
                      <a:gdLst/>
                      <a:ahLst/>
                      <a:cxnLst/>
                      <a:rect l="l" t="t" r="r" b="b"/>
                      <a:pathLst>
                        <a:path w="12287" h="7048" extrusionOk="0">
                          <a:moveTo>
                            <a:pt x="6191" y="7048"/>
                          </a:moveTo>
                          <a:lnTo>
                            <a:pt x="0" y="3524"/>
                          </a:lnTo>
                          <a:lnTo>
                            <a:pt x="6191" y="0"/>
                          </a:lnTo>
                          <a:lnTo>
                            <a:pt x="12287" y="3524"/>
                          </a:lnTo>
                          <a:lnTo>
                            <a:pt x="6191"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0" name="Google Shape;5060;p56"/>
                    <p:cNvSpPr/>
                    <p:nvPr/>
                  </p:nvSpPr>
                  <p:spPr>
                    <a:xfrm>
                      <a:off x="7557420" y="4873179"/>
                      <a:ext cx="6191" cy="4000"/>
                    </a:xfrm>
                    <a:custGeom>
                      <a:avLst/>
                      <a:gdLst/>
                      <a:ahLst/>
                      <a:cxnLst/>
                      <a:rect l="l" t="t" r="r" b="b"/>
                      <a:pathLst>
                        <a:path w="6191" h="4000" extrusionOk="0">
                          <a:moveTo>
                            <a:pt x="6191" y="4001"/>
                          </a:moveTo>
                          <a:lnTo>
                            <a:pt x="0" y="476"/>
                          </a:lnTo>
                          <a:lnTo>
                            <a:pt x="0" y="0"/>
                          </a:lnTo>
                          <a:lnTo>
                            <a:pt x="6191" y="3524"/>
                          </a:lnTo>
                          <a:lnTo>
                            <a:pt x="6191"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1" name="Google Shape;5061;p56"/>
                    <p:cNvSpPr/>
                    <p:nvPr/>
                  </p:nvSpPr>
                  <p:spPr>
                    <a:xfrm>
                      <a:off x="7563611" y="4873179"/>
                      <a:ext cx="6096" cy="4000"/>
                    </a:xfrm>
                    <a:custGeom>
                      <a:avLst/>
                      <a:gdLst/>
                      <a:ahLst/>
                      <a:cxnLst/>
                      <a:rect l="l" t="t" r="r" b="b"/>
                      <a:pathLst>
                        <a:path w="6096"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62" name="Google Shape;5062;p56"/>
                  <p:cNvGrpSpPr/>
                  <p:nvPr/>
                </p:nvGrpSpPr>
                <p:grpSpPr>
                  <a:xfrm>
                    <a:off x="7545609" y="4876418"/>
                    <a:ext cx="12287" cy="7619"/>
                    <a:chOff x="7545609" y="4876418"/>
                    <a:chExt cx="12287" cy="7619"/>
                  </a:xfrm>
                </p:grpSpPr>
                <p:sp>
                  <p:nvSpPr>
                    <p:cNvPr id="5063" name="Google Shape;5063;p56"/>
                    <p:cNvSpPr/>
                    <p:nvPr/>
                  </p:nvSpPr>
                  <p:spPr>
                    <a:xfrm>
                      <a:off x="7545609" y="4876418"/>
                      <a:ext cx="12287" cy="7048"/>
                    </a:xfrm>
                    <a:custGeom>
                      <a:avLst/>
                      <a:gdLst/>
                      <a:ahLst/>
                      <a:cxnLst/>
                      <a:rect l="l" t="t" r="r" b="b"/>
                      <a:pathLst>
                        <a:path w="12287" h="7048" extrusionOk="0">
                          <a:moveTo>
                            <a:pt x="6191" y="7049"/>
                          </a:moveTo>
                          <a:lnTo>
                            <a:pt x="0" y="3524"/>
                          </a:lnTo>
                          <a:lnTo>
                            <a:pt x="6191" y="0"/>
                          </a:lnTo>
                          <a:lnTo>
                            <a:pt x="12287" y="3524"/>
                          </a:lnTo>
                          <a:lnTo>
                            <a:pt x="6191"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4" name="Google Shape;5064;p56"/>
                    <p:cNvSpPr/>
                    <p:nvPr/>
                  </p:nvSpPr>
                  <p:spPr>
                    <a:xfrm>
                      <a:off x="7545609" y="4879942"/>
                      <a:ext cx="6191" cy="4095"/>
                    </a:xfrm>
                    <a:custGeom>
                      <a:avLst/>
                      <a:gdLst/>
                      <a:ahLst/>
                      <a:cxnLst/>
                      <a:rect l="l" t="t" r="r" b="b"/>
                      <a:pathLst>
                        <a:path w="6191" h="4095" extrusionOk="0">
                          <a:moveTo>
                            <a:pt x="6191" y="4096"/>
                          </a:moveTo>
                          <a:lnTo>
                            <a:pt x="0" y="572"/>
                          </a:lnTo>
                          <a:lnTo>
                            <a:pt x="0" y="0"/>
                          </a:lnTo>
                          <a:lnTo>
                            <a:pt x="6191" y="3524"/>
                          </a:lnTo>
                          <a:lnTo>
                            <a:pt x="6191"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5" name="Google Shape;5065;p56"/>
                    <p:cNvSpPr/>
                    <p:nvPr/>
                  </p:nvSpPr>
                  <p:spPr>
                    <a:xfrm>
                      <a:off x="7551800" y="4879942"/>
                      <a:ext cx="6096" cy="4095"/>
                    </a:xfrm>
                    <a:custGeom>
                      <a:avLst/>
                      <a:gdLst/>
                      <a:ahLst/>
                      <a:cxnLst/>
                      <a:rect l="l" t="t" r="r" b="b"/>
                      <a:pathLst>
                        <a:path w="6096" h="4095" extrusionOk="0">
                          <a:moveTo>
                            <a:pt x="6096" y="572"/>
                          </a:moveTo>
                          <a:lnTo>
                            <a:pt x="0" y="4096"/>
                          </a:lnTo>
                          <a:lnTo>
                            <a:pt x="0" y="3524"/>
                          </a:lnTo>
                          <a:lnTo>
                            <a:pt x="6096" y="0"/>
                          </a:lnTo>
                          <a:lnTo>
                            <a:pt x="6096" y="572"/>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66" name="Google Shape;5066;p56"/>
                  <p:cNvGrpSpPr/>
                  <p:nvPr/>
                </p:nvGrpSpPr>
                <p:grpSpPr>
                  <a:xfrm>
                    <a:off x="7533798" y="4883276"/>
                    <a:ext cx="12287" cy="7524"/>
                    <a:chOff x="7533798" y="4883276"/>
                    <a:chExt cx="12287" cy="7524"/>
                  </a:xfrm>
                </p:grpSpPr>
                <p:sp>
                  <p:nvSpPr>
                    <p:cNvPr id="5067" name="Google Shape;5067;p56"/>
                    <p:cNvSpPr/>
                    <p:nvPr/>
                  </p:nvSpPr>
                  <p:spPr>
                    <a:xfrm>
                      <a:off x="7533798" y="4883276"/>
                      <a:ext cx="12287" cy="7048"/>
                    </a:xfrm>
                    <a:custGeom>
                      <a:avLst/>
                      <a:gdLst/>
                      <a:ahLst/>
                      <a:cxnLst/>
                      <a:rect l="l" t="t" r="r" b="b"/>
                      <a:pathLst>
                        <a:path w="12287" h="7048" extrusionOk="0">
                          <a:moveTo>
                            <a:pt x="6191" y="7049"/>
                          </a:moveTo>
                          <a:lnTo>
                            <a:pt x="0" y="3524"/>
                          </a:lnTo>
                          <a:lnTo>
                            <a:pt x="6191" y="0"/>
                          </a:lnTo>
                          <a:lnTo>
                            <a:pt x="12287" y="3524"/>
                          </a:lnTo>
                          <a:lnTo>
                            <a:pt x="6191"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8" name="Google Shape;5068;p56"/>
                    <p:cNvSpPr/>
                    <p:nvPr/>
                  </p:nvSpPr>
                  <p:spPr>
                    <a:xfrm>
                      <a:off x="7533798" y="4886800"/>
                      <a:ext cx="6191" cy="4000"/>
                    </a:xfrm>
                    <a:custGeom>
                      <a:avLst/>
                      <a:gdLst/>
                      <a:ahLst/>
                      <a:cxnLst/>
                      <a:rect l="l" t="t" r="r" b="b"/>
                      <a:pathLst>
                        <a:path w="6191" h="4000" extrusionOk="0">
                          <a:moveTo>
                            <a:pt x="6191" y="4001"/>
                          </a:moveTo>
                          <a:lnTo>
                            <a:pt x="0" y="476"/>
                          </a:lnTo>
                          <a:lnTo>
                            <a:pt x="0" y="0"/>
                          </a:lnTo>
                          <a:lnTo>
                            <a:pt x="6191" y="3524"/>
                          </a:lnTo>
                          <a:lnTo>
                            <a:pt x="6191"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9" name="Google Shape;5069;p56"/>
                    <p:cNvSpPr/>
                    <p:nvPr/>
                  </p:nvSpPr>
                  <p:spPr>
                    <a:xfrm>
                      <a:off x="7539990" y="4886800"/>
                      <a:ext cx="6095" cy="4000"/>
                    </a:xfrm>
                    <a:custGeom>
                      <a:avLst/>
                      <a:gdLst/>
                      <a:ahLst/>
                      <a:cxnLst/>
                      <a:rect l="l" t="t" r="r" b="b"/>
                      <a:pathLst>
                        <a:path w="6095"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70" name="Google Shape;5070;p56"/>
                  <p:cNvGrpSpPr/>
                  <p:nvPr/>
                </p:nvGrpSpPr>
                <p:grpSpPr>
                  <a:xfrm>
                    <a:off x="7522083" y="4890039"/>
                    <a:ext cx="12191" cy="7619"/>
                    <a:chOff x="7522083" y="4890039"/>
                    <a:chExt cx="12191" cy="7619"/>
                  </a:xfrm>
                </p:grpSpPr>
                <p:sp>
                  <p:nvSpPr>
                    <p:cNvPr id="5071" name="Google Shape;5071;p56"/>
                    <p:cNvSpPr/>
                    <p:nvPr/>
                  </p:nvSpPr>
                  <p:spPr>
                    <a:xfrm>
                      <a:off x="7522083" y="4890039"/>
                      <a:ext cx="12191" cy="7143"/>
                    </a:xfrm>
                    <a:custGeom>
                      <a:avLst/>
                      <a:gdLst/>
                      <a:ahLst/>
                      <a:cxnLst/>
                      <a:rect l="l" t="t" r="r" b="b"/>
                      <a:pathLst>
                        <a:path w="12191" h="7143" extrusionOk="0">
                          <a:moveTo>
                            <a:pt x="6096" y="7144"/>
                          </a:moveTo>
                          <a:lnTo>
                            <a:pt x="0" y="3524"/>
                          </a:lnTo>
                          <a:lnTo>
                            <a:pt x="6096" y="0"/>
                          </a:lnTo>
                          <a:lnTo>
                            <a:pt x="12192" y="3524"/>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72" name="Google Shape;5072;p56"/>
                    <p:cNvSpPr/>
                    <p:nvPr/>
                  </p:nvSpPr>
                  <p:spPr>
                    <a:xfrm>
                      <a:off x="7522083" y="4893563"/>
                      <a:ext cx="6095" cy="4095"/>
                    </a:xfrm>
                    <a:custGeom>
                      <a:avLst/>
                      <a:gdLst/>
                      <a:ahLst/>
                      <a:cxnLst/>
                      <a:rect l="l" t="t" r="r" b="b"/>
                      <a:pathLst>
                        <a:path w="6095" h="4095" extrusionOk="0">
                          <a:moveTo>
                            <a:pt x="6096" y="4096"/>
                          </a:moveTo>
                          <a:lnTo>
                            <a:pt x="0" y="571"/>
                          </a:lnTo>
                          <a:lnTo>
                            <a:pt x="0" y="0"/>
                          </a:lnTo>
                          <a:lnTo>
                            <a:pt x="6096" y="3620"/>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73" name="Google Shape;5073;p56"/>
                    <p:cNvSpPr/>
                    <p:nvPr/>
                  </p:nvSpPr>
                  <p:spPr>
                    <a:xfrm>
                      <a:off x="7528178" y="4893563"/>
                      <a:ext cx="6096" cy="4095"/>
                    </a:xfrm>
                    <a:custGeom>
                      <a:avLst/>
                      <a:gdLst/>
                      <a:ahLst/>
                      <a:cxnLst/>
                      <a:rect l="l" t="t" r="r" b="b"/>
                      <a:pathLst>
                        <a:path w="6096" h="4095" extrusionOk="0">
                          <a:moveTo>
                            <a:pt x="6096" y="571"/>
                          </a:moveTo>
                          <a:lnTo>
                            <a:pt x="0" y="4096"/>
                          </a:lnTo>
                          <a:lnTo>
                            <a:pt x="0" y="3620"/>
                          </a:lnTo>
                          <a:lnTo>
                            <a:pt x="6096" y="0"/>
                          </a:lnTo>
                          <a:lnTo>
                            <a:pt x="6096"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5074" name="Google Shape;5074;p56"/>
              <p:cNvGrpSpPr/>
              <p:nvPr/>
            </p:nvGrpSpPr>
            <p:grpSpPr>
              <a:xfrm>
                <a:off x="7575899" y="4887086"/>
                <a:ext cx="98298" cy="57245"/>
                <a:chOff x="7575899" y="4887086"/>
                <a:chExt cx="98298" cy="57245"/>
              </a:xfrm>
            </p:grpSpPr>
            <p:grpSp>
              <p:nvGrpSpPr>
                <p:cNvPr id="5075" name="Google Shape;5075;p56"/>
                <p:cNvGrpSpPr/>
                <p:nvPr/>
              </p:nvGrpSpPr>
              <p:grpSpPr>
                <a:xfrm>
                  <a:off x="7602855" y="4902612"/>
                  <a:ext cx="71342" cy="41719"/>
                  <a:chOff x="7602855" y="4902612"/>
                  <a:chExt cx="71342" cy="41719"/>
                </a:xfrm>
              </p:grpSpPr>
              <p:grpSp>
                <p:nvGrpSpPr>
                  <p:cNvPr id="5076" name="Google Shape;5076;p56"/>
                  <p:cNvGrpSpPr/>
                  <p:nvPr/>
                </p:nvGrpSpPr>
                <p:grpSpPr>
                  <a:xfrm>
                    <a:off x="7661909" y="4902612"/>
                    <a:ext cx="12288" cy="7619"/>
                    <a:chOff x="7661909" y="4902612"/>
                    <a:chExt cx="12288" cy="7619"/>
                  </a:xfrm>
                </p:grpSpPr>
                <p:sp>
                  <p:nvSpPr>
                    <p:cNvPr id="5077" name="Google Shape;5077;p56"/>
                    <p:cNvSpPr/>
                    <p:nvPr/>
                  </p:nvSpPr>
                  <p:spPr>
                    <a:xfrm>
                      <a:off x="7661909" y="4902612"/>
                      <a:ext cx="12287" cy="7143"/>
                    </a:xfrm>
                    <a:custGeom>
                      <a:avLst/>
                      <a:gdLst/>
                      <a:ahLst/>
                      <a:cxnLst/>
                      <a:rect l="l" t="t" r="r" b="b"/>
                      <a:pathLst>
                        <a:path w="12287" h="7143" extrusionOk="0">
                          <a:moveTo>
                            <a:pt x="6096" y="7144"/>
                          </a:moveTo>
                          <a:lnTo>
                            <a:pt x="0" y="3620"/>
                          </a:lnTo>
                          <a:lnTo>
                            <a:pt x="6096" y="0"/>
                          </a:lnTo>
                          <a:lnTo>
                            <a:pt x="12287" y="3620"/>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78" name="Google Shape;5078;p56"/>
                    <p:cNvSpPr/>
                    <p:nvPr/>
                  </p:nvSpPr>
                  <p:spPr>
                    <a:xfrm>
                      <a:off x="7661909" y="4906231"/>
                      <a:ext cx="6096" cy="4000"/>
                    </a:xfrm>
                    <a:custGeom>
                      <a:avLst/>
                      <a:gdLst/>
                      <a:ahLst/>
                      <a:cxnLst/>
                      <a:rect l="l" t="t" r="r" b="b"/>
                      <a:pathLst>
                        <a:path w="6096"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79" name="Google Shape;5079;p56"/>
                    <p:cNvSpPr/>
                    <p:nvPr/>
                  </p:nvSpPr>
                  <p:spPr>
                    <a:xfrm>
                      <a:off x="7668006" y="4906231"/>
                      <a:ext cx="6191" cy="4000"/>
                    </a:xfrm>
                    <a:custGeom>
                      <a:avLst/>
                      <a:gdLst/>
                      <a:ahLst/>
                      <a:cxnLst/>
                      <a:rect l="l" t="t" r="r" b="b"/>
                      <a:pathLst>
                        <a:path w="6191" h="4000" extrusionOk="0">
                          <a:moveTo>
                            <a:pt x="6191" y="476"/>
                          </a:moveTo>
                          <a:lnTo>
                            <a:pt x="0" y="4001"/>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80" name="Google Shape;5080;p56"/>
                  <p:cNvGrpSpPr/>
                  <p:nvPr/>
                </p:nvGrpSpPr>
                <p:grpSpPr>
                  <a:xfrm>
                    <a:off x="7650099" y="4909470"/>
                    <a:ext cx="12287" cy="7619"/>
                    <a:chOff x="7650099" y="4909470"/>
                    <a:chExt cx="12287" cy="7619"/>
                  </a:xfrm>
                </p:grpSpPr>
                <p:sp>
                  <p:nvSpPr>
                    <p:cNvPr id="5081" name="Google Shape;5081;p56"/>
                    <p:cNvSpPr/>
                    <p:nvPr/>
                  </p:nvSpPr>
                  <p:spPr>
                    <a:xfrm>
                      <a:off x="7650099" y="4909470"/>
                      <a:ext cx="12287" cy="7048"/>
                    </a:xfrm>
                    <a:custGeom>
                      <a:avLst/>
                      <a:gdLst/>
                      <a:ahLst/>
                      <a:cxnLst/>
                      <a:rect l="l" t="t" r="r" b="b"/>
                      <a:pathLst>
                        <a:path w="12287" h="7048" extrusionOk="0">
                          <a:moveTo>
                            <a:pt x="6096" y="7049"/>
                          </a:moveTo>
                          <a:lnTo>
                            <a:pt x="0" y="3524"/>
                          </a:lnTo>
                          <a:lnTo>
                            <a:pt x="6096" y="0"/>
                          </a:lnTo>
                          <a:lnTo>
                            <a:pt x="12287" y="3524"/>
                          </a:lnTo>
                          <a:lnTo>
                            <a:pt x="6096"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2" name="Google Shape;5082;p56"/>
                    <p:cNvSpPr/>
                    <p:nvPr/>
                  </p:nvSpPr>
                  <p:spPr>
                    <a:xfrm>
                      <a:off x="7650099" y="4912994"/>
                      <a:ext cx="6095" cy="4095"/>
                    </a:xfrm>
                    <a:custGeom>
                      <a:avLst/>
                      <a:gdLst/>
                      <a:ahLst/>
                      <a:cxnLst/>
                      <a:rect l="l" t="t" r="r" b="b"/>
                      <a:pathLst>
                        <a:path w="6095" h="4095" extrusionOk="0">
                          <a:moveTo>
                            <a:pt x="6096" y="4096"/>
                          </a:moveTo>
                          <a:lnTo>
                            <a:pt x="0" y="476"/>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3" name="Google Shape;5083;p56"/>
                    <p:cNvSpPr/>
                    <p:nvPr/>
                  </p:nvSpPr>
                  <p:spPr>
                    <a:xfrm>
                      <a:off x="7656194" y="4912994"/>
                      <a:ext cx="6191" cy="4095"/>
                    </a:xfrm>
                    <a:custGeom>
                      <a:avLst/>
                      <a:gdLst/>
                      <a:ahLst/>
                      <a:cxnLst/>
                      <a:rect l="l" t="t" r="r" b="b"/>
                      <a:pathLst>
                        <a:path w="6191" h="4095" extrusionOk="0">
                          <a:moveTo>
                            <a:pt x="6191" y="476"/>
                          </a:moveTo>
                          <a:lnTo>
                            <a:pt x="0" y="4096"/>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84" name="Google Shape;5084;p56"/>
                  <p:cNvGrpSpPr/>
                  <p:nvPr/>
                </p:nvGrpSpPr>
                <p:grpSpPr>
                  <a:xfrm>
                    <a:off x="7638288" y="4916233"/>
                    <a:ext cx="12287" cy="7619"/>
                    <a:chOff x="7638288" y="4916233"/>
                    <a:chExt cx="12287" cy="7619"/>
                  </a:xfrm>
                </p:grpSpPr>
                <p:sp>
                  <p:nvSpPr>
                    <p:cNvPr id="5085" name="Google Shape;5085;p56"/>
                    <p:cNvSpPr/>
                    <p:nvPr/>
                  </p:nvSpPr>
                  <p:spPr>
                    <a:xfrm>
                      <a:off x="7638288" y="4916233"/>
                      <a:ext cx="12287" cy="7143"/>
                    </a:xfrm>
                    <a:custGeom>
                      <a:avLst/>
                      <a:gdLst/>
                      <a:ahLst/>
                      <a:cxnLst/>
                      <a:rect l="l" t="t" r="r" b="b"/>
                      <a:pathLst>
                        <a:path w="12287" h="7143" extrusionOk="0">
                          <a:moveTo>
                            <a:pt x="6096" y="7144"/>
                          </a:moveTo>
                          <a:lnTo>
                            <a:pt x="0" y="3619"/>
                          </a:lnTo>
                          <a:lnTo>
                            <a:pt x="6096" y="0"/>
                          </a:lnTo>
                          <a:lnTo>
                            <a:pt x="12287" y="3619"/>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6" name="Google Shape;5086;p56"/>
                    <p:cNvSpPr/>
                    <p:nvPr/>
                  </p:nvSpPr>
                  <p:spPr>
                    <a:xfrm>
                      <a:off x="7638288" y="4919852"/>
                      <a:ext cx="6095" cy="4000"/>
                    </a:xfrm>
                    <a:custGeom>
                      <a:avLst/>
                      <a:gdLst/>
                      <a:ahLst/>
                      <a:cxnLst/>
                      <a:rect l="l" t="t" r="r" b="b"/>
                      <a:pathLst>
                        <a:path w="6095"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7" name="Google Shape;5087;p56"/>
                    <p:cNvSpPr/>
                    <p:nvPr/>
                  </p:nvSpPr>
                  <p:spPr>
                    <a:xfrm>
                      <a:off x="7644383" y="4919852"/>
                      <a:ext cx="6191" cy="4000"/>
                    </a:xfrm>
                    <a:custGeom>
                      <a:avLst/>
                      <a:gdLst/>
                      <a:ahLst/>
                      <a:cxnLst/>
                      <a:rect l="l" t="t" r="r" b="b"/>
                      <a:pathLst>
                        <a:path w="6191" h="4000" extrusionOk="0">
                          <a:moveTo>
                            <a:pt x="6191" y="476"/>
                          </a:moveTo>
                          <a:lnTo>
                            <a:pt x="0" y="4001"/>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88" name="Google Shape;5088;p56"/>
                  <p:cNvGrpSpPr/>
                  <p:nvPr/>
                </p:nvGrpSpPr>
                <p:grpSpPr>
                  <a:xfrm>
                    <a:off x="7626476" y="4923090"/>
                    <a:ext cx="12288" cy="7620"/>
                    <a:chOff x="7626476" y="4923090"/>
                    <a:chExt cx="12288" cy="7620"/>
                  </a:xfrm>
                </p:grpSpPr>
                <p:sp>
                  <p:nvSpPr>
                    <p:cNvPr id="5089" name="Google Shape;5089;p56"/>
                    <p:cNvSpPr/>
                    <p:nvPr/>
                  </p:nvSpPr>
                  <p:spPr>
                    <a:xfrm>
                      <a:off x="7626476" y="4923090"/>
                      <a:ext cx="12287" cy="7048"/>
                    </a:xfrm>
                    <a:custGeom>
                      <a:avLst/>
                      <a:gdLst/>
                      <a:ahLst/>
                      <a:cxnLst/>
                      <a:rect l="l" t="t" r="r" b="b"/>
                      <a:pathLst>
                        <a:path w="12287" h="7048" extrusionOk="0">
                          <a:moveTo>
                            <a:pt x="6096" y="7049"/>
                          </a:moveTo>
                          <a:lnTo>
                            <a:pt x="0" y="3524"/>
                          </a:lnTo>
                          <a:lnTo>
                            <a:pt x="6096" y="0"/>
                          </a:lnTo>
                          <a:lnTo>
                            <a:pt x="12287" y="3524"/>
                          </a:lnTo>
                          <a:lnTo>
                            <a:pt x="6096"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0" name="Google Shape;5090;p56"/>
                    <p:cNvSpPr/>
                    <p:nvPr/>
                  </p:nvSpPr>
                  <p:spPr>
                    <a:xfrm>
                      <a:off x="7626476" y="4926615"/>
                      <a:ext cx="6096" cy="4095"/>
                    </a:xfrm>
                    <a:custGeom>
                      <a:avLst/>
                      <a:gdLst/>
                      <a:ahLst/>
                      <a:cxnLst/>
                      <a:rect l="l" t="t" r="r" b="b"/>
                      <a:pathLst>
                        <a:path w="6096" h="4095" extrusionOk="0">
                          <a:moveTo>
                            <a:pt x="6096" y="4096"/>
                          </a:moveTo>
                          <a:lnTo>
                            <a:pt x="0" y="571"/>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1" name="Google Shape;5091;p56"/>
                    <p:cNvSpPr/>
                    <p:nvPr/>
                  </p:nvSpPr>
                  <p:spPr>
                    <a:xfrm>
                      <a:off x="7632573" y="4926615"/>
                      <a:ext cx="6191" cy="4095"/>
                    </a:xfrm>
                    <a:custGeom>
                      <a:avLst/>
                      <a:gdLst/>
                      <a:ahLst/>
                      <a:cxnLst/>
                      <a:rect l="l" t="t" r="r" b="b"/>
                      <a:pathLst>
                        <a:path w="6191" h="4095" extrusionOk="0">
                          <a:moveTo>
                            <a:pt x="6191" y="571"/>
                          </a:moveTo>
                          <a:lnTo>
                            <a:pt x="0" y="4096"/>
                          </a:lnTo>
                          <a:lnTo>
                            <a:pt x="0" y="3524"/>
                          </a:lnTo>
                          <a:lnTo>
                            <a:pt x="6191" y="0"/>
                          </a:lnTo>
                          <a:lnTo>
                            <a:pt x="6191"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92" name="Google Shape;5092;p56"/>
                  <p:cNvGrpSpPr/>
                  <p:nvPr/>
                </p:nvGrpSpPr>
                <p:grpSpPr>
                  <a:xfrm>
                    <a:off x="7614666" y="4929948"/>
                    <a:ext cx="12287" cy="7525"/>
                    <a:chOff x="7614666" y="4929948"/>
                    <a:chExt cx="12287" cy="7525"/>
                  </a:xfrm>
                </p:grpSpPr>
                <p:sp>
                  <p:nvSpPr>
                    <p:cNvPr id="5093" name="Google Shape;5093;p56"/>
                    <p:cNvSpPr/>
                    <p:nvPr/>
                  </p:nvSpPr>
                  <p:spPr>
                    <a:xfrm>
                      <a:off x="7614666" y="4929948"/>
                      <a:ext cx="12287" cy="7048"/>
                    </a:xfrm>
                    <a:custGeom>
                      <a:avLst/>
                      <a:gdLst/>
                      <a:ahLst/>
                      <a:cxnLst/>
                      <a:rect l="l" t="t" r="r" b="b"/>
                      <a:pathLst>
                        <a:path w="12287" h="7048" extrusionOk="0">
                          <a:moveTo>
                            <a:pt x="6096" y="7049"/>
                          </a:moveTo>
                          <a:lnTo>
                            <a:pt x="0" y="3524"/>
                          </a:lnTo>
                          <a:lnTo>
                            <a:pt x="6096" y="0"/>
                          </a:lnTo>
                          <a:lnTo>
                            <a:pt x="12287" y="3524"/>
                          </a:lnTo>
                          <a:lnTo>
                            <a:pt x="6096"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4" name="Google Shape;5094;p56"/>
                    <p:cNvSpPr/>
                    <p:nvPr/>
                  </p:nvSpPr>
                  <p:spPr>
                    <a:xfrm>
                      <a:off x="7614666" y="4933473"/>
                      <a:ext cx="6095" cy="4000"/>
                    </a:xfrm>
                    <a:custGeom>
                      <a:avLst/>
                      <a:gdLst/>
                      <a:ahLst/>
                      <a:cxnLst/>
                      <a:rect l="l" t="t" r="r" b="b"/>
                      <a:pathLst>
                        <a:path w="6095" h="4000" extrusionOk="0">
                          <a:moveTo>
                            <a:pt x="6096" y="4000"/>
                          </a:moveTo>
                          <a:lnTo>
                            <a:pt x="0" y="476"/>
                          </a:lnTo>
                          <a:lnTo>
                            <a:pt x="0" y="0"/>
                          </a:lnTo>
                          <a:lnTo>
                            <a:pt x="6096" y="3524"/>
                          </a:lnTo>
                          <a:lnTo>
                            <a:pt x="6096"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5" name="Google Shape;5095;p56"/>
                    <p:cNvSpPr/>
                    <p:nvPr/>
                  </p:nvSpPr>
                  <p:spPr>
                    <a:xfrm>
                      <a:off x="7620761" y="4933473"/>
                      <a:ext cx="6191" cy="4000"/>
                    </a:xfrm>
                    <a:custGeom>
                      <a:avLst/>
                      <a:gdLst/>
                      <a:ahLst/>
                      <a:cxnLst/>
                      <a:rect l="l" t="t" r="r" b="b"/>
                      <a:pathLst>
                        <a:path w="6191" h="4000" extrusionOk="0">
                          <a:moveTo>
                            <a:pt x="6191" y="476"/>
                          </a:moveTo>
                          <a:lnTo>
                            <a:pt x="0" y="4000"/>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96" name="Google Shape;5096;p56"/>
                  <p:cNvGrpSpPr/>
                  <p:nvPr/>
                </p:nvGrpSpPr>
                <p:grpSpPr>
                  <a:xfrm>
                    <a:off x="7602855" y="4936711"/>
                    <a:ext cx="12287" cy="7620"/>
                    <a:chOff x="7602855" y="4936711"/>
                    <a:chExt cx="12287" cy="7620"/>
                  </a:xfrm>
                </p:grpSpPr>
                <p:sp>
                  <p:nvSpPr>
                    <p:cNvPr id="5097" name="Google Shape;5097;p56"/>
                    <p:cNvSpPr/>
                    <p:nvPr/>
                  </p:nvSpPr>
                  <p:spPr>
                    <a:xfrm>
                      <a:off x="7602855" y="4936711"/>
                      <a:ext cx="12287" cy="7143"/>
                    </a:xfrm>
                    <a:custGeom>
                      <a:avLst/>
                      <a:gdLst/>
                      <a:ahLst/>
                      <a:cxnLst/>
                      <a:rect l="l" t="t" r="r" b="b"/>
                      <a:pathLst>
                        <a:path w="12287" h="7143" extrusionOk="0">
                          <a:moveTo>
                            <a:pt x="6096" y="7144"/>
                          </a:moveTo>
                          <a:lnTo>
                            <a:pt x="0" y="3524"/>
                          </a:lnTo>
                          <a:lnTo>
                            <a:pt x="6096" y="0"/>
                          </a:lnTo>
                          <a:lnTo>
                            <a:pt x="12287" y="3524"/>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8" name="Google Shape;5098;p56"/>
                    <p:cNvSpPr/>
                    <p:nvPr/>
                  </p:nvSpPr>
                  <p:spPr>
                    <a:xfrm>
                      <a:off x="7602855" y="4940236"/>
                      <a:ext cx="6095" cy="4095"/>
                    </a:xfrm>
                    <a:custGeom>
                      <a:avLst/>
                      <a:gdLst/>
                      <a:ahLst/>
                      <a:cxnLst/>
                      <a:rect l="l" t="t" r="r" b="b"/>
                      <a:pathLst>
                        <a:path w="6095" h="4095" extrusionOk="0">
                          <a:moveTo>
                            <a:pt x="6096" y="4096"/>
                          </a:moveTo>
                          <a:lnTo>
                            <a:pt x="0" y="571"/>
                          </a:lnTo>
                          <a:lnTo>
                            <a:pt x="0" y="0"/>
                          </a:lnTo>
                          <a:lnTo>
                            <a:pt x="6096" y="3620"/>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9" name="Google Shape;5099;p56"/>
                    <p:cNvSpPr/>
                    <p:nvPr/>
                  </p:nvSpPr>
                  <p:spPr>
                    <a:xfrm>
                      <a:off x="7608950" y="4940236"/>
                      <a:ext cx="6191" cy="4095"/>
                    </a:xfrm>
                    <a:custGeom>
                      <a:avLst/>
                      <a:gdLst/>
                      <a:ahLst/>
                      <a:cxnLst/>
                      <a:rect l="l" t="t" r="r" b="b"/>
                      <a:pathLst>
                        <a:path w="6191" h="4095" extrusionOk="0">
                          <a:moveTo>
                            <a:pt x="6191" y="571"/>
                          </a:moveTo>
                          <a:lnTo>
                            <a:pt x="0" y="4096"/>
                          </a:lnTo>
                          <a:lnTo>
                            <a:pt x="0" y="3620"/>
                          </a:lnTo>
                          <a:lnTo>
                            <a:pt x="6191" y="0"/>
                          </a:lnTo>
                          <a:lnTo>
                            <a:pt x="6191"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100" name="Google Shape;5100;p56"/>
                <p:cNvGrpSpPr/>
                <p:nvPr/>
              </p:nvGrpSpPr>
              <p:grpSpPr>
                <a:xfrm>
                  <a:off x="7589424" y="4894896"/>
                  <a:ext cx="71247" cy="41624"/>
                  <a:chOff x="7589424" y="4894896"/>
                  <a:chExt cx="71247" cy="41624"/>
                </a:xfrm>
              </p:grpSpPr>
              <p:grpSp>
                <p:nvGrpSpPr>
                  <p:cNvPr id="5101" name="Google Shape;5101;p56"/>
                  <p:cNvGrpSpPr/>
                  <p:nvPr/>
                </p:nvGrpSpPr>
                <p:grpSpPr>
                  <a:xfrm>
                    <a:off x="7648384" y="4894896"/>
                    <a:ext cx="12287" cy="7525"/>
                    <a:chOff x="7648384" y="4894896"/>
                    <a:chExt cx="12287" cy="7525"/>
                  </a:xfrm>
                </p:grpSpPr>
                <p:sp>
                  <p:nvSpPr>
                    <p:cNvPr id="5102" name="Google Shape;5102;p56"/>
                    <p:cNvSpPr/>
                    <p:nvPr/>
                  </p:nvSpPr>
                  <p:spPr>
                    <a:xfrm>
                      <a:off x="7648384" y="4894896"/>
                      <a:ext cx="12287" cy="7048"/>
                    </a:xfrm>
                    <a:custGeom>
                      <a:avLst/>
                      <a:gdLst/>
                      <a:ahLst/>
                      <a:cxnLst/>
                      <a:rect l="l" t="t" r="r" b="b"/>
                      <a:pathLst>
                        <a:path w="12287" h="7048" extrusionOk="0">
                          <a:moveTo>
                            <a:pt x="6191" y="7049"/>
                          </a:moveTo>
                          <a:lnTo>
                            <a:pt x="0" y="3524"/>
                          </a:lnTo>
                          <a:lnTo>
                            <a:pt x="6191" y="0"/>
                          </a:lnTo>
                          <a:lnTo>
                            <a:pt x="12287" y="3524"/>
                          </a:lnTo>
                          <a:lnTo>
                            <a:pt x="6191"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03" name="Google Shape;5103;p56"/>
                    <p:cNvSpPr/>
                    <p:nvPr/>
                  </p:nvSpPr>
                  <p:spPr>
                    <a:xfrm>
                      <a:off x="7648384" y="4898421"/>
                      <a:ext cx="6191" cy="4000"/>
                    </a:xfrm>
                    <a:custGeom>
                      <a:avLst/>
                      <a:gdLst/>
                      <a:ahLst/>
                      <a:cxnLst/>
                      <a:rect l="l" t="t" r="r" b="b"/>
                      <a:pathLst>
                        <a:path w="6191" h="4000" extrusionOk="0">
                          <a:moveTo>
                            <a:pt x="6191" y="4001"/>
                          </a:moveTo>
                          <a:lnTo>
                            <a:pt x="0" y="476"/>
                          </a:lnTo>
                          <a:lnTo>
                            <a:pt x="0" y="0"/>
                          </a:lnTo>
                          <a:lnTo>
                            <a:pt x="6191" y="3524"/>
                          </a:lnTo>
                          <a:lnTo>
                            <a:pt x="6191"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04" name="Google Shape;5104;p56"/>
                    <p:cNvSpPr/>
                    <p:nvPr/>
                  </p:nvSpPr>
                  <p:spPr>
                    <a:xfrm>
                      <a:off x="7654575" y="4898421"/>
                      <a:ext cx="6095" cy="4000"/>
                    </a:xfrm>
                    <a:custGeom>
                      <a:avLst/>
                      <a:gdLst/>
                      <a:ahLst/>
                      <a:cxnLst/>
                      <a:rect l="l" t="t" r="r" b="b"/>
                      <a:pathLst>
                        <a:path w="6095" h="4000" extrusionOk="0">
                          <a:moveTo>
                            <a:pt x="6096" y="476"/>
                          </a:moveTo>
                          <a:lnTo>
                            <a:pt x="0" y="4001"/>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05" name="Google Shape;5105;p56"/>
                  <p:cNvGrpSpPr/>
                  <p:nvPr/>
                </p:nvGrpSpPr>
                <p:grpSpPr>
                  <a:xfrm>
                    <a:off x="7636573" y="4901659"/>
                    <a:ext cx="12287" cy="7620"/>
                    <a:chOff x="7636573" y="4901659"/>
                    <a:chExt cx="12287" cy="7620"/>
                  </a:xfrm>
                </p:grpSpPr>
                <p:sp>
                  <p:nvSpPr>
                    <p:cNvPr id="5106" name="Google Shape;5106;p56"/>
                    <p:cNvSpPr/>
                    <p:nvPr/>
                  </p:nvSpPr>
                  <p:spPr>
                    <a:xfrm>
                      <a:off x="7636573" y="4901659"/>
                      <a:ext cx="12287" cy="7048"/>
                    </a:xfrm>
                    <a:custGeom>
                      <a:avLst/>
                      <a:gdLst/>
                      <a:ahLst/>
                      <a:cxnLst/>
                      <a:rect l="l" t="t" r="r" b="b"/>
                      <a:pathLst>
                        <a:path w="12287" h="7048" extrusionOk="0">
                          <a:moveTo>
                            <a:pt x="6191" y="7049"/>
                          </a:moveTo>
                          <a:lnTo>
                            <a:pt x="0" y="3524"/>
                          </a:lnTo>
                          <a:lnTo>
                            <a:pt x="6191" y="0"/>
                          </a:lnTo>
                          <a:lnTo>
                            <a:pt x="12287" y="3524"/>
                          </a:lnTo>
                          <a:lnTo>
                            <a:pt x="6191"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07" name="Google Shape;5107;p56"/>
                    <p:cNvSpPr/>
                    <p:nvPr/>
                  </p:nvSpPr>
                  <p:spPr>
                    <a:xfrm>
                      <a:off x="7636573" y="4905184"/>
                      <a:ext cx="6191" cy="4095"/>
                    </a:xfrm>
                    <a:custGeom>
                      <a:avLst/>
                      <a:gdLst/>
                      <a:ahLst/>
                      <a:cxnLst/>
                      <a:rect l="l" t="t" r="r" b="b"/>
                      <a:pathLst>
                        <a:path w="6191" h="4095" extrusionOk="0">
                          <a:moveTo>
                            <a:pt x="6191" y="4096"/>
                          </a:moveTo>
                          <a:lnTo>
                            <a:pt x="0" y="571"/>
                          </a:lnTo>
                          <a:lnTo>
                            <a:pt x="0" y="0"/>
                          </a:lnTo>
                          <a:lnTo>
                            <a:pt x="6191" y="3524"/>
                          </a:lnTo>
                          <a:lnTo>
                            <a:pt x="6191"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08" name="Google Shape;5108;p56"/>
                    <p:cNvSpPr/>
                    <p:nvPr/>
                  </p:nvSpPr>
                  <p:spPr>
                    <a:xfrm>
                      <a:off x="7642764" y="4905184"/>
                      <a:ext cx="6095" cy="4095"/>
                    </a:xfrm>
                    <a:custGeom>
                      <a:avLst/>
                      <a:gdLst/>
                      <a:ahLst/>
                      <a:cxnLst/>
                      <a:rect l="l" t="t" r="r" b="b"/>
                      <a:pathLst>
                        <a:path w="6095" h="4095" extrusionOk="0">
                          <a:moveTo>
                            <a:pt x="6096" y="571"/>
                          </a:moveTo>
                          <a:lnTo>
                            <a:pt x="0" y="4096"/>
                          </a:lnTo>
                          <a:lnTo>
                            <a:pt x="0" y="3524"/>
                          </a:lnTo>
                          <a:lnTo>
                            <a:pt x="6096" y="0"/>
                          </a:lnTo>
                          <a:lnTo>
                            <a:pt x="6096"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09" name="Google Shape;5109;p56"/>
                  <p:cNvGrpSpPr/>
                  <p:nvPr/>
                </p:nvGrpSpPr>
                <p:grpSpPr>
                  <a:xfrm>
                    <a:off x="7624762" y="4908517"/>
                    <a:ext cx="12287" cy="7525"/>
                    <a:chOff x="7624762" y="4908517"/>
                    <a:chExt cx="12287" cy="7525"/>
                  </a:xfrm>
                </p:grpSpPr>
                <p:sp>
                  <p:nvSpPr>
                    <p:cNvPr id="5110" name="Google Shape;5110;p56"/>
                    <p:cNvSpPr/>
                    <p:nvPr/>
                  </p:nvSpPr>
                  <p:spPr>
                    <a:xfrm>
                      <a:off x="7624762" y="4908517"/>
                      <a:ext cx="12287" cy="7048"/>
                    </a:xfrm>
                    <a:custGeom>
                      <a:avLst/>
                      <a:gdLst/>
                      <a:ahLst/>
                      <a:cxnLst/>
                      <a:rect l="l" t="t" r="r" b="b"/>
                      <a:pathLst>
                        <a:path w="12287" h="7048" extrusionOk="0">
                          <a:moveTo>
                            <a:pt x="6191" y="7049"/>
                          </a:moveTo>
                          <a:lnTo>
                            <a:pt x="0" y="3524"/>
                          </a:lnTo>
                          <a:lnTo>
                            <a:pt x="6191" y="0"/>
                          </a:lnTo>
                          <a:lnTo>
                            <a:pt x="12287" y="3524"/>
                          </a:lnTo>
                          <a:lnTo>
                            <a:pt x="6191"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1" name="Google Shape;5111;p56"/>
                    <p:cNvSpPr/>
                    <p:nvPr/>
                  </p:nvSpPr>
                  <p:spPr>
                    <a:xfrm>
                      <a:off x="7624762" y="4912042"/>
                      <a:ext cx="6191" cy="4000"/>
                    </a:xfrm>
                    <a:custGeom>
                      <a:avLst/>
                      <a:gdLst/>
                      <a:ahLst/>
                      <a:cxnLst/>
                      <a:rect l="l" t="t" r="r" b="b"/>
                      <a:pathLst>
                        <a:path w="6191" h="4000" extrusionOk="0">
                          <a:moveTo>
                            <a:pt x="6191" y="4000"/>
                          </a:moveTo>
                          <a:lnTo>
                            <a:pt x="0" y="476"/>
                          </a:lnTo>
                          <a:lnTo>
                            <a:pt x="0" y="0"/>
                          </a:lnTo>
                          <a:lnTo>
                            <a:pt x="6191" y="3524"/>
                          </a:lnTo>
                          <a:lnTo>
                            <a:pt x="6191"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2" name="Google Shape;5112;p56"/>
                    <p:cNvSpPr/>
                    <p:nvPr/>
                  </p:nvSpPr>
                  <p:spPr>
                    <a:xfrm>
                      <a:off x="7630953" y="4912042"/>
                      <a:ext cx="6096" cy="4000"/>
                    </a:xfrm>
                    <a:custGeom>
                      <a:avLst/>
                      <a:gdLst/>
                      <a:ahLst/>
                      <a:cxnLst/>
                      <a:rect l="l" t="t" r="r" b="b"/>
                      <a:pathLst>
                        <a:path w="6096" h="4000" extrusionOk="0">
                          <a:moveTo>
                            <a:pt x="6096" y="476"/>
                          </a:moveTo>
                          <a:lnTo>
                            <a:pt x="0" y="4000"/>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13" name="Google Shape;5113;p56"/>
                  <p:cNvGrpSpPr/>
                  <p:nvPr/>
                </p:nvGrpSpPr>
                <p:grpSpPr>
                  <a:xfrm>
                    <a:off x="7612951" y="4915280"/>
                    <a:ext cx="12287" cy="7619"/>
                    <a:chOff x="7612951" y="4915280"/>
                    <a:chExt cx="12287" cy="7619"/>
                  </a:xfrm>
                </p:grpSpPr>
                <p:sp>
                  <p:nvSpPr>
                    <p:cNvPr id="5114" name="Google Shape;5114;p56"/>
                    <p:cNvSpPr/>
                    <p:nvPr/>
                  </p:nvSpPr>
                  <p:spPr>
                    <a:xfrm>
                      <a:off x="7612951" y="4915280"/>
                      <a:ext cx="12287" cy="7143"/>
                    </a:xfrm>
                    <a:custGeom>
                      <a:avLst/>
                      <a:gdLst/>
                      <a:ahLst/>
                      <a:cxnLst/>
                      <a:rect l="l" t="t" r="r" b="b"/>
                      <a:pathLst>
                        <a:path w="12287" h="7143" extrusionOk="0">
                          <a:moveTo>
                            <a:pt x="6191" y="7144"/>
                          </a:moveTo>
                          <a:lnTo>
                            <a:pt x="0" y="3524"/>
                          </a:lnTo>
                          <a:lnTo>
                            <a:pt x="6191" y="0"/>
                          </a:lnTo>
                          <a:lnTo>
                            <a:pt x="12287" y="3524"/>
                          </a:lnTo>
                          <a:lnTo>
                            <a:pt x="6191"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5" name="Google Shape;5115;p56"/>
                    <p:cNvSpPr/>
                    <p:nvPr/>
                  </p:nvSpPr>
                  <p:spPr>
                    <a:xfrm>
                      <a:off x="7612951" y="4918804"/>
                      <a:ext cx="6191" cy="4095"/>
                    </a:xfrm>
                    <a:custGeom>
                      <a:avLst/>
                      <a:gdLst/>
                      <a:ahLst/>
                      <a:cxnLst/>
                      <a:rect l="l" t="t" r="r" b="b"/>
                      <a:pathLst>
                        <a:path w="6191" h="4095" extrusionOk="0">
                          <a:moveTo>
                            <a:pt x="6191" y="4096"/>
                          </a:moveTo>
                          <a:lnTo>
                            <a:pt x="0" y="571"/>
                          </a:lnTo>
                          <a:lnTo>
                            <a:pt x="0" y="0"/>
                          </a:lnTo>
                          <a:lnTo>
                            <a:pt x="6191" y="3620"/>
                          </a:lnTo>
                          <a:lnTo>
                            <a:pt x="6191"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6" name="Google Shape;5116;p56"/>
                    <p:cNvSpPr/>
                    <p:nvPr/>
                  </p:nvSpPr>
                  <p:spPr>
                    <a:xfrm>
                      <a:off x="7619142" y="4918804"/>
                      <a:ext cx="6095" cy="4095"/>
                    </a:xfrm>
                    <a:custGeom>
                      <a:avLst/>
                      <a:gdLst/>
                      <a:ahLst/>
                      <a:cxnLst/>
                      <a:rect l="l" t="t" r="r" b="b"/>
                      <a:pathLst>
                        <a:path w="6095" h="4095" extrusionOk="0">
                          <a:moveTo>
                            <a:pt x="6096" y="571"/>
                          </a:moveTo>
                          <a:lnTo>
                            <a:pt x="0" y="4096"/>
                          </a:lnTo>
                          <a:lnTo>
                            <a:pt x="0" y="3620"/>
                          </a:lnTo>
                          <a:lnTo>
                            <a:pt x="6096" y="0"/>
                          </a:lnTo>
                          <a:lnTo>
                            <a:pt x="6096"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17" name="Google Shape;5117;p56"/>
                  <p:cNvGrpSpPr/>
                  <p:nvPr/>
                </p:nvGrpSpPr>
                <p:grpSpPr>
                  <a:xfrm>
                    <a:off x="7601235" y="4922138"/>
                    <a:ext cx="12191" cy="7619"/>
                    <a:chOff x="7601235" y="4922138"/>
                    <a:chExt cx="12191" cy="7619"/>
                  </a:xfrm>
                </p:grpSpPr>
                <p:sp>
                  <p:nvSpPr>
                    <p:cNvPr id="5118" name="Google Shape;5118;p56"/>
                    <p:cNvSpPr/>
                    <p:nvPr/>
                  </p:nvSpPr>
                  <p:spPr>
                    <a:xfrm>
                      <a:off x="7601235" y="4922138"/>
                      <a:ext cx="12191" cy="7048"/>
                    </a:xfrm>
                    <a:custGeom>
                      <a:avLst/>
                      <a:gdLst/>
                      <a:ahLst/>
                      <a:cxnLst/>
                      <a:rect l="l" t="t" r="r" b="b"/>
                      <a:pathLst>
                        <a:path w="12191" h="7048" extrusionOk="0">
                          <a:moveTo>
                            <a:pt x="6096" y="7048"/>
                          </a:moveTo>
                          <a:lnTo>
                            <a:pt x="0" y="3524"/>
                          </a:lnTo>
                          <a:lnTo>
                            <a:pt x="6096" y="0"/>
                          </a:lnTo>
                          <a:lnTo>
                            <a:pt x="12192"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9" name="Google Shape;5119;p56"/>
                    <p:cNvSpPr/>
                    <p:nvPr/>
                  </p:nvSpPr>
                  <p:spPr>
                    <a:xfrm>
                      <a:off x="7601235" y="4925662"/>
                      <a:ext cx="6096" cy="4095"/>
                    </a:xfrm>
                    <a:custGeom>
                      <a:avLst/>
                      <a:gdLst/>
                      <a:ahLst/>
                      <a:cxnLst/>
                      <a:rect l="l" t="t" r="r" b="b"/>
                      <a:pathLst>
                        <a:path w="6096" h="4095" extrusionOk="0">
                          <a:moveTo>
                            <a:pt x="6096" y="4096"/>
                          </a:moveTo>
                          <a:lnTo>
                            <a:pt x="0" y="476"/>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0" name="Google Shape;5120;p56"/>
                    <p:cNvSpPr/>
                    <p:nvPr/>
                  </p:nvSpPr>
                  <p:spPr>
                    <a:xfrm>
                      <a:off x="7607331" y="4925662"/>
                      <a:ext cx="6095" cy="4095"/>
                    </a:xfrm>
                    <a:custGeom>
                      <a:avLst/>
                      <a:gdLst/>
                      <a:ahLst/>
                      <a:cxnLst/>
                      <a:rect l="l" t="t" r="r" b="b"/>
                      <a:pathLst>
                        <a:path w="6095" h="4095" extrusionOk="0">
                          <a:moveTo>
                            <a:pt x="6096" y="476"/>
                          </a:moveTo>
                          <a:lnTo>
                            <a:pt x="0" y="4096"/>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21" name="Google Shape;5121;p56"/>
                  <p:cNvGrpSpPr/>
                  <p:nvPr/>
                </p:nvGrpSpPr>
                <p:grpSpPr>
                  <a:xfrm>
                    <a:off x="7589424" y="4928901"/>
                    <a:ext cx="12192" cy="7619"/>
                    <a:chOff x="7589424" y="4928901"/>
                    <a:chExt cx="12192" cy="7619"/>
                  </a:xfrm>
                </p:grpSpPr>
                <p:sp>
                  <p:nvSpPr>
                    <p:cNvPr id="5122" name="Google Shape;5122;p56"/>
                    <p:cNvSpPr/>
                    <p:nvPr/>
                  </p:nvSpPr>
                  <p:spPr>
                    <a:xfrm>
                      <a:off x="7589424" y="4928901"/>
                      <a:ext cx="12191" cy="7143"/>
                    </a:xfrm>
                    <a:custGeom>
                      <a:avLst/>
                      <a:gdLst/>
                      <a:ahLst/>
                      <a:cxnLst/>
                      <a:rect l="l" t="t" r="r" b="b"/>
                      <a:pathLst>
                        <a:path w="12191" h="7143" extrusionOk="0">
                          <a:moveTo>
                            <a:pt x="6096" y="7144"/>
                          </a:moveTo>
                          <a:lnTo>
                            <a:pt x="0" y="3620"/>
                          </a:lnTo>
                          <a:lnTo>
                            <a:pt x="6096" y="0"/>
                          </a:lnTo>
                          <a:lnTo>
                            <a:pt x="12192" y="3620"/>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3" name="Google Shape;5123;p56"/>
                    <p:cNvSpPr/>
                    <p:nvPr/>
                  </p:nvSpPr>
                  <p:spPr>
                    <a:xfrm>
                      <a:off x="7589424" y="4932520"/>
                      <a:ext cx="6095" cy="4000"/>
                    </a:xfrm>
                    <a:custGeom>
                      <a:avLst/>
                      <a:gdLst/>
                      <a:ahLst/>
                      <a:cxnLst/>
                      <a:rect l="l" t="t" r="r" b="b"/>
                      <a:pathLst>
                        <a:path w="6095" h="4000" extrusionOk="0">
                          <a:moveTo>
                            <a:pt x="6096" y="4000"/>
                          </a:moveTo>
                          <a:lnTo>
                            <a:pt x="0" y="476"/>
                          </a:lnTo>
                          <a:lnTo>
                            <a:pt x="0" y="0"/>
                          </a:lnTo>
                          <a:lnTo>
                            <a:pt x="6096" y="3524"/>
                          </a:lnTo>
                          <a:lnTo>
                            <a:pt x="6096"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4" name="Google Shape;5124;p56"/>
                    <p:cNvSpPr/>
                    <p:nvPr/>
                  </p:nvSpPr>
                  <p:spPr>
                    <a:xfrm>
                      <a:off x="7595520" y="4932520"/>
                      <a:ext cx="6096" cy="4000"/>
                    </a:xfrm>
                    <a:custGeom>
                      <a:avLst/>
                      <a:gdLst/>
                      <a:ahLst/>
                      <a:cxnLst/>
                      <a:rect l="l" t="t" r="r" b="b"/>
                      <a:pathLst>
                        <a:path w="6096" h="4000" extrusionOk="0">
                          <a:moveTo>
                            <a:pt x="6096" y="476"/>
                          </a:moveTo>
                          <a:lnTo>
                            <a:pt x="0" y="4000"/>
                          </a:lnTo>
                          <a:lnTo>
                            <a:pt x="0" y="3524"/>
                          </a:lnTo>
                          <a:lnTo>
                            <a:pt x="6096" y="0"/>
                          </a:lnTo>
                          <a:lnTo>
                            <a:pt x="6096"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125" name="Google Shape;5125;p56"/>
                <p:cNvGrpSpPr/>
                <p:nvPr/>
              </p:nvGrpSpPr>
              <p:grpSpPr>
                <a:xfrm>
                  <a:off x="7575899" y="4887086"/>
                  <a:ext cx="71342" cy="41624"/>
                  <a:chOff x="7575899" y="4887086"/>
                  <a:chExt cx="71342" cy="41624"/>
                </a:xfrm>
              </p:grpSpPr>
              <p:grpSp>
                <p:nvGrpSpPr>
                  <p:cNvPr id="5126" name="Google Shape;5126;p56"/>
                  <p:cNvGrpSpPr/>
                  <p:nvPr/>
                </p:nvGrpSpPr>
                <p:grpSpPr>
                  <a:xfrm>
                    <a:off x="7634954" y="4887086"/>
                    <a:ext cx="12287" cy="7619"/>
                    <a:chOff x="7634954" y="4887086"/>
                    <a:chExt cx="12287" cy="7619"/>
                  </a:xfrm>
                </p:grpSpPr>
                <p:sp>
                  <p:nvSpPr>
                    <p:cNvPr id="5127" name="Google Shape;5127;p56"/>
                    <p:cNvSpPr/>
                    <p:nvPr/>
                  </p:nvSpPr>
                  <p:spPr>
                    <a:xfrm>
                      <a:off x="7634954" y="4887086"/>
                      <a:ext cx="12287" cy="7048"/>
                    </a:xfrm>
                    <a:custGeom>
                      <a:avLst/>
                      <a:gdLst/>
                      <a:ahLst/>
                      <a:cxnLst/>
                      <a:rect l="l" t="t" r="r" b="b"/>
                      <a:pathLst>
                        <a:path w="12287" h="7048" extrusionOk="0">
                          <a:moveTo>
                            <a:pt x="6096" y="7049"/>
                          </a:moveTo>
                          <a:lnTo>
                            <a:pt x="0" y="3524"/>
                          </a:lnTo>
                          <a:lnTo>
                            <a:pt x="6096" y="0"/>
                          </a:lnTo>
                          <a:lnTo>
                            <a:pt x="12287" y="3524"/>
                          </a:lnTo>
                          <a:lnTo>
                            <a:pt x="6096" y="704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8" name="Google Shape;5128;p56"/>
                    <p:cNvSpPr/>
                    <p:nvPr/>
                  </p:nvSpPr>
                  <p:spPr>
                    <a:xfrm>
                      <a:off x="7634954" y="4890610"/>
                      <a:ext cx="6095" cy="4095"/>
                    </a:xfrm>
                    <a:custGeom>
                      <a:avLst/>
                      <a:gdLst/>
                      <a:ahLst/>
                      <a:cxnLst/>
                      <a:rect l="l" t="t" r="r" b="b"/>
                      <a:pathLst>
                        <a:path w="6095" h="4095" extrusionOk="0">
                          <a:moveTo>
                            <a:pt x="6096" y="4096"/>
                          </a:moveTo>
                          <a:lnTo>
                            <a:pt x="0" y="476"/>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9" name="Google Shape;5129;p56"/>
                    <p:cNvSpPr/>
                    <p:nvPr/>
                  </p:nvSpPr>
                  <p:spPr>
                    <a:xfrm>
                      <a:off x="7641050" y="4890610"/>
                      <a:ext cx="6191" cy="4095"/>
                    </a:xfrm>
                    <a:custGeom>
                      <a:avLst/>
                      <a:gdLst/>
                      <a:ahLst/>
                      <a:cxnLst/>
                      <a:rect l="l" t="t" r="r" b="b"/>
                      <a:pathLst>
                        <a:path w="6191" h="4095" extrusionOk="0">
                          <a:moveTo>
                            <a:pt x="6191" y="476"/>
                          </a:moveTo>
                          <a:lnTo>
                            <a:pt x="0" y="4096"/>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30" name="Google Shape;5130;p56"/>
                  <p:cNvGrpSpPr/>
                  <p:nvPr/>
                </p:nvGrpSpPr>
                <p:grpSpPr>
                  <a:xfrm>
                    <a:off x="7623143" y="4893849"/>
                    <a:ext cx="12287" cy="7619"/>
                    <a:chOff x="7623143" y="4893849"/>
                    <a:chExt cx="12287" cy="7619"/>
                  </a:xfrm>
                </p:grpSpPr>
                <p:sp>
                  <p:nvSpPr>
                    <p:cNvPr id="5131" name="Google Shape;5131;p56"/>
                    <p:cNvSpPr/>
                    <p:nvPr/>
                  </p:nvSpPr>
                  <p:spPr>
                    <a:xfrm>
                      <a:off x="7623143" y="4893849"/>
                      <a:ext cx="12287" cy="7143"/>
                    </a:xfrm>
                    <a:custGeom>
                      <a:avLst/>
                      <a:gdLst/>
                      <a:ahLst/>
                      <a:cxnLst/>
                      <a:rect l="l" t="t" r="r" b="b"/>
                      <a:pathLst>
                        <a:path w="12287" h="7143" extrusionOk="0">
                          <a:moveTo>
                            <a:pt x="6096" y="7144"/>
                          </a:moveTo>
                          <a:lnTo>
                            <a:pt x="0" y="3620"/>
                          </a:lnTo>
                          <a:lnTo>
                            <a:pt x="6096" y="0"/>
                          </a:lnTo>
                          <a:lnTo>
                            <a:pt x="12287" y="3620"/>
                          </a:lnTo>
                          <a:lnTo>
                            <a:pt x="6096"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2" name="Google Shape;5132;p56"/>
                    <p:cNvSpPr/>
                    <p:nvPr/>
                  </p:nvSpPr>
                  <p:spPr>
                    <a:xfrm>
                      <a:off x="7623143" y="4897468"/>
                      <a:ext cx="6096" cy="4000"/>
                    </a:xfrm>
                    <a:custGeom>
                      <a:avLst/>
                      <a:gdLst/>
                      <a:ahLst/>
                      <a:cxnLst/>
                      <a:rect l="l" t="t" r="r" b="b"/>
                      <a:pathLst>
                        <a:path w="6096" h="4000" extrusionOk="0">
                          <a:moveTo>
                            <a:pt x="6096" y="4000"/>
                          </a:moveTo>
                          <a:lnTo>
                            <a:pt x="0" y="476"/>
                          </a:lnTo>
                          <a:lnTo>
                            <a:pt x="0" y="0"/>
                          </a:lnTo>
                          <a:lnTo>
                            <a:pt x="6096" y="3524"/>
                          </a:lnTo>
                          <a:lnTo>
                            <a:pt x="6096"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3" name="Google Shape;5133;p56"/>
                    <p:cNvSpPr/>
                    <p:nvPr/>
                  </p:nvSpPr>
                  <p:spPr>
                    <a:xfrm>
                      <a:off x="7629239" y="4897468"/>
                      <a:ext cx="6191" cy="4000"/>
                    </a:xfrm>
                    <a:custGeom>
                      <a:avLst/>
                      <a:gdLst/>
                      <a:ahLst/>
                      <a:cxnLst/>
                      <a:rect l="l" t="t" r="r" b="b"/>
                      <a:pathLst>
                        <a:path w="6191" h="4000" extrusionOk="0">
                          <a:moveTo>
                            <a:pt x="6191" y="476"/>
                          </a:moveTo>
                          <a:lnTo>
                            <a:pt x="0" y="4000"/>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34" name="Google Shape;5134;p56"/>
                  <p:cNvGrpSpPr/>
                  <p:nvPr/>
                </p:nvGrpSpPr>
                <p:grpSpPr>
                  <a:xfrm>
                    <a:off x="7611332" y="4900707"/>
                    <a:ext cx="12287" cy="7619"/>
                    <a:chOff x="7611332" y="4900707"/>
                    <a:chExt cx="12287" cy="7619"/>
                  </a:xfrm>
                </p:grpSpPr>
                <p:sp>
                  <p:nvSpPr>
                    <p:cNvPr id="5135" name="Google Shape;5135;p56"/>
                    <p:cNvSpPr/>
                    <p:nvPr/>
                  </p:nvSpPr>
                  <p:spPr>
                    <a:xfrm>
                      <a:off x="7611332" y="4900707"/>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6" name="Google Shape;5136;p56"/>
                    <p:cNvSpPr/>
                    <p:nvPr/>
                  </p:nvSpPr>
                  <p:spPr>
                    <a:xfrm>
                      <a:off x="7611332" y="4904231"/>
                      <a:ext cx="6096" cy="4095"/>
                    </a:xfrm>
                    <a:custGeom>
                      <a:avLst/>
                      <a:gdLst/>
                      <a:ahLst/>
                      <a:cxnLst/>
                      <a:rect l="l" t="t" r="r" b="b"/>
                      <a:pathLst>
                        <a:path w="6096" h="4095" extrusionOk="0">
                          <a:moveTo>
                            <a:pt x="6096" y="4096"/>
                          </a:moveTo>
                          <a:lnTo>
                            <a:pt x="0" y="571"/>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7" name="Google Shape;5137;p56"/>
                    <p:cNvSpPr/>
                    <p:nvPr/>
                  </p:nvSpPr>
                  <p:spPr>
                    <a:xfrm>
                      <a:off x="7617428" y="4904231"/>
                      <a:ext cx="6191" cy="4095"/>
                    </a:xfrm>
                    <a:custGeom>
                      <a:avLst/>
                      <a:gdLst/>
                      <a:ahLst/>
                      <a:cxnLst/>
                      <a:rect l="l" t="t" r="r" b="b"/>
                      <a:pathLst>
                        <a:path w="6191" h="4095" extrusionOk="0">
                          <a:moveTo>
                            <a:pt x="6191" y="571"/>
                          </a:moveTo>
                          <a:lnTo>
                            <a:pt x="0" y="4096"/>
                          </a:lnTo>
                          <a:lnTo>
                            <a:pt x="0" y="3524"/>
                          </a:lnTo>
                          <a:lnTo>
                            <a:pt x="6191" y="0"/>
                          </a:lnTo>
                          <a:lnTo>
                            <a:pt x="6191"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38" name="Google Shape;5138;p56"/>
                  <p:cNvGrpSpPr/>
                  <p:nvPr/>
                </p:nvGrpSpPr>
                <p:grpSpPr>
                  <a:xfrm>
                    <a:off x="7599521" y="4907565"/>
                    <a:ext cx="12287" cy="7524"/>
                    <a:chOff x="7599521" y="4907565"/>
                    <a:chExt cx="12287" cy="7524"/>
                  </a:xfrm>
                </p:grpSpPr>
                <p:sp>
                  <p:nvSpPr>
                    <p:cNvPr id="5139" name="Google Shape;5139;p56"/>
                    <p:cNvSpPr/>
                    <p:nvPr/>
                  </p:nvSpPr>
                  <p:spPr>
                    <a:xfrm>
                      <a:off x="7599521" y="4907565"/>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0" name="Google Shape;5140;p56"/>
                    <p:cNvSpPr/>
                    <p:nvPr/>
                  </p:nvSpPr>
                  <p:spPr>
                    <a:xfrm>
                      <a:off x="7599521" y="4911089"/>
                      <a:ext cx="6095" cy="4000"/>
                    </a:xfrm>
                    <a:custGeom>
                      <a:avLst/>
                      <a:gdLst/>
                      <a:ahLst/>
                      <a:cxnLst/>
                      <a:rect l="l" t="t" r="r" b="b"/>
                      <a:pathLst>
                        <a:path w="6095" h="4000" extrusionOk="0">
                          <a:moveTo>
                            <a:pt x="6096" y="4000"/>
                          </a:moveTo>
                          <a:lnTo>
                            <a:pt x="0" y="476"/>
                          </a:lnTo>
                          <a:lnTo>
                            <a:pt x="0" y="0"/>
                          </a:lnTo>
                          <a:lnTo>
                            <a:pt x="6096" y="3524"/>
                          </a:lnTo>
                          <a:lnTo>
                            <a:pt x="6096" y="40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1" name="Google Shape;5141;p56"/>
                    <p:cNvSpPr/>
                    <p:nvPr/>
                  </p:nvSpPr>
                  <p:spPr>
                    <a:xfrm>
                      <a:off x="7605617" y="4911089"/>
                      <a:ext cx="6191" cy="4000"/>
                    </a:xfrm>
                    <a:custGeom>
                      <a:avLst/>
                      <a:gdLst/>
                      <a:ahLst/>
                      <a:cxnLst/>
                      <a:rect l="l" t="t" r="r" b="b"/>
                      <a:pathLst>
                        <a:path w="6191" h="4000" extrusionOk="0">
                          <a:moveTo>
                            <a:pt x="6191" y="476"/>
                          </a:moveTo>
                          <a:lnTo>
                            <a:pt x="0" y="4000"/>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42" name="Google Shape;5142;p56"/>
                  <p:cNvGrpSpPr/>
                  <p:nvPr/>
                </p:nvGrpSpPr>
                <p:grpSpPr>
                  <a:xfrm>
                    <a:off x="7587710" y="4914328"/>
                    <a:ext cx="12287" cy="7619"/>
                    <a:chOff x="7587710" y="4914328"/>
                    <a:chExt cx="12287" cy="7619"/>
                  </a:xfrm>
                </p:grpSpPr>
                <p:sp>
                  <p:nvSpPr>
                    <p:cNvPr id="5143" name="Google Shape;5143;p56"/>
                    <p:cNvSpPr/>
                    <p:nvPr/>
                  </p:nvSpPr>
                  <p:spPr>
                    <a:xfrm>
                      <a:off x="7587710" y="4914328"/>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4" name="Google Shape;5144;p56"/>
                    <p:cNvSpPr/>
                    <p:nvPr/>
                  </p:nvSpPr>
                  <p:spPr>
                    <a:xfrm>
                      <a:off x="7587710" y="4917852"/>
                      <a:ext cx="6096" cy="4095"/>
                    </a:xfrm>
                    <a:custGeom>
                      <a:avLst/>
                      <a:gdLst/>
                      <a:ahLst/>
                      <a:cxnLst/>
                      <a:rect l="l" t="t" r="r" b="b"/>
                      <a:pathLst>
                        <a:path w="6096" h="4095" extrusionOk="0">
                          <a:moveTo>
                            <a:pt x="6096" y="4096"/>
                          </a:moveTo>
                          <a:lnTo>
                            <a:pt x="0" y="571"/>
                          </a:lnTo>
                          <a:lnTo>
                            <a:pt x="0" y="0"/>
                          </a:lnTo>
                          <a:lnTo>
                            <a:pt x="6096" y="3524"/>
                          </a:lnTo>
                          <a:lnTo>
                            <a:pt x="6096" y="40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5" name="Google Shape;5145;p56"/>
                    <p:cNvSpPr/>
                    <p:nvPr/>
                  </p:nvSpPr>
                  <p:spPr>
                    <a:xfrm>
                      <a:off x="7593806" y="4917852"/>
                      <a:ext cx="6191" cy="4095"/>
                    </a:xfrm>
                    <a:custGeom>
                      <a:avLst/>
                      <a:gdLst/>
                      <a:ahLst/>
                      <a:cxnLst/>
                      <a:rect l="l" t="t" r="r" b="b"/>
                      <a:pathLst>
                        <a:path w="6191" h="4095" extrusionOk="0">
                          <a:moveTo>
                            <a:pt x="6191" y="571"/>
                          </a:moveTo>
                          <a:lnTo>
                            <a:pt x="0" y="4096"/>
                          </a:lnTo>
                          <a:lnTo>
                            <a:pt x="0" y="3524"/>
                          </a:lnTo>
                          <a:lnTo>
                            <a:pt x="6191" y="0"/>
                          </a:lnTo>
                          <a:lnTo>
                            <a:pt x="6191" y="57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46" name="Google Shape;5146;p56"/>
                  <p:cNvGrpSpPr/>
                  <p:nvPr/>
                </p:nvGrpSpPr>
                <p:grpSpPr>
                  <a:xfrm>
                    <a:off x="7575899" y="4921186"/>
                    <a:ext cx="12287" cy="7524"/>
                    <a:chOff x="7575899" y="4921186"/>
                    <a:chExt cx="12287" cy="7524"/>
                  </a:xfrm>
                </p:grpSpPr>
                <p:sp>
                  <p:nvSpPr>
                    <p:cNvPr id="5147" name="Google Shape;5147;p56"/>
                    <p:cNvSpPr/>
                    <p:nvPr/>
                  </p:nvSpPr>
                  <p:spPr>
                    <a:xfrm>
                      <a:off x="7575899" y="4921186"/>
                      <a:ext cx="12287" cy="7048"/>
                    </a:xfrm>
                    <a:custGeom>
                      <a:avLst/>
                      <a:gdLst/>
                      <a:ahLst/>
                      <a:cxnLst/>
                      <a:rect l="l" t="t" r="r" b="b"/>
                      <a:pathLst>
                        <a:path w="12287" h="7048" extrusionOk="0">
                          <a:moveTo>
                            <a:pt x="6096" y="7048"/>
                          </a:moveTo>
                          <a:lnTo>
                            <a:pt x="0" y="3524"/>
                          </a:lnTo>
                          <a:lnTo>
                            <a:pt x="6096" y="0"/>
                          </a:lnTo>
                          <a:lnTo>
                            <a:pt x="12287" y="3524"/>
                          </a:lnTo>
                          <a:lnTo>
                            <a:pt x="6096" y="704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8" name="Google Shape;5148;p56"/>
                    <p:cNvSpPr/>
                    <p:nvPr/>
                  </p:nvSpPr>
                  <p:spPr>
                    <a:xfrm>
                      <a:off x="7575899" y="4924710"/>
                      <a:ext cx="6096" cy="4000"/>
                    </a:xfrm>
                    <a:custGeom>
                      <a:avLst/>
                      <a:gdLst/>
                      <a:ahLst/>
                      <a:cxnLst/>
                      <a:rect l="l" t="t" r="r" b="b"/>
                      <a:pathLst>
                        <a:path w="6096" h="4000" extrusionOk="0">
                          <a:moveTo>
                            <a:pt x="6096" y="4001"/>
                          </a:moveTo>
                          <a:lnTo>
                            <a:pt x="0" y="476"/>
                          </a:lnTo>
                          <a:lnTo>
                            <a:pt x="0" y="0"/>
                          </a:lnTo>
                          <a:lnTo>
                            <a:pt x="6096" y="3524"/>
                          </a:lnTo>
                          <a:lnTo>
                            <a:pt x="6096" y="40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9" name="Google Shape;5149;p56"/>
                    <p:cNvSpPr/>
                    <p:nvPr/>
                  </p:nvSpPr>
                  <p:spPr>
                    <a:xfrm>
                      <a:off x="7581995" y="4924710"/>
                      <a:ext cx="6191" cy="4000"/>
                    </a:xfrm>
                    <a:custGeom>
                      <a:avLst/>
                      <a:gdLst/>
                      <a:ahLst/>
                      <a:cxnLst/>
                      <a:rect l="l" t="t" r="r" b="b"/>
                      <a:pathLst>
                        <a:path w="6191" h="4000" extrusionOk="0">
                          <a:moveTo>
                            <a:pt x="6191" y="476"/>
                          </a:moveTo>
                          <a:lnTo>
                            <a:pt x="0" y="4001"/>
                          </a:lnTo>
                          <a:lnTo>
                            <a:pt x="0" y="3524"/>
                          </a:lnTo>
                          <a:lnTo>
                            <a:pt x="6191" y="0"/>
                          </a:lnTo>
                          <a:lnTo>
                            <a:pt x="6191" y="4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
          <p:nvSpPr>
            <p:cNvPr id="5150" name="Google Shape;5150;p56"/>
            <p:cNvSpPr/>
            <p:nvPr/>
          </p:nvSpPr>
          <p:spPr>
            <a:xfrm>
              <a:off x="1314627" y="2024832"/>
              <a:ext cx="497195" cy="475003"/>
            </a:xfrm>
            <a:custGeom>
              <a:avLst/>
              <a:gdLst/>
              <a:ahLst/>
              <a:cxnLst/>
              <a:rect l="l" t="t" r="r" b="b"/>
              <a:pathLst>
                <a:path w="168592" h="161067" extrusionOk="0">
                  <a:moveTo>
                    <a:pt x="94488" y="0"/>
                  </a:moveTo>
                  <a:lnTo>
                    <a:pt x="69056" y="3239"/>
                  </a:lnTo>
                  <a:lnTo>
                    <a:pt x="0" y="161068"/>
                  </a:lnTo>
                  <a:lnTo>
                    <a:pt x="95726" y="105728"/>
                  </a:lnTo>
                  <a:lnTo>
                    <a:pt x="168593" y="63722"/>
                  </a:lnTo>
                  <a:lnTo>
                    <a:pt x="94488" y="0"/>
                  </a:lnTo>
                  <a:close/>
                </a:path>
              </a:pathLst>
            </a:custGeom>
            <a:solidFill>
              <a:srgbClr val="379EB6">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151" name="Google Shape;5151;p56"/>
            <p:cNvGrpSpPr/>
            <p:nvPr/>
          </p:nvGrpSpPr>
          <p:grpSpPr>
            <a:xfrm>
              <a:off x="1008163" y="1423703"/>
              <a:ext cx="1046639" cy="1253665"/>
              <a:chOff x="7291673" y="4523707"/>
              <a:chExt cx="354901" cy="425101"/>
            </a:xfrm>
          </p:grpSpPr>
          <p:sp>
            <p:nvSpPr>
              <p:cNvPr id="5152" name="Google Shape;5152;p56"/>
              <p:cNvSpPr/>
              <p:nvPr/>
            </p:nvSpPr>
            <p:spPr>
              <a:xfrm>
                <a:off x="7390054" y="4541995"/>
                <a:ext cx="47065" cy="106489"/>
              </a:xfrm>
              <a:custGeom>
                <a:avLst/>
                <a:gdLst/>
                <a:ahLst/>
                <a:cxnLst/>
                <a:rect l="l" t="t" r="r" b="b"/>
                <a:pathLst>
                  <a:path w="47065" h="106489" extrusionOk="0">
                    <a:moveTo>
                      <a:pt x="46589" y="98107"/>
                    </a:moveTo>
                    <a:cubicBezTo>
                      <a:pt x="42589" y="93250"/>
                      <a:pt x="38017" y="86677"/>
                      <a:pt x="32206" y="76009"/>
                    </a:cubicBezTo>
                    <a:cubicBezTo>
                      <a:pt x="26111" y="64770"/>
                      <a:pt x="16109" y="42957"/>
                      <a:pt x="15061" y="30289"/>
                    </a:cubicBezTo>
                    <a:cubicBezTo>
                      <a:pt x="15061" y="29718"/>
                      <a:pt x="15061" y="29242"/>
                      <a:pt x="14966" y="28670"/>
                    </a:cubicBezTo>
                    <a:cubicBezTo>
                      <a:pt x="14680" y="24955"/>
                      <a:pt x="13537" y="19812"/>
                      <a:pt x="16776" y="16954"/>
                    </a:cubicBezTo>
                    <a:cubicBezTo>
                      <a:pt x="20872" y="13430"/>
                      <a:pt x="28492" y="15811"/>
                      <a:pt x="33064" y="16859"/>
                    </a:cubicBezTo>
                    <a:lnTo>
                      <a:pt x="36397" y="13430"/>
                    </a:lnTo>
                    <a:cubicBezTo>
                      <a:pt x="33635" y="12763"/>
                      <a:pt x="30968" y="12192"/>
                      <a:pt x="28587" y="11811"/>
                    </a:cubicBezTo>
                    <a:cubicBezTo>
                      <a:pt x="30968" y="12096"/>
                      <a:pt x="33730" y="12573"/>
                      <a:pt x="36683" y="13239"/>
                    </a:cubicBezTo>
                    <a:lnTo>
                      <a:pt x="40017" y="9715"/>
                    </a:lnTo>
                    <a:cubicBezTo>
                      <a:pt x="37255" y="9048"/>
                      <a:pt x="34683" y="8477"/>
                      <a:pt x="32302" y="8096"/>
                    </a:cubicBezTo>
                    <a:cubicBezTo>
                      <a:pt x="34683" y="8382"/>
                      <a:pt x="37350" y="8858"/>
                      <a:pt x="40207" y="9525"/>
                    </a:cubicBezTo>
                    <a:lnTo>
                      <a:pt x="43541" y="6001"/>
                    </a:lnTo>
                    <a:cubicBezTo>
                      <a:pt x="40874" y="5334"/>
                      <a:pt x="38303" y="4762"/>
                      <a:pt x="35921" y="4381"/>
                    </a:cubicBezTo>
                    <a:cubicBezTo>
                      <a:pt x="38303" y="4667"/>
                      <a:pt x="40969" y="5143"/>
                      <a:pt x="43732" y="5810"/>
                    </a:cubicBezTo>
                    <a:lnTo>
                      <a:pt x="47065" y="2286"/>
                    </a:lnTo>
                    <a:cubicBezTo>
                      <a:pt x="29635" y="-2000"/>
                      <a:pt x="19538" y="-191"/>
                      <a:pt x="14585" y="7144"/>
                    </a:cubicBezTo>
                    <a:cubicBezTo>
                      <a:pt x="13156" y="8191"/>
                      <a:pt x="12013" y="9334"/>
                      <a:pt x="11061" y="10858"/>
                    </a:cubicBezTo>
                    <a:cubicBezTo>
                      <a:pt x="9632" y="11906"/>
                      <a:pt x="8489" y="13144"/>
                      <a:pt x="7442" y="14573"/>
                    </a:cubicBezTo>
                    <a:cubicBezTo>
                      <a:pt x="1917" y="18669"/>
                      <a:pt x="-179" y="26194"/>
                      <a:pt x="12" y="37052"/>
                    </a:cubicBezTo>
                    <a:cubicBezTo>
                      <a:pt x="393" y="52292"/>
                      <a:pt x="9823" y="71532"/>
                      <a:pt x="17633" y="84677"/>
                    </a:cubicBezTo>
                    <a:cubicBezTo>
                      <a:pt x="23444" y="94393"/>
                      <a:pt x="28777" y="100488"/>
                      <a:pt x="33921" y="106489"/>
                    </a:cubicBezTo>
                    <a:cubicBezTo>
                      <a:pt x="38398" y="104013"/>
                      <a:pt x="42494" y="101060"/>
                      <a:pt x="46589" y="980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153" name="Google Shape;5153;p56"/>
              <p:cNvGrpSpPr/>
              <p:nvPr/>
            </p:nvGrpSpPr>
            <p:grpSpPr>
              <a:xfrm>
                <a:off x="7613808" y="4523707"/>
                <a:ext cx="32766" cy="239077"/>
                <a:chOff x="7613808" y="4523707"/>
                <a:chExt cx="32766" cy="239077"/>
              </a:xfrm>
            </p:grpSpPr>
            <p:sp>
              <p:nvSpPr>
                <p:cNvPr id="5154" name="Google Shape;5154;p56"/>
                <p:cNvSpPr/>
                <p:nvPr/>
              </p:nvSpPr>
              <p:spPr>
                <a:xfrm>
                  <a:off x="7613808" y="4530661"/>
                  <a:ext cx="20669" cy="229266"/>
                </a:xfrm>
                <a:custGeom>
                  <a:avLst/>
                  <a:gdLst/>
                  <a:ahLst/>
                  <a:cxnLst/>
                  <a:rect l="l" t="t" r="r" b="b"/>
                  <a:pathLst>
                    <a:path w="20669" h="229266" extrusionOk="0">
                      <a:moveTo>
                        <a:pt x="20669" y="229267"/>
                      </a:moveTo>
                      <a:lnTo>
                        <a:pt x="0" y="217265"/>
                      </a:lnTo>
                      <a:lnTo>
                        <a:pt x="0" y="0"/>
                      </a:lnTo>
                      <a:lnTo>
                        <a:pt x="20669" y="11906"/>
                      </a:lnTo>
                      <a:lnTo>
                        <a:pt x="20669" y="22926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5" name="Google Shape;5155;p56"/>
                <p:cNvSpPr/>
                <p:nvPr/>
              </p:nvSpPr>
              <p:spPr>
                <a:xfrm>
                  <a:off x="7613808" y="4523707"/>
                  <a:ext cx="32766" cy="18859"/>
                </a:xfrm>
                <a:custGeom>
                  <a:avLst/>
                  <a:gdLst/>
                  <a:ahLst/>
                  <a:cxnLst/>
                  <a:rect l="l" t="t" r="r" b="b"/>
                  <a:pathLst>
                    <a:path w="32766" h="18859" extrusionOk="0">
                      <a:moveTo>
                        <a:pt x="20669" y="18860"/>
                      </a:moveTo>
                      <a:lnTo>
                        <a:pt x="0" y="6953"/>
                      </a:lnTo>
                      <a:lnTo>
                        <a:pt x="12097" y="0"/>
                      </a:lnTo>
                      <a:lnTo>
                        <a:pt x="32766" y="11906"/>
                      </a:lnTo>
                      <a:lnTo>
                        <a:pt x="20669" y="1886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6" name="Google Shape;5156;p56"/>
                <p:cNvSpPr/>
                <p:nvPr/>
              </p:nvSpPr>
              <p:spPr>
                <a:xfrm>
                  <a:off x="7634477" y="4535613"/>
                  <a:ext cx="12096" cy="227171"/>
                </a:xfrm>
                <a:custGeom>
                  <a:avLst/>
                  <a:gdLst/>
                  <a:ahLst/>
                  <a:cxnLst/>
                  <a:rect l="l" t="t" r="r" b="b"/>
                  <a:pathLst>
                    <a:path w="12096" h="227171" extrusionOk="0">
                      <a:moveTo>
                        <a:pt x="12097" y="0"/>
                      </a:moveTo>
                      <a:lnTo>
                        <a:pt x="0" y="6953"/>
                      </a:lnTo>
                      <a:lnTo>
                        <a:pt x="0" y="224314"/>
                      </a:lnTo>
                      <a:lnTo>
                        <a:pt x="2477" y="222885"/>
                      </a:lnTo>
                      <a:lnTo>
                        <a:pt x="9906" y="227171"/>
                      </a:lnTo>
                      <a:lnTo>
                        <a:pt x="9906" y="218599"/>
                      </a:lnTo>
                      <a:lnTo>
                        <a:pt x="12097" y="217361"/>
                      </a:lnTo>
                      <a:lnTo>
                        <a:pt x="12097"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57" name="Google Shape;5157;p56"/>
              <p:cNvGrpSpPr/>
              <p:nvPr/>
            </p:nvGrpSpPr>
            <p:grpSpPr>
              <a:xfrm>
                <a:off x="7456338" y="4544377"/>
                <a:ext cx="172258" cy="106584"/>
                <a:chOff x="7456338" y="4544377"/>
                <a:chExt cx="172258" cy="106584"/>
              </a:xfrm>
            </p:grpSpPr>
            <p:sp>
              <p:nvSpPr>
                <p:cNvPr id="5158" name="Google Shape;5158;p56"/>
                <p:cNvSpPr/>
                <p:nvPr/>
              </p:nvSpPr>
              <p:spPr>
                <a:xfrm>
                  <a:off x="7457693" y="4544377"/>
                  <a:ext cx="170903" cy="106299"/>
                </a:xfrm>
                <a:custGeom>
                  <a:avLst/>
                  <a:gdLst/>
                  <a:ahLst/>
                  <a:cxnLst/>
                  <a:rect l="l" t="t" r="r" b="b"/>
                  <a:pathLst>
                    <a:path w="170903" h="106299" extrusionOk="0">
                      <a:moveTo>
                        <a:pt x="170307" y="5620"/>
                      </a:moveTo>
                      <a:cubicBezTo>
                        <a:pt x="169640" y="4096"/>
                        <a:pt x="169069" y="3143"/>
                        <a:pt x="168307" y="2381"/>
                      </a:cubicBezTo>
                      <a:cubicBezTo>
                        <a:pt x="167640" y="1619"/>
                        <a:pt x="166973" y="1048"/>
                        <a:pt x="166211" y="667"/>
                      </a:cubicBezTo>
                      <a:cubicBezTo>
                        <a:pt x="165449" y="190"/>
                        <a:pt x="164592" y="0"/>
                        <a:pt x="163925" y="0"/>
                      </a:cubicBezTo>
                      <a:cubicBezTo>
                        <a:pt x="163544" y="0"/>
                        <a:pt x="163259" y="95"/>
                        <a:pt x="162973" y="286"/>
                      </a:cubicBezTo>
                      <a:lnTo>
                        <a:pt x="0" y="94964"/>
                      </a:lnTo>
                      <a:cubicBezTo>
                        <a:pt x="0" y="94964"/>
                        <a:pt x="571" y="94679"/>
                        <a:pt x="953" y="94679"/>
                      </a:cubicBezTo>
                      <a:cubicBezTo>
                        <a:pt x="1715" y="94679"/>
                        <a:pt x="2477" y="94869"/>
                        <a:pt x="3238" y="95345"/>
                      </a:cubicBezTo>
                      <a:cubicBezTo>
                        <a:pt x="4001" y="95726"/>
                        <a:pt x="4667" y="96393"/>
                        <a:pt x="5334" y="97060"/>
                      </a:cubicBezTo>
                      <a:cubicBezTo>
                        <a:pt x="6001" y="97822"/>
                        <a:pt x="6668" y="98870"/>
                        <a:pt x="7144" y="99917"/>
                      </a:cubicBezTo>
                      <a:cubicBezTo>
                        <a:pt x="8382" y="103061"/>
                        <a:pt x="8001" y="105537"/>
                        <a:pt x="6572" y="106299"/>
                      </a:cubicBezTo>
                      <a:lnTo>
                        <a:pt x="169545" y="11621"/>
                      </a:lnTo>
                      <a:cubicBezTo>
                        <a:pt x="170974" y="10763"/>
                        <a:pt x="171355" y="8382"/>
                        <a:pt x="170307" y="562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9" name="Google Shape;5159;p56"/>
                <p:cNvSpPr/>
                <p:nvPr/>
              </p:nvSpPr>
              <p:spPr>
                <a:xfrm>
                  <a:off x="7456338" y="4638960"/>
                  <a:ext cx="9282" cy="12001"/>
                </a:xfrm>
                <a:custGeom>
                  <a:avLst/>
                  <a:gdLst/>
                  <a:ahLst/>
                  <a:cxnLst/>
                  <a:rect l="l" t="t" r="r" b="b"/>
                  <a:pathLst>
                    <a:path w="9282" h="12001" extrusionOk="0">
                      <a:moveTo>
                        <a:pt x="8689" y="5715"/>
                      </a:moveTo>
                      <a:cubicBezTo>
                        <a:pt x="7832" y="3524"/>
                        <a:pt x="6213" y="1619"/>
                        <a:pt x="4593" y="667"/>
                      </a:cubicBezTo>
                      <a:cubicBezTo>
                        <a:pt x="3832" y="190"/>
                        <a:pt x="2974" y="0"/>
                        <a:pt x="2308" y="0"/>
                      </a:cubicBezTo>
                      <a:cubicBezTo>
                        <a:pt x="117" y="190"/>
                        <a:pt x="-645" y="3048"/>
                        <a:pt x="593" y="6382"/>
                      </a:cubicBezTo>
                      <a:cubicBezTo>
                        <a:pt x="1450" y="8572"/>
                        <a:pt x="2974" y="10478"/>
                        <a:pt x="4593" y="11335"/>
                      </a:cubicBezTo>
                      <a:cubicBezTo>
                        <a:pt x="5356" y="11811"/>
                        <a:pt x="6213" y="12002"/>
                        <a:pt x="6975" y="12002"/>
                      </a:cubicBezTo>
                      <a:cubicBezTo>
                        <a:pt x="9166" y="11811"/>
                        <a:pt x="9927" y="8954"/>
                        <a:pt x="8689" y="5715"/>
                      </a:cubicBezTo>
                      <a:close/>
                    </a:path>
                  </a:pathLst>
                </a:custGeom>
                <a:solidFill>
                  <a:srgbClr val="B1A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60" name="Google Shape;5160;p56"/>
              <p:cNvGrpSpPr/>
              <p:nvPr/>
            </p:nvGrpSpPr>
            <p:grpSpPr>
              <a:xfrm>
                <a:off x="7439310" y="4621815"/>
                <a:ext cx="70962" cy="119252"/>
                <a:chOff x="7439310" y="4621815"/>
                <a:chExt cx="70962" cy="119252"/>
              </a:xfrm>
            </p:grpSpPr>
            <p:sp>
              <p:nvSpPr>
                <p:cNvPr id="5161" name="Google Shape;5161;p56"/>
                <p:cNvSpPr/>
                <p:nvPr/>
              </p:nvSpPr>
              <p:spPr>
                <a:xfrm>
                  <a:off x="7449311" y="4675821"/>
                  <a:ext cx="50675" cy="65246"/>
                </a:xfrm>
                <a:custGeom>
                  <a:avLst/>
                  <a:gdLst/>
                  <a:ahLst/>
                  <a:cxnLst/>
                  <a:rect l="l" t="t" r="r" b="b"/>
                  <a:pathLst>
                    <a:path w="50675" h="65246" extrusionOk="0">
                      <a:moveTo>
                        <a:pt x="50673" y="0"/>
                      </a:moveTo>
                      <a:lnTo>
                        <a:pt x="0" y="191"/>
                      </a:lnTo>
                      <a:lnTo>
                        <a:pt x="0" y="50768"/>
                      </a:lnTo>
                      <a:cubicBezTo>
                        <a:pt x="0" y="54483"/>
                        <a:pt x="2572" y="58198"/>
                        <a:pt x="7429" y="60960"/>
                      </a:cubicBezTo>
                      <a:cubicBezTo>
                        <a:pt x="17336" y="66675"/>
                        <a:pt x="33433" y="66675"/>
                        <a:pt x="43244" y="60960"/>
                      </a:cubicBezTo>
                      <a:cubicBezTo>
                        <a:pt x="48292" y="58103"/>
                        <a:pt x="50768" y="54293"/>
                        <a:pt x="50673" y="50483"/>
                      </a:cubicBezTo>
                      <a:lnTo>
                        <a:pt x="50673" y="95"/>
                      </a:lnTo>
                      <a:cubicBezTo>
                        <a:pt x="50673" y="95"/>
                        <a:pt x="50673" y="0"/>
                        <a:pt x="50673" y="9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162" name="Google Shape;5162;p56"/>
                <p:cNvGrpSpPr/>
                <p:nvPr/>
              </p:nvGrpSpPr>
              <p:grpSpPr>
                <a:xfrm>
                  <a:off x="7439310" y="4621815"/>
                  <a:ext cx="70962" cy="88296"/>
                  <a:chOff x="7439310" y="4621815"/>
                  <a:chExt cx="70962" cy="88296"/>
                </a:xfrm>
              </p:grpSpPr>
              <p:sp>
                <p:nvSpPr>
                  <p:cNvPr id="5163" name="Google Shape;5163;p56"/>
                  <p:cNvSpPr/>
                  <p:nvPr/>
                </p:nvSpPr>
                <p:spPr>
                  <a:xfrm>
                    <a:off x="7439310" y="4622196"/>
                    <a:ext cx="50768" cy="87915"/>
                  </a:xfrm>
                  <a:custGeom>
                    <a:avLst/>
                    <a:gdLst/>
                    <a:ahLst/>
                    <a:cxnLst/>
                    <a:rect l="l" t="t" r="r" b="b"/>
                    <a:pathLst>
                      <a:path w="50768" h="87915" extrusionOk="0">
                        <a:moveTo>
                          <a:pt x="35147" y="87916"/>
                        </a:moveTo>
                        <a:lnTo>
                          <a:pt x="0" y="67532"/>
                        </a:lnTo>
                        <a:lnTo>
                          <a:pt x="0" y="0"/>
                        </a:lnTo>
                        <a:lnTo>
                          <a:pt x="50768" y="19050"/>
                        </a:lnTo>
                        <a:lnTo>
                          <a:pt x="35147" y="8791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4" name="Google Shape;5164;p56"/>
                  <p:cNvSpPr/>
                  <p:nvPr/>
                </p:nvSpPr>
                <p:spPr>
                  <a:xfrm>
                    <a:off x="7474458" y="4621815"/>
                    <a:ext cx="35814" cy="88296"/>
                  </a:xfrm>
                  <a:custGeom>
                    <a:avLst/>
                    <a:gdLst/>
                    <a:ahLst/>
                    <a:cxnLst/>
                    <a:rect l="l" t="t" r="r" b="b"/>
                    <a:pathLst>
                      <a:path w="35814" h="88296" extrusionOk="0">
                        <a:moveTo>
                          <a:pt x="35814" y="67627"/>
                        </a:moveTo>
                        <a:lnTo>
                          <a:pt x="0" y="88297"/>
                        </a:lnTo>
                        <a:lnTo>
                          <a:pt x="0" y="20669"/>
                        </a:lnTo>
                        <a:lnTo>
                          <a:pt x="35814" y="0"/>
                        </a:lnTo>
                        <a:lnTo>
                          <a:pt x="35814" y="6762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165" name="Google Shape;5165;p56"/>
              <p:cNvGrpSpPr/>
              <p:nvPr/>
            </p:nvGrpSpPr>
            <p:grpSpPr>
              <a:xfrm>
                <a:off x="7415974" y="4527327"/>
                <a:ext cx="110871" cy="153256"/>
                <a:chOff x="7415974" y="4527327"/>
                <a:chExt cx="110871" cy="153256"/>
              </a:xfrm>
            </p:grpSpPr>
            <p:sp>
              <p:nvSpPr>
                <p:cNvPr id="5166" name="Google Shape;5166;p56"/>
                <p:cNvSpPr/>
                <p:nvPr/>
              </p:nvSpPr>
              <p:spPr>
                <a:xfrm>
                  <a:off x="7415974" y="4557521"/>
                  <a:ext cx="58483" cy="123062"/>
                </a:xfrm>
                <a:custGeom>
                  <a:avLst/>
                  <a:gdLst/>
                  <a:ahLst/>
                  <a:cxnLst/>
                  <a:rect l="l" t="t" r="r" b="b"/>
                  <a:pathLst>
                    <a:path w="58483" h="123062" extrusionOk="0">
                      <a:moveTo>
                        <a:pt x="58484" y="123063"/>
                      </a:moveTo>
                      <a:lnTo>
                        <a:pt x="0" y="89249"/>
                      </a:lnTo>
                      <a:lnTo>
                        <a:pt x="0" y="0"/>
                      </a:lnTo>
                      <a:lnTo>
                        <a:pt x="58484" y="33814"/>
                      </a:lnTo>
                      <a:lnTo>
                        <a:pt x="58484" y="123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7" name="Google Shape;5167;p56"/>
                <p:cNvSpPr/>
                <p:nvPr/>
              </p:nvSpPr>
              <p:spPr>
                <a:xfrm>
                  <a:off x="7438739" y="4633435"/>
                  <a:ext cx="18954" cy="34575"/>
                </a:xfrm>
                <a:custGeom>
                  <a:avLst/>
                  <a:gdLst/>
                  <a:ahLst/>
                  <a:cxnLst/>
                  <a:rect l="l" t="t" r="r" b="b"/>
                  <a:pathLst>
                    <a:path w="18954" h="34575" extrusionOk="0">
                      <a:moveTo>
                        <a:pt x="18955" y="34576"/>
                      </a:moveTo>
                      <a:lnTo>
                        <a:pt x="0" y="23622"/>
                      </a:lnTo>
                      <a:lnTo>
                        <a:pt x="0" y="0"/>
                      </a:lnTo>
                      <a:lnTo>
                        <a:pt x="18955" y="10954"/>
                      </a:lnTo>
                      <a:lnTo>
                        <a:pt x="18955" y="3457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8" name="Google Shape;5168;p56"/>
                <p:cNvSpPr/>
                <p:nvPr/>
              </p:nvSpPr>
              <p:spPr>
                <a:xfrm>
                  <a:off x="7474458" y="4561140"/>
                  <a:ext cx="52387" cy="119443"/>
                </a:xfrm>
                <a:custGeom>
                  <a:avLst/>
                  <a:gdLst/>
                  <a:ahLst/>
                  <a:cxnLst/>
                  <a:rect l="l" t="t" r="r" b="b"/>
                  <a:pathLst>
                    <a:path w="52387" h="119443" extrusionOk="0">
                      <a:moveTo>
                        <a:pt x="52388" y="89154"/>
                      </a:moveTo>
                      <a:lnTo>
                        <a:pt x="0" y="119444"/>
                      </a:lnTo>
                      <a:lnTo>
                        <a:pt x="0" y="30194"/>
                      </a:lnTo>
                      <a:lnTo>
                        <a:pt x="52388" y="0"/>
                      </a:lnTo>
                      <a:lnTo>
                        <a:pt x="52388" y="89154"/>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9" name="Google Shape;5169;p56"/>
                <p:cNvSpPr/>
                <p:nvPr/>
              </p:nvSpPr>
              <p:spPr>
                <a:xfrm>
                  <a:off x="7415974" y="4527327"/>
                  <a:ext cx="110871" cy="64008"/>
                </a:xfrm>
                <a:custGeom>
                  <a:avLst/>
                  <a:gdLst/>
                  <a:ahLst/>
                  <a:cxnLst/>
                  <a:rect l="l" t="t" r="r" b="b"/>
                  <a:pathLst>
                    <a:path w="110871" h="64008" extrusionOk="0">
                      <a:moveTo>
                        <a:pt x="58484" y="64008"/>
                      </a:moveTo>
                      <a:lnTo>
                        <a:pt x="0" y="30194"/>
                      </a:lnTo>
                      <a:lnTo>
                        <a:pt x="52292" y="0"/>
                      </a:lnTo>
                      <a:lnTo>
                        <a:pt x="110871" y="33814"/>
                      </a:lnTo>
                      <a:lnTo>
                        <a:pt x="58484" y="6400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70" name="Google Shape;5170;p56"/>
              <p:cNvGrpSpPr/>
              <p:nvPr/>
            </p:nvGrpSpPr>
            <p:grpSpPr>
              <a:xfrm>
                <a:off x="7429976" y="4599748"/>
                <a:ext cx="27908" cy="32322"/>
                <a:chOff x="7429976" y="4599748"/>
                <a:chExt cx="27908" cy="32322"/>
              </a:xfrm>
            </p:grpSpPr>
            <p:grpSp>
              <p:nvGrpSpPr>
                <p:cNvPr id="5171" name="Google Shape;5171;p56"/>
                <p:cNvGrpSpPr/>
                <p:nvPr/>
              </p:nvGrpSpPr>
              <p:grpSpPr>
                <a:xfrm>
                  <a:off x="7429976" y="4599748"/>
                  <a:ext cx="27908" cy="32322"/>
                  <a:chOff x="7429976" y="4599748"/>
                  <a:chExt cx="27908" cy="32322"/>
                </a:xfrm>
              </p:grpSpPr>
              <p:sp>
                <p:nvSpPr>
                  <p:cNvPr id="5172" name="Google Shape;5172;p56"/>
                  <p:cNvSpPr/>
                  <p:nvPr/>
                </p:nvSpPr>
                <p:spPr>
                  <a:xfrm>
                    <a:off x="7429976" y="4599748"/>
                    <a:ext cx="27908" cy="32322"/>
                  </a:xfrm>
                  <a:custGeom>
                    <a:avLst/>
                    <a:gdLst/>
                    <a:ahLst/>
                    <a:cxnLst/>
                    <a:rect l="l" t="t" r="r" b="b"/>
                    <a:pathLst>
                      <a:path w="27908" h="32322" extrusionOk="0">
                        <a:moveTo>
                          <a:pt x="5429" y="21686"/>
                        </a:moveTo>
                        <a:cubicBezTo>
                          <a:pt x="2477" y="19971"/>
                          <a:pt x="0" y="16161"/>
                          <a:pt x="0" y="13113"/>
                        </a:cubicBezTo>
                        <a:lnTo>
                          <a:pt x="0" y="3112"/>
                        </a:lnTo>
                        <a:cubicBezTo>
                          <a:pt x="0" y="159"/>
                          <a:pt x="2477" y="-889"/>
                          <a:pt x="5429" y="826"/>
                        </a:cubicBezTo>
                        <a:lnTo>
                          <a:pt x="22479" y="10637"/>
                        </a:lnTo>
                        <a:cubicBezTo>
                          <a:pt x="25432" y="12351"/>
                          <a:pt x="27908" y="16161"/>
                          <a:pt x="27908" y="19209"/>
                        </a:cubicBezTo>
                        <a:lnTo>
                          <a:pt x="27908" y="29210"/>
                        </a:lnTo>
                        <a:cubicBezTo>
                          <a:pt x="27908" y="32163"/>
                          <a:pt x="25432" y="33211"/>
                          <a:pt x="22479" y="31496"/>
                        </a:cubicBezTo>
                        <a:lnTo>
                          <a:pt x="5429" y="2168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73" name="Google Shape;5173;p56"/>
                  <p:cNvSpPr/>
                  <p:nvPr/>
                </p:nvSpPr>
                <p:spPr>
                  <a:xfrm>
                    <a:off x="7431405" y="4601410"/>
                    <a:ext cx="25050" cy="28999"/>
                  </a:xfrm>
                  <a:custGeom>
                    <a:avLst/>
                    <a:gdLst/>
                    <a:ahLst/>
                    <a:cxnLst/>
                    <a:rect l="l" t="t" r="r" b="b"/>
                    <a:pathLst>
                      <a:path w="25050" h="28999" extrusionOk="0">
                        <a:moveTo>
                          <a:pt x="21050" y="28406"/>
                        </a:moveTo>
                        <a:lnTo>
                          <a:pt x="4000" y="18595"/>
                        </a:lnTo>
                        <a:cubicBezTo>
                          <a:pt x="1810" y="17357"/>
                          <a:pt x="0" y="14500"/>
                          <a:pt x="0" y="12309"/>
                        </a:cubicBezTo>
                        <a:lnTo>
                          <a:pt x="0" y="2308"/>
                        </a:lnTo>
                        <a:cubicBezTo>
                          <a:pt x="0" y="117"/>
                          <a:pt x="1810" y="-645"/>
                          <a:pt x="4000" y="593"/>
                        </a:cubicBezTo>
                        <a:lnTo>
                          <a:pt x="21050" y="10404"/>
                        </a:lnTo>
                        <a:cubicBezTo>
                          <a:pt x="23241" y="11642"/>
                          <a:pt x="25051" y="14500"/>
                          <a:pt x="25051" y="16690"/>
                        </a:cubicBezTo>
                        <a:lnTo>
                          <a:pt x="25051" y="26692"/>
                        </a:lnTo>
                        <a:cubicBezTo>
                          <a:pt x="25051" y="28882"/>
                          <a:pt x="23241" y="29645"/>
                          <a:pt x="21050" y="28406"/>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74" name="Google Shape;5174;p56"/>
                <p:cNvGrpSpPr/>
                <p:nvPr/>
              </p:nvGrpSpPr>
              <p:grpSpPr>
                <a:xfrm>
                  <a:off x="7436453" y="4607337"/>
                  <a:ext cx="14954" cy="16953"/>
                  <a:chOff x="7436453" y="4607337"/>
                  <a:chExt cx="14954" cy="16953"/>
                </a:xfrm>
              </p:grpSpPr>
              <p:sp>
                <p:nvSpPr>
                  <p:cNvPr id="5175" name="Google Shape;5175;p56"/>
                  <p:cNvSpPr/>
                  <p:nvPr/>
                </p:nvSpPr>
                <p:spPr>
                  <a:xfrm>
                    <a:off x="7436453" y="4607337"/>
                    <a:ext cx="14954" cy="9906"/>
                  </a:xfrm>
                  <a:custGeom>
                    <a:avLst/>
                    <a:gdLst/>
                    <a:ahLst/>
                    <a:cxnLst/>
                    <a:rect l="l" t="t" r="r" b="b"/>
                    <a:pathLst>
                      <a:path w="14954" h="9906" extrusionOk="0">
                        <a:moveTo>
                          <a:pt x="14954" y="9906"/>
                        </a:moveTo>
                        <a:lnTo>
                          <a:pt x="0" y="1238"/>
                        </a:lnTo>
                        <a:lnTo>
                          <a:pt x="0" y="0"/>
                        </a:lnTo>
                        <a:lnTo>
                          <a:pt x="14954" y="8668"/>
                        </a:lnTo>
                        <a:lnTo>
                          <a:pt x="14954" y="990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76" name="Google Shape;5176;p56"/>
                  <p:cNvSpPr/>
                  <p:nvPr/>
                </p:nvSpPr>
                <p:spPr>
                  <a:xfrm>
                    <a:off x="7436453" y="4610861"/>
                    <a:ext cx="14954" cy="9906"/>
                  </a:xfrm>
                  <a:custGeom>
                    <a:avLst/>
                    <a:gdLst/>
                    <a:ahLst/>
                    <a:cxnLst/>
                    <a:rect l="l" t="t" r="r" b="b"/>
                    <a:pathLst>
                      <a:path w="14954" h="9906" extrusionOk="0">
                        <a:moveTo>
                          <a:pt x="14954" y="9906"/>
                        </a:moveTo>
                        <a:lnTo>
                          <a:pt x="0" y="1238"/>
                        </a:lnTo>
                        <a:lnTo>
                          <a:pt x="0" y="0"/>
                        </a:lnTo>
                        <a:lnTo>
                          <a:pt x="14954" y="8668"/>
                        </a:lnTo>
                        <a:lnTo>
                          <a:pt x="14954" y="990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77" name="Google Shape;5177;p56"/>
                  <p:cNvSpPr/>
                  <p:nvPr/>
                </p:nvSpPr>
                <p:spPr>
                  <a:xfrm>
                    <a:off x="7436453" y="4614385"/>
                    <a:ext cx="14954" cy="9905"/>
                  </a:xfrm>
                  <a:custGeom>
                    <a:avLst/>
                    <a:gdLst/>
                    <a:ahLst/>
                    <a:cxnLst/>
                    <a:rect l="l" t="t" r="r" b="b"/>
                    <a:pathLst>
                      <a:path w="14954" h="9905" extrusionOk="0">
                        <a:moveTo>
                          <a:pt x="14954" y="9906"/>
                        </a:moveTo>
                        <a:lnTo>
                          <a:pt x="0" y="1238"/>
                        </a:lnTo>
                        <a:lnTo>
                          <a:pt x="0" y="0"/>
                        </a:lnTo>
                        <a:lnTo>
                          <a:pt x="14954" y="8667"/>
                        </a:lnTo>
                        <a:lnTo>
                          <a:pt x="14954" y="990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178" name="Google Shape;5178;p56"/>
              <p:cNvGrpSpPr/>
              <p:nvPr/>
            </p:nvGrpSpPr>
            <p:grpSpPr>
              <a:xfrm>
                <a:off x="7297366" y="4645342"/>
                <a:ext cx="156351" cy="97345"/>
                <a:chOff x="7297366" y="4645342"/>
                <a:chExt cx="156351" cy="97345"/>
              </a:xfrm>
            </p:grpSpPr>
            <p:sp>
              <p:nvSpPr>
                <p:cNvPr id="5179" name="Google Shape;5179;p56"/>
                <p:cNvSpPr/>
                <p:nvPr/>
              </p:nvSpPr>
              <p:spPr>
                <a:xfrm>
                  <a:off x="7298721" y="4645342"/>
                  <a:ext cx="154996" cy="97154"/>
                </a:xfrm>
                <a:custGeom>
                  <a:avLst/>
                  <a:gdLst/>
                  <a:ahLst/>
                  <a:cxnLst/>
                  <a:rect l="l" t="t" r="r" b="b"/>
                  <a:pathLst>
                    <a:path w="154996" h="97154" extrusionOk="0">
                      <a:moveTo>
                        <a:pt x="154400" y="5620"/>
                      </a:moveTo>
                      <a:cubicBezTo>
                        <a:pt x="153734" y="4096"/>
                        <a:pt x="153162" y="3143"/>
                        <a:pt x="152400" y="2381"/>
                      </a:cubicBezTo>
                      <a:cubicBezTo>
                        <a:pt x="151733" y="1619"/>
                        <a:pt x="151067" y="1048"/>
                        <a:pt x="150304" y="667"/>
                      </a:cubicBezTo>
                      <a:cubicBezTo>
                        <a:pt x="149543" y="190"/>
                        <a:pt x="148685" y="0"/>
                        <a:pt x="148019" y="0"/>
                      </a:cubicBezTo>
                      <a:cubicBezTo>
                        <a:pt x="147638" y="0"/>
                        <a:pt x="147352" y="95"/>
                        <a:pt x="147066" y="286"/>
                      </a:cubicBezTo>
                      <a:lnTo>
                        <a:pt x="0" y="85820"/>
                      </a:lnTo>
                      <a:cubicBezTo>
                        <a:pt x="0" y="85820"/>
                        <a:pt x="571" y="85534"/>
                        <a:pt x="953" y="85534"/>
                      </a:cubicBezTo>
                      <a:cubicBezTo>
                        <a:pt x="1715" y="85534"/>
                        <a:pt x="2477" y="85725"/>
                        <a:pt x="3238" y="86201"/>
                      </a:cubicBezTo>
                      <a:cubicBezTo>
                        <a:pt x="4001" y="86582"/>
                        <a:pt x="4667" y="87249"/>
                        <a:pt x="5334" y="87916"/>
                      </a:cubicBezTo>
                      <a:cubicBezTo>
                        <a:pt x="6001" y="88773"/>
                        <a:pt x="6668" y="89725"/>
                        <a:pt x="7144" y="90773"/>
                      </a:cubicBezTo>
                      <a:cubicBezTo>
                        <a:pt x="8382" y="93916"/>
                        <a:pt x="8001" y="96393"/>
                        <a:pt x="6572" y="97155"/>
                      </a:cubicBezTo>
                      <a:lnTo>
                        <a:pt x="153638" y="11621"/>
                      </a:lnTo>
                      <a:cubicBezTo>
                        <a:pt x="155067" y="10763"/>
                        <a:pt x="155448" y="8382"/>
                        <a:pt x="154400" y="562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80" name="Google Shape;5180;p56"/>
                <p:cNvSpPr/>
                <p:nvPr/>
              </p:nvSpPr>
              <p:spPr>
                <a:xfrm>
                  <a:off x="7297366" y="4730686"/>
                  <a:ext cx="9282" cy="12001"/>
                </a:xfrm>
                <a:custGeom>
                  <a:avLst/>
                  <a:gdLst/>
                  <a:ahLst/>
                  <a:cxnLst/>
                  <a:rect l="l" t="t" r="r" b="b"/>
                  <a:pathLst>
                    <a:path w="9282" h="12001" extrusionOk="0">
                      <a:moveTo>
                        <a:pt x="8689" y="5715"/>
                      </a:moveTo>
                      <a:cubicBezTo>
                        <a:pt x="7832" y="3524"/>
                        <a:pt x="6213" y="1619"/>
                        <a:pt x="4593" y="667"/>
                      </a:cubicBezTo>
                      <a:cubicBezTo>
                        <a:pt x="3832" y="190"/>
                        <a:pt x="2974" y="0"/>
                        <a:pt x="2308" y="0"/>
                      </a:cubicBezTo>
                      <a:cubicBezTo>
                        <a:pt x="117" y="190"/>
                        <a:pt x="-645" y="3048"/>
                        <a:pt x="593" y="6382"/>
                      </a:cubicBezTo>
                      <a:cubicBezTo>
                        <a:pt x="1450" y="8572"/>
                        <a:pt x="2974" y="10478"/>
                        <a:pt x="4593" y="11335"/>
                      </a:cubicBezTo>
                      <a:cubicBezTo>
                        <a:pt x="5356" y="11811"/>
                        <a:pt x="6213" y="12002"/>
                        <a:pt x="6975" y="12002"/>
                      </a:cubicBezTo>
                      <a:cubicBezTo>
                        <a:pt x="9166" y="11811"/>
                        <a:pt x="9928" y="8954"/>
                        <a:pt x="8689" y="5715"/>
                      </a:cubicBezTo>
                      <a:close/>
                    </a:path>
                  </a:pathLst>
                </a:custGeom>
                <a:solidFill>
                  <a:srgbClr val="B1A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81" name="Google Shape;5181;p56"/>
              <p:cNvGrpSpPr/>
              <p:nvPr/>
            </p:nvGrpSpPr>
            <p:grpSpPr>
              <a:xfrm>
                <a:off x="7291673" y="4709730"/>
                <a:ext cx="32766" cy="239078"/>
                <a:chOff x="7291673" y="4709730"/>
                <a:chExt cx="32766" cy="239078"/>
              </a:xfrm>
            </p:grpSpPr>
            <p:sp>
              <p:nvSpPr>
                <p:cNvPr id="5182" name="Google Shape;5182;p56"/>
                <p:cNvSpPr/>
                <p:nvPr/>
              </p:nvSpPr>
              <p:spPr>
                <a:xfrm>
                  <a:off x="7291673" y="4716684"/>
                  <a:ext cx="20669" cy="229266"/>
                </a:xfrm>
                <a:custGeom>
                  <a:avLst/>
                  <a:gdLst/>
                  <a:ahLst/>
                  <a:cxnLst/>
                  <a:rect l="l" t="t" r="r" b="b"/>
                  <a:pathLst>
                    <a:path w="20669" h="229266" extrusionOk="0">
                      <a:moveTo>
                        <a:pt x="20669" y="229267"/>
                      </a:moveTo>
                      <a:lnTo>
                        <a:pt x="0" y="217265"/>
                      </a:lnTo>
                      <a:lnTo>
                        <a:pt x="0" y="0"/>
                      </a:lnTo>
                      <a:lnTo>
                        <a:pt x="20669" y="11906"/>
                      </a:lnTo>
                      <a:lnTo>
                        <a:pt x="20669" y="22926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83" name="Google Shape;5183;p56"/>
                <p:cNvSpPr/>
                <p:nvPr/>
              </p:nvSpPr>
              <p:spPr>
                <a:xfrm>
                  <a:off x="7291673" y="4709730"/>
                  <a:ext cx="32766" cy="18859"/>
                </a:xfrm>
                <a:custGeom>
                  <a:avLst/>
                  <a:gdLst/>
                  <a:ahLst/>
                  <a:cxnLst/>
                  <a:rect l="l" t="t" r="r" b="b"/>
                  <a:pathLst>
                    <a:path w="32766" h="18859" extrusionOk="0">
                      <a:moveTo>
                        <a:pt x="20669" y="18860"/>
                      </a:moveTo>
                      <a:lnTo>
                        <a:pt x="0" y="6953"/>
                      </a:lnTo>
                      <a:lnTo>
                        <a:pt x="12097" y="0"/>
                      </a:lnTo>
                      <a:lnTo>
                        <a:pt x="32766" y="11906"/>
                      </a:lnTo>
                      <a:lnTo>
                        <a:pt x="20669" y="1886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84" name="Google Shape;5184;p56"/>
                <p:cNvSpPr/>
                <p:nvPr/>
              </p:nvSpPr>
              <p:spPr>
                <a:xfrm>
                  <a:off x="7312342" y="4721637"/>
                  <a:ext cx="12096" cy="227171"/>
                </a:xfrm>
                <a:custGeom>
                  <a:avLst/>
                  <a:gdLst/>
                  <a:ahLst/>
                  <a:cxnLst/>
                  <a:rect l="l" t="t" r="r" b="b"/>
                  <a:pathLst>
                    <a:path w="12096" h="227171" extrusionOk="0">
                      <a:moveTo>
                        <a:pt x="12097" y="0"/>
                      </a:moveTo>
                      <a:lnTo>
                        <a:pt x="0" y="6953"/>
                      </a:lnTo>
                      <a:lnTo>
                        <a:pt x="0" y="224314"/>
                      </a:lnTo>
                      <a:lnTo>
                        <a:pt x="2476" y="222790"/>
                      </a:lnTo>
                      <a:lnTo>
                        <a:pt x="9906" y="227171"/>
                      </a:lnTo>
                      <a:lnTo>
                        <a:pt x="9906" y="218504"/>
                      </a:lnTo>
                      <a:lnTo>
                        <a:pt x="12097" y="217265"/>
                      </a:lnTo>
                      <a:lnTo>
                        <a:pt x="12097"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5185" name="Google Shape;5185;p56"/>
            <p:cNvSpPr/>
            <p:nvPr/>
          </p:nvSpPr>
          <p:spPr>
            <a:xfrm>
              <a:off x="1314344" y="2212195"/>
              <a:ext cx="497475" cy="287080"/>
            </a:xfrm>
            <a:custGeom>
              <a:avLst/>
              <a:gdLst/>
              <a:ahLst/>
              <a:cxnLst/>
              <a:rect l="l" t="t" r="r" b="b"/>
              <a:pathLst>
                <a:path w="168687" h="97345" extrusionOk="0">
                  <a:moveTo>
                    <a:pt x="168593" y="0"/>
                  </a:moveTo>
                  <a:cubicBezTo>
                    <a:pt x="168593" y="0"/>
                    <a:pt x="165926" y="1429"/>
                    <a:pt x="161163" y="3905"/>
                  </a:cubicBezTo>
                  <a:cubicBezTo>
                    <a:pt x="156496" y="6382"/>
                    <a:pt x="149638" y="9811"/>
                    <a:pt x="141637" y="14288"/>
                  </a:cubicBezTo>
                  <a:cubicBezTo>
                    <a:pt x="125730" y="23146"/>
                    <a:pt x="104489" y="35052"/>
                    <a:pt x="83153" y="46863"/>
                  </a:cubicBezTo>
                  <a:cubicBezTo>
                    <a:pt x="62294" y="59341"/>
                    <a:pt x="41338" y="71819"/>
                    <a:pt x="25718" y="81153"/>
                  </a:cubicBezTo>
                  <a:cubicBezTo>
                    <a:pt x="17812" y="85820"/>
                    <a:pt x="11525" y="90106"/>
                    <a:pt x="7049" y="92869"/>
                  </a:cubicBezTo>
                  <a:cubicBezTo>
                    <a:pt x="2572" y="95726"/>
                    <a:pt x="0" y="97346"/>
                    <a:pt x="0" y="97346"/>
                  </a:cubicBezTo>
                  <a:cubicBezTo>
                    <a:pt x="95" y="97536"/>
                    <a:pt x="168688" y="190"/>
                    <a:pt x="168688" y="190"/>
                  </a:cubicBezTo>
                  <a:lnTo>
                    <a:pt x="168688"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86" name="Google Shape;5186;p56"/>
          <p:cNvGrpSpPr/>
          <p:nvPr/>
        </p:nvGrpSpPr>
        <p:grpSpPr>
          <a:xfrm>
            <a:off x="7466431" y="4017778"/>
            <a:ext cx="1532146" cy="918971"/>
            <a:chOff x="5827631" y="4169628"/>
            <a:chExt cx="1532146" cy="918971"/>
          </a:xfrm>
        </p:grpSpPr>
        <p:grpSp>
          <p:nvGrpSpPr>
            <p:cNvPr id="5187" name="Google Shape;5187;p56"/>
            <p:cNvGrpSpPr/>
            <p:nvPr/>
          </p:nvGrpSpPr>
          <p:grpSpPr>
            <a:xfrm>
              <a:off x="5827631" y="4169628"/>
              <a:ext cx="1319282" cy="877909"/>
              <a:chOff x="7468856" y="4194453"/>
              <a:chExt cx="1319282" cy="877909"/>
            </a:xfrm>
          </p:grpSpPr>
          <p:grpSp>
            <p:nvGrpSpPr>
              <p:cNvPr id="5188" name="Google Shape;5188;p56"/>
              <p:cNvGrpSpPr/>
              <p:nvPr/>
            </p:nvGrpSpPr>
            <p:grpSpPr>
              <a:xfrm>
                <a:off x="8148186" y="4194453"/>
                <a:ext cx="639951" cy="559831"/>
                <a:chOff x="3638372" y="4678414"/>
                <a:chExt cx="422243" cy="369379"/>
              </a:xfrm>
            </p:grpSpPr>
            <p:sp>
              <p:nvSpPr>
                <p:cNvPr id="5189" name="Google Shape;5189;p56"/>
                <p:cNvSpPr/>
                <p:nvPr/>
              </p:nvSpPr>
              <p:spPr>
                <a:xfrm>
                  <a:off x="3638372" y="4804049"/>
                  <a:ext cx="422243" cy="243744"/>
                </a:xfrm>
                <a:custGeom>
                  <a:avLst/>
                  <a:gdLst/>
                  <a:ahLst/>
                  <a:cxnLst/>
                  <a:rect l="l" t="t" r="r" b="b"/>
                  <a:pathLst>
                    <a:path w="422243" h="243744" extrusionOk="0">
                      <a:moveTo>
                        <a:pt x="360378" y="208026"/>
                      </a:moveTo>
                      <a:cubicBezTo>
                        <a:pt x="277987" y="255651"/>
                        <a:pt x="144351" y="255651"/>
                        <a:pt x="61865" y="208026"/>
                      </a:cubicBezTo>
                      <a:cubicBezTo>
                        <a:pt x="-20622" y="160401"/>
                        <a:pt x="-20622" y="83248"/>
                        <a:pt x="61865" y="35719"/>
                      </a:cubicBezTo>
                      <a:cubicBezTo>
                        <a:pt x="144256" y="-11906"/>
                        <a:pt x="277987" y="-11906"/>
                        <a:pt x="360378" y="35719"/>
                      </a:cubicBezTo>
                      <a:cubicBezTo>
                        <a:pt x="442865" y="83344"/>
                        <a:pt x="442865"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190" name="Google Shape;5190;p56"/>
                <p:cNvGrpSpPr/>
                <p:nvPr/>
              </p:nvGrpSpPr>
              <p:grpSpPr>
                <a:xfrm>
                  <a:off x="3646611" y="4791857"/>
                  <a:ext cx="405669" cy="247459"/>
                  <a:chOff x="3646611" y="4791857"/>
                  <a:chExt cx="405669" cy="247459"/>
                </a:xfrm>
              </p:grpSpPr>
              <p:sp>
                <p:nvSpPr>
                  <p:cNvPr id="5191" name="Google Shape;5191;p56"/>
                  <p:cNvSpPr/>
                  <p:nvPr/>
                </p:nvSpPr>
                <p:spPr>
                  <a:xfrm>
                    <a:off x="3646611" y="4805192"/>
                    <a:ext cx="405574" cy="234124"/>
                  </a:xfrm>
                  <a:custGeom>
                    <a:avLst/>
                    <a:gdLst/>
                    <a:ahLst/>
                    <a:cxnLst/>
                    <a:rect l="l" t="t" r="r" b="b"/>
                    <a:pathLst>
                      <a:path w="405574" h="234124" extrusionOk="0">
                        <a:moveTo>
                          <a:pt x="404336" y="103727"/>
                        </a:moveTo>
                        <a:cubicBezTo>
                          <a:pt x="399288" y="78296"/>
                          <a:pt x="379952" y="53721"/>
                          <a:pt x="346234" y="34290"/>
                        </a:cubicBezTo>
                        <a:cubicBezTo>
                          <a:pt x="267081" y="-11430"/>
                          <a:pt x="138684" y="-11430"/>
                          <a:pt x="59436" y="34290"/>
                        </a:cubicBezTo>
                        <a:cubicBezTo>
                          <a:pt x="25527" y="53912"/>
                          <a:pt x="6096" y="78677"/>
                          <a:pt x="1238" y="104299"/>
                        </a:cubicBezTo>
                        <a:lnTo>
                          <a:pt x="0" y="103823"/>
                        </a:lnTo>
                        <a:lnTo>
                          <a:pt x="0" y="117824"/>
                        </a:lnTo>
                        <a:lnTo>
                          <a:pt x="0" y="117824"/>
                        </a:lnTo>
                        <a:cubicBezTo>
                          <a:pt x="286" y="147542"/>
                          <a:pt x="20098" y="177165"/>
                          <a:pt x="59341" y="199834"/>
                        </a:cubicBezTo>
                        <a:cubicBezTo>
                          <a:pt x="138589" y="245555"/>
                          <a:pt x="266986" y="245555"/>
                          <a:pt x="346138" y="199834"/>
                        </a:cubicBezTo>
                        <a:cubicBezTo>
                          <a:pt x="385763" y="176974"/>
                          <a:pt x="405574" y="146971"/>
                          <a:pt x="405574" y="117062"/>
                        </a:cubicBezTo>
                        <a:lnTo>
                          <a:pt x="405574" y="103727"/>
                        </a:lnTo>
                        <a:lnTo>
                          <a:pt x="404241" y="103727"/>
                        </a:lnTo>
                        <a:close/>
                        <a:moveTo>
                          <a:pt x="76295" y="43910"/>
                        </a:moveTo>
                        <a:cubicBezTo>
                          <a:pt x="83058" y="40005"/>
                          <a:pt x="93916"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1053" y="126968"/>
                        </a:moveTo>
                        <a:cubicBezTo>
                          <a:pt x="31528" y="126968"/>
                          <a:pt x="23813" y="122491"/>
                          <a:pt x="23813" y="117062"/>
                        </a:cubicBezTo>
                        <a:cubicBezTo>
                          <a:pt x="23813" y="111633"/>
                          <a:pt x="31528" y="107156"/>
                          <a:pt x="41053" y="107156"/>
                        </a:cubicBezTo>
                        <a:lnTo>
                          <a:pt x="111252" y="107156"/>
                        </a:lnTo>
                        <a:cubicBezTo>
                          <a:pt x="120777" y="107156"/>
                          <a:pt x="128492" y="111633"/>
                          <a:pt x="128492" y="117062"/>
                        </a:cubicBezTo>
                        <a:cubicBezTo>
                          <a:pt x="128492" y="122491"/>
                          <a:pt x="120777" y="126968"/>
                          <a:pt x="111252" y="126968"/>
                        </a:cubicBezTo>
                        <a:lnTo>
                          <a:pt x="41148" y="126968"/>
                        </a:lnTo>
                        <a:close/>
                        <a:moveTo>
                          <a:pt x="150209" y="161449"/>
                        </a:moveTo>
                        <a:lnTo>
                          <a:pt x="100584" y="190119"/>
                        </a:lnTo>
                        <a:cubicBezTo>
                          <a:pt x="93916" y="194024"/>
                          <a:pt x="82963" y="194024"/>
                          <a:pt x="76295" y="190119"/>
                        </a:cubicBezTo>
                        <a:cubicBezTo>
                          <a:pt x="69532" y="186214"/>
                          <a:pt x="69532" y="179927"/>
                          <a:pt x="76295" y="176117"/>
                        </a:cubicBezTo>
                        <a:lnTo>
                          <a:pt x="125921" y="147447"/>
                        </a:lnTo>
                        <a:cubicBezTo>
                          <a:pt x="132588" y="143542"/>
                          <a:pt x="143542" y="143542"/>
                          <a:pt x="150209" y="147447"/>
                        </a:cubicBezTo>
                        <a:cubicBezTo>
                          <a:pt x="156972" y="151352"/>
                          <a:pt x="156972" y="157639"/>
                          <a:pt x="150209" y="161544"/>
                        </a:cubicBezTo>
                        <a:close/>
                        <a:moveTo>
                          <a:pt x="185642" y="23527"/>
                        </a:moveTo>
                        <a:cubicBezTo>
                          <a:pt x="185642" y="18002"/>
                          <a:pt x="193357" y="13621"/>
                          <a:pt x="202882" y="13621"/>
                        </a:cubicBezTo>
                        <a:cubicBezTo>
                          <a:pt x="212407" y="13621"/>
                          <a:pt x="220123" y="18098"/>
                          <a:pt x="220123" y="23527"/>
                        </a:cubicBezTo>
                        <a:lnTo>
                          <a:pt x="220123" y="64008"/>
                        </a:lnTo>
                        <a:cubicBezTo>
                          <a:pt x="220123" y="69532"/>
                          <a:pt x="212407" y="73914"/>
                          <a:pt x="202882" y="73914"/>
                        </a:cubicBezTo>
                        <a:cubicBezTo>
                          <a:pt x="193357" y="73914"/>
                          <a:pt x="185642" y="69437"/>
                          <a:pt x="185642" y="64008"/>
                        </a:cubicBezTo>
                        <a:lnTo>
                          <a:pt x="185642" y="23527"/>
                        </a:lnTo>
                        <a:close/>
                        <a:moveTo>
                          <a:pt x="202882" y="220313"/>
                        </a:moveTo>
                        <a:cubicBezTo>
                          <a:pt x="193357" y="220313"/>
                          <a:pt x="185642" y="215837"/>
                          <a:pt x="185642" y="210407"/>
                        </a:cubicBezTo>
                        <a:lnTo>
                          <a:pt x="185642" y="169926"/>
                        </a:lnTo>
                        <a:cubicBezTo>
                          <a:pt x="185642" y="164497"/>
                          <a:pt x="193357" y="160020"/>
                          <a:pt x="202882" y="160020"/>
                        </a:cubicBezTo>
                        <a:cubicBezTo>
                          <a:pt x="212407" y="160020"/>
                          <a:pt x="220123" y="164497"/>
                          <a:pt x="220123" y="169926"/>
                        </a:cubicBezTo>
                        <a:lnTo>
                          <a:pt x="220123" y="210407"/>
                        </a:lnTo>
                        <a:cubicBezTo>
                          <a:pt x="220123" y="215932"/>
                          <a:pt x="212407" y="220313"/>
                          <a:pt x="202882" y="220313"/>
                        </a:cubicBezTo>
                        <a:close/>
                        <a:moveTo>
                          <a:pt x="255556" y="72485"/>
                        </a:moveTo>
                        <a:lnTo>
                          <a:pt x="305181" y="43815"/>
                        </a:lnTo>
                        <a:cubicBezTo>
                          <a:pt x="311944" y="39910"/>
                          <a:pt x="322802" y="39910"/>
                          <a:pt x="329470" y="43815"/>
                        </a:cubicBezTo>
                        <a:cubicBezTo>
                          <a:pt x="336232" y="47720"/>
                          <a:pt x="336232" y="54007"/>
                          <a:pt x="329470" y="57912"/>
                        </a:cubicBezTo>
                        <a:lnTo>
                          <a:pt x="279845" y="86582"/>
                        </a:lnTo>
                        <a:cubicBezTo>
                          <a:pt x="273082" y="90488"/>
                          <a:pt x="262223" y="90488"/>
                          <a:pt x="255461" y="86582"/>
                        </a:cubicBezTo>
                        <a:cubicBezTo>
                          <a:pt x="248698" y="82677"/>
                          <a:pt x="248698" y="76390"/>
                          <a:pt x="255461" y="72581"/>
                        </a:cubicBezTo>
                        <a:close/>
                        <a:moveTo>
                          <a:pt x="329470" y="190024"/>
                        </a:moveTo>
                        <a:cubicBezTo>
                          <a:pt x="322802" y="193929"/>
                          <a:pt x="311848" y="193929"/>
                          <a:pt x="305181" y="190024"/>
                        </a:cubicBezTo>
                        <a:lnTo>
                          <a:pt x="255556" y="161354"/>
                        </a:lnTo>
                        <a:cubicBezTo>
                          <a:pt x="248793" y="157448"/>
                          <a:pt x="248793" y="151162"/>
                          <a:pt x="255556" y="147256"/>
                        </a:cubicBezTo>
                        <a:cubicBezTo>
                          <a:pt x="262319" y="143351"/>
                          <a:pt x="273177" y="143351"/>
                          <a:pt x="279940" y="147256"/>
                        </a:cubicBezTo>
                        <a:lnTo>
                          <a:pt x="329565" y="175927"/>
                        </a:lnTo>
                        <a:cubicBezTo>
                          <a:pt x="336328" y="179832"/>
                          <a:pt x="336328" y="186119"/>
                          <a:pt x="329565" y="189929"/>
                        </a:cubicBezTo>
                        <a:close/>
                        <a:moveTo>
                          <a:pt x="364712" y="126873"/>
                        </a:moveTo>
                        <a:lnTo>
                          <a:pt x="294513" y="126873"/>
                        </a:lnTo>
                        <a:cubicBezTo>
                          <a:pt x="284988" y="126873"/>
                          <a:pt x="277368" y="122396"/>
                          <a:pt x="277368" y="116967"/>
                        </a:cubicBezTo>
                        <a:cubicBezTo>
                          <a:pt x="277368" y="111538"/>
                          <a:pt x="285083" y="107061"/>
                          <a:pt x="294513" y="107061"/>
                        </a:cubicBezTo>
                        <a:lnTo>
                          <a:pt x="364712" y="107061"/>
                        </a:lnTo>
                        <a:cubicBezTo>
                          <a:pt x="374237" y="107061"/>
                          <a:pt x="381953" y="111538"/>
                          <a:pt x="381953" y="116967"/>
                        </a:cubicBezTo>
                        <a:cubicBezTo>
                          <a:pt x="381953" y="122396"/>
                          <a:pt x="374237" y="126873"/>
                          <a:pt x="364712"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92" name="Google Shape;5192;p56"/>
                  <p:cNvSpPr/>
                  <p:nvPr/>
                </p:nvSpPr>
                <p:spPr>
                  <a:xfrm>
                    <a:off x="3646611" y="4791857"/>
                    <a:ext cx="405669" cy="234219"/>
                  </a:xfrm>
                  <a:custGeom>
                    <a:avLst/>
                    <a:gdLst/>
                    <a:ahLst/>
                    <a:cxnLst/>
                    <a:rect l="l" t="t" r="r" b="b"/>
                    <a:pathLst>
                      <a:path w="405669" h="234219" extrusionOk="0">
                        <a:moveTo>
                          <a:pt x="346234" y="34290"/>
                        </a:moveTo>
                        <a:cubicBezTo>
                          <a:pt x="267081" y="-11430"/>
                          <a:pt x="138684" y="-11430"/>
                          <a:pt x="59436" y="34290"/>
                        </a:cubicBezTo>
                        <a:cubicBezTo>
                          <a:pt x="-19812" y="80010"/>
                          <a:pt x="-19812" y="154115"/>
                          <a:pt x="59436" y="199930"/>
                        </a:cubicBezTo>
                        <a:cubicBezTo>
                          <a:pt x="138684" y="245650"/>
                          <a:pt x="267081" y="245650"/>
                          <a:pt x="346234" y="199930"/>
                        </a:cubicBezTo>
                        <a:cubicBezTo>
                          <a:pt x="425482" y="154210"/>
                          <a:pt x="425482" y="80010"/>
                          <a:pt x="346234" y="34290"/>
                        </a:cubicBezTo>
                        <a:close/>
                        <a:moveTo>
                          <a:pt x="76200" y="58007"/>
                        </a:moveTo>
                        <a:cubicBezTo>
                          <a:pt x="69437" y="54102"/>
                          <a:pt x="69437" y="47816"/>
                          <a:pt x="76200" y="44006"/>
                        </a:cubicBezTo>
                        <a:cubicBezTo>
                          <a:pt x="82963" y="40100"/>
                          <a:pt x="93821" y="40100"/>
                          <a:pt x="100489" y="44006"/>
                        </a:cubicBezTo>
                        <a:lnTo>
                          <a:pt x="150114" y="72676"/>
                        </a:lnTo>
                        <a:cubicBezTo>
                          <a:pt x="156877" y="76581"/>
                          <a:pt x="156877" y="82867"/>
                          <a:pt x="150114" y="86773"/>
                        </a:cubicBezTo>
                        <a:cubicBezTo>
                          <a:pt x="143351" y="90678"/>
                          <a:pt x="132493" y="90678"/>
                          <a:pt x="125825" y="86773"/>
                        </a:cubicBezTo>
                        <a:lnTo>
                          <a:pt x="76200" y="58102"/>
                        </a:lnTo>
                        <a:close/>
                        <a:moveTo>
                          <a:pt x="111061" y="126968"/>
                        </a:moveTo>
                        <a:lnTo>
                          <a:pt x="40957" y="126968"/>
                        </a:lnTo>
                        <a:cubicBezTo>
                          <a:pt x="31432" y="126968"/>
                          <a:pt x="23717" y="122492"/>
                          <a:pt x="23717" y="117062"/>
                        </a:cubicBezTo>
                        <a:cubicBezTo>
                          <a:pt x="23717" y="111633"/>
                          <a:pt x="31432" y="107156"/>
                          <a:pt x="40957" y="107156"/>
                        </a:cubicBezTo>
                        <a:lnTo>
                          <a:pt x="111157" y="107156"/>
                        </a:lnTo>
                        <a:cubicBezTo>
                          <a:pt x="120682" y="107156"/>
                          <a:pt x="128397" y="111633"/>
                          <a:pt x="128397" y="117062"/>
                        </a:cubicBezTo>
                        <a:cubicBezTo>
                          <a:pt x="128397" y="122492"/>
                          <a:pt x="120682" y="126968"/>
                          <a:pt x="111157" y="126968"/>
                        </a:cubicBezTo>
                        <a:close/>
                        <a:moveTo>
                          <a:pt x="202787" y="74009"/>
                        </a:moveTo>
                        <a:cubicBezTo>
                          <a:pt x="193262" y="74009"/>
                          <a:pt x="185547" y="69533"/>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628"/>
                          <a:pt x="212312" y="74009"/>
                          <a:pt x="202787" y="74009"/>
                        </a:cubicBezTo>
                        <a:close/>
                        <a:moveTo>
                          <a:pt x="100489" y="190119"/>
                        </a:moveTo>
                        <a:cubicBezTo>
                          <a:pt x="93821" y="194024"/>
                          <a:pt x="82868" y="194024"/>
                          <a:pt x="76200" y="190119"/>
                        </a:cubicBezTo>
                        <a:cubicBezTo>
                          <a:pt x="69437" y="186214"/>
                          <a:pt x="69437" y="179927"/>
                          <a:pt x="76200" y="176117"/>
                        </a:cubicBezTo>
                        <a:lnTo>
                          <a:pt x="125825" y="147447"/>
                        </a:lnTo>
                        <a:cubicBezTo>
                          <a:pt x="132493" y="143542"/>
                          <a:pt x="143446" y="143542"/>
                          <a:pt x="150114" y="147447"/>
                        </a:cubicBezTo>
                        <a:cubicBezTo>
                          <a:pt x="156877" y="151352"/>
                          <a:pt x="156877" y="157639"/>
                          <a:pt x="150114" y="161544"/>
                        </a:cubicBezTo>
                        <a:lnTo>
                          <a:pt x="100489" y="190214"/>
                        </a:lnTo>
                        <a:close/>
                        <a:moveTo>
                          <a:pt x="279749" y="86582"/>
                        </a:moveTo>
                        <a:cubicBezTo>
                          <a:pt x="272986" y="90488"/>
                          <a:pt x="262128" y="90488"/>
                          <a:pt x="255365" y="86582"/>
                        </a:cubicBezTo>
                        <a:cubicBezTo>
                          <a:pt x="248602" y="82677"/>
                          <a:pt x="248602" y="76391"/>
                          <a:pt x="255365" y="72485"/>
                        </a:cubicBezTo>
                        <a:lnTo>
                          <a:pt x="304990" y="43815"/>
                        </a:lnTo>
                        <a:cubicBezTo>
                          <a:pt x="311753" y="39910"/>
                          <a:pt x="322612" y="39910"/>
                          <a:pt x="329279" y="43815"/>
                        </a:cubicBezTo>
                        <a:cubicBezTo>
                          <a:pt x="336042" y="47720"/>
                          <a:pt x="336042" y="54007"/>
                          <a:pt x="329279" y="57817"/>
                        </a:cubicBezTo>
                        <a:lnTo>
                          <a:pt x="279654" y="86487"/>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9"/>
                        </a:moveTo>
                        <a:cubicBezTo>
                          <a:pt x="193167" y="220409"/>
                          <a:pt x="185452" y="215932"/>
                          <a:pt x="185452" y="210502"/>
                        </a:cubicBezTo>
                        <a:lnTo>
                          <a:pt x="185452" y="170021"/>
                        </a:lnTo>
                        <a:cubicBezTo>
                          <a:pt x="185452" y="164497"/>
                          <a:pt x="193167" y="160115"/>
                          <a:pt x="202692" y="160115"/>
                        </a:cubicBezTo>
                        <a:cubicBezTo>
                          <a:pt x="212217" y="160115"/>
                          <a:pt x="219932" y="164592"/>
                          <a:pt x="219932" y="170021"/>
                        </a:cubicBezTo>
                        <a:lnTo>
                          <a:pt x="219932" y="210502"/>
                        </a:lnTo>
                        <a:cubicBezTo>
                          <a:pt x="219932" y="216027"/>
                          <a:pt x="212217" y="220409"/>
                          <a:pt x="202692" y="220409"/>
                        </a:cubicBezTo>
                        <a:close/>
                        <a:moveTo>
                          <a:pt x="304990" y="190119"/>
                        </a:moveTo>
                        <a:lnTo>
                          <a:pt x="255365" y="161449"/>
                        </a:lnTo>
                        <a:cubicBezTo>
                          <a:pt x="248602" y="157543"/>
                          <a:pt x="248602" y="151257"/>
                          <a:pt x="255365" y="147352"/>
                        </a:cubicBezTo>
                        <a:cubicBezTo>
                          <a:pt x="262128" y="143447"/>
                          <a:pt x="272986" y="143447"/>
                          <a:pt x="279749" y="147352"/>
                        </a:cubicBezTo>
                        <a:lnTo>
                          <a:pt x="329374" y="176022"/>
                        </a:lnTo>
                        <a:cubicBezTo>
                          <a:pt x="336137" y="179927"/>
                          <a:pt x="336137" y="186214"/>
                          <a:pt x="329374" y="190024"/>
                        </a:cubicBezTo>
                        <a:cubicBezTo>
                          <a:pt x="322707" y="193929"/>
                          <a:pt x="311753" y="193929"/>
                          <a:pt x="305086"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93" name="Google Shape;5193;p56"/>
                  <p:cNvSpPr/>
                  <p:nvPr/>
                </p:nvSpPr>
                <p:spPr>
                  <a:xfrm>
                    <a:off x="3792266" y="4875939"/>
                    <a:ext cx="114454" cy="46315"/>
                  </a:xfrm>
                  <a:custGeom>
                    <a:avLst/>
                    <a:gdLst/>
                    <a:ahLst/>
                    <a:cxnLst/>
                    <a:rect l="l" t="t" r="r" b="b"/>
                    <a:pathLst>
                      <a:path w="114454" h="46315" extrusionOk="0">
                        <a:moveTo>
                          <a:pt x="109615" y="46315"/>
                        </a:moveTo>
                        <a:cubicBezTo>
                          <a:pt x="106853" y="42696"/>
                          <a:pt x="102852" y="39267"/>
                          <a:pt x="97708" y="36314"/>
                        </a:cubicBezTo>
                        <a:cubicBezTo>
                          <a:pt x="75325" y="23360"/>
                          <a:pt x="39130" y="23360"/>
                          <a:pt x="16746" y="36314"/>
                        </a:cubicBezTo>
                        <a:cubicBezTo>
                          <a:pt x="11603" y="39267"/>
                          <a:pt x="7602" y="42696"/>
                          <a:pt x="4840" y="46315"/>
                        </a:cubicBezTo>
                        <a:cubicBezTo>
                          <a:pt x="-4400" y="34218"/>
                          <a:pt x="-399" y="19550"/>
                          <a:pt x="16746" y="9644"/>
                        </a:cubicBezTo>
                        <a:cubicBezTo>
                          <a:pt x="39130" y="-3215"/>
                          <a:pt x="75325" y="-3215"/>
                          <a:pt x="97708" y="9644"/>
                        </a:cubicBezTo>
                        <a:cubicBezTo>
                          <a:pt x="114854"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94" name="Google Shape;5194;p56"/>
                  <p:cNvSpPr/>
                  <p:nvPr/>
                </p:nvSpPr>
                <p:spPr>
                  <a:xfrm>
                    <a:off x="3797106" y="4902538"/>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95" name="Google Shape;5195;p56"/>
                <p:cNvGrpSpPr/>
                <p:nvPr/>
              </p:nvGrpSpPr>
              <p:grpSpPr>
                <a:xfrm>
                  <a:off x="3670114" y="4704608"/>
                  <a:ext cx="358735" cy="305800"/>
                  <a:chOff x="3670114" y="4704608"/>
                  <a:chExt cx="358735" cy="305800"/>
                </a:xfrm>
              </p:grpSpPr>
              <p:sp>
                <p:nvSpPr>
                  <p:cNvPr id="5196" name="Google Shape;5196;p56"/>
                  <p:cNvSpPr/>
                  <p:nvPr/>
                </p:nvSpPr>
                <p:spPr>
                  <a:xfrm>
                    <a:off x="3670138" y="4808145"/>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1" y="212407"/>
                          <a:pt x="52388" y="171831"/>
                        </a:cubicBezTo>
                        <a:cubicBezTo>
                          <a:pt x="17336" y="151733"/>
                          <a:pt x="0" y="125063"/>
                          <a:pt x="0" y="98393"/>
                        </a:cubicBezTo>
                        <a:lnTo>
                          <a:pt x="0" y="0"/>
                        </a:lnTo>
                        <a:lnTo>
                          <a:pt x="3587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97" name="Google Shape;5197;p56"/>
                  <p:cNvSpPr/>
                  <p:nvPr/>
                </p:nvSpPr>
                <p:spPr>
                  <a:xfrm>
                    <a:off x="3670138" y="4820908"/>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622"/>
                          <a:pt x="0" y="1714"/>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98" name="Google Shape;5198;p56"/>
                  <p:cNvSpPr/>
                  <p:nvPr/>
                </p:nvSpPr>
                <p:spPr>
                  <a:xfrm>
                    <a:off x="3670138" y="4838053"/>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99" name="Google Shape;5199;p56"/>
                  <p:cNvSpPr/>
                  <p:nvPr/>
                </p:nvSpPr>
                <p:spPr>
                  <a:xfrm>
                    <a:off x="3670138" y="4855294"/>
                    <a:ext cx="358711" cy="110632"/>
                  </a:xfrm>
                  <a:custGeom>
                    <a:avLst/>
                    <a:gdLst/>
                    <a:ahLst/>
                    <a:cxnLst/>
                    <a:rect l="l" t="t" r="r" b="b"/>
                    <a:pathLst>
                      <a:path w="358711" h="110632" extrusionOk="0">
                        <a:moveTo>
                          <a:pt x="358712" y="0"/>
                        </a:moveTo>
                        <a:cubicBezTo>
                          <a:pt x="358712" y="26479"/>
                          <a:pt x="341090" y="52864"/>
                          <a:pt x="306133" y="73057"/>
                        </a:cubicBezTo>
                        <a:cubicBezTo>
                          <a:pt x="236220" y="113728"/>
                          <a:pt x="122587" y="113728"/>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0" name="Google Shape;5200;p56"/>
                  <p:cNvSpPr/>
                  <p:nvPr/>
                </p:nvSpPr>
                <p:spPr>
                  <a:xfrm>
                    <a:off x="3670138" y="4872439"/>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1" name="Google Shape;5201;p56"/>
                  <p:cNvSpPr/>
                  <p:nvPr/>
                </p:nvSpPr>
                <p:spPr>
                  <a:xfrm>
                    <a:off x="3670138" y="4889584"/>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2" name="Google Shape;5202;p56"/>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3" name="Google Shape;5203;p56"/>
                  <p:cNvSpPr/>
                  <p:nvPr/>
                </p:nvSpPr>
                <p:spPr>
                  <a:xfrm>
                    <a:off x="3684259" y="4712752"/>
                    <a:ext cx="330445" cy="190881"/>
                  </a:xfrm>
                  <a:custGeom>
                    <a:avLst/>
                    <a:gdLst/>
                    <a:ahLst/>
                    <a:cxnLst/>
                    <a:rect l="l" t="t" r="r" b="b"/>
                    <a:pathLst>
                      <a:path w="330445" h="190881" extrusionOk="0">
                        <a:moveTo>
                          <a:pt x="48363" y="162735"/>
                        </a:moveTo>
                        <a:cubicBezTo>
                          <a:pt x="112943" y="200263"/>
                          <a:pt x="217622" y="200263"/>
                          <a:pt x="282011" y="162735"/>
                        </a:cubicBezTo>
                        <a:cubicBezTo>
                          <a:pt x="346591" y="125492"/>
                          <a:pt x="346591" y="65103"/>
                          <a:pt x="282011" y="27861"/>
                        </a:cubicBezTo>
                        <a:cubicBezTo>
                          <a:pt x="217622" y="-9287"/>
                          <a:pt x="112943" y="-9287"/>
                          <a:pt x="48363" y="27861"/>
                        </a:cubicBezTo>
                        <a:cubicBezTo>
                          <a:pt x="-16121" y="65008"/>
                          <a:pt x="-16121" y="125492"/>
                          <a:pt x="48363" y="16273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4" name="Google Shape;5204;p56"/>
                  <p:cNvSpPr/>
                  <p:nvPr/>
                </p:nvSpPr>
                <p:spPr>
                  <a:xfrm>
                    <a:off x="3694927" y="4718920"/>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5" name="Google Shape;5205;p56"/>
                  <p:cNvSpPr/>
                  <p:nvPr/>
                </p:nvSpPr>
                <p:spPr>
                  <a:xfrm>
                    <a:off x="3703523" y="4724253"/>
                    <a:ext cx="291917" cy="168568"/>
                  </a:xfrm>
                  <a:custGeom>
                    <a:avLst/>
                    <a:gdLst/>
                    <a:ahLst/>
                    <a:cxnLst/>
                    <a:rect l="l" t="t" r="r" b="b"/>
                    <a:pathLst>
                      <a:path w="291917" h="168568" extrusionOk="0">
                        <a:moveTo>
                          <a:pt x="42719" y="143709"/>
                        </a:moveTo>
                        <a:cubicBezTo>
                          <a:pt x="99774" y="176856"/>
                          <a:pt x="192262" y="176856"/>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6" name="Google Shape;5206;p56"/>
                  <p:cNvSpPr/>
                  <p:nvPr/>
                </p:nvSpPr>
                <p:spPr>
                  <a:xfrm>
                    <a:off x="3712548" y="4729087"/>
                    <a:ext cx="273962" cy="158234"/>
                  </a:xfrm>
                  <a:custGeom>
                    <a:avLst/>
                    <a:gdLst/>
                    <a:ahLst/>
                    <a:cxnLst/>
                    <a:rect l="l" t="t" r="r" b="b"/>
                    <a:pathLst>
                      <a:path w="273962" h="158234" extrusionOk="0">
                        <a:moveTo>
                          <a:pt x="40077" y="134874"/>
                        </a:moveTo>
                        <a:cubicBezTo>
                          <a:pt x="93607" y="166021"/>
                          <a:pt x="180475" y="166021"/>
                          <a:pt x="233815" y="134874"/>
                        </a:cubicBezTo>
                        <a:cubicBezTo>
                          <a:pt x="287345" y="104013"/>
                          <a:pt x="287345" y="53911"/>
                          <a:pt x="233815" y="23146"/>
                        </a:cubicBezTo>
                        <a:cubicBezTo>
                          <a:pt x="180475" y="-7715"/>
                          <a:pt x="93607" y="-7715"/>
                          <a:pt x="40077" y="23146"/>
                        </a:cubicBezTo>
                        <a:cubicBezTo>
                          <a:pt x="-13359" y="54007"/>
                          <a:pt x="-13359" y="104108"/>
                          <a:pt x="40077" y="13487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7" name="Google Shape;5207;p56"/>
                  <p:cNvSpPr/>
                  <p:nvPr/>
                </p:nvSpPr>
                <p:spPr>
                  <a:xfrm>
                    <a:off x="3720097" y="4733802"/>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8" name="Google Shape;5208;p56"/>
                  <p:cNvSpPr/>
                  <p:nvPr/>
                </p:nvSpPr>
                <p:spPr>
                  <a:xfrm>
                    <a:off x="3727645" y="4737755"/>
                    <a:ext cx="243673" cy="140731"/>
                  </a:xfrm>
                  <a:custGeom>
                    <a:avLst/>
                    <a:gdLst/>
                    <a:ahLst/>
                    <a:cxnLst/>
                    <a:rect l="l" t="t" r="r" b="b"/>
                    <a:pathLst>
                      <a:path w="243673" h="140731" extrusionOk="0">
                        <a:moveTo>
                          <a:pt x="35647" y="120015"/>
                        </a:moveTo>
                        <a:cubicBezTo>
                          <a:pt x="83272" y="147638"/>
                          <a:pt x="160520" y="147638"/>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9" name="Google Shape;5209;p56"/>
                  <p:cNvSpPr/>
                  <p:nvPr/>
                </p:nvSpPr>
                <p:spPr>
                  <a:xfrm>
                    <a:off x="3734337" y="4741946"/>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0" name="Google Shape;5210;p56"/>
                  <p:cNvSpPr/>
                  <p:nvPr/>
                </p:nvSpPr>
                <p:spPr>
                  <a:xfrm>
                    <a:off x="3741456" y="4745828"/>
                    <a:ext cx="216074" cy="124753"/>
                  </a:xfrm>
                  <a:custGeom>
                    <a:avLst/>
                    <a:gdLst/>
                    <a:ahLst/>
                    <a:cxnLst/>
                    <a:rect l="l" t="t" r="r" b="b"/>
                    <a:pathLst>
                      <a:path w="216074" h="124753" extrusionOk="0">
                        <a:moveTo>
                          <a:pt x="31647" y="106323"/>
                        </a:moveTo>
                        <a:cubicBezTo>
                          <a:pt x="73938" y="130897"/>
                          <a:pt x="142327" y="130897"/>
                          <a:pt x="184428" y="106323"/>
                        </a:cubicBezTo>
                        <a:cubicBezTo>
                          <a:pt x="226624" y="82034"/>
                          <a:pt x="226624" y="42505"/>
                          <a:pt x="184428" y="18216"/>
                        </a:cubicBezTo>
                        <a:cubicBezTo>
                          <a:pt x="142327" y="-6072"/>
                          <a:pt x="73842" y="-6072"/>
                          <a:pt x="31647" y="18216"/>
                        </a:cubicBezTo>
                        <a:cubicBezTo>
                          <a:pt x="-10549" y="42505"/>
                          <a:pt x="-10549" y="82034"/>
                          <a:pt x="31647" y="10632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1" name="Google Shape;5211;p56"/>
                  <p:cNvSpPr/>
                  <p:nvPr/>
                </p:nvSpPr>
                <p:spPr>
                  <a:xfrm>
                    <a:off x="3747433" y="4749495"/>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2" name="Google Shape;5212;p56"/>
                  <p:cNvSpPr/>
                  <p:nvPr/>
                </p:nvSpPr>
                <p:spPr>
                  <a:xfrm>
                    <a:off x="3752910" y="4752424"/>
                    <a:ext cx="193166" cy="111490"/>
                  </a:xfrm>
                  <a:custGeom>
                    <a:avLst/>
                    <a:gdLst/>
                    <a:ahLst/>
                    <a:cxnLst/>
                    <a:rect l="l" t="t" r="r" b="b"/>
                    <a:pathLst>
                      <a:path w="193166" h="111490" extrusionOk="0">
                        <a:moveTo>
                          <a:pt x="28289" y="95060"/>
                        </a:moveTo>
                        <a:cubicBezTo>
                          <a:pt x="66008" y="116967"/>
                          <a:pt x="127254" y="116967"/>
                          <a:pt x="164878" y="95060"/>
                        </a:cubicBezTo>
                        <a:cubicBezTo>
                          <a:pt x="202597" y="73343"/>
                          <a:pt x="202597" y="38005"/>
                          <a:pt x="164878" y="16288"/>
                        </a:cubicBezTo>
                        <a:cubicBezTo>
                          <a:pt x="127254" y="-5429"/>
                          <a:pt x="66103" y="-5429"/>
                          <a:pt x="28289" y="16288"/>
                        </a:cubicBezTo>
                        <a:cubicBezTo>
                          <a:pt x="-9430" y="38005"/>
                          <a:pt x="-9430" y="73343"/>
                          <a:pt x="28289" y="95060"/>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3" name="Google Shape;5213;p56"/>
                  <p:cNvSpPr/>
                  <p:nvPr/>
                </p:nvSpPr>
                <p:spPr>
                  <a:xfrm>
                    <a:off x="3758292" y="4755662"/>
                    <a:ext cx="182403" cy="105322"/>
                  </a:xfrm>
                  <a:custGeom>
                    <a:avLst/>
                    <a:gdLst/>
                    <a:ahLst/>
                    <a:cxnLst/>
                    <a:rect l="l" t="t" r="r" b="b"/>
                    <a:pathLst>
                      <a:path w="182403" h="105322" extrusionOk="0">
                        <a:moveTo>
                          <a:pt x="26718" y="89821"/>
                        </a:moveTo>
                        <a:cubicBezTo>
                          <a:pt x="62341" y="110490"/>
                          <a:pt x="120158" y="110490"/>
                          <a:pt x="155686" y="89821"/>
                        </a:cubicBezTo>
                        <a:cubicBezTo>
                          <a:pt x="191310" y="69342"/>
                          <a:pt x="191310" y="35909"/>
                          <a:pt x="155686" y="15430"/>
                        </a:cubicBezTo>
                        <a:cubicBezTo>
                          <a:pt x="120158" y="-5143"/>
                          <a:pt x="62341" y="-5143"/>
                          <a:pt x="26718" y="15430"/>
                        </a:cubicBezTo>
                        <a:cubicBezTo>
                          <a:pt x="-8906" y="36004"/>
                          <a:pt x="-8906" y="69342"/>
                          <a:pt x="26718" y="89821"/>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4" name="Google Shape;5214;p56"/>
                  <p:cNvSpPr/>
                  <p:nvPr/>
                </p:nvSpPr>
                <p:spPr>
                  <a:xfrm>
                    <a:off x="3763578" y="4758496"/>
                    <a:ext cx="171807" cy="99250"/>
                  </a:xfrm>
                  <a:custGeom>
                    <a:avLst/>
                    <a:gdLst/>
                    <a:ahLst/>
                    <a:cxnLst/>
                    <a:rect l="l" t="t" r="r" b="b"/>
                    <a:pathLst>
                      <a:path w="171807" h="99250" extrusionOk="0">
                        <a:moveTo>
                          <a:pt x="25146" y="84606"/>
                        </a:moveTo>
                        <a:cubicBezTo>
                          <a:pt x="58674"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5" name="Google Shape;5215;p56"/>
                  <p:cNvSpPr/>
                  <p:nvPr/>
                </p:nvSpPr>
                <p:spPr>
                  <a:xfrm>
                    <a:off x="3768436" y="4761473"/>
                    <a:ext cx="162186" cy="93702"/>
                  </a:xfrm>
                  <a:custGeom>
                    <a:avLst/>
                    <a:gdLst/>
                    <a:ahLst/>
                    <a:cxnLst/>
                    <a:rect l="l" t="t" r="r" b="b"/>
                    <a:pathLst>
                      <a:path w="162186" h="93702" extrusionOk="0">
                        <a:moveTo>
                          <a:pt x="23717" y="79915"/>
                        </a:moveTo>
                        <a:cubicBezTo>
                          <a:pt x="55435" y="98298"/>
                          <a:pt x="106871" y="98298"/>
                          <a:pt x="138398" y="79915"/>
                        </a:cubicBezTo>
                        <a:cubicBezTo>
                          <a:pt x="170117" y="61627"/>
                          <a:pt x="170117" y="31909"/>
                          <a:pt x="138398" y="13716"/>
                        </a:cubicBezTo>
                        <a:cubicBezTo>
                          <a:pt x="106775" y="-4572"/>
                          <a:pt x="55435" y="-4572"/>
                          <a:pt x="23717" y="13716"/>
                        </a:cubicBezTo>
                        <a:cubicBezTo>
                          <a:pt x="-7906" y="32004"/>
                          <a:pt x="-7906" y="61627"/>
                          <a:pt x="23717" y="7991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6" name="Google Shape;5216;p56"/>
                  <p:cNvSpPr/>
                  <p:nvPr/>
                </p:nvSpPr>
                <p:spPr>
                  <a:xfrm>
                    <a:off x="3773294" y="4764139"/>
                    <a:ext cx="152376" cy="87987"/>
                  </a:xfrm>
                  <a:custGeom>
                    <a:avLst/>
                    <a:gdLst/>
                    <a:ahLst/>
                    <a:cxnLst/>
                    <a:rect l="l" t="t" r="r" b="b"/>
                    <a:pathLst>
                      <a:path w="152376" h="87987" extrusionOk="0">
                        <a:moveTo>
                          <a:pt x="22288" y="75057"/>
                        </a:moveTo>
                        <a:cubicBezTo>
                          <a:pt x="52007" y="92297"/>
                          <a:pt x="100298" y="92297"/>
                          <a:pt x="130016" y="75057"/>
                        </a:cubicBezTo>
                        <a:cubicBezTo>
                          <a:pt x="159829" y="57912"/>
                          <a:pt x="159829" y="30004"/>
                          <a:pt x="130016" y="12859"/>
                        </a:cubicBezTo>
                        <a:cubicBezTo>
                          <a:pt x="100298" y="-4286"/>
                          <a:pt x="52102" y="-4286"/>
                          <a:pt x="22288" y="12859"/>
                        </a:cubicBezTo>
                        <a:cubicBezTo>
                          <a:pt x="-7429" y="30004"/>
                          <a:pt x="-7429" y="57817"/>
                          <a:pt x="22288" y="75057"/>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7" name="Google Shape;5217;p56"/>
                  <p:cNvSpPr/>
                  <p:nvPr/>
                </p:nvSpPr>
                <p:spPr>
                  <a:xfrm>
                    <a:off x="3777556" y="4766854"/>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8" name="Google Shape;5218;p56"/>
                  <p:cNvSpPr/>
                  <p:nvPr/>
                </p:nvSpPr>
                <p:spPr>
                  <a:xfrm>
                    <a:off x="3784581" y="4771117"/>
                    <a:ext cx="129730" cy="74866"/>
                  </a:xfrm>
                  <a:custGeom>
                    <a:avLst/>
                    <a:gdLst/>
                    <a:ahLst/>
                    <a:cxnLst/>
                    <a:rect l="l" t="t" r="r" b="b"/>
                    <a:pathLst>
                      <a:path w="129730" h="74866" extrusionOk="0">
                        <a:moveTo>
                          <a:pt x="19002" y="63794"/>
                        </a:moveTo>
                        <a:cubicBezTo>
                          <a:pt x="44339" y="78557"/>
                          <a:pt x="85392" y="78557"/>
                          <a:pt x="110728" y="63794"/>
                        </a:cubicBezTo>
                        <a:cubicBezTo>
                          <a:pt x="136064" y="49220"/>
                          <a:pt x="136064" y="25503"/>
                          <a:pt x="110728" y="10930"/>
                        </a:cubicBezTo>
                        <a:cubicBezTo>
                          <a:pt x="85487" y="-3643"/>
                          <a:pt x="44434" y="-3643"/>
                          <a:pt x="19002" y="10930"/>
                        </a:cubicBezTo>
                        <a:cubicBezTo>
                          <a:pt x="-6334" y="25503"/>
                          <a:pt x="-6334" y="49220"/>
                          <a:pt x="19002" y="6379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9" name="Google Shape;5219;p56"/>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220" name="Google Shape;5220;p56"/>
                <p:cNvGrpSpPr/>
                <p:nvPr/>
              </p:nvGrpSpPr>
              <p:grpSpPr>
                <a:xfrm>
                  <a:off x="3646611" y="4678414"/>
                  <a:ext cx="405669" cy="247649"/>
                  <a:chOff x="3646611" y="4678414"/>
                  <a:chExt cx="405669" cy="247649"/>
                </a:xfrm>
              </p:grpSpPr>
              <p:sp>
                <p:nvSpPr>
                  <p:cNvPr id="5221" name="Google Shape;5221;p56"/>
                  <p:cNvSpPr/>
                  <p:nvPr/>
                </p:nvSpPr>
                <p:spPr>
                  <a:xfrm>
                    <a:off x="3646611" y="4691749"/>
                    <a:ext cx="405574" cy="234314"/>
                  </a:xfrm>
                  <a:custGeom>
                    <a:avLst/>
                    <a:gdLst/>
                    <a:ahLst/>
                    <a:cxnLst/>
                    <a:rect l="l" t="t" r="r" b="b"/>
                    <a:pathLst>
                      <a:path w="405574" h="234314" extrusionOk="0">
                        <a:moveTo>
                          <a:pt x="404336" y="103823"/>
                        </a:moveTo>
                        <a:cubicBezTo>
                          <a:pt x="399288" y="78391"/>
                          <a:pt x="379952" y="53816"/>
                          <a:pt x="346234" y="34290"/>
                        </a:cubicBezTo>
                        <a:cubicBezTo>
                          <a:pt x="267081" y="-11430"/>
                          <a:pt x="138684" y="-11430"/>
                          <a:pt x="59436" y="34290"/>
                        </a:cubicBezTo>
                        <a:cubicBezTo>
                          <a:pt x="25527" y="53912"/>
                          <a:pt x="6096" y="78677"/>
                          <a:pt x="1238" y="104299"/>
                        </a:cubicBezTo>
                        <a:lnTo>
                          <a:pt x="0" y="103823"/>
                        </a:lnTo>
                        <a:lnTo>
                          <a:pt x="0" y="117920"/>
                        </a:lnTo>
                        <a:lnTo>
                          <a:pt x="0" y="117920"/>
                        </a:lnTo>
                        <a:cubicBezTo>
                          <a:pt x="286"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95" y="44006"/>
                        </a:moveTo>
                        <a:cubicBezTo>
                          <a:pt x="83058" y="40100"/>
                          <a:pt x="93916" y="40100"/>
                          <a:pt x="100584" y="44006"/>
                        </a:cubicBezTo>
                        <a:lnTo>
                          <a:pt x="150209" y="72676"/>
                        </a:lnTo>
                        <a:cubicBezTo>
                          <a:pt x="156972" y="76581"/>
                          <a:pt x="156972" y="82868"/>
                          <a:pt x="150209" y="86773"/>
                        </a:cubicBezTo>
                        <a:cubicBezTo>
                          <a:pt x="143446" y="90678"/>
                          <a:pt x="132588" y="90678"/>
                          <a:pt x="125921" y="86773"/>
                        </a:cubicBezTo>
                        <a:lnTo>
                          <a:pt x="76295" y="58103"/>
                        </a:lnTo>
                        <a:cubicBezTo>
                          <a:pt x="69532" y="54197"/>
                          <a:pt x="69532" y="47911"/>
                          <a:pt x="76295" y="44101"/>
                        </a:cubicBezTo>
                        <a:close/>
                        <a:moveTo>
                          <a:pt x="41053" y="127064"/>
                        </a:moveTo>
                        <a:cubicBezTo>
                          <a:pt x="31528" y="127064"/>
                          <a:pt x="23813" y="122587"/>
                          <a:pt x="23813" y="117157"/>
                        </a:cubicBezTo>
                        <a:cubicBezTo>
                          <a:pt x="23813" y="111728"/>
                          <a:pt x="31528" y="107252"/>
                          <a:pt x="41053" y="107252"/>
                        </a:cubicBezTo>
                        <a:lnTo>
                          <a:pt x="111252" y="107252"/>
                        </a:lnTo>
                        <a:cubicBezTo>
                          <a:pt x="120777" y="107252"/>
                          <a:pt x="128492" y="111728"/>
                          <a:pt x="128492" y="117157"/>
                        </a:cubicBezTo>
                        <a:cubicBezTo>
                          <a:pt x="128492" y="122587"/>
                          <a:pt x="120777" y="127064"/>
                          <a:pt x="111252" y="127064"/>
                        </a:cubicBezTo>
                        <a:lnTo>
                          <a:pt x="41148" y="127064"/>
                        </a:lnTo>
                        <a:close/>
                        <a:moveTo>
                          <a:pt x="150209" y="161544"/>
                        </a:moveTo>
                        <a:lnTo>
                          <a:pt x="100584" y="190214"/>
                        </a:lnTo>
                        <a:cubicBezTo>
                          <a:pt x="93916" y="194120"/>
                          <a:pt x="82963" y="194120"/>
                          <a:pt x="76295" y="190214"/>
                        </a:cubicBezTo>
                        <a:cubicBezTo>
                          <a:pt x="69532" y="186309"/>
                          <a:pt x="69532" y="180023"/>
                          <a:pt x="76295" y="176213"/>
                        </a:cubicBezTo>
                        <a:lnTo>
                          <a:pt x="125921" y="147542"/>
                        </a:lnTo>
                        <a:cubicBezTo>
                          <a:pt x="132588" y="143637"/>
                          <a:pt x="143542" y="143637"/>
                          <a:pt x="150209" y="147542"/>
                        </a:cubicBezTo>
                        <a:cubicBezTo>
                          <a:pt x="156972" y="151448"/>
                          <a:pt x="156972" y="157734"/>
                          <a:pt x="150209" y="161639"/>
                        </a:cubicBezTo>
                        <a:close/>
                        <a:moveTo>
                          <a:pt x="185642" y="23622"/>
                        </a:moveTo>
                        <a:cubicBezTo>
                          <a:pt x="185642" y="18098"/>
                          <a:pt x="193357" y="13716"/>
                          <a:pt x="202882" y="13716"/>
                        </a:cubicBezTo>
                        <a:cubicBezTo>
                          <a:pt x="212407" y="13716"/>
                          <a:pt x="220123" y="18193"/>
                          <a:pt x="220123" y="23622"/>
                        </a:cubicBezTo>
                        <a:lnTo>
                          <a:pt x="220123" y="64103"/>
                        </a:lnTo>
                        <a:cubicBezTo>
                          <a:pt x="220123" y="69628"/>
                          <a:pt x="212407" y="74009"/>
                          <a:pt x="202882" y="74009"/>
                        </a:cubicBezTo>
                        <a:cubicBezTo>
                          <a:pt x="193357" y="74009"/>
                          <a:pt x="185642" y="69532"/>
                          <a:pt x="185642" y="64103"/>
                        </a:cubicBezTo>
                        <a:lnTo>
                          <a:pt x="185642" y="23622"/>
                        </a:lnTo>
                        <a:close/>
                        <a:moveTo>
                          <a:pt x="202882" y="220408"/>
                        </a:moveTo>
                        <a:cubicBezTo>
                          <a:pt x="193357" y="220408"/>
                          <a:pt x="185642" y="215932"/>
                          <a:pt x="185642" y="210503"/>
                        </a:cubicBezTo>
                        <a:lnTo>
                          <a:pt x="185642" y="170021"/>
                        </a:lnTo>
                        <a:cubicBezTo>
                          <a:pt x="185642" y="164497"/>
                          <a:pt x="193357" y="160115"/>
                          <a:pt x="202882" y="160115"/>
                        </a:cubicBezTo>
                        <a:cubicBezTo>
                          <a:pt x="212407" y="160115"/>
                          <a:pt x="220123" y="164592"/>
                          <a:pt x="220123" y="170021"/>
                        </a:cubicBezTo>
                        <a:lnTo>
                          <a:pt x="220123" y="210503"/>
                        </a:lnTo>
                        <a:cubicBezTo>
                          <a:pt x="220123" y="216027"/>
                          <a:pt x="212407" y="220408"/>
                          <a:pt x="202882" y="220408"/>
                        </a:cubicBezTo>
                        <a:close/>
                        <a:moveTo>
                          <a:pt x="255556" y="72581"/>
                        </a:moveTo>
                        <a:lnTo>
                          <a:pt x="305181" y="43910"/>
                        </a:lnTo>
                        <a:cubicBezTo>
                          <a:pt x="311944" y="40005"/>
                          <a:pt x="322802" y="40005"/>
                          <a:pt x="329470" y="43910"/>
                        </a:cubicBezTo>
                        <a:cubicBezTo>
                          <a:pt x="336232" y="47815"/>
                          <a:pt x="336232" y="54102"/>
                          <a:pt x="329470" y="57912"/>
                        </a:cubicBezTo>
                        <a:lnTo>
                          <a:pt x="279845" y="86582"/>
                        </a:lnTo>
                        <a:cubicBezTo>
                          <a:pt x="273082" y="90488"/>
                          <a:pt x="262223" y="90488"/>
                          <a:pt x="255461" y="86582"/>
                        </a:cubicBezTo>
                        <a:cubicBezTo>
                          <a:pt x="248698" y="82677"/>
                          <a:pt x="248698" y="76390"/>
                          <a:pt x="255461" y="72485"/>
                        </a:cubicBezTo>
                        <a:close/>
                        <a:moveTo>
                          <a:pt x="329470" y="190119"/>
                        </a:moveTo>
                        <a:cubicBezTo>
                          <a:pt x="322802" y="194024"/>
                          <a:pt x="311848" y="194024"/>
                          <a:pt x="305181" y="190119"/>
                        </a:cubicBezTo>
                        <a:lnTo>
                          <a:pt x="255556" y="161449"/>
                        </a:lnTo>
                        <a:cubicBezTo>
                          <a:pt x="248793" y="157544"/>
                          <a:pt x="248793" y="151257"/>
                          <a:pt x="255556" y="147352"/>
                        </a:cubicBezTo>
                        <a:cubicBezTo>
                          <a:pt x="262319" y="143447"/>
                          <a:pt x="273177" y="143447"/>
                          <a:pt x="279940" y="147352"/>
                        </a:cubicBezTo>
                        <a:lnTo>
                          <a:pt x="329565" y="176022"/>
                        </a:lnTo>
                        <a:cubicBezTo>
                          <a:pt x="336328" y="179927"/>
                          <a:pt x="336328" y="186214"/>
                          <a:pt x="329565" y="190024"/>
                        </a:cubicBezTo>
                        <a:close/>
                        <a:moveTo>
                          <a:pt x="364712" y="126968"/>
                        </a:moveTo>
                        <a:lnTo>
                          <a:pt x="294513" y="126968"/>
                        </a:lnTo>
                        <a:cubicBezTo>
                          <a:pt x="284988" y="126968"/>
                          <a:pt x="277368" y="122491"/>
                          <a:pt x="277368" y="117062"/>
                        </a:cubicBezTo>
                        <a:cubicBezTo>
                          <a:pt x="277368" y="111633"/>
                          <a:pt x="285083" y="107156"/>
                          <a:pt x="294513" y="107156"/>
                        </a:cubicBezTo>
                        <a:lnTo>
                          <a:pt x="364712" y="107156"/>
                        </a:lnTo>
                        <a:cubicBezTo>
                          <a:pt x="374237" y="107156"/>
                          <a:pt x="381953" y="111633"/>
                          <a:pt x="381953" y="117062"/>
                        </a:cubicBezTo>
                        <a:cubicBezTo>
                          <a:pt x="381953" y="122491"/>
                          <a:pt x="374237" y="126968"/>
                          <a:pt x="364712"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2" name="Google Shape;5222;p56"/>
                  <p:cNvSpPr/>
                  <p:nvPr/>
                </p:nvSpPr>
                <p:spPr>
                  <a:xfrm>
                    <a:off x="3646611" y="4678414"/>
                    <a:ext cx="405669" cy="234124"/>
                  </a:xfrm>
                  <a:custGeom>
                    <a:avLst/>
                    <a:gdLst/>
                    <a:ahLst/>
                    <a:cxnLst/>
                    <a:rect l="l" t="t" r="r" b="b"/>
                    <a:pathLst>
                      <a:path w="405669" h="234124" extrusionOk="0">
                        <a:moveTo>
                          <a:pt x="346234" y="34290"/>
                        </a:moveTo>
                        <a:cubicBezTo>
                          <a:pt x="267081" y="-11430"/>
                          <a:pt x="138684" y="-11430"/>
                          <a:pt x="59436" y="34290"/>
                        </a:cubicBezTo>
                        <a:cubicBezTo>
                          <a:pt x="-19812" y="80010"/>
                          <a:pt x="-19812" y="154210"/>
                          <a:pt x="59436" y="199834"/>
                        </a:cubicBezTo>
                        <a:cubicBezTo>
                          <a:pt x="138684" y="245555"/>
                          <a:pt x="267081" y="245555"/>
                          <a:pt x="346234" y="199834"/>
                        </a:cubicBezTo>
                        <a:cubicBezTo>
                          <a:pt x="425482" y="154115"/>
                          <a:pt x="425482" y="80010"/>
                          <a:pt x="346234" y="34290"/>
                        </a:cubicBezTo>
                        <a:close/>
                        <a:moveTo>
                          <a:pt x="76200" y="58007"/>
                        </a:moveTo>
                        <a:cubicBezTo>
                          <a:pt x="69437" y="54102"/>
                          <a:pt x="69437" y="47815"/>
                          <a:pt x="76200" y="44006"/>
                        </a:cubicBezTo>
                        <a:cubicBezTo>
                          <a:pt x="82963" y="40100"/>
                          <a:pt x="93821" y="40100"/>
                          <a:pt x="100489" y="44006"/>
                        </a:cubicBezTo>
                        <a:lnTo>
                          <a:pt x="150114" y="72676"/>
                        </a:lnTo>
                        <a:cubicBezTo>
                          <a:pt x="156877" y="76581"/>
                          <a:pt x="156877" y="82867"/>
                          <a:pt x="150114" y="86678"/>
                        </a:cubicBezTo>
                        <a:cubicBezTo>
                          <a:pt x="143351" y="90583"/>
                          <a:pt x="132493" y="90583"/>
                          <a:pt x="125825" y="86678"/>
                        </a:cubicBezTo>
                        <a:lnTo>
                          <a:pt x="76200" y="58007"/>
                        </a:lnTo>
                        <a:close/>
                        <a:moveTo>
                          <a:pt x="111061" y="126968"/>
                        </a:moveTo>
                        <a:lnTo>
                          <a:pt x="40957" y="126968"/>
                        </a:lnTo>
                        <a:cubicBezTo>
                          <a:pt x="31432" y="126968"/>
                          <a:pt x="23717" y="122491"/>
                          <a:pt x="23717" y="117062"/>
                        </a:cubicBezTo>
                        <a:cubicBezTo>
                          <a:pt x="23717" y="111633"/>
                          <a:pt x="31432" y="107156"/>
                          <a:pt x="40957" y="107156"/>
                        </a:cubicBezTo>
                        <a:lnTo>
                          <a:pt x="111157" y="107156"/>
                        </a:lnTo>
                        <a:cubicBezTo>
                          <a:pt x="120682" y="107156"/>
                          <a:pt x="128397" y="111633"/>
                          <a:pt x="128397" y="117062"/>
                        </a:cubicBezTo>
                        <a:cubicBezTo>
                          <a:pt x="128397" y="122491"/>
                          <a:pt x="120682" y="126968"/>
                          <a:pt x="111157" y="126968"/>
                        </a:cubicBezTo>
                        <a:close/>
                        <a:moveTo>
                          <a:pt x="202787" y="74009"/>
                        </a:moveTo>
                        <a:cubicBezTo>
                          <a:pt x="193262" y="74009"/>
                          <a:pt x="185547" y="69532"/>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532"/>
                          <a:pt x="212312" y="74009"/>
                          <a:pt x="202787" y="74009"/>
                        </a:cubicBezTo>
                        <a:close/>
                        <a:moveTo>
                          <a:pt x="100489" y="190119"/>
                        </a:moveTo>
                        <a:cubicBezTo>
                          <a:pt x="93821" y="194024"/>
                          <a:pt x="82868" y="194024"/>
                          <a:pt x="76200" y="190119"/>
                        </a:cubicBezTo>
                        <a:cubicBezTo>
                          <a:pt x="69437" y="186214"/>
                          <a:pt x="69437" y="179927"/>
                          <a:pt x="76200" y="176022"/>
                        </a:cubicBezTo>
                        <a:lnTo>
                          <a:pt x="125825" y="147352"/>
                        </a:lnTo>
                        <a:cubicBezTo>
                          <a:pt x="132493" y="143447"/>
                          <a:pt x="143446" y="143447"/>
                          <a:pt x="150114" y="147352"/>
                        </a:cubicBezTo>
                        <a:cubicBezTo>
                          <a:pt x="156877" y="151257"/>
                          <a:pt x="156877" y="157543"/>
                          <a:pt x="150114" y="161354"/>
                        </a:cubicBezTo>
                        <a:lnTo>
                          <a:pt x="100489" y="190024"/>
                        </a:lnTo>
                        <a:close/>
                        <a:moveTo>
                          <a:pt x="279749" y="86582"/>
                        </a:moveTo>
                        <a:cubicBezTo>
                          <a:pt x="272986" y="90488"/>
                          <a:pt x="262128" y="90488"/>
                          <a:pt x="255365" y="86582"/>
                        </a:cubicBezTo>
                        <a:cubicBezTo>
                          <a:pt x="248602" y="82677"/>
                          <a:pt x="248602" y="76390"/>
                          <a:pt x="255365" y="72581"/>
                        </a:cubicBezTo>
                        <a:lnTo>
                          <a:pt x="304990" y="43910"/>
                        </a:lnTo>
                        <a:cubicBezTo>
                          <a:pt x="311753" y="40005"/>
                          <a:pt x="322612" y="40005"/>
                          <a:pt x="329279" y="43910"/>
                        </a:cubicBezTo>
                        <a:cubicBezTo>
                          <a:pt x="336042" y="47815"/>
                          <a:pt x="336042" y="54102"/>
                          <a:pt x="329279" y="57912"/>
                        </a:cubicBezTo>
                        <a:lnTo>
                          <a:pt x="279654" y="86582"/>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8"/>
                        </a:moveTo>
                        <a:cubicBezTo>
                          <a:pt x="193167" y="220408"/>
                          <a:pt x="185452" y="215932"/>
                          <a:pt x="185452" y="210503"/>
                        </a:cubicBezTo>
                        <a:lnTo>
                          <a:pt x="185452" y="170021"/>
                        </a:lnTo>
                        <a:cubicBezTo>
                          <a:pt x="185452" y="164497"/>
                          <a:pt x="193167" y="160115"/>
                          <a:pt x="202692" y="160115"/>
                        </a:cubicBezTo>
                        <a:cubicBezTo>
                          <a:pt x="212217" y="160115"/>
                          <a:pt x="219932" y="164592"/>
                          <a:pt x="219932" y="170021"/>
                        </a:cubicBezTo>
                        <a:lnTo>
                          <a:pt x="219932" y="210503"/>
                        </a:lnTo>
                        <a:cubicBezTo>
                          <a:pt x="219932" y="216027"/>
                          <a:pt x="212217" y="220408"/>
                          <a:pt x="202692" y="220408"/>
                        </a:cubicBezTo>
                        <a:close/>
                        <a:moveTo>
                          <a:pt x="304990" y="190119"/>
                        </a:moveTo>
                        <a:lnTo>
                          <a:pt x="255365" y="161449"/>
                        </a:lnTo>
                        <a:cubicBezTo>
                          <a:pt x="248602" y="157543"/>
                          <a:pt x="248602" y="151257"/>
                          <a:pt x="255365" y="147447"/>
                        </a:cubicBezTo>
                        <a:cubicBezTo>
                          <a:pt x="262128" y="143542"/>
                          <a:pt x="272986" y="143542"/>
                          <a:pt x="279749" y="147447"/>
                        </a:cubicBezTo>
                        <a:lnTo>
                          <a:pt x="329374" y="176117"/>
                        </a:lnTo>
                        <a:cubicBezTo>
                          <a:pt x="336137" y="180023"/>
                          <a:pt x="336137" y="186309"/>
                          <a:pt x="329374" y="190214"/>
                        </a:cubicBezTo>
                        <a:cubicBezTo>
                          <a:pt x="322707" y="194120"/>
                          <a:pt x="311753" y="194120"/>
                          <a:pt x="305086"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3" name="Google Shape;5223;p56"/>
                  <p:cNvSpPr/>
                  <p:nvPr/>
                </p:nvSpPr>
                <p:spPr>
                  <a:xfrm>
                    <a:off x="3792266" y="4762425"/>
                    <a:ext cx="114454" cy="46386"/>
                  </a:xfrm>
                  <a:custGeom>
                    <a:avLst/>
                    <a:gdLst/>
                    <a:ahLst/>
                    <a:cxnLst/>
                    <a:rect l="l" t="t" r="r" b="b"/>
                    <a:pathLst>
                      <a:path w="114454" h="46386" extrusionOk="0">
                        <a:moveTo>
                          <a:pt x="109615" y="46387"/>
                        </a:moveTo>
                        <a:cubicBezTo>
                          <a:pt x="106853" y="42767"/>
                          <a:pt x="102852" y="39338"/>
                          <a:pt x="97708" y="36385"/>
                        </a:cubicBezTo>
                        <a:cubicBezTo>
                          <a:pt x="75325" y="23432"/>
                          <a:pt x="39130" y="23432"/>
                          <a:pt x="16746" y="36385"/>
                        </a:cubicBezTo>
                        <a:cubicBezTo>
                          <a:pt x="11603" y="39338"/>
                          <a:pt x="7602" y="42767"/>
                          <a:pt x="4840" y="46387"/>
                        </a:cubicBezTo>
                        <a:cubicBezTo>
                          <a:pt x="-4400" y="34290"/>
                          <a:pt x="-399" y="19622"/>
                          <a:pt x="16746" y="9716"/>
                        </a:cubicBezTo>
                        <a:cubicBezTo>
                          <a:pt x="39130" y="-3239"/>
                          <a:pt x="75325" y="-3239"/>
                          <a:pt x="97708" y="9716"/>
                        </a:cubicBezTo>
                        <a:cubicBezTo>
                          <a:pt x="114854"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4" name="Google Shape;5224;p56"/>
                  <p:cNvSpPr/>
                  <p:nvPr/>
                </p:nvSpPr>
                <p:spPr>
                  <a:xfrm>
                    <a:off x="3797106" y="4789095"/>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225" name="Google Shape;5225;p56"/>
              <p:cNvGrpSpPr/>
              <p:nvPr/>
            </p:nvGrpSpPr>
            <p:grpSpPr>
              <a:xfrm>
                <a:off x="7468856" y="4512385"/>
                <a:ext cx="639735" cy="559976"/>
                <a:chOff x="3695689" y="4939685"/>
                <a:chExt cx="422100" cy="369475"/>
              </a:xfrm>
            </p:grpSpPr>
            <p:sp>
              <p:nvSpPr>
                <p:cNvPr id="5226" name="Google Shape;5226;p56"/>
                <p:cNvSpPr/>
                <p:nvPr/>
              </p:nvSpPr>
              <p:spPr>
                <a:xfrm>
                  <a:off x="3695689" y="5065320"/>
                  <a:ext cx="422100" cy="243840"/>
                </a:xfrm>
                <a:custGeom>
                  <a:avLst/>
                  <a:gdLst/>
                  <a:ahLst/>
                  <a:cxnLst/>
                  <a:rect l="l" t="t" r="r" b="b"/>
                  <a:pathLst>
                    <a:path w="422100" h="243840" extrusionOk="0">
                      <a:moveTo>
                        <a:pt x="360307" y="208121"/>
                      </a:moveTo>
                      <a:cubicBezTo>
                        <a:pt x="277821" y="255746"/>
                        <a:pt x="144185" y="255746"/>
                        <a:pt x="61793" y="208121"/>
                      </a:cubicBezTo>
                      <a:cubicBezTo>
                        <a:pt x="-20598" y="160496"/>
                        <a:pt x="-20598" y="83344"/>
                        <a:pt x="61793" y="35719"/>
                      </a:cubicBezTo>
                      <a:cubicBezTo>
                        <a:pt x="144185" y="-11906"/>
                        <a:pt x="277821" y="-11906"/>
                        <a:pt x="360307" y="35719"/>
                      </a:cubicBezTo>
                      <a:cubicBezTo>
                        <a:pt x="442698" y="83344"/>
                        <a:pt x="442698" y="160496"/>
                        <a:pt x="360307" y="208121"/>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227" name="Google Shape;5227;p56"/>
                <p:cNvGrpSpPr/>
                <p:nvPr/>
              </p:nvGrpSpPr>
              <p:grpSpPr>
                <a:xfrm>
                  <a:off x="3703857" y="5053128"/>
                  <a:ext cx="405669" cy="247649"/>
                  <a:chOff x="3703857" y="5053128"/>
                  <a:chExt cx="405669" cy="247649"/>
                </a:xfrm>
              </p:grpSpPr>
              <p:sp>
                <p:nvSpPr>
                  <p:cNvPr id="5228" name="Google Shape;5228;p56"/>
                  <p:cNvSpPr/>
                  <p:nvPr/>
                </p:nvSpPr>
                <p:spPr>
                  <a:xfrm>
                    <a:off x="3703857" y="5066463"/>
                    <a:ext cx="405574" cy="234314"/>
                  </a:xfrm>
                  <a:custGeom>
                    <a:avLst/>
                    <a:gdLst/>
                    <a:ahLst/>
                    <a:cxnLst/>
                    <a:rect l="l" t="t" r="r" b="b"/>
                    <a:pathLst>
                      <a:path w="405574" h="234314"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920"/>
                        </a:lnTo>
                        <a:lnTo>
                          <a:pt x="0" y="117920"/>
                        </a:lnTo>
                        <a:cubicBezTo>
                          <a:pt x="381"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0957" y="126968"/>
                        </a:moveTo>
                        <a:cubicBezTo>
                          <a:pt x="31432" y="126968"/>
                          <a:pt x="23717" y="122492"/>
                          <a:pt x="23717" y="117062"/>
                        </a:cubicBezTo>
                        <a:cubicBezTo>
                          <a:pt x="23717" y="111633"/>
                          <a:pt x="31432" y="107156"/>
                          <a:pt x="40957" y="107156"/>
                        </a:cubicBezTo>
                        <a:lnTo>
                          <a:pt x="111062" y="107156"/>
                        </a:lnTo>
                        <a:cubicBezTo>
                          <a:pt x="120587" y="107156"/>
                          <a:pt x="128302" y="111633"/>
                          <a:pt x="128302" y="117062"/>
                        </a:cubicBezTo>
                        <a:cubicBezTo>
                          <a:pt x="128302" y="122492"/>
                          <a:pt x="120587" y="126968"/>
                          <a:pt x="111062" y="126968"/>
                        </a:cubicBezTo>
                        <a:lnTo>
                          <a:pt x="40957" y="126968"/>
                        </a:lnTo>
                        <a:close/>
                        <a:moveTo>
                          <a:pt x="150114" y="161449"/>
                        </a:moveTo>
                        <a:lnTo>
                          <a:pt x="100489" y="190119"/>
                        </a:lnTo>
                        <a:cubicBezTo>
                          <a:pt x="93726" y="194024"/>
                          <a:pt x="82867" y="194024"/>
                          <a:pt x="76105" y="190119"/>
                        </a:cubicBezTo>
                        <a:cubicBezTo>
                          <a:pt x="69342" y="186214"/>
                          <a:pt x="69342" y="179927"/>
                          <a:pt x="76105" y="176117"/>
                        </a:cubicBezTo>
                        <a:lnTo>
                          <a:pt x="125730" y="147447"/>
                        </a:lnTo>
                        <a:cubicBezTo>
                          <a:pt x="132493" y="143542"/>
                          <a:pt x="143351" y="143542"/>
                          <a:pt x="150019" y="147447"/>
                        </a:cubicBezTo>
                        <a:cubicBezTo>
                          <a:pt x="156781" y="151352"/>
                          <a:pt x="156781" y="157639"/>
                          <a:pt x="150019" y="161544"/>
                        </a:cubicBezTo>
                        <a:close/>
                        <a:moveTo>
                          <a:pt x="185547" y="23527"/>
                        </a:moveTo>
                        <a:cubicBezTo>
                          <a:pt x="185547" y="18002"/>
                          <a:pt x="193262" y="13621"/>
                          <a:pt x="202787" y="13621"/>
                        </a:cubicBezTo>
                        <a:cubicBezTo>
                          <a:pt x="212312" y="13621"/>
                          <a:pt x="220027" y="18098"/>
                          <a:pt x="220027" y="23527"/>
                        </a:cubicBezTo>
                        <a:lnTo>
                          <a:pt x="220027" y="64008"/>
                        </a:lnTo>
                        <a:cubicBezTo>
                          <a:pt x="220027" y="69532"/>
                          <a:pt x="212312" y="73914"/>
                          <a:pt x="202787" y="73914"/>
                        </a:cubicBezTo>
                        <a:cubicBezTo>
                          <a:pt x="193262" y="73914"/>
                          <a:pt x="185547" y="69437"/>
                          <a:pt x="185547" y="64008"/>
                        </a:cubicBezTo>
                        <a:lnTo>
                          <a:pt x="185547" y="23527"/>
                        </a:lnTo>
                        <a:close/>
                        <a:moveTo>
                          <a:pt x="202787" y="220313"/>
                        </a:moveTo>
                        <a:cubicBezTo>
                          <a:pt x="193262" y="220313"/>
                          <a:pt x="185547" y="215837"/>
                          <a:pt x="185547" y="210407"/>
                        </a:cubicBezTo>
                        <a:lnTo>
                          <a:pt x="185547" y="169926"/>
                        </a:lnTo>
                        <a:cubicBezTo>
                          <a:pt x="185547" y="164402"/>
                          <a:pt x="193262" y="160020"/>
                          <a:pt x="202787" y="160020"/>
                        </a:cubicBezTo>
                        <a:cubicBezTo>
                          <a:pt x="212312" y="160020"/>
                          <a:pt x="220027" y="164497"/>
                          <a:pt x="220027" y="169926"/>
                        </a:cubicBezTo>
                        <a:lnTo>
                          <a:pt x="220027" y="210407"/>
                        </a:lnTo>
                        <a:cubicBezTo>
                          <a:pt x="220027" y="215932"/>
                          <a:pt x="212312" y="220313"/>
                          <a:pt x="202787" y="220313"/>
                        </a:cubicBezTo>
                        <a:close/>
                        <a:moveTo>
                          <a:pt x="255460" y="72485"/>
                        </a:moveTo>
                        <a:lnTo>
                          <a:pt x="305086" y="43815"/>
                        </a:lnTo>
                        <a:cubicBezTo>
                          <a:pt x="311848" y="39910"/>
                          <a:pt x="322707" y="39910"/>
                          <a:pt x="329374" y="43815"/>
                        </a:cubicBezTo>
                        <a:cubicBezTo>
                          <a:pt x="336137" y="47720"/>
                          <a:pt x="336137" y="54007"/>
                          <a:pt x="329374" y="57912"/>
                        </a:cubicBezTo>
                        <a:lnTo>
                          <a:pt x="279749" y="86582"/>
                        </a:lnTo>
                        <a:cubicBezTo>
                          <a:pt x="272987" y="90488"/>
                          <a:pt x="262128" y="90488"/>
                          <a:pt x="255460" y="86582"/>
                        </a:cubicBezTo>
                        <a:cubicBezTo>
                          <a:pt x="248698" y="82677"/>
                          <a:pt x="248698" y="76390"/>
                          <a:pt x="255460" y="72581"/>
                        </a:cubicBezTo>
                        <a:close/>
                        <a:moveTo>
                          <a:pt x="329374" y="190024"/>
                        </a:moveTo>
                        <a:cubicBezTo>
                          <a:pt x="322612" y="193929"/>
                          <a:pt x="311753" y="193929"/>
                          <a:pt x="305086" y="190024"/>
                        </a:cubicBezTo>
                        <a:lnTo>
                          <a:pt x="255460" y="161354"/>
                        </a:lnTo>
                        <a:cubicBezTo>
                          <a:pt x="248698" y="157448"/>
                          <a:pt x="248698" y="151162"/>
                          <a:pt x="255460" y="147352"/>
                        </a:cubicBezTo>
                        <a:cubicBezTo>
                          <a:pt x="262223" y="143447"/>
                          <a:pt x="273082" y="143447"/>
                          <a:pt x="279749" y="147352"/>
                        </a:cubicBezTo>
                        <a:lnTo>
                          <a:pt x="329374" y="176022"/>
                        </a:lnTo>
                        <a:cubicBezTo>
                          <a:pt x="336137" y="179927"/>
                          <a:pt x="336137" y="186214"/>
                          <a:pt x="329374" y="190024"/>
                        </a:cubicBezTo>
                        <a:close/>
                        <a:moveTo>
                          <a:pt x="364617" y="126873"/>
                        </a:moveTo>
                        <a:lnTo>
                          <a:pt x="294418" y="126873"/>
                        </a:lnTo>
                        <a:cubicBezTo>
                          <a:pt x="284893" y="126873"/>
                          <a:pt x="277177" y="122396"/>
                          <a:pt x="277177" y="116967"/>
                        </a:cubicBezTo>
                        <a:cubicBezTo>
                          <a:pt x="277177"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9" name="Google Shape;5229;p56"/>
                  <p:cNvSpPr/>
                  <p:nvPr/>
                </p:nvSpPr>
                <p:spPr>
                  <a:xfrm>
                    <a:off x="3703928" y="5053128"/>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010"/>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7"/>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022"/>
                        </a:cubicBezTo>
                        <a:lnTo>
                          <a:pt x="125658" y="147447"/>
                        </a:lnTo>
                        <a:cubicBezTo>
                          <a:pt x="132421" y="143542"/>
                          <a:pt x="143280" y="143542"/>
                          <a:pt x="149947" y="147447"/>
                        </a:cubicBezTo>
                        <a:cubicBezTo>
                          <a:pt x="156710" y="151352"/>
                          <a:pt x="156710" y="157639"/>
                          <a:pt x="149947" y="161449"/>
                        </a:cubicBezTo>
                        <a:lnTo>
                          <a:pt x="100322" y="190119"/>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8"/>
                        </a:moveTo>
                        <a:cubicBezTo>
                          <a:pt x="193096" y="220408"/>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8"/>
                          <a:pt x="202621" y="220408"/>
                        </a:cubicBezTo>
                        <a:close/>
                        <a:moveTo>
                          <a:pt x="304919" y="190119"/>
                        </a:moveTo>
                        <a:lnTo>
                          <a:pt x="255294" y="161449"/>
                        </a:lnTo>
                        <a:cubicBezTo>
                          <a:pt x="248531" y="157544"/>
                          <a:pt x="248531" y="151257"/>
                          <a:pt x="255294" y="147447"/>
                        </a:cubicBezTo>
                        <a:cubicBezTo>
                          <a:pt x="262057" y="143542"/>
                          <a:pt x="272915" y="143542"/>
                          <a:pt x="279583" y="147447"/>
                        </a:cubicBezTo>
                        <a:lnTo>
                          <a:pt x="329208" y="176022"/>
                        </a:lnTo>
                        <a:cubicBezTo>
                          <a:pt x="335971" y="179927"/>
                          <a:pt x="335971" y="186214"/>
                          <a:pt x="329208" y="190119"/>
                        </a:cubicBezTo>
                        <a:cubicBezTo>
                          <a:pt x="322445" y="194024"/>
                          <a:pt x="311587" y="194024"/>
                          <a:pt x="304919"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0" name="Google Shape;5230;p56"/>
                  <p:cNvSpPr/>
                  <p:nvPr/>
                </p:nvSpPr>
                <p:spPr>
                  <a:xfrm>
                    <a:off x="3849512" y="5137210"/>
                    <a:ext cx="114454" cy="46315"/>
                  </a:xfrm>
                  <a:custGeom>
                    <a:avLst/>
                    <a:gdLst/>
                    <a:ahLst/>
                    <a:cxnLst/>
                    <a:rect l="l" t="t" r="r" b="b"/>
                    <a:pathLst>
                      <a:path w="114454" h="46315" extrusionOk="0">
                        <a:moveTo>
                          <a:pt x="109615" y="46315"/>
                        </a:moveTo>
                        <a:cubicBezTo>
                          <a:pt x="106852" y="42696"/>
                          <a:pt x="102852" y="39267"/>
                          <a:pt x="97708" y="36314"/>
                        </a:cubicBezTo>
                        <a:cubicBezTo>
                          <a:pt x="75325" y="23455"/>
                          <a:pt x="39130" y="23455"/>
                          <a:pt x="16746" y="36314"/>
                        </a:cubicBezTo>
                        <a:cubicBezTo>
                          <a:pt x="11602" y="39267"/>
                          <a:pt x="7602" y="42696"/>
                          <a:pt x="4840" y="46315"/>
                        </a:cubicBezTo>
                        <a:cubicBezTo>
                          <a:pt x="-4400" y="34218"/>
                          <a:pt x="-399" y="19550"/>
                          <a:pt x="16746" y="9644"/>
                        </a:cubicBezTo>
                        <a:cubicBezTo>
                          <a:pt x="39130" y="-3215"/>
                          <a:pt x="75325" y="-3215"/>
                          <a:pt x="97708" y="9644"/>
                        </a:cubicBezTo>
                        <a:cubicBezTo>
                          <a:pt x="114853"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1" name="Google Shape;5231;p56"/>
                  <p:cNvSpPr/>
                  <p:nvPr/>
                </p:nvSpPr>
                <p:spPr>
                  <a:xfrm>
                    <a:off x="3854351" y="5163880"/>
                    <a:ext cx="104775" cy="39457"/>
                  </a:xfrm>
                  <a:custGeom>
                    <a:avLst/>
                    <a:gdLst/>
                    <a:ahLst/>
                    <a:cxnLst/>
                    <a:rect l="l" t="t" r="r" b="b"/>
                    <a:pathLst>
                      <a:path w="104775" h="39457" extrusionOk="0">
                        <a:moveTo>
                          <a:pt x="104775" y="19645"/>
                        </a:moveTo>
                        <a:cubicBezTo>
                          <a:pt x="102013" y="23265"/>
                          <a:pt x="98012" y="26694"/>
                          <a:pt x="92869" y="29742"/>
                        </a:cubicBezTo>
                        <a:cubicBezTo>
                          <a:pt x="70485" y="42696"/>
                          <a:pt x="34290" y="42696"/>
                          <a:pt x="11906" y="29742"/>
                        </a:cubicBezTo>
                        <a:cubicBezTo>
                          <a:pt x="6763" y="26789"/>
                          <a:pt x="2762" y="23360"/>
                          <a:pt x="0" y="19645"/>
                        </a:cubicBezTo>
                        <a:cubicBezTo>
                          <a:pt x="2762" y="16026"/>
                          <a:pt x="6763" y="12597"/>
                          <a:pt x="11906" y="9644"/>
                        </a:cubicBezTo>
                        <a:cubicBezTo>
                          <a:pt x="34290" y="-3215"/>
                          <a:pt x="70485" y="-3215"/>
                          <a:pt x="92869" y="9644"/>
                        </a:cubicBezTo>
                        <a:cubicBezTo>
                          <a:pt x="98012" y="12597"/>
                          <a:pt x="102013" y="16026"/>
                          <a:pt x="104775" y="19645"/>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232" name="Google Shape;5232;p56"/>
                <p:cNvGrpSpPr/>
                <p:nvPr/>
              </p:nvGrpSpPr>
              <p:grpSpPr>
                <a:xfrm>
                  <a:off x="3727359" y="4965879"/>
                  <a:ext cx="358830" cy="305800"/>
                  <a:chOff x="3727359" y="4965879"/>
                  <a:chExt cx="358830" cy="305800"/>
                </a:xfrm>
              </p:grpSpPr>
              <p:sp>
                <p:nvSpPr>
                  <p:cNvPr id="5233" name="Google Shape;5233;p56"/>
                  <p:cNvSpPr/>
                  <p:nvPr/>
                </p:nvSpPr>
                <p:spPr>
                  <a:xfrm>
                    <a:off x="3727478" y="5069416"/>
                    <a:ext cx="358711" cy="202263"/>
                  </a:xfrm>
                  <a:custGeom>
                    <a:avLst/>
                    <a:gdLst/>
                    <a:ahLst/>
                    <a:cxnLst/>
                    <a:rect l="l" t="t" r="r" b="b"/>
                    <a:pathLst>
                      <a:path w="358711" h="202263" extrusionOk="0">
                        <a:moveTo>
                          <a:pt x="358616" y="0"/>
                        </a:moveTo>
                        <a:lnTo>
                          <a:pt x="358616" y="98393"/>
                        </a:lnTo>
                        <a:cubicBezTo>
                          <a:pt x="358616" y="125063"/>
                          <a:pt x="340995" y="151733"/>
                          <a:pt x="306038" y="171831"/>
                        </a:cubicBezTo>
                        <a:cubicBezTo>
                          <a:pt x="236125" y="212408"/>
                          <a:pt x="122492" y="212408"/>
                          <a:pt x="52388" y="171831"/>
                        </a:cubicBezTo>
                        <a:cubicBezTo>
                          <a:pt x="17336" y="151733"/>
                          <a:pt x="0" y="125063"/>
                          <a:pt x="0" y="98393"/>
                        </a:cubicBezTo>
                        <a:lnTo>
                          <a:pt x="0" y="0"/>
                        </a:lnTo>
                        <a:lnTo>
                          <a:pt x="35871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4" name="Google Shape;5234;p56"/>
                  <p:cNvSpPr/>
                  <p:nvPr/>
                </p:nvSpPr>
                <p:spPr>
                  <a:xfrm>
                    <a:off x="3727383" y="5082179"/>
                    <a:ext cx="358711" cy="110633"/>
                  </a:xfrm>
                  <a:custGeom>
                    <a:avLst/>
                    <a:gdLst/>
                    <a:ahLst/>
                    <a:cxnLst/>
                    <a:rect l="l" t="t" r="r" b="b"/>
                    <a:pathLst>
                      <a:path w="358711" h="110633" extrusionOk="0">
                        <a:moveTo>
                          <a:pt x="358711" y="0"/>
                        </a:moveTo>
                        <a:cubicBezTo>
                          <a:pt x="358711" y="26479"/>
                          <a:pt x="341090" y="52864"/>
                          <a:pt x="306133" y="73057"/>
                        </a:cubicBezTo>
                        <a:cubicBezTo>
                          <a:pt x="236220" y="113824"/>
                          <a:pt x="122587" y="113824"/>
                          <a:pt x="52483" y="73057"/>
                        </a:cubicBezTo>
                        <a:cubicBezTo>
                          <a:pt x="18288" y="53340"/>
                          <a:pt x="762" y="27622"/>
                          <a:pt x="0" y="1715"/>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5" name="Google Shape;5235;p56"/>
                  <p:cNvSpPr/>
                  <p:nvPr/>
                </p:nvSpPr>
                <p:spPr>
                  <a:xfrm>
                    <a:off x="3727383" y="5099324"/>
                    <a:ext cx="358711" cy="110632"/>
                  </a:xfrm>
                  <a:custGeom>
                    <a:avLst/>
                    <a:gdLst/>
                    <a:ahLst/>
                    <a:cxnLst/>
                    <a:rect l="l" t="t" r="r" b="b"/>
                    <a:pathLst>
                      <a:path w="358711" h="110632" extrusionOk="0">
                        <a:moveTo>
                          <a:pt x="358711" y="0"/>
                        </a:moveTo>
                        <a:cubicBezTo>
                          <a:pt x="358711" y="26479"/>
                          <a:pt x="341090" y="52959"/>
                          <a:pt x="306133" y="73057"/>
                        </a:cubicBezTo>
                        <a:cubicBezTo>
                          <a:pt x="236220" y="113729"/>
                          <a:pt x="122587" y="113729"/>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6" name="Google Shape;5236;p56"/>
                  <p:cNvSpPr/>
                  <p:nvPr/>
                </p:nvSpPr>
                <p:spPr>
                  <a:xfrm>
                    <a:off x="3727383" y="5116565"/>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7" name="Google Shape;5237;p56"/>
                  <p:cNvSpPr/>
                  <p:nvPr/>
                </p:nvSpPr>
                <p:spPr>
                  <a:xfrm>
                    <a:off x="3727383" y="5133709"/>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8" name="Google Shape;5238;p56"/>
                  <p:cNvSpPr/>
                  <p:nvPr/>
                </p:nvSpPr>
                <p:spPr>
                  <a:xfrm>
                    <a:off x="3727383" y="5150855"/>
                    <a:ext cx="358711" cy="110632"/>
                  </a:xfrm>
                  <a:custGeom>
                    <a:avLst/>
                    <a:gdLst/>
                    <a:ahLst/>
                    <a:cxnLst/>
                    <a:rect l="l" t="t" r="r" b="b"/>
                    <a:pathLst>
                      <a:path w="358711" h="110632" extrusionOk="0">
                        <a:moveTo>
                          <a:pt x="358711" y="0"/>
                        </a:moveTo>
                        <a:cubicBezTo>
                          <a:pt x="358711" y="26479"/>
                          <a:pt x="341090" y="52864"/>
                          <a:pt x="306133" y="73057"/>
                        </a:cubicBezTo>
                        <a:cubicBezTo>
                          <a:pt x="236220" y="113728"/>
                          <a:pt x="122587" y="113728"/>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9" name="Google Shape;5239;p56"/>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0" name="Google Shape;5240;p56"/>
                  <p:cNvSpPr/>
                  <p:nvPr/>
                </p:nvSpPr>
                <p:spPr>
                  <a:xfrm>
                    <a:off x="3741504" y="4974118"/>
                    <a:ext cx="330446" cy="190785"/>
                  </a:xfrm>
                  <a:custGeom>
                    <a:avLst/>
                    <a:gdLst/>
                    <a:ahLst/>
                    <a:cxnLst/>
                    <a:rect l="l" t="t" r="r" b="b"/>
                    <a:pathLst>
                      <a:path w="330446" h="190785" extrusionOk="0">
                        <a:moveTo>
                          <a:pt x="48363" y="162639"/>
                        </a:moveTo>
                        <a:cubicBezTo>
                          <a:pt x="112943" y="200168"/>
                          <a:pt x="217622" y="200168"/>
                          <a:pt x="282012" y="162639"/>
                        </a:cubicBezTo>
                        <a:cubicBezTo>
                          <a:pt x="346591" y="125492"/>
                          <a:pt x="346591" y="65008"/>
                          <a:pt x="282012" y="27861"/>
                        </a:cubicBezTo>
                        <a:cubicBezTo>
                          <a:pt x="217622" y="-9287"/>
                          <a:pt x="112943" y="-9287"/>
                          <a:pt x="48363" y="27861"/>
                        </a:cubicBezTo>
                        <a:cubicBezTo>
                          <a:pt x="-16121" y="65008"/>
                          <a:pt x="-16121" y="125492"/>
                          <a:pt x="48363" y="16263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1" name="Google Shape;5241;p56"/>
                  <p:cNvSpPr/>
                  <p:nvPr/>
                </p:nvSpPr>
                <p:spPr>
                  <a:xfrm>
                    <a:off x="3752172" y="4980190"/>
                    <a:ext cx="309014" cy="178474"/>
                  </a:xfrm>
                  <a:custGeom>
                    <a:avLst/>
                    <a:gdLst/>
                    <a:ahLst/>
                    <a:cxnLst/>
                    <a:rect l="l" t="t" r="r" b="b"/>
                    <a:pathLst>
                      <a:path w="309014" h="178474" extrusionOk="0">
                        <a:moveTo>
                          <a:pt x="45220" y="152186"/>
                        </a:moveTo>
                        <a:cubicBezTo>
                          <a:pt x="105609" y="187238"/>
                          <a:pt x="203526" y="187238"/>
                          <a:pt x="263723" y="152186"/>
                        </a:cubicBezTo>
                        <a:cubicBezTo>
                          <a:pt x="324112" y="117419"/>
                          <a:pt x="324112" y="60841"/>
                          <a:pt x="263723" y="26075"/>
                        </a:cubicBezTo>
                        <a:cubicBezTo>
                          <a:pt x="203526" y="-8692"/>
                          <a:pt x="105609" y="-8692"/>
                          <a:pt x="45220" y="26075"/>
                        </a:cubicBezTo>
                        <a:cubicBezTo>
                          <a:pt x="-15073" y="60841"/>
                          <a:pt x="-15073" y="117324"/>
                          <a:pt x="45220" y="15218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2" name="Google Shape;5242;p56"/>
                  <p:cNvSpPr/>
                  <p:nvPr/>
                </p:nvSpPr>
                <p:spPr>
                  <a:xfrm>
                    <a:off x="3760768" y="4985524"/>
                    <a:ext cx="291917" cy="168568"/>
                  </a:xfrm>
                  <a:custGeom>
                    <a:avLst/>
                    <a:gdLst/>
                    <a:ahLst/>
                    <a:cxnLst/>
                    <a:rect l="l" t="t" r="r" b="b"/>
                    <a:pathLst>
                      <a:path w="291917" h="168568" extrusionOk="0">
                        <a:moveTo>
                          <a:pt x="42720" y="143708"/>
                        </a:moveTo>
                        <a:cubicBezTo>
                          <a:pt x="99774" y="176855"/>
                          <a:pt x="192262" y="176855"/>
                          <a:pt x="249126" y="143708"/>
                        </a:cubicBezTo>
                        <a:cubicBezTo>
                          <a:pt x="306181" y="110847"/>
                          <a:pt x="306181" y="57507"/>
                          <a:pt x="249126" y="24646"/>
                        </a:cubicBezTo>
                        <a:cubicBezTo>
                          <a:pt x="192262" y="-8215"/>
                          <a:pt x="99774" y="-8215"/>
                          <a:pt x="42720" y="24646"/>
                        </a:cubicBezTo>
                        <a:cubicBezTo>
                          <a:pt x="-14240" y="57507"/>
                          <a:pt x="-14240" y="110847"/>
                          <a:pt x="42720" y="14370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3" name="Google Shape;5243;p56"/>
                  <p:cNvSpPr/>
                  <p:nvPr/>
                </p:nvSpPr>
                <p:spPr>
                  <a:xfrm>
                    <a:off x="3769793" y="4990263"/>
                    <a:ext cx="273962" cy="158257"/>
                  </a:xfrm>
                  <a:custGeom>
                    <a:avLst/>
                    <a:gdLst/>
                    <a:ahLst/>
                    <a:cxnLst/>
                    <a:rect l="l" t="t" r="r" b="b"/>
                    <a:pathLst>
                      <a:path w="273962" h="158257" extrusionOk="0">
                        <a:moveTo>
                          <a:pt x="40076" y="134969"/>
                        </a:moveTo>
                        <a:cubicBezTo>
                          <a:pt x="93607" y="166021"/>
                          <a:pt x="180475" y="166021"/>
                          <a:pt x="233815" y="134969"/>
                        </a:cubicBezTo>
                        <a:cubicBezTo>
                          <a:pt x="287346" y="104108"/>
                          <a:pt x="287346" y="54007"/>
                          <a:pt x="233815" y="23146"/>
                        </a:cubicBezTo>
                        <a:cubicBezTo>
                          <a:pt x="180475" y="-7715"/>
                          <a:pt x="93607" y="-7715"/>
                          <a:pt x="40076" y="23146"/>
                        </a:cubicBezTo>
                        <a:cubicBezTo>
                          <a:pt x="-13359" y="53912"/>
                          <a:pt x="-13359" y="104108"/>
                          <a:pt x="40076" y="13496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4" name="Google Shape;5244;p56"/>
                  <p:cNvSpPr/>
                  <p:nvPr/>
                </p:nvSpPr>
                <p:spPr>
                  <a:xfrm>
                    <a:off x="3777342" y="4995073"/>
                    <a:ext cx="258770" cy="149471"/>
                  </a:xfrm>
                  <a:custGeom>
                    <a:avLst/>
                    <a:gdLst/>
                    <a:ahLst/>
                    <a:cxnLst/>
                    <a:rect l="l" t="t" r="r" b="b"/>
                    <a:pathLst>
                      <a:path w="258770" h="149471" extrusionOk="0">
                        <a:moveTo>
                          <a:pt x="37862" y="127397"/>
                        </a:moveTo>
                        <a:cubicBezTo>
                          <a:pt x="88440" y="156829"/>
                          <a:pt x="170450" y="156829"/>
                          <a:pt x="220837" y="127397"/>
                        </a:cubicBezTo>
                        <a:cubicBezTo>
                          <a:pt x="271415" y="98251"/>
                          <a:pt x="271415" y="50911"/>
                          <a:pt x="220837" y="21860"/>
                        </a:cubicBezTo>
                        <a:cubicBezTo>
                          <a:pt x="170450" y="-7287"/>
                          <a:pt x="88440" y="-7287"/>
                          <a:pt x="37862" y="21860"/>
                        </a:cubicBezTo>
                        <a:cubicBezTo>
                          <a:pt x="-12621" y="51007"/>
                          <a:pt x="-12621" y="98346"/>
                          <a:pt x="37862" y="127397"/>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5" name="Google Shape;5245;p56"/>
                  <p:cNvSpPr/>
                  <p:nvPr/>
                </p:nvSpPr>
                <p:spPr>
                  <a:xfrm>
                    <a:off x="3784890" y="4999026"/>
                    <a:ext cx="243673" cy="140731"/>
                  </a:xfrm>
                  <a:custGeom>
                    <a:avLst/>
                    <a:gdLst/>
                    <a:ahLst/>
                    <a:cxnLst/>
                    <a:rect l="l" t="t" r="r" b="b"/>
                    <a:pathLst>
                      <a:path w="243673" h="140731" extrusionOk="0">
                        <a:moveTo>
                          <a:pt x="35647" y="120015"/>
                        </a:moveTo>
                        <a:cubicBezTo>
                          <a:pt x="83272" y="147638"/>
                          <a:pt x="160520" y="147638"/>
                          <a:pt x="207955" y="120015"/>
                        </a:cubicBezTo>
                        <a:cubicBezTo>
                          <a:pt x="255580" y="92583"/>
                          <a:pt x="255580" y="48006"/>
                          <a:pt x="207955" y="20574"/>
                        </a:cubicBezTo>
                        <a:cubicBezTo>
                          <a:pt x="160520" y="-6858"/>
                          <a:pt x="83272" y="-6858"/>
                          <a:pt x="35647" y="20574"/>
                        </a:cubicBezTo>
                        <a:cubicBezTo>
                          <a:pt x="-11882" y="48006"/>
                          <a:pt x="-11882" y="92583"/>
                          <a:pt x="35647" y="120015"/>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6" name="Google Shape;5246;p56"/>
                  <p:cNvSpPr/>
                  <p:nvPr/>
                </p:nvSpPr>
                <p:spPr>
                  <a:xfrm>
                    <a:off x="3791677" y="5003217"/>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7" name="Google Shape;5247;p56"/>
                  <p:cNvSpPr/>
                  <p:nvPr/>
                </p:nvSpPr>
                <p:spPr>
                  <a:xfrm>
                    <a:off x="3798702" y="5007098"/>
                    <a:ext cx="216074" cy="124753"/>
                  </a:xfrm>
                  <a:custGeom>
                    <a:avLst/>
                    <a:gdLst/>
                    <a:ahLst/>
                    <a:cxnLst/>
                    <a:rect l="l" t="t" r="r" b="b"/>
                    <a:pathLst>
                      <a:path w="216074" h="124753" extrusionOk="0">
                        <a:moveTo>
                          <a:pt x="31647" y="106323"/>
                        </a:moveTo>
                        <a:cubicBezTo>
                          <a:pt x="73843" y="130897"/>
                          <a:pt x="142327" y="130897"/>
                          <a:pt x="184428" y="106323"/>
                        </a:cubicBezTo>
                        <a:cubicBezTo>
                          <a:pt x="226624" y="82034"/>
                          <a:pt x="226624" y="42505"/>
                          <a:pt x="184428" y="18216"/>
                        </a:cubicBezTo>
                        <a:cubicBezTo>
                          <a:pt x="142327" y="-6072"/>
                          <a:pt x="73843" y="-6072"/>
                          <a:pt x="31647" y="18216"/>
                        </a:cubicBezTo>
                        <a:cubicBezTo>
                          <a:pt x="-10549" y="42505"/>
                          <a:pt x="-10549" y="82034"/>
                          <a:pt x="31647" y="106323"/>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8" name="Google Shape;5248;p56"/>
                  <p:cNvSpPr/>
                  <p:nvPr/>
                </p:nvSpPr>
                <p:spPr>
                  <a:xfrm>
                    <a:off x="3804679" y="5010765"/>
                    <a:ext cx="204097" cy="117824"/>
                  </a:xfrm>
                  <a:custGeom>
                    <a:avLst/>
                    <a:gdLst/>
                    <a:ahLst/>
                    <a:cxnLst/>
                    <a:rect l="l" t="t" r="r" b="b"/>
                    <a:pathLst>
                      <a:path w="204097" h="117824" extrusionOk="0">
                        <a:moveTo>
                          <a:pt x="29861" y="100465"/>
                        </a:moveTo>
                        <a:cubicBezTo>
                          <a:pt x="69771" y="123611"/>
                          <a:pt x="134445" y="123611"/>
                          <a:pt x="174165" y="100465"/>
                        </a:cubicBezTo>
                        <a:cubicBezTo>
                          <a:pt x="214075" y="77510"/>
                          <a:pt x="214075" y="40172"/>
                          <a:pt x="174165" y="17216"/>
                        </a:cubicBezTo>
                        <a:cubicBezTo>
                          <a:pt x="134445" y="-5739"/>
                          <a:pt x="69771" y="-5739"/>
                          <a:pt x="29861" y="17216"/>
                        </a:cubicBezTo>
                        <a:cubicBezTo>
                          <a:pt x="-9954" y="40172"/>
                          <a:pt x="-9954" y="77510"/>
                          <a:pt x="29861" y="10046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9" name="Google Shape;5249;p56"/>
                  <p:cNvSpPr/>
                  <p:nvPr/>
                </p:nvSpPr>
                <p:spPr>
                  <a:xfrm>
                    <a:off x="3810155" y="5013695"/>
                    <a:ext cx="193167" cy="111489"/>
                  </a:xfrm>
                  <a:custGeom>
                    <a:avLst/>
                    <a:gdLst/>
                    <a:ahLst/>
                    <a:cxnLst/>
                    <a:rect l="l" t="t" r="r" b="b"/>
                    <a:pathLst>
                      <a:path w="193167" h="111489" extrusionOk="0">
                        <a:moveTo>
                          <a:pt x="28289" y="95059"/>
                        </a:moveTo>
                        <a:cubicBezTo>
                          <a:pt x="66008" y="116967"/>
                          <a:pt x="127254" y="116967"/>
                          <a:pt x="164878" y="95059"/>
                        </a:cubicBezTo>
                        <a:cubicBezTo>
                          <a:pt x="202597" y="73342"/>
                          <a:pt x="202597" y="38005"/>
                          <a:pt x="164878" y="16288"/>
                        </a:cubicBezTo>
                        <a:cubicBezTo>
                          <a:pt x="127254" y="-5429"/>
                          <a:pt x="66103" y="-5429"/>
                          <a:pt x="28289" y="16288"/>
                        </a:cubicBezTo>
                        <a:cubicBezTo>
                          <a:pt x="-9430" y="38005"/>
                          <a:pt x="-9430" y="73342"/>
                          <a:pt x="28289" y="9505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0" name="Google Shape;5250;p56"/>
                  <p:cNvSpPr/>
                  <p:nvPr/>
                </p:nvSpPr>
                <p:spPr>
                  <a:xfrm>
                    <a:off x="3815537" y="5017004"/>
                    <a:ext cx="182403" cy="105251"/>
                  </a:xfrm>
                  <a:custGeom>
                    <a:avLst/>
                    <a:gdLst/>
                    <a:ahLst/>
                    <a:cxnLst/>
                    <a:rect l="l" t="t" r="r" b="b"/>
                    <a:pathLst>
                      <a:path w="182403" h="105251" extrusionOk="0">
                        <a:moveTo>
                          <a:pt x="26718" y="89749"/>
                        </a:moveTo>
                        <a:cubicBezTo>
                          <a:pt x="62341" y="110419"/>
                          <a:pt x="120158" y="110419"/>
                          <a:pt x="155686" y="89749"/>
                        </a:cubicBezTo>
                        <a:cubicBezTo>
                          <a:pt x="191310" y="69271"/>
                          <a:pt x="191310" y="35838"/>
                          <a:pt x="155686" y="15359"/>
                        </a:cubicBezTo>
                        <a:cubicBezTo>
                          <a:pt x="120158" y="-5120"/>
                          <a:pt x="62341" y="-5120"/>
                          <a:pt x="26718" y="15359"/>
                        </a:cubicBezTo>
                        <a:cubicBezTo>
                          <a:pt x="-8906" y="35933"/>
                          <a:pt x="-8906" y="69271"/>
                          <a:pt x="26718" y="8974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1" name="Google Shape;5251;p56"/>
                  <p:cNvSpPr/>
                  <p:nvPr/>
                </p:nvSpPr>
                <p:spPr>
                  <a:xfrm>
                    <a:off x="3820824" y="5019862"/>
                    <a:ext cx="171807" cy="99250"/>
                  </a:xfrm>
                  <a:custGeom>
                    <a:avLst/>
                    <a:gdLst/>
                    <a:ahLst/>
                    <a:cxnLst/>
                    <a:rect l="l" t="t" r="r" b="b"/>
                    <a:pathLst>
                      <a:path w="171807" h="99250" extrusionOk="0">
                        <a:moveTo>
                          <a:pt x="25146" y="84606"/>
                        </a:moveTo>
                        <a:cubicBezTo>
                          <a:pt x="58769"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2" name="Google Shape;5252;p56"/>
                  <p:cNvSpPr/>
                  <p:nvPr/>
                </p:nvSpPr>
                <p:spPr>
                  <a:xfrm>
                    <a:off x="3825681" y="5022743"/>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2004"/>
                          <a:pt x="138493" y="13716"/>
                        </a:cubicBezTo>
                        <a:cubicBezTo>
                          <a:pt x="106870" y="-4572"/>
                          <a:pt x="55435" y="-4572"/>
                          <a:pt x="23717" y="13716"/>
                        </a:cubicBezTo>
                        <a:cubicBezTo>
                          <a:pt x="-7906" y="32004"/>
                          <a:pt x="-7906" y="61627"/>
                          <a:pt x="23717" y="7991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3" name="Google Shape;5253;p56"/>
                  <p:cNvSpPr/>
                  <p:nvPr/>
                </p:nvSpPr>
                <p:spPr>
                  <a:xfrm>
                    <a:off x="3830539" y="5025505"/>
                    <a:ext cx="152304" cy="87892"/>
                  </a:xfrm>
                  <a:custGeom>
                    <a:avLst/>
                    <a:gdLst/>
                    <a:ahLst/>
                    <a:cxnLst/>
                    <a:rect l="l" t="t" r="r" b="b"/>
                    <a:pathLst>
                      <a:path w="152304" h="87892" extrusionOk="0">
                        <a:moveTo>
                          <a:pt x="22288" y="74962"/>
                        </a:moveTo>
                        <a:cubicBezTo>
                          <a:pt x="52102" y="92202"/>
                          <a:pt x="100298" y="92202"/>
                          <a:pt x="130016" y="74962"/>
                        </a:cubicBezTo>
                        <a:cubicBezTo>
                          <a:pt x="159734" y="57817"/>
                          <a:pt x="159734" y="30004"/>
                          <a:pt x="130016" y="12859"/>
                        </a:cubicBezTo>
                        <a:cubicBezTo>
                          <a:pt x="100298" y="-4286"/>
                          <a:pt x="52102" y="-4286"/>
                          <a:pt x="22288" y="12859"/>
                        </a:cubicBezTo>
                        <a:cubicBezTo>
                          <a:pt x="-7429" y="30004"/>
                          <a:pt x="-7429" y="57817"/>
                          <a:pt x="22288" y="74962"/>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4" name="Google Shape;5254;p56"/>
                  <p:cNvSpPr/>
                  <p:nvPr/>
                </p:nvSpPr>
                <p:spPr>
                  <a:xfrm>
                    <a:off x="3834801" y="5028125"/>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5" name="Google Shape;5255;p56"/>
                  <p:cNvSpPr/>
                  <p:nvPr/>
                </p:nvSpPr>
                <p:spPr>
                  <a:xfrm>
                    <a:off x="3841921" y="5032387"/>
                    <a:ext cx="129635" cy="74794"/>
                  </a:xfrm>
                  <a:custGeom>
                    <a:avLst/>
                    <a:gdLst/>
                    <a:ahLst/>
                    <a:cxnLst/>
                    <a:rect l="l" t="t" r="r" b="b"/>
                    <a:pathLst>
                      <a:path w="129635" h="74794" extrusionOk="0">
                        <a:moveTo>
                          <a:pt x="19002" y="63794"/>
                        </a:moveTo>
                        <a:cubicBezTo>
                          <a:pt x="44339" y="78462"/>
                          <a:pt x="85392" y="78462"/>
                          <a:pt x="110633" y="63794"/>
                        </a:cubicBezTo>
                        <a:cubicBezTo>
                          <a:pt x="135969" y="49220"/>
                          <a:pt x="135969" y="25503"/>
                          <a:pt x="110633" y="10930"/>
                        </a:cubicBezTo>
                        <a:cubicBezTo>
                          <a:pt x="85392" y="-3643"/>
                          <a:pt x="44339" y="-3643"/>
                          <a:pt x="19002" y="10930"/>
                        </a:cubicBezTo>
                        <a:cubicBezTo>
                          <a:pt x="-6334" y="25503"/>
                          <a:pt x="-6334" y="49220"/>
                          <a:pt x="19002" y="637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6" name="Google Shape;5256;p56"/>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257" name="Google Shape;5257;p56"/>
                <p:cNvGrpSpPr/>
                <p:nvPr/>
              </p:nvGrpSpPr>
              <p:grpSpPr>
                <a:xfrm>
                  <a:off x="3703857" y="4939685"/>
                  <a:ext cx="405669" cy="247649"/>
                  <a:chOff x="3703857" y="4939685"/>
                  <a:chExt cx="405669" cy="247649"/>
                </a:xfrm>
              </p:grpSpPr>
              <p:sp>
                <p:nvSpPr>
                  <p:cNvPr id="5258" name="Google Shape;5258;p56"/>
                  <p:cNvSpPr/>
                  <p:nvPr/>
                </p:nvSpPr>
                <p:spPr>
                  <a:xfrm>
                    <a:off x="3703857" y="4953115"/>
                    <a:ext cx="405574" cy="234219"/>
                  </a:xfrm>
                  <a:custGeom>
                    <a:avLst/>
                    <a:gdLst/>
                    <a:ahLst/>
                    <a:cxnLst/>
                    <a:rect l="l" t="t" r="r" b="b"/>
                    <a:pathLst>
                      <a:path w="405574" h="234219"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824"/>
                        </a:lnTo>
                        <a:lnTo>
                          <a:pt x="0" y="117824"/>
                        </a:lnTo>
                        <a:cubicBezTo>
                          <a:pt x="381" y="147542"/>
                          <a:pt x="20098" y="177165"/>
                          <a:pt x="59341" y="199930"/>
                        </a:cubicBezTo>
                        <a:cubicBezTo>
                          <a:pt x="138589" y="245650"/>
                          <a:pt x="266986" y="245650"/>
                          <a:pt x="346138" y="199930"/>
                        </a:cubicBezTo>
                        <a:cubicBezTo>
                          <a:pt x="385763" y="177070"/>
                          <a:pt x="405574" y="147066"/>
                          <a:pt x="405574" y="117157"/>
                        </a:cubicBezTo>
                        <a:lnTo>
                          <a:pt x="405574" y="103823"/>
                        </a:lnTo>
                        <a:lnTo>
                          <a:pt x="404241" y="103823"/>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910"/>
                        </a:cubicBezTo>
                        <a:close/>
                        <a:moveTo>
                          <a:pt x="40957" y="126873"/>
                        </a:moveTo>
                        <a:cubicBezTo>
                          <a:pt x="31432" y="126873"/>
                          <a:pt x="23717" y="122396"/>
                          <a:pt x="23717" y="116967"/>
                        </a:cubicBezTo>
                        <a:cubicBezTo>
                          <a:pt x="23717" y="111538"/>
                          <a:pt x="31432" y="107061"/>
                          <a:pt x="40957" y="107061"/>
                        </a:cubicBezTo>
                        <a:lnTo>
                          <a:pt x="111062" y="107061"/>
                        </a:lnTo>
                        <a:cubicBezTo>
                          <a:pt x="120587" y="107061"/>
                          <a:pt x="128302" y="111538"/>
                          <a:pt x="128302" y="116967"/>
                        </a:cubicBezTo>
                        <a:cubicBezTo>
                          <a:pt x="128302" y="122396"/>
                          <a:pt x="120587" y="126873"/>
                          <a:pt x="111062" y="126873"/>
                        </a:cubicBezTo>
                        <a:lnTo>
                          <a:pt x="40957" y="126873"/>
                        </a:lnTo>
                        <a:close/>
                        <a:moveTo>
                          <a:pt x="150114" y="161354"/>
                        </a:moveTo>
                        <a:lnTo>
                          <a:pt x="100489" y="190024"/>
                        </a:lnTo>
                        <a:cubicBezTo>
                          <a:pt x="93726" y="193929"/>
                          <a:pt x="82867" y="193929"/>
                          <a:pt x="76105" y="190024"/>
                        </a:cubicBezTo>
                        <a:cubicBezTo>
                          <a:pt x="69342" y="186119"/>
                          <a:pt x="69342" y="179832"/>
                          <a:pt x="76105" y="176022"/>
                        </a:cubicBezTo>
                        <a:lnTo>
                          <a:pt x="125730" y="147352"/>
                        </a:lnTo>
                        <a:cubicBezTo>
                          <a:pt x="132493" y="143447"/>
                          <a:pt x="143351" y="143447"/>
                          <a:pt x="150019" y="147352"/>
                        </a:cubicBezTo>
                        <a:cubicBezTo>
                          <a:pt x="156781" y="151257"/>
                          <a:pt x="156781" y="157544"/>
                          <a:pt x="150019" y="161354"/>
                        </a:cubicBezTo>
                        <a:close/>
                        <a:moveTo>
                          <a:pt x="185547" y="23431"/>
                        </a:moveTo>
                        <a:cubicBezTo>
                          <a:pt x="185547" y="17907"/>
                          <a:pt x="193262" y="13525"/>
                          <a:pt x="202787" y="13525"/>
                        </a:cubicBezTo>
                        <a:cubicBezTo>
                          <a:pt x="212312" y="13525"/>
                          <a:pt x="220027" y="18002"/>
                          <a:pt x="220027" y="23431"/>
                        </a:cubicBezTo>
                        <a:lnTo>
                          <a:pt x="220027" y="63913"/>
                        </a:lnTo>
                        <a:cubicBezTo>
                          <a:pt x="220027" y="69437"/>
                          <a:pt x="212312" y="73819"/>
                          <a:pt x="202787" y="73819"/>
                        </a:cubicBezTo>
                        <a:cubicBezTo>
                          <a:pt x="193262" y="73819"/>
                          <a:pt x="185547" y="69342"/>
                          <a:pt x="185547" y="63913"/>
                        </a:cubicBezTo>
                        <a:lnTo>
                          <a:pt x="185547" y="23431"/>
                        </a:lnTo>
                        <a:close/>
                        <a:moveTo>
                          <a:pt x="202787" y="220218"/>
                        </a:moveTo>
                        <a:cubicBezTo>
                          <a:pt x="193262" y="220218"/>
                          <a:pt x="185547" y="215741"/>
                          <a:pt x="185547" y="210312"/>
                        </a:cubicBezTo>
                        <a:lnTo>
                          <a:pt x="185547" y="169831"/>
                        </a:lnTo>
                        <a:cubicBezTo>
                          <a:pt x="185547" y="164306"/>
                          <a:pt x="193262" y="159925"/>
                          <a:pt x="202787" y="159925"/>
                        </a:cubicBezTo>
                        <a:cubicBezTo>
                          <a:pt x="212312" y="159925"/>
                          <a:pt x="220027" y="164402"/>
                          <a:pt x="220027" y="169831"/>
                        </a:cubicBezTo>
                        <a:lnTo>
                          <a:pt x="220027" y="210312"/>
                        </a:lnTo>
                        <a:cubicBezTo>
                          <a:pt x="220027" y="215837"/>
                          <a:pt x="212312" y="220218"/>
                          <a:pt x="202787" y="220218"/>
                        </a:cubicBezTo>
                        <a:close/>
                        <a:moveTo>
                          <a:pt x="255460" y="72390"/>
                        </a:moveTo>
                        <a:lnTo>
                          <a:pt x="305086" y="43720"/>
                        </a:lnTo>
                        <a:cubicBezTo>
                          <a:pt x="311848" y="39815"/>
                          <a:pt x="322707" y="39815"/>
                          <a:pt x="329374" y="43720"/>
                        </a:cubicBezTo>
                        <a:cubicBezTo>
                          <a:pt x="336137" y="47625"/>
                          <a:pt x="336137" y="53912"/>
                          <a:pt x="329374" y="57722"/>
                        </a:cubicBezTo>
                        <a:lnTo>
                          <a:pt x="279749" y="86392"/>
                        </a:lnTo>
                        <a:cubicBezTo>
                          <a:pt x="272987" y="90297"/>
                          <a:pt x="262128" y="90297"/>
                          <a:pt x="255460" y="86392"/>
                        </a:cubicBezTo>
                        <a:cubicBezTo>
                          <a:pt x="248698" y="82487"/>
                          <a:pt x="248698" y="76200"/>
                          <a:pt x="255460" y="72390"/>
                        </a:cubicBezTo>
                        <a:close/>
                        <a:moveTo>
                          <a:pt x="329374" y="189929"/>
                        </a:moveTo>
                        <a:cubicBezTo>
                          <a:pt x="322612" y="193834"/>
                          <a:pt x="311753" y="193834"/>
                          <a:pt x="305086" y="189929"/>
                        </a:cubicBezTo>
                        <a:lnTo>
                          <a:pt x="255460" y="161258"/>
                        </a:lnTo>
                        <a:cubicBezTo>
                          <a:pt x="248698" y="157353"/>
                          <a:pt x="248698" y="151066"/>
                          <a:pt x="255460" y="147256"/>
                        </a:cubicBezTo>
                        <a:cubicBezTo>
                          <a:pt x="262223" y="143351"/>
                          <a:pt x="273082" y="143351"/>
                          <a:pt x="279749" y="147256"/>
                        </a:cubicBezTo>
                        <a:lnTo>
                          <a:pt x="329374" y="175927"/>
                        </a:lnTo>
                        <a:cubicBezTo>
                          <a:pt x="336137" y="179832"/>
                          <a:pt x="336137" y="186119"/>
                          <a:pt x="329374" y="189929"/>
                        </a:cubicBezTo>
                        <a:close/>
                        <a:moveTo>
                          <a:pt x="364617" y="126778"/>
                        </a:moveTo>
                        <a:lnTo>
                          <a:pt x="294418" y="126778"/>
                        </a:lnTo>
                        <a:cubicBezTo>
                          <a:pt x="284893" y="126778"/>
                          <a:pt x="277177" y="122301"/>
                          <a:pt x="277177" y="116872"/>
                        </a:cubicBezTo>
                        <a:cubicBezTo>
                          <a:pt x="277177" y="111442"/>
                          <a:pt x="284893" y="106966"/>
                          <a:pt x="294418" y="106966"/>
                        </a:cubicBezTo>
                        <a:lnTo>
                          <a:pt x="364617" y="106966"/>
                        </a:lnTo>
                        <a:cubicBezTo>
                          <a:pt x="374142" y="106966"/>
                          <a:pt x="381857" y="111442"/>
                          <a:pt x="381857" y="116872"/>
                        </a:cubicBezTo>
                        <a:cubicBezTo>
                          <a:pt x="381857" y="122301"/>
                          <a:pt x="374142" y="126778"/>
                          <a:pt x="364617" y="126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9" name="Google Shape;5259;p56"/>
                  <p:cNvSpPr/>
                  <p:nvPr/>
                </p:nvSpPr>
                <p:spPr>
                  <a:xfrm>
                    <a:off x="3703928" y="4939685"/>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105"/>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8"/>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117"/>
                        </a:cubicBezTo>
                        <a:lnTo>
                          <a:pt x="125658" y="147447"/>
                        </a:lnTo>
                        <a:cubicBezTo>
                          <a:pt x="132421" y="143542"/>
                          <a:pt x="143280" y="143542"/>
                          <a:pt x="149947" y="147447"/>
                        </a:cubicBezTo>
                        <a:cubicBezTo>
                          <a:pt x="156710" y="151352"/>
                          <a:pt x="156710" y="157639"/>
                          <a:pt x="149947" y="161544"/>
                        </a:cubicBezTo>
                        <a:lnTo>
                          <a:pt x="100322" y="190214"/>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9"/>
                        </a:moveTo>
                        <a:cubicBezTo>
                          <a:pt x="193096" y="220409"/>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9"/>
                          <a:pt x="202621" y="220409"/>
                        </a:cubicBezTo>
                        <a:close/>
                        <a:moveTo>
                          <a:pt x="304919" y="190119"/>
                        </a:moveTo>
                        <a:lnTo>
                          <a:pt x="255294" y="161449"/>
                        </a:lnTo>
                        <a:cubicBezTo>
                          <a:pt x="248531" y="157544"/>
                          <a:pt x="248531" y="151257"/>
                          <a:pt x="255294" y="147352"/>
                        </a:cubicBezTo>
                        <a:cubicBezTo>
                          <a:pt x="262057" y="143447"/>
                          <a:pt x="272915" y="143447"/>
                          <a:pt x="279583" y="147352"/>
                        </a:cubicBezTo>
                        <a:lnTo>
                          <a:pt x="329208" y="176022"/>
                        </a:lnTo>
                        <a:cubicBezTo>
                          <a:pt x="335971" y="179927"/>
                          <a:pt x="335971" y="186214"/>
                          <a:pt x="329208" y="190024"/>
                        </a:cubicBezTo>
                        <a:cubicBezTo>
                          <a:pt x="322445" y="193929"/>
                          <a:pt x="311587" y="193929"/>
                          <a:pt x="304919"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60" name="Google Shape;5260;p56"/>
                  <p:cNvSpPr/>
                  <p:nvPr/>
                </p:nvSpPr>
                <p:spPr>
                  <a:xfrm>
                    <a:off x="3849512" y="5023791"/>
                    <a:ext cx="114454" cy="46386"/>
                  </a:xfrm>
                  <a:custGeom>
                    <a:avLst/>
                    <a:gdLst/>
                    <a:ahLst/>
                    <a:cxnLst/>
                    <a:rect l="l" t="t" r="r" b="b"/>
                    <a:pathLst>
                      <a:path w="114454" h="46386" extrusionOk="0">
                        <a:moveTo>
                          <a:pt x="109615" y="46387"/>
                        </a:moveTo>
                        <a:cubicBezTo>
                          <a:pt x="106852" y="42767"/>
                          <a:pt x="102852" y="39338"/>
                          <a:pt x="97708" y="36385"/>
                        </a:cubicBezTo>
                        <a:cubicBezTo>
                          <a:pt x="75325" y="23432"/>
                          <a:pt x="39130" y="23432"/>
                          <a:pt x="16746" y="36385"/>
                        </a:cubicBezTo>
                        <a:cubicBezTo>
                          <a:pt x="11602" y="39338"/>
                          <a:pt x="7602" y="42767"/>
                          <a:pt x="4840" y="46387"/>
                        </a:cubicBezTo>
                        <a:cubicBezTo>
                          <a:pt x="-4400" y="34290"/>
                          <a:pt x="-399" y="19622"/>
                          <a:pt x="16746" y="9716"/>
                        </a:cubicBezTo>
                        <a:cubicBezTo>
                          <a:pt x="39130" y="-3239"/>
                          <a:pt x="75325" y="-3239"/>
                          <a:pt x="97708" y="9716"/>
                        </a:cubicBezTo>
                        <a:cubicBezTo>
                          <a:pt x="114853"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61" name="Google Shape;5261;p56"/>
                  <p:cNvSpPr/>
                  <p:nvPr/>
                </p:nvSpPr>
                <p:spPr>
                  <a:xfrm>
                    <a:off x="3854351" y="5050461"/>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5262" name="Google Shape;5262;p56"/>
            <p:cNvGrpSpPr/>
            <p:nvPr/>
          </p:nvGrpSpPr>
          <p:grpSpPr>
            <a:xfrm>
              <a:off x="6719934" y="4528768"/>
              <a:ext cx="639842" cy="559831"/>
              <a:chOff x="4037470" y="4779094"/>
              <a:chExt cx="422171" cy="369379"/>
            </a:xfrm>
          </p:grpSpPr>
          <p:sp>
            <p:nvSpPr>
              <p:cNvPr id="5263" name="Google Shape;5263;p56"/>
              <p:cNvSpPr/>
              <p:nvPr/>
            </p:nvSpPr>
            <p:spPr>
              <a:xfrm>
                <a:off x="4037470" y="4904728"/>
                <a:ext cx="422171" cy="243745"/>
              </a:xfrm>
              <a:custGeom>
                <a:avLst/>
                <a:gdLst/>
                <a:ahLst/>
                <a:cxnLst/>
                <a:rect l="l" t="t" r="r" b="b"/>
                <a:pathLst>
                  <a:path w="422171" h="243745" extrusionOk="0">
                    <a:moveTo>
                      <a:pt x="360378" y="208026"/>
                    </a:moveTo>
                    <a:cubicBezTo>
                      <a:pt x="277892" y="255651"/>
                      <a:pt x="144256" y="255651"/>
                      <a:pt x="61865" y="208026"/>
                    </a:cubicBezTo>
                    <a:cubicBezTo>
                      <a:pt x="-20622" y="160401"/>
                      <a:pt x="-20622" y="83249"/>
                      <a:pt x="61865" y="35719"/>
                    </a:cubicBezTo>
                    <a:cubicBezTo>
                      <a:pt x="144256" y="-11906"/>
                      <a:pt x="277987" y="-11906"/>
                      <a:pt x="360378" y="35719"/>
                    </a:cubicBezTo>
                    <a:cubicBezTo>
                      <a:pt x="442770" y="83344"/>
                      <a:pt x="442770"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264" name="Google Shape;5264;p56"/>
              <p:cNvGrpSpPr/>
              <p:nvPr/>
            </p:nvGrpSpPr>
            <p:grpSpPr>
              <a:xfrm>
                <a:off x="4045709" y="4892537"/>
                <a:ext cx="405669" cy="247649"/>
                <a:chOff x="4045709" y="4892537"/>
                <a:chExt cx="405669" cy="247649"/>
              </a:xfrm>
            </p:grpSpPr>
            <p:sp>
              <p:nvSpPr>
                <p:cNvPr id="5265" name="Google Shape;5265;p56"/>
                <p:cNvSpPr/>
                <p:nvPr/>
              </p:nvSpPr>
              <p:spPr>
                <a:xfrm>
                  <a:off x="4045709" y="4905871"/>
                  <a:ext cx="405669" cy="234315"/>
                </a:xfrm>
                <a:custGeom>
                  <a:avLst/>
                  <a:gdLst/>
                  <a:ahLst/>
                  <a:cxnLst/>
                  <a:rect l="l" t="t" r="r" b="b"/>
                  <a:pathLst>
                    <a:path w="405669" h="234315" extrusionOk="0">
                      <a:moveTo>
                        <a:pt x="404336" y="103727"/>
                      </a:moveTo>
                      <a:cubicBezTo>
                        <a:pt x="399288" y="78391"/>
                        <a:pt x="379952" y="53721"/>
                        <a:pt x="346234" y="34290"/>
                      </a:cubicBezTo>
                      <a:cubicBezTo>
                        <a:pt x="267081" y="-11430"/>
                        <a:pt x="138589" y="-11430"/>
                        <a:pt x="59436" y="34290"/>
                      </a:cubicBezTo>
                      <a:cubicBezTo>
                        <a:pt x="25527" y="53911"/>
                        <a:pt x="6096" y="78676"/>
                        <a:pt x="1238" y="104299"/>
                      </a:cubicBezTo>
                      <a:lnTo>
                        <a:pt x="0" y="103823"/>
                      </a:lnTo>
                      <a:lnTo>
                        <a:pt x="0" y="117919"/>
                      </a:lnTo>
                      <a:lnTo>
                        <a:pt x="0" y="117919"/>
                      </a:lnTo>
                      <a:cubicBezTo>
                        <a:pt x="381" y="147638"/>
                        <a:pt x="20098" y="177260"/>
                        <a:pt x="59436" y="200025"/>
                      </a:cubicBezTo>
                      <a:cubicBezTo>
                        <a:pt x="138589" y="245745"/>
                        <a:pt x="267081" y="245745"/>
                        <a:pt x="346234" y="200025"/>
                      </a:cubicBezTo>
                      <a:cubicBezTo>
                        <a:pt x="385858" y="177165"/>
                        <a:pt x="405670" y="147161"/>
                        <a:pt x="405670" y="117253"/>
                      </a:cubicBezTo>
                      <a:lnTo>
                        <a:pt x="405670" y="103918"/>
                      </a:lnTo>
                      <a:lnTo>
                        <a:pt x="404336" y="103918"/>
                      </a:lnTo>
                      <a:close/>
                      <a:moveTo>
                        <a:pt x="76200" y="43910"/>
                      </a:moveTo>
                      <a:cubicBezTo>
                        <a:pt x="82963" y="40005"/>
                        <a:pt x="93821" y="40005"/>
                        <a:pt x="100584" y="43910"/>
                      </a:cubicBezTo>
                      <a:lnTo>
                        <a:pt x="150209" y="72581"/>
                      </a:lnTo>
                      <a:cubicBezTo>
                        <a:pt x="156877" y="76486"/>
                        <a:pt x="156877" y="82772"/>
                        <a:pt x="150209" y="86677"/>
                      </a:cubicBezTo>
                      <a:cubicBezTo>
                        <a:pt x="143446" y="90583"/>
                        <a:pt x="132588" y="90583"/>
                        <a:pt x="125825" y="86677"/>
                      </a:cubicBezTo>
                      <a:lnTo>
                        <a:pt x="76200" y="58007"/>
                      </a:lnTo>
                      <a:cubicBezTo>
                        <a:pt x="69533" y="54102"/>
                        <a:pt x="69533" y="47816"/>
                        <a:pt x="76200" y="44006"/>
                      </a:cubicBezTo>
                      <a:close/>
                      <a:moveTo>
                        <a:pt x="40958" y="126968"/>
                      </a:moveTo>
                      <a:cubicBezTo>
                        <a:pt x="31433" y="126968"/>
                        <a:pt x="23717" y="122492"/>
                        <a:pt x="23717" y="117062"/>
                      </a:cubicBezTo>
                      <a:cubicBezTo>
                        <a:pt x="23717" y="111633"/>
                        <a:pt x="31433" y="107156"/>
                        <a:pt x="40958" y="107156"/>
                      </a:cubicBezTo>
                      <a:lnTo>
                        <a:pt x="111062" y="107156"/>
                      </a:lnTo>
                      <a:cubicBezTo>
                        <a:pt x="120587" y="107156"/>
                        <a:pt x="128302" y="111633"/>
                        <a:pt x="128302" y="117062"/>
                      </a:cubicBezTo>
                      <a:cubicBezTo>
                        <a:pt x="128302" y="122492"/>
                        <a:pt x="120587" y="126968"/>
                        <a:pt x="111062" y="126968"/>
                      </a:cubicBezTo>
                      <a:lnTo>
                        <a:pt x="40958" y="126968"/>
                      </a:lnTo>
                      <a:close/>
                      <a:moveTo>
                        <a:pt x="150114" y="161449"/>
                      </a:moveTo>
                      <a:lnTo>
                        <a:pt x="100489" y="190119"/>
                      </a:lnTo>
                      <a:cubicBezTo>
                        <a:pt x="93821" y="194024"/>
                        <a:pt x="82868" y="194024"/>
                        <a:pt x="76105" y="190119"/>
                      </a:cubicBezTo>
                      <a:cubicBezTo>
                        <a:pt x="69437" y="186214"/>
                        <a:pt x="69437" y="179927"/>
                        <a:pt x="76105" y="176117"/>
                      </a:cubicBezTo>
                      <a:lnTo>
                        <a:pt x="125730" y="147447"/>
                      </a:lnTo>
                      <a:cubicBezTo>
                        <a:pt x="132493" y="143542"/>
                        <a:pt x="143351" y="143542"/>
                        <a:pt x="150114" y="147447"/>
                      </a:cubicBezTo>
                      <a:cubicBezTo>
                        <a:pt x="156877" y="151352"/>
                        <a:pt x="156781" y="157639"/>
                        <a:pt x="150114" y="161544"/>
                      </a:cubicBezTo>
                      <a:close/>
                      <a:moveTo>
                        <a:pt x="185547" y="23527"/>
                      </a:moveTo>
                      <a:cubicBezTo>
                        <a:pt x="185547" y="18002"/>
                        <a:pt x="193262" y="13621"/>
                        <a:pt x="202787" y="13621"/>
                      </a:cubicBezTo>
                      <a:cubicBezTo>
                        <a:pt x="212312" y="13621"/>
                        <a:pt x="220028" y="18098"/>
                        <a:pt x="219932" y="23527"/>
                      </a:cubicBezTo>
                      <a:lnTo>
                        <a:pt x="219932" y="64008"/>
                      </a:lnTo>
                      <a:cubicBezTo>
                        <a:pt x="219932" y="69533"/>
                        <a:pt x="212217" y="73914"/>
                        <a:pt x="202787" y="73914"/>
                      </a:cubicBezTo>
                      <a:cubicBezTo>
                        <a:pt x="193358" y="73914"/>
                        <a:pt x="185547" y="69437"/>
                        <a:pt x="185547" y="64008"/>
                      </a:cubicBezTo>
                      <a:lnTo>
                        <a:pt x="185547" y="23527"/>
                      </a:lnTo>
                      <a:close/>
                      <a:moveTo>
                        <a:pt x="202787" y="220313"/>
                      </a:moveTo>
                      <a:cubicBezTo>
                        <a:pt x="193262" y="220313"/>
                        <a:pt x="185547" y="215836"/>
                        <a:pt x="185547" y="210407"/>
                      </a:cubicBezTo>
                      <a:lnTo>
                        <a:pt x="185547" y="169926"/>
                      </a:lnTo>
                      <a:cubicBezTo>
                        <a:pt x="185547" y="164401"/>
                        <a:pt x="193262" y="160020"/>
                        <a:pt x="202787" y="160020"/>
                      </a:cubicBezTo>
                      <a:cubicBezTo>
                        <a:pt x="212312" y="160020"/>
                        <a:pt x="220028" y="164497"/>
                        <a:pt x="220028" y="169926"/>
                      </a:cubicBezTo>
                      <a:lnTo>
                        <a:pt x="220028" y="210407"/>
                      </a:lnTo>
                      <a:cubicBezTo>
                        <a:pt x="220028" y="215836"/>
                        <a:pt x="212312" y="220313"/>
                        <a:pt x="202787" y="220313"/>
                      </a:cubicBezTo>
                      <a:close/>
                      <a:moveTo>
                        <a:pt x="255461" y="72485"/>
                      </a:moveTo>
                      <a:lnTo>
                        <a:pt x="305086" y="43815"/>
                      </a:lnTo>
                      <a:cubicBezTo>
                        <a:pt x="311848" y="39910"/>
                        <a:pt x="322707" y="39910"/>
                        <a:pt x="329375" y="43815"/>
                      </a:cubicBezTo>
                      <a:cubicBezTo>
                        <a:pt x="336137" y="47720"/>
                        <a:pt x="336137" y="54007"/>
                        <a:pt x="329375" y="57817"/>
                      </a:cubicBezTo>
                      <a:lnTo>
                        <a:pt x="279749" y="86487"/>
                      </a:lnTo>
                      <a:cubicBezTo>
                        <a:pt x="272987" y="90392"/>
                        <a:pt x="262128" y="90392"/>
                        <a:pt x="255365" y="86487"/>
                      </a:cubicBezTo>
                      <a:cubicBezTo>
                        <a:pt x="248698" y="82582"/>
                        <a:pt x="248698" y="76295"/>
                        <a:pt x="255365" y="72390"/>
                      </a:cubicBezTo>
                      <a:close/>
                      <a:moveTo>
                        <a:pt x="329375" y="190024"/>
                      </a:moveTo>
                      <a:cubicBezTo>
                        <a:pt x="322707" y="193929"/>
                        <a:pt x="311753" y="193929"/>
                        <a:pt x="305086" y="190024"/>
                      </a:cubicBezTo>
                      <a:lnTo>
                        <a:pt x="255461" y="161354"/>
                      </a:lnTo>
                      <a:cubicBezTo>
                        <a:pt x="248698" y="157448"/>
                        <a:pt x="248698" y="151162"/>
                        <a:pt x="255461" y="147257"/>
                      </a:cubicBezTo>
                      <a:cubicBezTo>
                        <a:pt x="262128" y="143351"/>
                        <a:pt x="273082" y="143351"/>
                        <a:pt x="279749" y="147257"/>
                      </a:cubicBezTo>
                      <a:lnTo>
                        <a:pt x="329375" y="175927"/>
                      </a:lnTo>
                      <a:cubicBezTo>
                        <a:pt x="336137" y="179832"/>
                        <a:pt x="336137" y="186118"/>
                        <a:pt x="329375" y="189929"/>
                      </a:cubicBezTo>
                      <a:close/>
                      <a:moveTo>
                        <a:pt x="364617" y="126873"/>
                      </a:moveTo>
                      <a:lnTo>
                        <a:pt x="294418" y="126873"/>
                      </a:lnTo>
                      <a:cubicBezTo>
                        <a:pt x="284893" y="126873"/>
                        <a:pt x="277178" y="122396"/>
                        <a:pt x="277178" y="116967"/>
                      </a:cubicBezTo>
                      <a:cubicBezTo>
                        <a:pt x="277178"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66" name="Google Shape;5266;p56"/>
                <p:cNvSpPr/>
                <p:nvPr/>
              </p:nvSpPr>
              <p:spPr>
                <a:xfrm>
                  <a:off x="4045709" y="4892537"/>
                  <a:ext cx="405598" cy="234219"/>
                </a:xfrm>
                <a:custGeom>
                  <a:avLst/>
                  <a:gdLst/>
                  <a:ahLst/>
                  <a:cxnLst/>
                  <a:rect l="l" t="t" r="r" b="b"/>
                  <a:pathLst>
                    <a:path w="405598" h="234219" extrusionOk="0">
                      <a:moveTo>
                        <a:pt x="346234" y="34290"/>
                      </a:moveTo>
                      <a:cubicBezTo>
                        <a:pt x="267081" y="-11430"/>
                        <a:pt x="138589" y="-11430"/>
                        <a:pt x="59436" y="34290"/>
                      </a:cubicBezTo>
                      <a:cubicBezTo>
                        <a:pt x="-19812" y="80010"/>
                        <a:pt x="-19812" y="154115"/>
                        <a:pt x="59436" y="199930"/>
                      </a:cubicBezTo>
                      <a:cubicBezTo>
                        <a:pt x="138589" y="245650"/>
                        <a:pt x="267081" y="245650"/>
                        <a:pt x="346234" y="199930"/>
                      </a:cubicBezTo>
                      <a:cubicBezTo>
                        <a:pt x="425386" y="154210"/>
                        <a:pt x="425386" y="80105"/>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773"/>
                      </a:cubicBezTo>
                      <a:cubicBezTo>
                        <a:pt x="143446" y="90678"/>
                        <a:pt x="132588" y="90678"/>
                        <a:pt x="125825" y="86773"/>
                      </a:cubicBezTo>
                      <a:lnTo>
                        <a:pt x="76200" y="58102"/>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677"/>
                      </a:moveTo>
                      <a:cubicBezTo>
                        <a:pt x="273082" y="90583"/>
                        <a:pt x="262223" y="90583"/>
                        <a:pt x="255461" y="86677"/>
                      </a:cubicBezTo>
                      <a:cubicBezTo>
                        <a:pt x="248793" y="82772"/>
                        <a:pt x="248793" y="76486"/>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156"/>
                      </a:moveTo>
                      <a:lnTo>
                        <a:pt x="364712" y="107156"/>
                      </a:lnTo>
                      <a:cubicBezTo>
                        <a:pt x="374237" y="107156"/>
                        <a:pt x="381953" y="111633"/>
                        <a:pt x="381953" y="117062"/>
                      </a:cubicBezTo>
                      <a:cubicBezTo>
                        <a:pt x="381953" y="122492"/>
                        <a:pt x="374237" y="126968"/>
                        <a:pt x="364712" y="126968"/>
                      </a:cubicBezTo>
                      <a:lnTo>
                        <a:pt x="294513" y="126968"/>
                      </a:lnTo>
                      <a:cubicBezTo>
                        <a:pt x="284988" y="126968"/>
                        <a:pt x="277273" y="122492"/>
                        <a:pt x="277273" y="117062"/>
                      </a:cubicBezTo>
                      <a:cubicBezTo>
                        <a:pt x="277273" y="111633"/>
                        <a:pt x="284988" y="107156"/>
                        <a:pt x="294513" y="107156"/>
                      </a:cubicBezTo>
                      <a:close/>
                      <a:moveTo>
                        <a:pt x="202883" y="220504"/>
                      </a:moveTo>
                      <a:cubicBezTo>
                        <a:pt x="193358" y="220504"/>
                        <a:pt x="185642" y="216027"/>
                        <a:pt x="185642" y="210598"/>
                      </a:cubicBezTo>
                      <a:lnTo>
                        <a:pt x="185642" y="170117"/>
                      </a:lnTo>
                      <a:cubicBezTo>
                        <a:pt x="185642" y="164592"/>
                        <a:pt x="193358" y="160210"/>
                        <a:pt x="202883" y="160210"/>
                      </a:cubicBezTo>
                      <a:cubicBezTo>
                        <a:pt x="212408" y="160210"/>
                        <a:pt x="220123" y="164687"/>
                        <a:pt x="220123" y="170117"/>
                      </a:cubicBezTo>
                      <a:lnTo>
                        <a:pt x="220123" y="210598"/>
                      </a:lnTo>
                      <a:cubicBezTo>
                        <a:pt x="220123" y="216122"/>
                        <a:pt x="212408" y="220504"/>
                        <a:pt x="202883" y="220504"/>
                      </a:cubicBezTo>
                      <a:close/>
                      <a:moveTo>
                        <a:pt x="305181" y="190214"/>
                      </a:moveTo>
                      <a:lnTo>
                        <a:pt x="255556" y="161544"/>
                      </a:lnTo>
                      <a:cubicBezTo>
                        <a:pt x="248793" y="157639"/>
                        <a:pt x="248793" y="151352"/>
                        <a:pt x="255556" y="147542"/>
                      </a:cubicBezTo>
                      <a:cubicBezTo>
                        <a:pt x="262223" y="143637"/>
                        <a:pt x="273177" y="143637"/>
                        <a:pt x="279844" y="147542"/>
                      </a:cubicBezTo>
                      <a:lnTo>
                        <a:pt x="329470" y="176212"/>
                      </a:lnTo>
                      <a:cubicBezTo>
                        <a:pt x="336233" y="180118"/>
                        <a:pt x="336233" y="186404"/>
                        <a:pt x="329470" y="190214"/>
                      </a:cubicBezTo>
                      <a:cubicBezTo>
                        <a:pt x="322802" y="194119"/>
                        <a:pt x="311848" y="194119"/>
                        <a:pt x="305181"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67" name="Google Shape;5267;p56"/>
                <p:cNvSpPr/>
                <p:nvPr/>
              </p:nvSpPr>
              <p:spPr>
                <a:xfrm>
                  <a:off x="4191364" y="4976547"/>
                  <a:ext cx="114454" cy="46386"/>
                </a:xfrm>
                <a:custGeom>
                  <a:avLst/>
                  <a:gdLst/>
                  <a:ahLst/>
                  <a:cxnLst/>
                  <a:rect l="l" t="t" r="r" b="b"/>
                  <a:pathLst>
                    <a:path w="114454" h="46386" extrusionOk="0">
                      <a:moveTo>
                        <a:pt x="109615" y="46387"/>
                      </a:moveTo>
                      <a:cubicBezTo>
                        <a:pt x="106852" y="42767"/>
                        <a:pt x="102852" y="39338"/>
                        <a:pt x="97709" y="36290"/>
                      </a:cubicBezTo>
                      <a:cubicBezTo>
                        <a:pt x="75325" y="23336"/>
                        <a:pt x="39130" y="23336"/>
                        <a:pt x="16746" y="36290"/>
                      </a:cubicBezTo>
                      <a:cubicBezTo>
                        <a:pt x="11602" y="39243"/>
                        <a:pt x="7602" y="42672"/>
                        <a:pt x="4840" y="46387"/>
                      </a:cubicBezTo>
                      <a:cubicBezTo>
                        <a:pt x="-4400" y="34290"/>
                        <a:pt x="-399" y="19621"/>
                        <a:pt x="16746" y="9716"/>
                      </a:cubicBezTo>
                      <a:cubicBezTo>
                        <a:pt x="39130" y="-3239"/>
                        <a:pt x="75325" y="-3239"/>
                        <a:pt x="97709" y="9716"/>
                      </a:cubicBezTo>
                      <a:cubicBezTo>
                        <a:pt x="114853" y="19621"/>
                        <a:pt x="118854" y="34290"/>
                        <a:pt x="109615" y="46387"/>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68" name="Google Shape;5268;p56"/>
                <p:cNvSpPr/>
                <p:nvPr/>
              </p:nvSpPr>
              <p:spPr>
                <a:xfrm>
                  <a:off x="4196204" y="5003122"/>
                  <a:ext cx="104775" cy="39528"/>
                </a:xfrm>
                <a:custGeom>
                  <a:avLst/>
                  <a:gdLst/>
                  <a:ahLst/>
                  <a:cxnLst/>
                  <a:rect l="l" t="t" r="r" b="b"/>
                  <a:pathLst>
                    <a:path w="104775" h="39528" extrusionOk="0">
                      <a:moveTo>
                        <a:pt x="104775" y="19812"/>
                      </a:moveTo>
                      <a:cubicBezTo>
                        <a:pt x="102013" y="23431"/>
                        <a:pt x="98012" y="26861"/>
                        <a:pt x="92869" y="29813"/>
                      </a:cubicBezTo>
                      <a:cubicBezTo>
                        <a:pt x="70485" y="42767"/>
                        <a:pt x="34290" y="42767"/>
                        <a:pt x="11906" y="29813"/>
                      </a:cubicBezTo>
                      <a:cubicBezTo>
                        <a:pt x="6763" y="26861"/>
                        <a:pt x="2762" y="23431"/>
                        <a:pt x="0" y="19812"/>
                      </a:cubicBezTo>
                      <a:cubicBezTo>
                        <a:pt x="2762" y="16192"/>
                        <a:pt x="6763" y="12763"/>
                        <a:pt x="11906" y="9715"/>
                      </a:cubicBezTo>
                      <a:cubicBezTo>
                        <a:pt x="34290" y="-3238"/>
                        <a:pt x="70485" y="-3238"/>
                        <a:pt x="92869" y="9715"/>
                      </a:cubicBezTo>
                      <a:cubicBezTo>
                        <a:pt x="98012" y="12668"/>
                        <a:pt x="102013" y="16097"/>
                        <a:pt x="104775" y="19812"/>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269" name="Google Shape;5269;p56"/>
              <p:cNvGrpSpPr/>
              <p:nvPr/>
            </p:nvGrpSpPr>
            <p:grpSpPr>
              <a:xfrm>
                <a:off x="4069212" y="4805192"/>
                <a:ext cx="358735" cy="305895"/>
                <a:chOff x="4069212" y="4805192"/>
                <a:chExt cx="358735" cy="305895"/>
              </a:xfrm>
            </p:grpSpPr>
            <p:sp>
              <p:nvSpPr>
                <p:cNvPr id="5270" name="Google Shape;5270;p56"/>
                <p:cNvSpPr/>
                <p:nvPr/>
              </p:nvSpPr>
              <p:spPr>
                <a:xfrm>
                  <a:off x="4069235" y="4908824"/>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2" y="212407"/>
                        <a:pt x="52388" y="171831"/>
                      </a:cubicBezTo>
                      <a:cubicBezTo>
                        <a:pt x="17336" y="151733"/>
                        <a:pt x="0" y="125063"/>
                        <a:pt x="0" y="98393"/>
                      </a:cubicBezTo>
                      <a:lnTo>
                        <a:pt x="0" y="0"/>
                      </a:lnTo>
                      <a:lnTo>
                        <a:pt x="3587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1" name="Google Shape;5271;p56"/>
                <p:cNvSpPr/>
                <p:nvPr/>
              </p:nvSpPr>
              <p:spPr>
                <a:xfrm>
                  <a:off x="4069235" y="4921492"/>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2" name="Google Shape;5272;p56"/>
                <p:cNvSpPr/>
                <p:nvPr/>
              </p:nvSpPr>
              <p:spPr>
                <a:xfrm>
                  <a:off x="4069235" y="493873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3" name="Google Shape;5273;p56"/>
                <p:cNvSpPr/>
                <p:nvPr/>
              </p:nvSpPr>
              <p:spPr>
                <a:xfrm>
                  <a:off x="4069235" y="4955878"/>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4" name="Google Shape;5274;p56"/>
                <p:cNvSpPr/>
                <p:nvPr/>
              </p:nvSpPr>
              <p:spPr>
                <a:xfrm>
                  <a:off x="4069235" y="4973118"/>
                  <a:ext cx="358711" cy="110632"/>
                </a:xfrm>
                <a:custGeom>
                  <a:avLst/>
                  <a:gdLst/>
                  <a:ahLst/>
                  <a:cxnLst/>
                  <a:rect l="l" t="t" r="r" b="b"/>
                  <a:pathLst>
                    <a:path w="358711" h="110632" extrusionOk="0">
                      <a:moveTo>
                        <a:pt x="358712" y="0"/>
                      </a:moveTo>
                      <a:cubicBezTo>
                        <a:pt x="358712" y="26479"/>
                        <a:pt x="341090" y="52864"/>
                        <a:pt x="306134" y="73057"/>
                      </a:cubicBezTo>
                      <a:cubicBezTo>
                        <a:pt x="236220" y="113824"/>
                        <a:pt x="122587" y="113824"/>
                        <a:pt x="52483" y="73057"/>
                      </a:cubicBezTo>
                      <a:cubicBezTo>
                        <a:pt x="18288" y="53340"/>
                        <a:pt x="762" y="27622"/>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5" name="Google Shape;5275;p56"/>
                <p:cNvSpPr/>
                <p:nvPr/>
              </p:nvSpPr>
              <p:spPr>
                <a:xfrm>
                  <a:off x="4069235" y="499026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622"/>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6" name="Google Shape;5276;p56"/>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7" name="Google Shape;5277;p56"/>
                <p:cNvSpPr/>
                <p:nvPr/>
              </p:nvSpPr>
              <p:spPr>
                <a:xfrm>
                  <a:off x="4083356" y="4813360"/>
                  <a:ext cx="330445" cy="190857"/>
                </a:xfrm>
                <a:custGeom>
                  <a:avLst/>
                  <a:gdLst/>
                  <a:ahLst/>
                  <a:cxnLst/>
                  <a:rect l="l" t="t" r="r" b="b"/>
                  <a:pathLst>
                    <a:path w="330445" h="190857" extrusionOk="0">
                      <a:moveTo>
                        <a:pt x="48363" y="162711"/>
                      </a:moveTo>
                      <a:cubicBezTo>
                        <a:pt x="112943" y="200239"/>
                        <a:pt x="217623" y="200239"/>
                        <a:pt x="282011" y="162711"/>
                      </a:cubicBezTo>
                      <a:cubicBezTo>
                        <a:pt x="346591" y="125563"/>
                        <a:pt x="346591" y="65080"/>
                        <a:pt x="282011" y="27932"/>
                      </a:cubicBezTo>
                      <a:cubicBezTo>
                        <a:pt x="217623" y="-9311"/>
                        <a:pt x="112943" y="-9311"/>
                        <a:pt x="48363" y="27932"/>
                      </a:cubicBezTo>
                      <a:cubicBezTo>
                        <a:pt x="-16121" y="65080"/>
                        <a:pt x="-16121" y="125563"/>
                        <a:pt x="48363" y="16271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8" name="Google Shape;5278;p56"/>
                <p:cNvSpPr/>
                <p:nvPr/>
              </p:nvSpPr>
              <p:spPr>
                <a:xfrm>
                  <a:off x="4094024" y="4819504"/>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9" name="Google Shape;5279;p56"/>
                <p:cNvSpPr/>
                <p:nvPr/>
              </p:nvSpPr>
              <p:spPr>
                <a:xfrm>
                  <a:off x="4102621" y="4824933"/>
                  <a:ext cx="291917" cy="168568"/>
                </a:xfrm>
                <a:custGeom>
                  <a:avLst/>
                  <a:gdLst/>
                  <a:ahLst/>
                  <a:cxnLst/>
                  <a:rect l="l" t="t" r="r" b="b"/>
                  <a:pathLst>
                    <a:path w="291917" h="168568" extrusionOk="0">
                      <a:moveTo>
                        <a:pt x="42719" y="143709"/>
                      </a:moveTo>
                      <a:cubicBezTo>
                        <a:pt x="99774" y="176855"/>
                        <a:pt x="192262" y="176855"/>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0" name="Google Shape;5280;p56"/>
                <p:cNvSpPr/>
                <p:nvPr/>
              </p:nvSpPr>
              <p:spPr>
                <a:xfrm>
                  <a:off x="4111550" y="4829672"/>
                  <a:ext cx="273962" cy="158329"/>
                </a:xfrm>
                <a:custGeom>
                  <a:avLst/>
                  <a:gdLst/>
                  <a:ahLst/>
                  <a:cxnLst/>
                  <a:rect l="l" t="t" r="r" b="b"/>
                  <a:pathLst>
                    <a:path w="273962" h="158329" extrusionOk="0">
                      <a:moveTo>
                        <a:pt x="40076" y="134969"/>
                      </a:moveTo>
                      <a:cubicBezTo>
                        <a:pt x="93607" y="166116"/>
                        <a:pt x="180475" y="166116"/>
                        <a:pt x="233815" y="134969"/>
                      </a:cubicBezTo>
                      <a:cubicBezTo>
                        <a:pt x="287346" y="104108"/>
                        <a:pt x="287346" y="54007"/>
                        <a:pt x="233815" y="23146"/>
                      </a:cubicBezTo>
                      <a:cubicBezTo>
                        <a:pt x="180475" y="-7715"/>
                        <a:pt x="93607" y="-7715"/>
                        <a:pt x="40076" y="23146"/>
                      </a:cubicBezTo>
                      <a:cubicBezTo>
                        <a:pt x="-13359" y="54007"/>
                        <a:pt x="-13359" y="104108"/>
                        <a:pt x="40076" y="13496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1" name="Google Shape;5281;p56"/>
                <p:cNvSpPr/>
                <p:nvPr/>
              </p:nvSpPr>
              <p:spPr>
                <a:xfrm>
                  <a:off x="4119194" y="4834386"/>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2" name="Google Shape;5282;p56"/>
                <p:cNvSpPr/>
                <p:nvPr/>
              </p:nvSpPr>
              <p:spPr>
                <a:xfrm>
                  <a:off x="4126743" y="4838434"/>
                  <a:ext cx="243673" cy="140803"/>
                </a:xfrm>
                <a:custGeom>
                  <a:avLst/>
                  <a:gdLst/>
                  <a:ahLst/>
                  <a:cxnLst/>
                  <a:rect l="l" t="t" r="r" b="b"/>
                  <a:pathLst>
                    <a:path w="243673" h="140803" extrusionOk="0">
                      <a:moveTo>
                        <a:pt x="35647" y="120015"/>
                      </a:moveTo>
                      <a:cubicBezTo>
                        <a:pt x="83272" y="147733"/>
                        <a:pt x="160520" y="147733"/>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3" name="Google Shape;5283;p56"/>
                <p:cNvSpPr/>
                <p:nvPr/>
              </p:nvSpPr>
              <p:spPr>
                <a:xfrm>
                  <a:off x="4133505" y="4842626"/>
                  <a:ext cx="230147" cy="132921"/>
                </a:xfrm>
                <a:custGeom>
                  <a:avLst/>
                  <a:gdLst/>
                  <a:ahLst/>
                  <a:cxnLst/>
                  <a:rect l="l" t="t" r="r" b="b"/>
                  <a:pathLst>
                    <a:path w="230147" h="132921" extrusionOk="0">
                      <a:moveTo>
                        <a:pt x="33647" y="113347"/>
                      </a:moveTo>
                      <a:cubicBezTo>
                        <a:pt x="78605" y="139446"/>
                        <a:pt x="151567" y="139446"/>
                        <a:pt x="196429" y="113347"/>
                      </a:cubicBezTo>
                      <a:cubicBezTo>
                        <a:pt x="241387" y="87439"/>
                        <a:pt x="241387" y="45339"/>
                        <a:pt x="196429" y="19431"/>
                      </a:cubicBezTo>
                      <a:cubicBezTo>
                        <a:pt x="151567" y="-6477"/>
                        <a:pt x="78700" y="-6477"/>
                        <a:pt x="33647" y="19431"/>
                      </a:cubicBezTo>
                      <a:cubicBezTo>
                        <a:pt x="-11216" y="45339"/>
                        <a:pt x="-11216" y="87439"/>
                        <a:pt x="33647" y="11334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4" name="Google Shape;5284;p56"/>
                <p:cNvSpPr/>
                <p:nvPr/>
              </p:nvSpPr>
              <p:spPr>
                <a:xfrm>
                  <a:off x="4140459" y="4846507"/>
                  <a:ext cx="216074" cy="124682"/>
                </a:xfrm>
                <a:custGeom>
                  <a:avLst/>
                  <a:gdLst/>
                  <a:ahLst/>
                  <a:cxnLst/>
                  <a:rect l="l" t="t" r="r" b="b"/>
                  <a:pathLst>
                    <a:path w="216074" h="124682" extrusionOk="0">
                      <a:moveTo>
                        <a:pt x="31647" y="106323"/>
                      </a:moveTo>
                      <a:cubicBezTo>
                        <a:pt x="73843" y="130802"/>
                        <a:pt x="142327" y="130802"/>
                        <a:pt x="184428" y="106323"/>
                      </a:cubicBezTo>
                      <a:cubicBezTo>
                        <a:pt x="226623" y="82034"/>
                        <a:pt x="226623" y="42505"/>
                        <a:pt x="184428" y="18217"/>
                      </a:cubicBezTo>
                      <a:cubicBezTo>
                        <a:pt x="142327" y="-6072"/>
                        <a:pt x="73843" y="-6072"/>
                        <a:pt x="31647" y="18217"/>
                      </a:cubicBezTo>
                      <a:cubicBezTo>
                        <a:pt x="-10549" y="42505"/>
                        <a:pt x="-10549" y="82034"/>
                        <a:pt x="31647" y="106323"/>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5" name="Google Shape;5285;p56"/>
                <p:cNvSpPr/>
                <p:nvPr/>
              </p:nvSpPr>
              <p:spPr>
                <a:xfrm>
                  <a:off x="4146531" y="4850174"/>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6" name="Google Shape;5286;p56"/>
                <p:cNvSpPr/>
                <p:nvPr/>
              </p:nvSpPr>
              <p:spPr>
                <a:xfrm>
                  <a:off x="4152008" y="4853103"/>
                  <a:ext cx="193166" cy="111490"/>
                </a:xfrm>
                <a:custGeom>
                  <a:avLst/>
                  <a:gdLst/>
                  <a:ahLst/>
                  <a:cxnLst/>
                  <a:rect l="l" t="t" r="r" b="b"/>
                  <a:pathLst>
                    <a:path w="193166" h="111490" extrusionOk="0">
                      <a:moveTo>
                        <a:pt x="28289" y="95060"/>
                      </a:moveTo>
                      <a:cubicBezTo>
                        <a:pt x="66008" y="116967"/>
                        <a:pt x="127254" y="116967"/>
                        <a:pt x="164878" y="95060"/>
                      </a:cubicBezTo>
                      <a:cubicBezTo>
                        <a:pt x="202597" y="73342"/>
                        <a:pt x="202597" y="38005"/>
                        <a:pt x="164878" y="16288"/>
                      </a:cubicBezTo>
                      <a:cubicBezTo>
                        <a:pt x="127254" y="-5429"/>
                        <a:pt x="66103" y="-5429"/>
                        <a:pt x="28289" y="16288"/>
                      </a:cubicBezTo>
                      <a:cubicBezTo>
                        <a:pt x="-9430" y="38005"/>
                        <a:pt x="-9430" y="73342"/>
                        <a:pt x="28289" y="9506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7" name="Google Shape;5287;p56"/>
                <p:cNvSpPr/>
                <p:nvPr/>
              </p:nvSpPr>
              <p:spPr>
                <a:xfrm>
                  <a:off x="4157294" y="4856341"/>
                  <a:ext cx="182475" cy="105322"/>
                </a:xfrm>
                <a:custGeom>
                  <a:avLst/>
                  <a:gdLst/>
                  <a:ahLst/>
                  <a:cxnLst/>
                  <a:rect l="l" t="t" r="r" b="b"/>
                  <a:pathLst>
                    <a:path w="182475" h="105322" extrusionOk="0">
                      <a:moveTo>
                        <a:pt x="26718" y="89821"/>
                      </a:moveTo>
                      <a:cubicBezTo>
                        <a:pt x="62341" y="110490"/>
                        <a:pt x="120158" y="110490"/>
                        <a:pt x="155686" y="89821"/>
                      </a:cubicBezTo>
                      <a:cubicBezTo>
                        <a:pt x="191405" y="69342"/>
                        <a:pt x="191405" y="35909"/>
                        <a:pt x="155686" y="15431"/>
                      </a:cubicBezTo>
                      <a:cubicBezTo>
                        <a:pt x="120158" y="-5144"/>
                        <a:pt x="62341" y="-5144"/>
                        <a:pt x="26718" y="15431"/>
                      </a:cubicBezTo>
                      <a:cubicBezTo>
                        <a:pt x="-8906" y="35909"/>
                        <a:pt x="-8906" y="69342"/>
                        <a:pt x="26718" y="8982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8" name="Google Shape;5288;p56"/>
                <p:cNvSpPr/>
                <p:nvPr/>
              </p:nvSpPr>
              <p:spPr>
                <a:xfrm>
                  <a:off x="4162676" y="4859175"/>
                  <a:ext cx="171831" cy="99250"/>
                </a:xfrm>
                <a:custGeom>
                  <a:avLst/>
                  <a:gdLst/>
                  <a:ahLst/>
                  <a:cxnLst/>
                  <a:rect l="l" t="t" r="r" b="b"/>
                  <a:pathLst>
                    <a:path w="171831" h="99250" extrusionOk="0">
                      <a:moveTo>
                        <a:pt x="25146" y="84606"/>
                      </a:moveTo>
                      <a:cubicBezTo>
                        <a:pt x="58769" y="104132"/>
                        <a:pt x="113157" y="104132"/>
                        <a:pt x="146685" y="84606"/>
                      </a:cubicBezTo>
                      <a:cubicBezTo>
                        <a:pt x="180213" y="65270"/>
                        <a:pt x="180213" y="33838"/>
                        <a:pt x="146685" y="14502"/>
                      </a:cubicBezTo>
                      <a:cubicBezTo>
                        <a:pt x="113252" y="-4834"/>
                        <a:pt x="58769" y="-4834"/>
                        <a:pt x="25146" y="14502"/>
                      </a:cubicBezTo>
                      <a:cubicBezTo>
                        <a:pt x="-8382" y="33838"/>
                        <a:pt x="-8382" y="65270"/>
                        <a:pt x="25146" y="8460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9" name="Google Shape;5289;p56"/>
                <p:cNvSpPr/>
                <p:nvPr/>
              </p:nvSpPr>
              <p:spPr>
                <a:xfrm>
                  <a:off x="4167438" y="4862152"/>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1909"/>
                        <a:pt x="138493" y="13716"/>
                      </a:cubicBezTo>
                      <a:cubicBezTo>
                        <a:pt x="106870" y="-4572"/>
                        <a:pt x="55435" y="-4572"/>
                        <a:pt x="23717" y="13716"/>
                      </a:cubicBezTo>
                      <a:cubicBezTo>
                        <a:pt x="-7906" y="32004"/>
                        <a:pt x="-7906" y="61627"/>
                        <a:pt x="23717" y="7991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0" name="Google Shape;5290;p56"/>
                <p:cNvSpPr/>
                <p:nvPr/>
              </p:nvSpPr>
              <p:spPr>
                <a:xfrm>
                  <a:off x="4172391" y="4864819"/>
                  <a:ext cx="152376" cy="87963"/>
                </a:xfrm>
                <a:custGeom>
                  <a:avLst/>
                  <a:gdLst/>
                  <a:ahLst/>
                  <a:cxnLst/>
                  <a:rect l="l" t="t" r="r" b="b"/>
                  <a:pathLst>
                    <a:path w="152376" h="87963" extrusionOk="0">
                      <a:moveTo>
                        <a:pt x="22288" y="74962"/>
                      </a:moveTo>
                      <a:cubicBezTo>
                        <a:pt x="52102" y="92297"/>
                        <a:pt x="100298" y="92297"/>
                        <a:pt x="130016" y="74962"/>
                      </a:cubicBezTo>
                      <a:cubicBezTo>
                        <a:pt x="159829" y="57817"/>
                        <a:pt x="159829" y="30004"/>
                        <a:pt x="130016" y="12859"/>
                      </a:cubicBezTo>
                      <a:cubicBezTo>
                        <a:pt x="100298" y="-4286"/>
                        <a:pt x="52102" y="-4286"/>
                        <a:pt x="22288" y="12859"/>
                      </a:cubicBezTo>
                      <a:cubicBezTo>
                        <a:pt x="-7429" y="30004"/>
                        <a:pt x="-7429" y="57817"/>
                        <a:pt x="22288" y="74962"/>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1" name="Google Shape;5291;p56"/>
                <p:cNvSpPr/>
                <p:nvPr/>
              </p:nvSpPr>
              <p:spPr>
                <a:xfrm>
                  <a:off x="4176654" y="4867438"/>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2" name="Google Shape;5292;p56"/>
                <p:cNvSpPr/>
                <p:nvPr/>
              </p:nvSpPr>
              <p:spPr>
                <a:xfrm>
                  <a:off x="4183678" y="4871796"/>
                  <a:ext cx="129635" cy="74866"/>
                </a:xfrm>
                <a:custGeom>
                  <a:avLst/>
                  <a:gdLst/>
                  <a:ahLst/>
                  <a:cxnLst/>
                  <a:rect l="l" t="t" r="r" b="b"/>
                  <a:pathLst>
                    <a:path w="129635" h="74866" extrusionOk="0">
                      <a:moveTo>
                        <a:pt x="19002" y="63794"/>
                      </a:moveTo>
                      <a:cubicBezTo>
                        <a:pt x="44339" y="78557"/>
                        <a:pt x="85392" y="78557"/>
                        <a:pt x="110633" y="63794"/>
                      </a:cubicBezTo>
                      <a:cubicBezTo>
                        <a:pt x="135969" y="49221"/>
                        <a:pt x="135969" y="25503"/>
                        <a:pt x="110633" y="10930"/>
                      </a:cubicBezTo>
                      <a:cubicBezTo>
                        <a:pt x="85392" y="-3643"/>
                        <a:pt x="44339" y="-3643"/>
                        <a:pt x="19002" y="10930"/>
                      </a:cubicBezTo>
                      <a:cubicBezTo>
                        <a:pt x="-6334" y="25503"/>
                        <a:pt x="-6334" y="49221"/>
                        <a:pt x="19002" y="63794"/>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3" name="Google Shape;5293;p56"/>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294" name="Google Shape;5294;p56"/>
              <p:cNvGrpSpPr/>
              <p:nvPr/>
            </p:nvGrpSpPr>
            <p:grpSpPr>
              <a:xfrm>
                <a:off x="4045709" y="4779094"/>
                <a:ext cx="405669" cy="247363"/>
                <a:chOff x="4045709" y="4779094"/>
                <a:chExt cx="405669" cy="247363"/>
              </a:xfrm>
            </p:grpSpPr>
            <p:sp>
              <p:nvSpPr>
                <p:cNvPr id="5295" name="Google Shape;5295;p56"/>
                <p:cNvSpPr/>
                <p:nvPr/>
              </p:nvSpPr>
              <p:spPr>
                <a:xfrm>
                  <a:off x="4045709" y="4792333"/>
                  <a:ext cx="405669" cy="234124"/>
                </a:xfrm>
                <a:custGeom>
                  <a:avLst/>
                  <a:gdLst/>
                  <a:ahLst/>
                  <a:cxnLst/>
                  <a:rect l="l" t="t" r="r" b="b"/>
                  <a:pathLst>
                    <a:path w="405669" h="234124" extrusionOk="0">
                      <a:moveTo>
                        <a:pt x="404336" y="103823"/>
                      </a:moveTo>
                      <a:cubicBezTo>
                        <a:pt x="399288" y="78391"/>
                        <a:pt x="379952" y="53816"/>
                        <a:pt x="346234" y="34290"/>
                      </a:cubicBezTo>
                      <a:cubicBezTo>
                        <a:pt x="267081" y="-11430"/>
                        <a:pt x="138589" y="-11430"/>
                        <a:pt x="59436" y="34290"/>
                      </a:cubicBezTo>
                      <a:cubicBezTo>
                        <a:pt x="25527" y="53912"/>
                        <a:pt x="6096" y="78677"/>
                        <a:pt x="1238" y="104299"/>
                      </a:cubicBezTo>
                      <a:lnTo>
                        <a:pt x="0" y="103823"/>
                      </a:lnTo>
                      <a:lnTo>
                        <a:pt x="0" y="117824"/>
                      </a:lnTo>
                      <a:lnTo>
                        <a:pt x="0" y="117824"/>
                      </a:lnTo>
                      <a:cubicBezTo>
                        <a:pt x="381" y="147542"/>
                        <a:pt x="20098" y="177165"/>
                        <a:pt x="59436" y="199835"/>
                      </a:cubicBezTo>
                      <a:cubicBezTo>
                        <a:pt x="138589" y="245555"/>
                        <a:pt x="267081" y="245555"/>
                        <a:pt x="346234" y="199835"/>
                      </a:cubicBezTo>
                      <a:cubicBezTo>
                        <a:pt x="385858" y="176974"/>
                        <a:pt x="405670" y="147066"/>
                        <a:pt x="405670" y="117062"/>
                      </a:cubicBezTo>
                      <a:lnTo>
                        <a:pt x="405670" y="103727"/>
                      </a:lnTo>
                      <a:lnTo>
                        <a:pt x="404336" y="103727"/>
                      </a:lnTo>
                      <a:close/>
                      <a:moveTo>
                        <a:pt x="76200" y="44006"/>
                      </a:moveTo>
                      <a:cubicBezTo>
                        <a:pt x="82963" y="40100"/>
                        <a:pt x="93821" y="40100"/>
                        <a:pt x="100584" y="44006"/>
                      </a:cubicBezTo>
                      <a:lnTo>
                        <a:pt x="150209" y="72676"/>
                      </a:lnTo>
                      <a:cubicBezTo>
                        <a:pt x="156877" y="76581"/>
                        <a:pt x="156877" y="82868"/>
                        <a:pt x="150209" y="86773"/>
                      </a:cubicBezTo>
                      <a:cubicBezTo>
                        <a:pt x="143446" y="90678"/>
                        <a:pt x="132588" y="90678"/>
                        <a:pt x="125825" y="86773"/>
                      </a:cubicBezTo>
                      <a:lnTo>
                        <a:pt x="76200" y="58103"/>
                      </a:lnTo>
                      <a:cubicBezTo>
                        <a:pt x="69533" y="54197"/>
                        <a:pt x="69533" y="47911"/>
                        <a:pt x="76200" y="44101"/>
                      </a:cubicBezTo>
                      <a:close/>
                      <a:moveTo>
                        <a:pt x="40958" y="127064"/>
                      </a:moveTo>
                      <a:cubicBezTo>
                        <a:pt x="31433" y="127064"/>
                        <a:pt x="23717" y="122587"/>
                        <a:pt x="23717" y="117157"/>
                      </a:cubicBezTo>
                      <a:cubicBezTo>
                        <a:pt x="23717" y="111728"/>
                        <a:pt x="31433" y="107252"/>
                        <a:pt x="40958" y="107252"/>
                      </a:cubicBezTo>
                      <a:lnTo>
                        <a:pt x="111062" y="107252"/>
                      </a:lnTo>
                      <a:cubicBezTo>
                        <a:pt x="120587" y="107252"/>
                        <a:pt x="128302" y="111728"/>
                        <a:pt x="128302" y="117157"/>
                      </a:cubicBezTo>
                      <a:cubicBezTo>
                        <a:pt x="128302" y="122587"/>
                        <a:pt x="120587" y="127064"/>
                        <a:pt x="111062" y="127064"/>
                      </a:cubicBezTo>
                      <a:lnTo>
                        <a:pt x="40958" y="127064"/>
                      </a:lnTo>
                      <a:close/>
                      <a:moveTo>
                        <a:pt x="150114" y="161544"/>
                      </a:moveTo>
                      <a:lnTo>
                        <a:pt x="100489" y="190214"/>
                      </a:lnTo>
                      <a:cubicBezTo>
                        <a:pt x="93821" y="194120"/>
                        <a:pt x="82868" y="194120"/>
                        <a:pt x="76105" y="190214"/>
                      </a:cubicBezTo>
                      <a:cubicBezTo>
                        <a:pt x="69437" y="186309"/>
                        <a:pt x="69437" y="180023"/>
                        <a:pt x="76105" y="176213"/>
                      </a:cubicBezTo>
                      <a:lnTo>
                        <a:pt x="125730" y="147542"/>
                      </a:lnTo>
                      <a:cubicBezTo>
                        <a:pt x="132493" y="143637"/>
                        <a:pt x="143351" y="143637"/>
                        <a:pt x="150114" y="147542"/>
                      </a:cubicBezTo>
                      <a:cubicBezTo>
                        <a:pt x="156877" y="151448"/>
                        <a:pt x="156781" y="157734"/>
                        <a:pt x="150114" y="161544"/>
                      </a:cubicBezTo>
                      <a:close/>
                      <a:moveTo>
                        <a:pt x="185547" y="23622"/>
                      </a:moveTo>
                      <a:cubicBezTo>
                        <a:pt x="185547" y="18098"/>
                        <a:pt x="193262" y="13716"/>
                        <a:pt x="202787" y="13716"/>
                      </a:cubicBezTo>
                      <a:cubicBezTo>
                        <a:pt x="212312" y="13716"/>
                        <a:pt x="220028" y="18193"/>
                        <a:pt x="219932" y="23622"/>
                      </a:cubicBezTo>
                      <a:lnTo>
                        <a:pt x="219932" y="64103"/>
                      </a:lnTo>
                      <a:cubicBezTo>
                        <a:pt x="219932" y="69532"/>
                        <a:pt x="212217" y="74009"/>
                        <a:pt x="202787" y="74009"/>
                      </a:cubicBezTo>
                      <a:cubicBezTo>
                        <a:pt x="193358" y="74009"/>
                        <a:pt x="185547" y="69532"/>
                        <a:pt x="185547" y="64103"/>
                      </a:cubicBezTo>
                      <a:lnTo>
                        <a:pt x="185547" y="23622"/>
                      </a:lnTo>
                      <a:close/>
                      <a:moveTo>
                        <a:pt x="202787" y="220409"/>
                      </a:moveTo>
                      <a:cubicBezTo>
                        <a:pt x="193262" y="220409"/>
                        <a:pt x="185547" y="215932"/>
                        <a:pt x="185547" y="210503"/>
                      </a:cubicBezTo>
                      <a:lnTo>
                        <a:pt x="185547" y="170021"/>
                      </a:lnTo>
                      <a:cubicBezTo>
                        <a:pt x="185547" y="164497"/>
                        <a:pt x="193262" y="160115"/>
                        <a:pt x="202787" y="160115"/>
                      </a:cubicBezTo>
                      <a:cubicBezTo>
                        <a:pt x="212312" y="160115"/>
                        <a:pt x="220028" y="164592"/>
                        <a:pt x="220028" y="170021"/>
                      </a:cubicBezTo>
                      <a:lnTo>
                        <a:pt x="220028" y="210503"/>
                      </a:lnTo>
                      <a:cubicBezTo>
                        <a:pt x="220028" y="216027"/>
                        <a:pt x="212312" y="220409"/>
                        <a:pt x="202787" y="220409"/>
                      </a:cubicBezTo>
                      <a:close/>
                      <a:moveTo>
                        <a:pt x="255461" y="72581"/>
                      </a:moveTo>
                      <a:lnTo>
                        <a:pt x="305086" y="43910"/>
                      </a:lnTo>
                      <a:cubicBezTo>
                        <a:pt x="311848" y="40005"/>
                        <a:pt x="322707" y="40005"/>
                        <a:pt x="329375" y="43910"/>
                      </a:cubicBezTo>
                      <a:cubicBezTo>
                        <a:pt x="336137" y="47815"/>
                        <a:pt x="336137" y="54102"/>
                        <a:pt x="329375" y="57912"/>
                      </a:cubicBezTo>
                      <a:lnTo>
                        <a:pt x="279749" y="86582"/>
                      </a:lnTo>
                      <a:cubicBezTo>
                        <a:pt x="272987" y="90488"/>
                        <a:pt x="262128" y="90488"/>
                        <a:pt x="255365" y="86582"/>
                      </a:cubicBezTo>
                      <a:cubicBezTo>
                        <a:pt x="248698" y="82677"/>
                        <a:pt x="248698" y="76390"/>
                        <a:pt x="255365" y="72485"/>
                      </a:cubicBezTo>
                      <a:close/>
                      <a:moveTo>
                        <a:pt x="329375" y="190119"/>
                      </a:moveTo>
                      <a:cubicBezTo>
                        <a:pt x="322707" y="194024"/>
                        <a:pt x="311753" y="194024"/>
                        <a:pt x="305086" y="190119"/>
                      </a:cubicBezTo>
                      <a:lnTo>
                        <a:pt x="255461" y="161449"/>
                      </a:lnTo>
                      <a:cubicBezTo>
                        <a:pt x="248698" y="157544"/>
                        <a:pt x="248698" y="151257"/>
                        <a:pt x="255461" y="147447"/>
                      </a:cubicBezTo>
                      <a:cubicBezTo>
                        <a:pt x="262128" y="143542"/>
                        <a:pt x="273082" y="143542"/>
                        <a:pt x="279749" y="147447"/>
                      </a:cubicBezTo>
                      <a:lnTo>
                        <a:pt x="329375" y="176117"/>
                      </a:lnTo>
                      <a:cubicBezTo>
                        <a:pt x="336137" y="180023"/>
                        <a:pt x="336137" y="186309"/>
                        <a:pt x="329375" y="190119"/>
                      </a:cubicBezTo>
                      <a:close/>
                      <a:moveTo>
                        <a:pt x="364617" y="126968"/>
                      </a:moveTo>
                      <a:lnTo>
                        <a:pt x="294418" y="126968"/>
                      </a:lnTo>
                      <a:cubicBezTo>
                        <a:pt x="284893" y="126968"/>
                        <a:pt x="277178" y="122492"/>
                        <a:pt x="277178" y="117062"/>
                      </a:cubicBezTo>
                      <a:cubicBezTo>
                        <a:pt x="277178" y="111633"/>
                        <a:pt x="284893" y="107156"/>
                        <a:pt x="294418" y="107156"/>
                      </a:cubicBezTo>
                      <a:lnTo>
                        <a:pt x="364617" y="107156"/>
                      </a:lnTo>
                      <a:cubicBezTo>
                        <a:pt x="374142" y="107156"/>
                        <a:pt x="381857" y="111633"/>
                        <a:pt x="381857" y="117062"/>
                      </a:cubicBezTo>
                      <a:cubicBezTo>
                        <a:pt x="381857" y="122492"/>
                        <a:pt x="374142" y="126968"/>
                        <a:pt x="364617"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6" name="Google Shape;5296;p56"/>
                <p:cNvSpPr/>
                <p:nvPr/>
              </p:nvSpPr>
              <p:spPr>
                <a:xfrm>
                  <a:off x="4045709" y="4779094"/>
                  <a:ext cx="405598" cy="234124"/>
                </a:xfrm>
                <a:custGeom>
                  <a:avLst/>
                  <a:gdLst/>
                  <a:ahLst/>
                  <a:cxnLst/>
                  <a:rect l="l" t="t" r="r" b="b"/>
                  <a:pathLst>
                    <a:path w="405598" h="234124" extrusionOk="0">
                      <a:moveTo>
                        <a:pt x="346234" y="34290"/>
                      </a:moveTo>
                      <a:cubicBezTo>
                        <a:pt x="267081" y="-11430"/>
                        <a:pt x="138589" y="-11430"/>
                        <a:pt x="59436" y="34290"/>
                      </a:cubicBezTo>
                      <a:cubicBezTo>
                        <a:pt x="-19812" y="80010"/>
                        <a:pt x="-19812" y="154115"/>
                        <a:pt x="59436" y="199834"/>
                      </a:cubicBezTo>
                      <a:cubicBezTo>
                        <a:pt x="138589" y="245555"/>
                        <a:pt x="267081" y="245555"/>
                        <a:pt x="346234" y="199834"/>
                      </a:cubicBezTo>
                      <a:cubicBezTo>
                        <a:pt x="425386" y="154115"/>
                        <a:pt x="425386" y="80010"/>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677"/>
                      </a:cubicBezTo>
                      <a:cubicBezTo>
                        <a:pt x="143446" y="90583"/>
                        <a:pt x="132588" y="90583"/>
                        <a:pt x="125825" y="86677"/>
                      </a:cubicBezTo>
                      <a:lnTo>
                        <a:pt x="76200" y="58007"/>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582"/>
                      </a:moveTo>
                      <a:cubicBezTo>
                        <a:pt x="273082" y="90488"/>
                        <a:pt x="262223" y="90488"/>
                        <a:pt x="255461" y="86582"/>
                      </a:cubicBezTo>
                      <a:cubicBezTo>
                        <a:pt x="248793" y="82677"/>
                        <a:pt x="248793" y="76391"/>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061"/>
                      </a:moveTo>
                      <a:lnTo>
                        <a:pt x="364712" y="107061"/>
                      </a:lnTo>
                      <a:cubicBezTo>
                        <a:pt x="374237" y="107061"/>
                        <a:pt x="381953" y="111538"/>
                        <a:pt x="381953" y="116967"/>
                      </a:cubicBezTo>
                      <a:cubicBezTo>
                        <a:pt x="381953" y="122396"/>
                        <a:pt x="374237" y="126873"/>
                        <a:pt x="364712" y="126873"/>
                      </a:cubicBezTo>
                      <a:lnTo>
                        <a:pt x="294513" y="126873"/>
                      </a:lnTo>
                      <a:cubicBezTo>
                        <a:pt x="284988" y="126873"/>
                        <a:pt x="277273" y="122396"/>
                        <a:pt x="277273" y="116967"/>
                      </a:cubicBezTo>
                      <a:cubicBezTo>
                        <a:pt x="277273" y="111538"/>
                        <a:pt x="284988" y="107061"/>
                        <a:pt x="294513" y="107061"/>
                      </a:cubicBezTo>
                      <a:close/>
                      <a:moveTo>
                        <a:pt x="202883" y="220409"/>
                      </a:moveTo>
                      <a:cubicBezTo>
                        <a:pt x="193358" y="220409"/>
                        <a:pt x="185642" y="215932"/>
                        <a:pt x="185642" y="210502"/>
                      </a:cubicBezTo>
                      <a:lnTo>
                        <a:pt x="185642" y="170021"/>
                      </a:lnTo>
                      <a:cubicBezTo>
                        <a:pt x="185642" y="164497"/>
                        <a:pt x="193358" y="160115"/>
                        <a:pt x="202883" y="160115"/>
                      </a:cubicBezTo>
                      <a:cubicBezTo>
                        <a:pt x="212408" y="160115"/>
                        <a:pt x="220123" y="164592"/>
                        <a:pt x="220123" y="170021"/>
                      </a:cubicBezTo>
                      <a:lnTo>
                        <a:pt x="220123" y="210502"/>
                      </a:lnTo>
                      <a:cubicBezTo>
                        <a:pt x="220123" y="216027"/>
                        <a:pt x="212408" y="220409"/>
                        <a:pt x="202883" y="220409"/>
                      </a:cubicBezTo>
                      <a:close/>
                      <a:moveTo>
                        <a:pt x="305181" y="190119"/>
                      </a:moveTo>
                      <a:lnTo>
                        <a:pt x="255556" y="161449"/>
                      </a:lnTo>
                      <a:cubicBezTo>
                        <a:pt x="248793" y="157543"/>
                        <a:pt x="248793" y="151257"/>
                        <a:pt x="255556" y="147447"/>
                      </a:cubicBezTo>
                      <a:cubicBezTo>
                        <a:pt x="262223" y="143542"/>
                        <a:pt x="273177" y="143542"/>
                        <a:pt x="279844" y="147447"/>
                      </a:cubicBezTo>
                      <a:lnTo>
                        <a:pt x="329470" y="176117"/>
                      </a:lnTo>
                      <a:cubicBezTo>
                        <a:pt x="336233" y="180023"/>
                        <a:pt x="336233" y="186309"/>
                        <a:pt x="329470" y="190119"/>
                      </a:cubicBezTo>
                      <a:cubicBezTo>
                        <a:pt x="322802" y="194024"/>
                        <a:pt x="311848" y="194024"/>
                        <a:pt x="305181"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7" name="Google Shape;5297;p56"/>
                <p:cNvSpPr/>
                <p:nvPr/>
              </p:nvSpPr>
              <p:spPr>
                <a:xfrm>
                  <a:off x="4191364" y="4863176"/>
                  <a:ext cx="114454" cy="46315"/>
                </a:xfrm>
                <a:custGeom>
                  <a:avLst/>
                  <a:gdLst/>
                  <a:ahLst/>
                  <a:cxnLst/>
                  <a:rect l="l" t="t" r="r" b="b"/>
                  <a:pathLst>
                    <a:path w="114454" h="46315" extrusionOk="0">
                      <a:moveTo>
                        <a:pt x="109615" y="46315"/>
                      </a:moveTo>
                      <a:cubicBezTo>
                        <a:pt x="106852" y="42696"/>
                        <a:pt x="102852" y="39267"/>
                        <a:pt x="97709" y="36219"/>
                      </a:cubicBezTo>
                      <a:cubicBezTo>
                        <a:pt x="75325" y="23360"/>
                        <a:pt x="39130" y="23360"/>
                        <a:pt x="16746" y="36219"/>
                      </a:cubicBezTo>
                      <a:cubicBezTo>
                        <a:pt x="11602" y="39171"/>
                        <a:pt x="7602" y="42601"/>
                        <a:pt x="4840" y="46315"/>
                      </a:cubicBezTo>
                      <a:cubicBezTo>
                        <a:pt x="-4400" y="34218"/>
                        <a:pt x="-399" y="19550"/>
                        <a:pt x="16746" y="9644"/>
                      </a:cubicBezTo>
                      <a:cubicBezTo>
                        <a:pt x="39130" y="-3215"/>
                        <a:pt x="75325" y="-3215"/>
                        <a:pt x="97709" y="9644"/>
                      </a:cubicBezTo>
                      <a:cubicBezTo>
                        <a:pt x="114853" y="19550"/>
                        <a:pt x="118854" y="34218"/>
                        <a:pt x="109615" y="4631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8" name="Google Shape;5298;p56"/>
                <p:cNvSpPr/>
                <p:nvPr/>
              </p:nvSpPr>
              <p:spPr>
                <a:xfrm>
                  <a:off x="4196204" y="4889751"/>
                  <a:ext cx="104775" cy="39481"/>
                </a:xfrm>
                <a:custGeom>
                  <a:avLst/>
                  <a:gdLst/>
                  <a:ahLst/>
                  <a:cxnLst/>
                  <a:rect l="l" t="t" r="r" b="b"/>
                  <a:pathLst>
                    <a:path w="104775" h="39481" extrusionOk="0">
                      <a:moveTo>
                        <a:pt x="104775" y="19740"/>
                      </a:moveTo>
                      <a:cubicBezTo>
                        <a:pt x="102013" y="23360"/>
                        <a:pt x="98012" y="26789"/>
                        <a:pt x="92869" y="29837"/>
                      </a:cubicBezTo>
                      <a:cubicBezTo>
                        <a:pt x="70485" y="42696"/>
                        <a:pt x="34290" y="42696"/>
                        <a:pt x="11906" y="29837"/>
                      </a:cubicBezTo>
                      <a:cubicBezTo>
                        <a:pt x="6763" y="26884"/>
                        <a:pt x="2762" y="23455"/>
                        <a:pt x="0" y="19740"/>
                      </a:cubicBezTo>
                      <a:cubicBezTo>
                        <a:pt x="2762" y="16121"/>
                        <a:pt x="6763" y="12692"/>
                        <a:pt x="11906" y="9644"/>
                      </a:cubicBezTo>
                      <a:cubicBezTo>
                        <a:pt x="34290" y="-3215"/>
                        <a:pt x="70485" y="-3215"/>
                        <a:pt x="92869" y="9644"/>
                      </a:cubicBezTo>
                      <a:cubicBezTo>
                        <a:pt x="98012" y="12597"/>
                        <a:pt x="102013" y="16026"/>
                        <a:pt x="104775" y="197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46"/>
        <p:cNvGrpSpPr/>
        <p:nvPr/>
      </p:nvGrpSpPr>
      <p:grpSpPr>
        <a:xfrm>
          <a:off x="0" y="0"/>
          <a:ext cx="0" cy="0"/>
          <a:chOff x="0" y="0"/>
          <a:chExt cx="0" cy="0"/>
        </a:xfrm>
      </p:grpSpPr>
      <p:sp>
        <p:nvSpPr>
          <p:cNvPr id="2647" name="Google Shape;2647;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sz="3200" dirty="0"/>
              <a:t>Related Works</a:t>
            </a:r>
            <a:endParaRPr dirty="0"/>
          </a:p>
        </p:txBody>
      </p:sp>
      <p:sp>
        <p:nvSpPr>
          <p:cNvPr id="2648" name="Google Shape;2648;p41"/>
          <p:cNvSpPr txBox="1">
            <a:spLocks noGrp="1"/>
          </p:cNvSpPr>
          <p:nvPr>
            <p:ph type="subTitle" idx="1"/>
          </p:nvPr>
        </p:nvSpPr>
        <p:spPr>
          <a:xfrm>
            <a:off x="2279956" y="1983509"/>
            <a:ext cx="1978200" cy="665400"/>
          </a:xfrm>
          <a:prstGeom prst="rect">
            <a:avLst/>
          </a:prstGeom>
        </p:spPr>
        <p:txBody>
          <a:bodyPr spcFirstLastPara="1" wrap="square" lIns="91425" tIns="91425" rIns="91425" bIns="91425" anchor="t" anchorCtr="0">
            <a:noAutofit/>
          </a:bodyPr>
          <a:lstStyle/>
          <a:p>
            <a:pPr marL="0" lvl="0" indent="0"/>
            <a:r>
              <a:rPr lang="en-US" dirty="0"/>
              <a:t>Instant quotes</a:t>
            </a:r>
          </a:p>
        </p:txBody>
      </p:sp>
      <p:sp>
        <p:nvSpPr>
          <p:cNvPr id="2649" name="Google Shape;2649;p41"/>
          <p:cNvSpPr txBox="1">
            <a:spLocks noGrp="1"/>
          </p:cNvSpPr>
          <p:nvPr>
            <p:ph type="subTitle" idx="2"/>
          </p:nvPr>
        </p:nvSpPr>
        <p:spPr>
          <a:xfrm>
            <a:off x="5967659" y="1871999"/>
            <a:ext cx="2623874" cy="665400"/>
          </a:xfrm>
          <a:prstGeom prst="rect">
            <a:avLst/>
          </a:prstGeom>
        </p:spPr>
        <p:txBody>
          <a:bodyPr spcFirstLastPara="1" wrap="square" lIns="91425" tIns="91425" rIns="91425" bIns="91425" anchor="t" anchorCtr="0">
            <a:noAutofit/>
          </a:bodyPr>
          <a:lstStyle/>
          <a:p>
            <a:pPr marL="0" lvl="0" indent="0"/>
            <a:r>
              <a:rPr lang="en-US" dirty="0"/>
              <a:t>Generate 3D objects conditioned on text or images</a:t>
            </a:r>
            <a:endParaRPr dirty="0"/>
          </a:p>
        </p:txBody>
      </p:sp>
      <p:sp>
        <p:nvSpPr>
          <p:cNvPr id="2650" name="Google Shape;2650;p41"/>
          <p:cNvSpPr txBox="1">
            <a:spLocks noGrp="1"/>
          </p:cNvSpPr>
          <p:nvPr>
            <p:ph type="subTitle" idx="3"/>
          </p:nvPr>
        </p:nvSpPr>
        <p:spPr>
          <a:xfrm>
            <a:off x="2279956" y="3335135"/>
            <a:ext cx="2153584" cy="665400"/>
          </a:xfrm>
          <a:prstGeom prst="rect">
            <a:avLst/>
          </a:prstGeom>
        </p:spPr>
        <p:txBody>
          <a:bodyPr spcFirstLastPara="1" wrap="square" lIns="91425" tIns="91425" rIns="91425" bIns="91425" anchor="t" anchorCtr="0">
            <a:noAutofit/>
          </a:bodyPr>
          <a:lstStyle/>
          <a:p>
            <a:pPr marL="0" lvl="0" indent="0"/>
            <a:r>
              <a:rPr lang="en-US" dirty="0"/>
              <a:t>Offers access to machines</a:t>
            </a:r>
          </a:p>
        </p:txBody>
      </p:sp>
      <p:sp>
        <p:nvSpPr>
          <p:cNvPr id="2652" name="Google Shape;2652;p41"/>
          <p:cNvSpPr txBox="1">
            <a:spLocks noGrp="1"/>
          </p:cNvSpPr>
          <p:nvPr>
            <p:ph type="subTitle" idx="5"/>
          </p:nvPr>
        </p:nvSpPr>
        <p:spPr>
          <a:xfrm>
            <a:off x="2279956" y="1677567"/>
            <a:ext cx="1978200" cy="405600"/>
          </a:xfrm>
          <a:prstGeom prst="rect">
            <a:avLst/>
          </a:prstGeom>
        </p:spPr>
        <p:txBody>
          <a:bodyPr spcFirstLastPara="1" wrap="square" lIns="91425" tIns="91425" rIns="91425" bIns="91425" anchor="b" anchorCtr="0">
            <a:noAutofit/>
          </a:bodyPr>
          <a:lstStyle/>
          <a:p>
            <a:pPr marL="0" lvl="0" indent="0"/>
            <a:r>
              <a:rPr lang="en-US" dirty="0" err="1"/>
              <a:t>SeekMake</a:t>
            </a:r>
            <a:endParaRPr lang="en-US" dirty="0"/>
          </a:p>
        </p:txBody>
      </p:sp>
      <p:sp>
        <p:nvSpPr>
          <p:cNvPr id="2653" name="Google Shape;2653;p41"/>
          <p:cNvSpPr txBox="1">
            <a:spLocks noGrp="1"/>
          </p:cNvSpPr>
          <p:nvPr>
            <p:ph type="subTitle" idx="6"/>
          </p:nvPr>
        </p:nvSpPr>
        <p:spPr>
          <a:xfrm>
            <a:off x="5967657" y="1677567"/>
            <a:ext cx="1978200" cy="40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Shape-E</a:t>
            </a:r>
            <a:endParaRPr dirty="0"/>
          </a:p>
        </p:txBody>
      </p:sp>
      <p:sp>
        <p:nvSpPr>
          <p:cNvPr id="2654" name="Google Shape;2654;p41"/>
          <p:cNvSpPr txBox="1">
            <a:spLocks noGrp="1"/>
          </p:cNvSpPr>
          <p:nvPr>
            <p:ph type="subTitle" idx="7"/>
          </p:nvPr>
        </p:nvSpPr>
        <p:spPr>
          <a:xfrm>
            <a:off x="2279956" y="3111017"/>
            <a:ext cx="1978200" cy="405600"/>
          </a:xfrm>
          <a:prstGeom prst="rect">
            <a:avLst/>
          </a:prstGeom>
        </p:spPr>
        <p:txBody>
          <a:bodyPr spcFirstLastPara="1" wrap="square" lIns="91425" tIns="91425" rIns="91425" bIns="91425" anchor="b" anchorCtr="0">
            <a:noAutofit/>
          </a:bodyPr>
          <a:lstStyle/>
          <a:p>
            <a:pPr marL="0" lvl="0" indent="0"/>
            <a:r>
              <a:rPr lang="en-US" dirty="0"/>
              <a:t>Fab Lab Egypt</a:t>
            </a:r>
          </a:p>
        </p:txBody>
      </p:sp>
      <p:sp>
        <p:nvSpPr>
          <p:cNvPr id="2655" name="Google Shape;2655;p41"/>
          <p:cNvSpPr txBox="1">
            <a:spLocks noGrp="1"/>
          </p:cNvSpPr>
          <p:nvPr>
            <p:ph type="subTitle" idx="8"/>
          </p:nvPr>
        </p:nvSpPr>
        <p:spPr>
          <a:xfrm>
            <a:off x="5967657" y="3111017"/>
            <a:ext cx="1978200" cy="40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Zoo AI</a:t>
            </a:r>
            <a:r>
              <a:rPr lang="ar-EG" dirty="0"/>
              <a:t> </a:t>
            </a:r>
            <a:endParaRPr dirty="0"/>
          </a:p>
        </p:txBody>
      </p:sp>
      <p:sp>
        <p:nvSpPr>
          <p:cNvPr id="2656" name="Google Shape;2656;p41"/>
          <p:cNvSpPr/>
          <p:nvPr/>
        </p:nvSpPr>
        <p:spPr>
          <a:xfrm>
            <a:off x="1212985" y="1677556"/>
            <a:ext cx="773400" cy="773400"/>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ulish"/>
              <a:ea typeface="Mulish"/>
              <a:cs typeface="Mulish"/>
              <a:sym typeface="Mulish"/>
            </a:endParaRPr>
          </a:p>
        </p:txBody>
      </p:sp>
      <p:sp>
        <p:nvSpPr>
          <p:cNvPr id="2657" name="Google Shape;2657;p41"/>
          <p:cNvSpPr/>
          <p:nvPr/>
        </p:nvSpPr>
        <p:spPr>
          <a:xfrm>
            <a:off x="1212985" y="3111006"/>
            <a:ext cx="773400" cy="773400"/>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ulish"/>
              <a:ea typeface="Mulish"/>
              <a:cs typeface="Mulish"/>
              <a:sym typeface="Mulish"/>
            </a:endParaRPr>
          </a:p>
        </p:txBody>
      </p:sp>
      <p:sp>
        <p:nvSpPr>
          <p:cNvPr id="2658" name="Google Shape;2658;p41"/>
          <p:cNvSpPr/>
          <p:nvPr/>
        </p:nvSpPr>
        <p:spPr>
          <a:xfrm>
            <a:off x="4902259" y="1677556"/>
            <a:ext cx="773400" cy="773400"/>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ulish"/>
              <a:ea typeface="Mulish"/>
              <a:cs typeface="Mulish"/>
              <a:sym typeface="Mulish"/>
            </a:endParaRPr>
          </a:p>
        </p:txBody>
      </p:sp>
      <p:sp>
        <p:nvSpPr>
          <p:cNvPr id="2659" name="Google Shape;2659;p41"/>
          <p:cNvSpPr/>
          <p:nvPr/>
        </p:nvSpPr>
        <p:spPr>
          <a:xfrm>
            <a:off x="4902259" y="3111006"/>
            <a:ext cx="773400" cy="773400"/>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Mulish"/>
              <a:ea typeface="Mulish"/>
              <a:cs typeface="Mulish"/>
              <a:sym typeface="Mulish"/>
            </a:endParaRPr>
          </a:p>
        </p:txBody>
      </p:sp>
      <p:grpSp>
        <p:nvGrpSpPr>
          <p:cNvPr id="2660" name="Google Shape;2660;p41"/>
          <p:cNvGrpSpPr/>
          <p:nvPr/>
        </p:nvGrpSpPr>
        <p:grpSpPr>
          <a:xfrm>
            <a:off x="5097619" y="1875206"/>
            <a:ext cx="382673" cy="378120"/>
            <a:chOff x="1904688" y="1690575"/>
            <a:chExt cx="399200" cy="394450"/>
          </a:xfrm>
        </p:grpSpPr>
        <p:sp>
          <p:nvSpPr>
            <p:cNvPr id="2661" name="Google Shape;2661;p41"/>
            <p:cNvSpPr/>
            <p:nvPr/>
          </p:nvSpPr>
          <p:spPr>
            <a:xfrm>
              <a:off x="2055888" y="1690575"/>
              <a:ext cx="92300" cy="69375"/>
            </a:xfrm>
            <a:custGeom>
              <a:avLst/>
              <a:gdLst/>
              <a:ahLst/>
              <a:cxnLst/>
              <a:rect l="l" t="t" r="r" b="b"/>
              <a:pathLst>
                <a:path w="3692" h="2775" extrusionOk="0">
                  <a:moveTo>
                    <a:pt x="3212" y="0"/>
                  </a:moveTo>
                  <a:cubicBezTo>
                    <a:pt x="3206" y="0"/>
                    <a:pt x="3199" y="0"/>
                    <a:pt x="3192" y="1"/>
                  </a:cubicBezTo>
                  <a:lnTo>
                    <a:pt x="501" y="1"/>
                  </a:lnTo>
                  <a:cubicBezTo>
                    <a:pt x="215" y="1"/>
                    <a:pt x="1" y="215"/>
                    <a:pt x="1" y="501"/>
                  </a:cubicBezTo>
                  <a:lnTo>
                    <a:pt x="1" y="2775"/>
                  </a:lnTo>
                  <a:lnTo>
                    <a:pt x="3692" y="2775"/>
                  </a:lnTo>
                  <a:lnTo>
                    <a:pt x="3692" y="501"/>
                  </a:lnTo>
                  <a:cubicBezTo>
                    <a:pt x="3692" y="222"/>
                    <a:pt x="3477" y="0"/>
                    <a:pt x="32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41"/>
            <p:cNvSpPr/>
            <p:nvPr/>
          </p:nvSpPr>
          <p:spPr>
            <a:xfrm>
              <a:off x="2021063" y="1783750"/>
              <a:ext cx="161950" cy="46150"/>
            </a:xfrm>
            <a:custGeom>
              <a:avLst/>
              <a:gdLst/>
              <a:ahLst/>
              <a:cxnLst/>
              <a:rect l="l" t="t" r="r" b="b"/>
              <a:pathLst>
                <a:path w="6478" h="1846" extrusionOk="0">
                  <a:moveTo>
                    <a:pt x="501" y="0"/>
                  </a:moveTo>
                  <a:cubicBezTo>
                    <a:pt x="227" y="0"/>
                    <a:pt x="1" y="227"/>
                    <a:pt x="1" y="500"/>
                  </a:cubicBezTo>
                  <a:lnTo>
                    <a:pt x="1" y="917"/>
                  </a:lnTo>
                  <a:cubicBezTo>
                    <a:pt x="1" y="1429"/>
                    <a:pt x="418" y="1846"/>
                    <a:pt x="930" y="1846"/>
                  </a:cubicBezTo>
                  <a:lnTo>
                    <a:pt x="5549" y="1846"/>
                  </a:lnTo>
                  <a:cubicBezTo>
                    <a:pt x="6061" y="1846"/>
                    <a:pt x="6478" y="1429"/>
                    <a:pt x="6478" y="917"/>
                  </a:cubicBezTo>
                  <a:lnTo>
                    <a:pt x="6478" y="500"/>
                  </a:lnTo>
                  <a:cubicBezTo>
                    <a:pt x="6478" y="227"/>
                    <a:pt x="6252" y="0"/>
                    <a:pt x="59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41"/>
            <p:cNvSpPr/>
            <p:nvPr/>
          </p:nvSpPr>
          <p:spPr>
            <a:xfrm>
              <a:off x="1904688" y="1854000"/>
              <a:ext cx="399200" cy="231025"/>
            </a:xfrm>
            <a:custGeom>
              <a:avLst/>
              <a:gdLst/>
              <a:ahLst/>
              <a:cxnLst/>
              <a:rect l="l" t="t" r="r" b="b"/>
              <a:pathLst>
                <a:path w="15968" h="9241" extrusionOk="0">
                  <a:moveTo>
                    <a:pt x="6025" y="0"/>
                  </a:moveTo>
                  <a:lnTo>
                    <a:pt x="6537" y="1524"/>
                  </a:lnTo>
                  <a:cubicBezTo>
                    <a:pt x="6597" y="1715"/>
                    <a:pt x="6775" y="1846"/>
                    <a:pt x="6966" y="1846"/>
                  </a:cubicBezTo>
                  <a:lnTo>
                    <a:pt x="7430" y="1846"/>
                  </a:lnTo>
                  <a:lnTo>
                    <a:pt x="7430" y="2310"/>
                  </a:lnTo>
                  <a:cubicBezTo>
                    <a:pt x="7430" y="2560"/>
                    <a:pt x="7228" y="2774"/>
                    <a:pt x="6966" y="2774"/>
                  </a:cubicBezTo>
                  <a:lnTo>
                    <a:pt x="4168" y="2774"/>
                  </a:lnTo>
                  <a:cubicBezTo>
                    <a:pt x="3394" y="2774"/>
                    <a:pt x="2775" y="3394"/>
                    <a:pt x="2775" y="4156"/>
                  </a:cubicBezTo>
                  <a:cubicBezTo>
                    <a:pt x="2775" y="4918"/>
                    <a:pt x="3394" y="5549"/>
                    <a:pt x="4168" y="5549"/>
                  </a:cubicBezTo>
                  <a:lnTo>
                    <a:pt x="12550" y="5549"/>
                  </a:lnTo>
                  <a:cubicBezTo>
                    <a:pt x="13169" y="5549"/>
                    <a:pt x="13169" y="6465"/>
                    <a:pt x="12550" y="6465"/>
                  </a:cubicBezTo>
                  <a:lnTo>
                    <a:pt x="1394" y="6465"/>
                  </a:lnTo>
                  <a:cubicBezTo>
                    <a:pt x="620" y="6465"/>
                    <a:pt x="0" y="7096"/>
                    <a:pt x="0" y="7858"/>
                  </a:cubicBezTo>
                  <a:cubicBezTo>
                    <a:pt x="0" y="8620"/>
                    <a:pt x="620" y="9240"/>
                    <a:pt x="1394" y="9240"/>
                  </a:cubicBezTo>
                  <a:lnTo>
                    <a:pt x="15324" y="9240"/>
                  </a:lnTo>
                  <a:cubicBezTo>
                    <a:pt x="15335" y="9240"/>
                    <a:pt x="15347" y="9240"/>
                    <a:pt x="15358" y="9240"/>
                  </a:cubicBezTo>
                  <a:cubicBezTo>
                    <a:pt x="15967" y="9240"/>
                    <a:pt x="15967" y="8322"/>
                    <a:pt x="15358" y="8322"/>
                  </a:cubicBezTo>
                  <a:cubicBezTo>
                    <a:pt x="15347" y="8322"/>
                    <a:pt x="15335" y="8322"/>
                    <a:pt x="15324" y="8323"/>
                  </a:cubicBezTo>
                  <a:lnTo>
                    <a:pt x="1394" y="8323"/>
                  </a:lnTo>
                  <a:cubicBezTo>
                    <a:pt x="774" y="8323"/>
                    <a:pt x="774" y="7394"/>
                    <a:pt x="1394" y="7394"/>
                  </a:cubicBezTo>
                  <a:lnTo>
                    <a:pt x="12550" y="7394"/>
                  </a:lnTo>
                  <a:cubicBezTo>
                    <a:pt x="13312" y="7394"/>
                    <a:pt x="13943" y="6775"/>
                    <a:pt x="13943" y="6013"/>
                  </a:cubicBezTo>
                  <a:cubicBezTo>
                    <a:pt x="13943" y="5239"/>
                    <a:pt x="13312" y="4620"/>
                    <a:pt x="12550" y="4620"/>
                  </a:cubicBezTo>
                  <a:lnTo>
                    <a:pt x="4168" y="4620"/>
                  </a:lnTo>
                  <a:cubicBezTo>
                    <a:pt x="3549" y="4620"/>
                    <a:pt x="3549" y="3691"/>
                    <a:pt x="4168" y="3691"/>
                  </a:cubicBezTo>
                  <a:lnTo>
                    <a:pt x="6966" y="3691"/>
                  </a:lnTo>
                  <a:cubicBezTo>
                    <a:pt x="7740" y="3691"/>
                    <a:pt x="8359" y="3072"/>
                    <a:pt x="8359" y="2310"/>
                  </a:cubicBezTo>
                  <a:lnTo>
                    <a:pt x="8359" y="1846"/>
                  </a:lnTo>
                  <a:lnTo>
                    <a:pt x="8823" y="1846"/>
                  </a:lnTo>
                  <a:cubicBezTo>
                    <a:pt x="9014" y="1846"/>
                    <a:pt x="9192" y="1715"/>
                    <a:pt x="9264" y="1524"/>
                  </a:cubicBezTo>
                  <a:lnTo>
                    <a:pt x="97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4" name="Google Shape;2664;p41"/>
          <p:cNvGrpSpPr/>
          <p:nvPr/>
        </p:nvGrpSpPr>
        <p:grpSpPr>
          <a:xfrm>
            <a:off x="1410351" y="3319319"/>
            <a:ext cx="378647" cy="378096"/>
            <a:chOff x="2544363" y="1690575"/>
            <a:chExt cx="395000" cy="394425"/>
          </a:xfrm>
        </p:grpSpPr>
        <p:sp>
          <p:nvSpPr>
            <p:cNvPr id="2665" name="Google Shape;2665;p41"/>
            <p:cNvSpPr/>
            <p:nvPr/>
          </p:nvSpPr>
          <p:spPr>
            <a:xfrm>
              <a:off x="2544638" y="2038850"/>
              <a:ext cx="394725" cy="46150"/>
            </a:xfrm>
            <a:custGeom>
              <a:avLst/>
              <a:gdLst/>
              <a:ahLst/>
              <a:cxnLst/>
              <a:rect l="l" t="t" r="r" b="b"/>
              <a:pathLst>
                <a:path w="15789" h="1846" extrusionOk="0">
                  <a:moveTo>
                    <a:pt x="930" y="0"/>
                  </a:moveTo>
                  <a:cubicBezTo>
                    <a:pt x="418" y="0"/>
                    <a:pt x="1" y="417"/>
                    <a:pt x="1" y="929"/>
                  </a:cubicBezTo>
                  <a:lnTo>
                    <a:pt x="1" y="1846"/>
                  </a:lnTo>
                  <a:lnTo>
                    <a:pt x="15789" y="1846"/>
                  </a:lnTo>
                  <a:lnTo>
                    <a:pt x="15789" y="929"/>
                  </a:lnTo>
                  <a:cubicBezTo>
                    <a:pt x="15789" y="417"/>
                    <a:pt x="15372" y="0"/>
                    <a:pt x="148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41"/>
            <p:cNvSpPr/>
            <p:nvPr/>
          </p:nvSpPr>
          <p:spPr>
            <a:xfrm>
              <a:off x="2693188" y="1817675"/>
              <a:ext cx="97650" cy="151825"/>
            </a:xfrm>
            <a:custGeom>
              <a:avLst/>
              <a:gdLst/>
              <a:ahLst/>
              <a:cxnLst/>
              <a:rect l="l" t="t" r="r" b="b"/>
              <a:pathLst>
                <a:path w="3906" h="6073" extrusionOk="0">
                  <a:moveTo>
                    <a:pt x="322" y="1"/>
                  </a:moveTo>
                  <a:lnTo>
                    <a:pt x="584" y="1037"/>
                  </a:lnTo>
                  <a:cubicBezTo>
                    <a:pt x="631" y="1239"/>
                    <a:pt x="810" y="1394"/>
                    <a:pt x="1024" y="1394"/>
                  </a:cubicBezTo>
                  <a:lnTo>
                    <a:pt x="1488" y="1394"/>
                  </a:lnTo>
                  <a:lnTo>
                    <a:pt x="1488" y="2430"/>
                  </a:lnTo>
                  <a:cubicBezTo>
                    <a:pt x="584" y="2668"/>
                    <a:pt x="0" y="3537"/>
                    <a:pt x="119" y="4454"/>
                  </a:cubicBezTo>
                  <a:cubicBezTo>
                    <a:pt x="238" y="5382"/>
                    <a:pt x="1024" y="6073"/>
                    <a:pt x="1953" y="6073"/>
                  </a:cubicBezTo>
                  <a:cubicBezTo>
                    <a:pt x="2881" y="6073"/>
                    <a:pt x="3667" y="5382"/>
                    <a:pt x="3786" y="4454"/>
                  </a:cubicBezTo>
                  <a:cubicBezTo>
                    <a:pt x="3905" y="3537"/>
                    <a:pt x="3322" y="2668"/>
                    <a:pt x="2417" y="2430"/>
                  </a:cubicBezTo>
                  <a:lnTo>
                    <a:pt x="2417" y="1394"/>
                  </a:lnTo>
                  <a:lnTo>
                    <a:pt x="2881" y="1394"/>
                  </a:lnTo>
                  <a:cubicBezTo>
                    <a:pt x="3096" y="1394"/>
                    <a:pt x="3274" y="1239"/>
                    <a:pt x="3322" y="1037"/>
                  </a:cubicBezTo>
                  <a:lnTo>
                    <a:pt x="35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1"/>
            <p:cNvSpPr/>
            <p:nvPr/>
          </p:nvSpPr>
          <p:spPr>
            <a:xfrm>
              <a:off x="2544363" y="1690575"/>
              <a:ext cx="395000" cy="331325"/>
            </a:xfrm>
            <a:custGeom>
              <a:avLst/>
              <a:gdLst/>
              <a:ahLst/>
              <a:cxnLst/>
              <a:rect l="l" t="t" r="r" b="b"/>
              <a:pathLst>
                <a:path w="15800" h="13253" extrusionOk="0">
                  <a:moveTo>
                    <a:pt x="12561" y="918"/>
                  </a:moveTo>
                  <a:cubicBezTo>
                    <a:pt x="13323" y="918"/>
                    <a:pt x="13954" y="1537"/>
                    <a:pt x="13954" y="2311"/>
                  </a:cubicBezTo>
                  <a:cubicBezTo>
                    <a:pt x="13954" y="2370"/>
                    <a:pt x="13966" y="2442"/>
                    <a:pt x="13990" y="2501"/>
                  </a:cubicBezTo>
                  <a:cubicBezTo>
                    <a:pt x="13966" y="2584"/>
                    <a:pt x="13954" y="2680"/>
                    <a:pt x="13954" y="2775"/>
                  </a:cubicBezTo>
                  <a:lnTo>
                    <a:pt x="10680" y="2775"/>
                  </a:lnTo>
                  <a:cubicBezTo>
                    <a:pt x="10680" y="2513"/>
                    <a:pt x="10466" y="2311"/>
                    <a:pt x="10216" y="2311"/>
                  </a:cubicBezTo>
                  <a:lnTo>
                    <a:pt x="8370" y="2311"/>
                  </a:lnTo>
                  <a:lnTo>
                    <a:pt x="8370" y="1382"/>
                  </a:lnTo>
                  <a:cubicBezTo>
                    <a:pt x="8370" y="1132"/>
                    <a:pt x="8573" y="918"/>
                    <a:pt x="8834" y="918"/>
                  </a:cubicBezTo>
                  <a:close/>
                  <a:moveTo>
                    <a:pt x="8834" y="1"/>
                  </a:moveTo>
                  <a:cubicBezTo>
                    <a:pt x="8061" y="1"/>
                    <a:pt x="7441" y="620"/>
                    <a:pt x="7441" y="1382"/>
                  </a:cubicBezTo>
                  <a:lnTo>
                    <a:pt x="7441" y="2311"/>
                  </a:lnTo>
                  <a:lnTo>
                    <a:pt x="5596" y="2311"/>
                  </a:lnTo>
                  <a:cubicBezTo>
                    <a:pt x="5334" y="2311"/>
                    <a:pt x="5132" y="2513"/>
                    <a:pt x="5132" y="2775"/>
                  </a:cubicBezTo>
                  <a:lnTo>
                    <a:pt x="1857" y="2775"/>
                  </a:lnTo>
                  <a:cubicBezTo>
                    <a:pt x="1857" y="2263"/>
                    <a:pt x="1441" y="1846"/>
                    <a:pt x="929" y="1846"/>
                  </a:cubicBezTo>
                  <a:lnTo>
                    <a:pt x="476" y="1846"/>
                  </a:lnTo>
                  <a:cubicBezTo>
                    <a:pt x="214" y="1846"/>
                    <a:pt x="0" y="2049"/>
                    <a:pt x="12" y="2311"/>
                  </a:cubicBezTo>
                  <a:lnTo>
                    <a:pt x="12" y="13252"/>
                  </a:lnTo>
                  <a:cubicBezTo>
                    <a:pt x="286" y="13098"/>
                    <a:pt x="607" y="13002"/>
                    <a:pt x="929" y="13002"/>
                  </a:cubicBezTo>
                  <a:lnTo>
                    <a:pt x="929" y="12550"/>
                  </a:lnTo>
                  <a:cubicBezTo>
                    <a:pt x="929" y="11812"/>
                    <a:pt x="1274" y="11133"/>
                    <a:pt x="1857" y="10693"/>
                  </a:cubicBezTo>
                  <a:lnTo>
                    <a:pt x="1857" y="3704"/>
                  </a:lnTo>
                  <a:lnTo>
                    <a:pt x="5251" y="3704"/>
                  </a:lnTo>
                  <a:cubicBezTo>
                    <a:pt x="5417" y="3989"/>
                    <a:pt x="5727" y="4168"/>
                    <a:pt x="6060" y="4168"/>
                  </a:cubicBezTo>
                  <a:lnTo>
                    <a:pt x="9751" y="4168"/>
                  </a:lnTo>
                  <a:cubicBezTo>
                    <a:pt x="10085" y="4156"/>
                    <a:pt x="10394" y="3989"/>
                    <a:pt x="10561" y="3704"/>
                  </a:cubicBezTo>
                  <a:lnTo>
                    <a:pt x="13954" y="3704"/>
                  </a:lnTo>
                  <a:lnTo>
                    <a:pt x="13954" y="10693"/>
                  </a:lnTo>
                  <a:cubicBezTo>
                    <a:pt x="14538" y="11133"/>
                    <a:pt x="14871" y="11812"/>
                    <a:pt x="14871" y="12550"/>
                  </a:cubicBezTo>
                  <a:lnTo>
                    <a:pt x="14871" y="13002"/>
                  </a:lnTo>
                  <a:cubicBezTo>
                    <a:pt x="15204" y="13002"/>
                    <a:pt x="15514" y="13098"/>
                    <a:pt x="15800" y="13252"/>
                  </a:cubicBezTo>
                  <a:lnTo>
                    <a:pt x="15800" y="2311"/>
                  </a:lnTo>
                  <a:cubicBezTo>
                    <a:pt x="15800" y="2049"/>
                    <a:pt x="15597" y="1846"/>
                    <a:pt x="15335" y="1846"/>
                  </a:cubicBezTo>
                  <a:lnTo>
                    <a:pt x="14823" y="1846"/>
                  </a:lnTo>
                  <a:cubicBezTo>
                    <a:pt x="14609" y="775"/>
                    <a:pt x="13656" y="1"/>
                    <a:pt x="125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41"/>
            <p:cNvSpPr/>
            <p:nvPr/>
          </p:nvSpPr>
          <p:spPr>
            <a:xfrm>
              <a:off x="2591088" y="1969475"/>
              <a:ext cx="302150" cy="46175"/>
            </a:xfrm>
            <a:custGeom>
              <a:avLst/>
              <a:gdLst/>
              <a:ahLst/>
              <a:cxnLst/>
              <a:rect l="l" t="t" r="r" b="b"/>
              <a:pathLst>
                <a:path w="12086" h="1847" extrusionOk="0">
                  <a:moveTo>
                    <a:pt x="1381" y="1"/>
                  </a:moveTo>
                  <a:cubicBezTo>
                    <a:pt x="619" y="1"/>
                    <a:pt x="0" y="620"/>
                    <a:pt x="0" y="1394"/>
                  </a:cubicBezTo>
                  <a:lnTo>
                    <a:pt x="0" y="1846"/>
                  </a:lnTo>
                  <a:lnTo>
                    <a:pt x="12085" y="1846"/>
                  </a:lnTo>
                  <a:lnTo>
                    <a:pt x="12085" y="1394"/>
                  </a:lnTo>
                  <a:cubicBezTo>
                    <a:pt x="12085" y="620"/>
                    <a:pt x="11454" y="1"/>
                    <a:pt x="106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9" name="Google Shape;2669;p41"/>
          <p:cNvGrpSpPr/>
          <p:nvPr/>
        </p:nvGrpSpPr>
        <p:grpSpPr>
          <a:xfrm>
            <a:off x="1410482" y="1875129"/>
            <a:ext cx="378383" cy="378288"/>
            <a:chOff x="1904688" y="2149950"/>
            <a:chExt cx="394725" cy="394625"/>
          </a:xfrm>
        </p:grpSpPr>
        <p:sp>
          <p:nvSpPr>
            <p:cNvPr id="2670" name="Google Shape;2670;p41"/>
            <p:cNvSpPr/>
            <p:nvPr/>
          </p:nvSpPr>
          <p:spPr>
            <a:xfrm>
              <a:off x="1946888" y="2278000"/>
              <a:ext cx="306975" cy="219600"/>
            </a:xfrm>
            <a:custGeom>
              <a:avLst/>
              <a:gdLst/>
              <a:ahLst/>
              <a:cxnLst/>
              <a:rect l="l" t="t" r="r" b="b"/>
              <a:pathLst>
                <a:path w="12279" h="8784" extrusionOk="0">
                  <a:moveTo>
                    <a:pt x="11755" y="0"/>
                  </a:moveTo>
                  <a:cubicBezTo>
                    <a:pt x="11667" y="0"/>
                    <a:pt x="11579" y="25"/>
                    <a:pt x="11505" y="78"/>
                  </a:cubicBezTo>
                  <a:lnTo>
                    <a:pt x="6218" y="3602"/>
                  </a:lnTo>
                  <a:lnTo>
                    <a:pt x="908" y="78"/>
                  </a:lnTo>
                  <a:cubicBezTo>
                    <a:pt x="824" y="26"/>
                    <a:pt x="740" y="3"/>
                    <a:pt x="660" y="3"/>
                  </a:cubicBezTo>
                  <a:cubicBezTo>
                    <a:pt x="271" y="3"/>
                    <a:pt x="0" y="555"/>
                    <a:pt x="396" y="852"/>
                  </a:cubicBezTo>
                  <a:lnTo>
                    <a:pt x="5742" y="4412"/>
                  </a:lnTo>
                  <a:lnTo>
                    <a:pt x="5742" y="8305"/>
                  </a:lnTo>
                  <a:cubicBezTo>
                    <a:pt x="5742" y="8543"/>
                    <a:pt x="5921" y="8746"/>
                    <a:pt x="6159" y="8782"/>
                  </a:cubicBezTo>
                  <a:cubicBezTo>
                    <a:pt x="6173" y="8783"/>
                    <a:pt x="6187" y="8783"/>
                    <a:pt x="6200" y="8783"/>
                  </a:cubicBezTo>
                  <a:cubicBezTo>
                    <a:pt x="6456" y="8783"/>
                    <a:pt x="6671" y="8577"/>
                    <a:pt x="6671" y="8317"/>
                  </a:cubicBezTo>
                  <a:lnTo>
                    <a:pt x="6671" y="4412"/>
                  </a:lnTo>
                  <a:lnTo>
                    <a:pt x="12017" y="852"/>
                  </a:lnTo>
                  <a:cubicBezTo>
                    <a:pt x="12231" y="709"/>
                    <a:pt x="12279" y="423"/>
                    <a:pt x="12148" y="209"/>
                  </a:cubicBezTo>
                  <a:cubicBezTo>
                    <a:pt x="12057" y="74"/>
                    <a:pt x="11906" y="0"/>
                    <a:pt x="11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41"/>
            <p:cNvSpPr/>
            <p:nvPr/>
          </p:nvSpPr>
          <p:spPr>
            <a:xfrm>
              <a:off x="1916288" y="2364850"/>
              <a:ext cx="138450" cy="90125"/>
            </a:xfrm>
            <a:custGeom>
              <a:avLst/>
              <a:gdLst/>
              <a:ahLst/>
              <a:cxnLst/>
              <a:rect l="l" t="t" r="r" b="b"/>
              <a:pathLst>
                <a:path w="5538" h="3605" extrusionOk="0">
                  <a:moveTo>
                    <a:pt x="2773" y="0"/>
                  </a:moveTo>
                  <a:cubicBezTo>
                    <a:pt x="2683" y="0"/>
                    <a:pt x="2590" y="27"/>
                    <a:pt x="2513" y="81"/>
                  </a:cubicBezTo>
                  <a:lnTo>
                    <a:pt x="1" y="1759"/>
                  </a:lnTo>
                  <a:lnTo>
                    <a:pt x="2775" y="3605"/>
                  </a:lnTo>
                  <a:lnTo>
                    <a:pt x="5537" y="1759"/>
                  </a:lnTo>
                  <a:lnTo>
                    <a:pt x="3025" y="81"/>
                  </a:lnTo>
                  <a:cubicBezTo>
                    <a:pt x="2954" y="27"/>
                    <a:pt x="2864" y="0"/>
                    <a:pt x="27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41"/>
            <p:cNvSpPr/>
            <p:nvPr/>
          </p:nvSpPr>
          <p:spPr>
            <a:xfrm>
              <a:off x="1904688" y="2428775"/>
              <a:ext cx="69375" cy="115800"/>
            </a:xfrm>
            <a:custGeom>
              <a:avLst/>
              <a:gdLst/>
              <a:ahLst/>
              <a:cxnLst/>
              <a:rect l="l" t="t" r="r" b="b"/>
              <a:pathLst>
                <a:path w="2775" h="4632" extrusionOk="0">
                  <a:moveTo>
                    <a:pt x="0" y="0"/>
                  </a:moveTo>
                  <a:lnTo>
                    <a:pt x="0" y="2536"/>
                  </a:lnTo>
                  <a:cubicBezTo>
                    <a:pt x="0" y="2691"/>
                    <a:pt x="84" y="2834"/>
                    <a:pt x="203" y="2917"/>
                  </a:cubicBezTo>
                  <a:lnTo>
                    <a:pt x="2775" y="4632"/>
                  </a:lnTo>
                  <a:lnTo>
                    <a:pt x="2775" y="1858"/>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1"/>
            <p:cNvSpPr/>
            <p:nvPr/>
          </p:nvSpPr>
          <p:spPr>
            <a:xfrm>
              <a:off x="1997263" y="2428775"/>
              <a:ext cx="69375" cy="115800"/>
            </a:xfrm>
            <a:custGeom>
              <a:avLst/>
              <a:gdLst/>
              <a:ahLst/>
              <a:cxnLst/>
              <a:rect l="l" t="t" r="r" b="b"/>
              <a:pathLst>
                <a:path w="2775" h="4632" extrusionOk="0">
                  <a:moveTo>
                    <a:pt x="2774" y="0"/>
                  </a:moveTo>
                  <a:lnTo>
                    <a:pt x="0" y="1858"/>
                  </a:lnTo>
                  <a:lnTo>
                    <a:pt x="0" y="4632"/>
                  </a:lnTo>
                  <a:lnTo>
                    <a:pt x="2572" y="2917"/>
                  </a:lnTo>
                  <a:cubicBezTo>
                    <a:pt x="2691" y="2822"/>
                    <a:pt x="2774" y="2679"/>
                    <a:pt x="2774" y="2524"/>
                  </a:cubicBezTo>
                  <a:lnTo>
                    <a:pt x="27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41"/>
            <p:cNvSpPr/>
            <p:nvPr/>
          </p:nvSpPr>
          <p:spPr>
            <a:xfrm>
              <a:off x="2149063" y="2364850"/>
              <a:ext cx="138725" cy="90125"/>
            </a:xfrm>
            <a:custGeom>
              <a:avLst/>
              <a:gdLst/>
              <a:ahLst/>
              <a:cxnLst/>
              <a:rect l="l" t="t" r="r" b="b"/>
              <a:pathLst>
                <a:path w="5549" h="3605" extrusionOk="0">
                  <a:moveTo>
                    <a:pt x="2781" y="0"/>
                  </a:moveTo>
                  <a:cubicBezTo>
                    <a:pt x="2691" y="0"/>
                    <a:pt x="2602" y="27"/>
                    <a:pt x="2525" y="81"/>
                  </a:cubicBezTo>
                  <a:lnTo>
                    <a:pt x="1" y="1759"/>
                  </a:lnTo>
                  <a:lnTo>
                    <a:pt x="2775" y="3605"/>
                  </a:lnTo>
                  <a:lnTo>
                    <a:pt x="5549" y="1759"/>
                  </a:lnTo>
                  <a:lnTo>
                    <a:pt x="3037" y="81"/>
                  </a:lnTo>
                  <a:cubicBezTo>
                    <a:pt x="2959" y="27"/>
                    <a:pt x="2870" y="0"/>
                    <a:pt x="27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41"/>
            <p:cNvSpPr/>
            <p:nvPr/>
          </p:nvSpPr>
          <p:spPr>
            <a:xfrm>
              <a:off x="2137463" y="2428775"/>
              <a:ext cx="69375" cy="115800"/>
            </a:xfrm>
            <a:custGeom>
              <a:avLst/>
              <a:gdLst/>
              <a:ahLst/>
              <a:cxnLst/>
              <a:rect l="l" t="t" r="r" b="b"/>
              <a:pathLst>
                <a:path w="2775" h="4632" extrusionOk="0">
                  <a:moveTo>
                    <a:pt x="0" y="0"/>
                  </a:moveTo>
                  <a:lnTo>
                    <a:pt x="0" y="2536"/>
                  </a:lnTo>
                  <a:cubicBezTo>
                    <a:pt x="0" y="2691"/>
                    <a:pt x="84" y="2834"/>
                    <a:pt x="214" y="2917"/>
                  </a:cubicBezTo>
                  <a:lnTo>
                    <a:pt x="2774" y="4632"/>
                  </a:lnTo>
                  <a:lnTo>
                    <a:pt x="2774" y="1858"/>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1"/>
            <p:cNvSpPr/>
            <p:nvPr/>
          </p:nvSpPr>
          <p:spPr>
            <a:xfrm>
              <a:off x="2230038" y="2428775"/>
              <a:ext cx="69375" cy="115800"/>
            </a:xfrm>
            <a:custGeom>
              <a:avLst/>
              <a:gdLst/>
              <a:ahLst/>
              <a:cxnLst/>
              <a:rect l="l" t="t" r="r" b="b"/>
              <a:pathLst>
                <a:path w="2775" h="4632" extrusionOk="0">
                  <a:moveTo>
                    <a:pt x="2774" y="0"/>
                  </a:moveTo>
                  <a:lnTo>
                    <a:pt x="0" y="1858"/>
                  </a:lnTo>
                  <a:lnTo>
                    <a:pt x="0" y="4632"/>
                  </a:lnTo>
                  <a:lnTo>
                    <a:pt x="2572" y="2917"/>
                  </a:lnTo>
                  <a:cubicBezTo>
                    <a:pt x="2703" y="2822"/>
                    <a:pt x="2774" y="2679"/>
                    <a:pt x="2774" y="2524"/>
                  </a:cubicBezTo>
                  <a:lnTo>
                    <a:pt x="27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41"/>
            <p:cNvSpPr/>
            <p:nvPr/>
          </p:nvSpPr>
          <p:spPr>
            <a:xfrm>
              <a:off x="2032688" y="2149950"/>
              <a:ext cx="139025" cy="90125"/>
            </a:xfrm>
            <a:custGeom>
              <a:avLst/>
              <a:gdLst/>
              <a:ahLst/>
              <a:cxnLst/>
              <a:rect l="l" t="t" r="r" b="b"/>
              <a:pathLst>
                <a:path w="5561" h="3605" extrusionOk="0">
                  <a:moveTo>
                    <a:pt x="2776" y="0"/>
                  </a:moveTo>
                  <a:cubicBezTo>
                    <a:pt x="2685" y="0"/>
                    <a:pt x="2596" y="27"/>
                    <a:pt x="2524" y="80"/>
                  </a:cubicBezTo>
                  <a:lnTo>
                    <a:pt x="0" y="1759"/>
                  </a:lnTo>
                  <a:lnTo>
                    <a:pt x="2786" y="3605"/>
                  </a:lnTo>
                  <a:lnTo>
                    <a:pt x="5560" y="1759"/>
                  </a:lnTo>
                  <a:lnTo>
                    <a:pt x="3036" y="80"/>
                  </a:lnTo>
                  <a:cubicBezTo>
                    <a:pt x="2959" y="27"/>
                    <a:pt x="2867" y="0"/>
                    <a:pt x="27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41"/>
            <p:cNvSpPr/>
            <p:nvPr/>
          </p:nvSpPr>
          <p:spPr>
            <a:xfrm>
              <a:off x="2021063" y="2213850"/>
              <a:ext cx="69375" cy="115825"/>
            </a:xfrm>
            <a:custGeom>
              <a:avLst/>
              <a:gdLst/>
              <a:ahLst/>
              <a:cxnLst/>
              <a:rect l="l" t="t" r="r" b="b"/>
              <a:pathLst>
                <a:path w="2775" h="4633" extrusionOk="0">
                  <a:moveTo>
                    <a:pt x="1" y="1"/>
                  </a:moveTo>
                  <a:lnTo>
                    <a:pt x="1" y="2525"/>
                  </a:lnTo>
                  <a:cubicBezTo>
                    <a:pt x="1" y="2680"/>
                    <a:pt x="84" y="2823"/>
                    <a:pt x="203" y="2918"/>
                  </a:cubicBezTo>
                  <a:lnTo>
                    <a:pt x="2775" y="4632"/>
                  </a:lnTo>
                  <a:lnTo>
                    <a:pt x="2775" y="1846"/>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1"/>
            <p:cNvSpPr/>
            <p:nvPr/>
          </p:nvSpPr>
          <p:spPr>
            <a:xfrm>
              <a:off x="2113638" y="2213850"/>
              <a:ext cx="69375" cy="115525"/>
            </a:xfrm>
            <a:custGeom>
              <a:avLst/>
              <a:gdLst/>
              <a:ahLst/>
              <a:cxnLst/>
              <a:rect l="l" t="t" r="r" b="b"/>
              <a:pathLst>
                <a:path w="2775" h="4621" extrusionOk="0">
                  <a:moveTo>
                    <a:pt x="2775" y="1"/>
                  </a:moveTo>
                  <a:lnTo>
                    <a:pt x="1" y="1846"/>
                  </a:lnTo>
                  <a:lnTo>
                    <a:pt x="1" y="4621"/>
                  </a:lnTo>
                  <a:lnTo>
                    <a:pt x="2572" y="2918"/>
                  </a:lnTo>
                  <a:cubicBezTo>
                    <a:pt x="2691" y="2823"/>
                    <a:pt x="2775" y="2680"/>
                    <a:pt x="2775" y="2525"/>
                  </a:cubicBezTo>
                  <a:lnTo>
                    <a:pt x="27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5882;p63">
            <a:extLst>
              <a:ext uri="{FF2B5EF4-FFF2-40B4-BE49-F238E27FC236}">
                <a16:creationId xmlns:a16="http://schemas.microsoft.com/office/drawing/2014/main" id="{F97367AA-99B2-FCFA-8B88-CF86AD6AF463}"/>
              </a:ext>
            </a:extLst>
          </p:cNvPr>
          <p:cNvGrpSpPr/>
          <p:nvPr/>
        </p:nvGrpSpPr>
        <p:grpSpPr>
          <a:xfrm>
            <a:off x="5130114" y="3324849"/>
            <a:ext cx="350178" cy="345713"/>
            <a:chOff x="3867238" y="1690425"/>
            <a:chExt cx="399975" cy="394875"/>
          </a:xfrm>
        </p:grpSpPr>
        <p:sp>
          <p:nvSpPr>
            <p:cNvPr id="3" name="Google Shape;5883;p63">
              <a:extLst>
                <a:ext uri="{FF2B5EF4-FFF2-40B4-BE49-F238E27FC236}">
                  <a16:creationId xmlns:a16="http://schemas.microsoft.com/office/drawing/2014/main" id="{3FD96F61-5F6C-22E0-5AD6-0ACC48977FAF}"/>
                </a:ext>
              </a:extLst>
            </p:cNvPr>
            <p:cNvSpPr/>
            <p:nvPr/>
          </p:nvSpPr>
          <p:spPr>
            <a:xfrm>
              <a:off x="4083238" y="1904600"/>
              <a:ext cx="181900" cy="180700"/>
            </a:xfrm>
            <a:custGeom>
              <a:avLst/>
              <a:gdLst/>
              <a:ahLst/>
              <a:cxnLst/>
              <a:rect l="l" t="t" r="r" b="b"/>
              <a:pathLst>
                <a:path w="7276" h="7228" extrusionOk="0">
                  <a:moveTo>
                    <a:pt x="3275" y="0"/>
                  </a:moveTo>
                  <a:lnTo>
                    <a:pt x="0" y="3275"/>
                  </a:lnTo>
                  <a:lnTo>
                    <a:pt x="3822" y="7085"/>
                  </a:lnTo>
                  <a:cubicBezTo>
                    <a:pt x="3912" y="7180"/>
                    <a:pt x="4028" y="7227"/>
                    <a:pt x="4144" y="7227"/>
                  </a:cubicBezTo>
                  <a:cubicBezTo>
                    <a:pt x="4260" y="7227"/>
                    <a:pt x="4376" y="7180"/>
                    <a:pt x="4465" y="7085"/>
                  </a:cubicBezTo>
                  <a:lnTo>
                    <a:pt x="7085" y="4477"/>
                  </a:lnTo>
                  <a:cubicBezTo>
                    <a:pt x="7275" y="4298"/>
                    <a:pt x="7275" y="4001"/>
                    <a:pt x="7096" y="3810"/>
                  </a:cubicBezTo>
                  <a:lnTo>
                    <a:pt x="6108" y="2834"/>
                  </a:lnTo>
                  <a:lnTo>
                    <a:pt x="5132" y="3810"/>
                  </a:lnTo>
                  <a:cubicBezTo>
                    <a:pt x="5029" y="3913"/>
                    <a:pt x="4914" y="3957"/>
                    <a:pt x="4804" y="3957"/>
                  </a:cubicBezTo>
                  <a:cubicBezTo>
                    <a:pt x="4445" y="3957"/>
                    <a:pt x="4140" y="3496"/>
                    <a:pt x="4477" y="3167"/>
                  </a:cubicBezTo>
                  <a:lnTo>
                    <a:pt x="5453" y="2179"/>
                  </a:lnTo>
                  <a:lnTo>
                    <a:pt x="4799" y="1524"/>
                  </a:lnTo>
                  <a:lnTo>
                    <a:pt x="3822" y="2513"/>
                  </a:lnTo>
                  <a:cubicBezTo>
                    <a:pt x="3721" y="2611"/>
                    <a:pt x="3609" y="2652"/>
                    <a:pt x="3501" y="2652"/>
                  </a:cubicBezTo>
                  <a:cubicBezTo>
                    <a:pt x="3139" y="2652"/>
                    <a:pt x="2828" y="2188"/>
                    <a:pt x="3167" y="1858"/>
                  </a:cubicBezTo>
                  <a:lnTo>
                    <a:pt x="4144" y="869"/>
                  </a:lnTo>
                  <a:lnTo>
                    <a:pt x="32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884;p63">
              <a:extLst>
                <a:ext uri="{FF2B5EF4-FFF2-40B4-BE49-F238E27FC236}">
                  <a16:creationId xmlns:a16="http://schemas.microsoft.com/office/drawing/2014/main" id="{E89D210D-98AE-D288-2CF1-8E8F2E0F9E64}"/>
                </a:ext>
              </a:extLst>
            </p:cNvPr>
            <p:cNvSpPr/>
            <p:nvPr/>
          </p:nvSpPr>
          <p:spPr>
            <a:xfrm>
              <a:off x="3962388" y="1815000"/>
              <a:ext cx="225650" cy="225650"/>
            </a:xfrm>
            <a:custGeom>
              <a:avLst/>
              <a:gdLst/>
              <a:ahLst/>
              <a:cxnLst/>
              <a:rect l="l" t="t" r="r" b="b"/>
              <a:pathLst>
                <a:path w="9026" h="9026" extrusionOk="0">
                  <a:moveTo>
                    <a:pt x="7728" y="1"/>
                  </a:moveTo>
                  <a:lnTo>
                    <a:pt x="0" y="7716"/>
                  </a:lnTo>
                  <a:lnTo>
                    <a:pt x="1310" y="9025"/>
                  </a:lnTo>
                  <a:lnTo>
                    <a:pt x="9025" y="1310"/>
                  </a:lnTo>
                  <a:lnTo>
                    <a:pt x="77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885;p63">
              <a:extLst>
                <a:ext uri="{FF2B5EF4-FFF2-40B4-BE49-F238E27FC236}">
                  <a16:creationId xmlns:a16="http://schemas.microsoft.com/office/drawing/2014/main" id="{8E216DB4-B192-1F57-6261-636436255816}"/>
                </a:ext>
              </a:extLst>
            </p:cNvPr>
            <p:cNvSpPr/>
            <p:nvPr/>
          </p:nvSpPr>
          <p:spPr>
            <a:xfrm>
              <a:off x="3913563" y="1765900"/>
              <a:ext cx="225650" cy="225625"/>
            </a:xfrm>
            <a:custGeom>
              <a:avLst/>
              <a:gdLst/>
              <a:ahLst/>
              <a:cxnLst/>
              <a:rect l="l" t="t" r="r" b="b"/>
              <a:pathLst>
                <a:path w="9026" h="9025" extrusionOk="0">
                  <a:moveTo>
                    <a:pt x="7716" y="0"/>
                  </a:moveTo>
                  <a:lnTo>
                    <a:pt x="1" y="7715"/>
                  </a:lnTo>
                  <a:lnTo>
                    <a:pt x="1310" y="9025"/>
                  </a:lnTo>
                  <a:lnTo>
                    <a:pt x="9026" y="1310"/>
                  </a:lnTo>
                  <a:lnTo>
                    <a:pt x="77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886;p63">
              <a:extLst>
                <a:ext uri="{FF2B5EF4-FFF2-40B4-BE49-F238E27FC236}">
                  <a16:creationId xmlns:a16="http://schemas.microsoft.com/office/drawing/2014/main" id="{F00FCAA6-C73E-5560-CBCE-A603BB1E80C0}"/>
                </a:ext>
              </a:extLst>
            </p:cNvPr>
            <p:cNvSpPr/>
            <p:nvPr/>
          </p:nvSpPr>
          <p:spPr>
            <a:xfrm>
              <a:off x="4122813" y="1733450"/>
              <a:ext cx="97950" cy="97950"/>
            </a:xfrm>
            <a:custGeom>
              <a:avLst/>
              <a:gdLst/>
              <a:ahLst/>
              <a:cxnLst/>
              <a:rect l="l" t="t" r="r" b="b"/>
              <a:pathLst>
                <a:path w="3918" h="3918" extrusionOk="0">
                  <a:moveTo>
                    <a:pt x="656" y="0"/>
                  </a:moveTo>
                  <a:lnTo>
                    <a:pt x="1" y="643"/>
                  </a:lnTo>
                  <a:lnTo>
                    <a:pt x="3263" y="3917"/>
                  </a:lnTo>
                  <a:lnTo>
                    <a:pt x="3918" y="3263"/>
                  </a:lnTo>
                  <a:lnTo>
                    <a:pt x="6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887;p63">
              <a:extLst>
                <a:ext uri="{FF2B5EF4-FFF2-40B4-BE49-F238E27FC236}">
                  <a16:creationId xmlns:a16="http://schemas.microsoft.com/office/drawing/2014/main" id="{6A2B1306-169F-8950-FC1C-C94FDD94D2E4}"/>
                </a:ext>
              </a:extLst>
            </p:cNvPr>
            <p:cNvSpPr/>
            <p:nvPr/>
          </p:nvSpPr>
          <p:spPr>
            <a:xfrm>
              <a:off x="4155563" y="1690425"/>
              <a:ext cx="111650" cy="108525"/>
            </a:xfrm>
            <a:custGeom>
              <a:avLst/>
              <a:gdLst/>
              <a:ahLst/>
              <a:cxnLst/>
              <a:rect l="l" t="t" r="r" b="b"/>
              <a:pathLst>
                <a:path w="4466" h="4341" extrusionOk="0">
                  <a:moveTo>
                    <a:pt x="1632" y="1"/>
                  </a:moveTo>
                  <a:cubicBezTo>
                    <a:pt x="1277" y="1"/>
                    <a:pt x="923" y="138"/>
                    <a:pt x="655" y="412"/>
                  </a:cubicBezTo>
                  <a:lnTo>
                    <a:pt x="1" y="1066"/>
                  </a:lnTo>
                  <a:lnTo>
                    <a:pt x="3275" y="4341"/>
                  </a:lnTo>
                  <a:lnTo>
                    <a:pt x="3930" y="3686"/>
                  </a:lnTo>
                  <a:cubicBezTo>
                    <a:pt x="4465" y="3138"/>
                    <a:pt x="4465" y="2257"/>
                    <a:pt x="3918" y="1721"/>
                  </a:cubicBezTo>
                  <a:lnTo>
                    <a:pt x="2608" y="412"/>
                  </a:lnTo>
                  <a:cubicBezTo>
                    <a:pt x="2340" y="138"/>
                    <a:pt x="1986" y="1"/>
                    <a:pt x="1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888;p63">
              <a:extLst>
                <a:ext uri="{FF2B5EF4-FFF2-40B4-BE49-F238E27FC236}">
                  <a16:creationId xmlns:a16="http://schemas.microsoft.com/office/drawing/2014/main" id="{45A49D7A-E7BC-F9AF-5E03-4603969340B2}"/>
                </a:ext>
              </a:extLst>
            </p:cNvPr>
            <p:cNvSpPr/>
            <p:nvPr/>
          </p:nvSpPr>
          <p:spPr>
            <a:xfrm>
              <a:off x="3867238" y="1978425"/>
              <a:ext cx="108575" cy="106575"/>
            </a:xfrm>
            <a:custGeom>
              <a:avLst/>
              <a:gdLst/>
              <a:ahLst/>
              <a:cxnLst/>
              <a:rect l="l" t="t" r="r" b="b"/>
              <a:pathLst>
                <a:path w="4343" h="4263" extrusionOk="0">
                  <a:moveTo>
                    <a:pt x="1318" y="0"/>
                  </a:moveTo>
                  <a:lnTo>
                    <a:pt x="104" y="3655"/>
                  </a:lnTo>
                  <a:cubicBezTo>
                    <a:pt x="1" y="3963"/>
                    <a:pt x="244" y="4263"/>
                    <a:pt x="542" y="4263"/>
                  </a:cubicBezTo>
                  <a:cubicBezTo>
                    <a:pt x="589" y="4263"/>
                    <a:pt x="638" y="4255"/>
                    <a:pt x="687" y="4239"/>
                  </a:cubicBezTo>
                  <a:lnTo>
                    <a:pt x="4342" y="3012"/>
                  </a:lnTo>
                  <a:lnTo>
                    <a:pt x="13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889;p63">
              <a:extLst>
                <a:ext uri="{FF2B5EF4-FFF2-40B4-BE49-F238E27FC236}">
                  <a16:creationId xmlns:a16="http://schemas.microsoft.com/office/drawing/2014/main" id="{5BEB5728-A534-3018-AC22-44191CB42A8F}"/>
                </a:ext>
              </a:extLst>
            </p:cNvPr>
            <p:cNvSpPr/>
            <p:nvPr/>
          </p:nvSpPr>
          <p:spPr>
            <a:xfrm>
              <a:off x="3868613" y="1690500"/>
              <a:ext cx="181900" cy="180475"/>
            </a:xfrm>
            <a:custGeom>
              <a:avLst/>
              <a:gdLst/>
              <a:ahLst/>
              <a:cxnLst/>
              <a:rect l="l" t="t" r="r" b="b"/>
              <a:pathLst>
                <a:path w="7276" h="7219" extrusionOk="0">
                  <a:moveTo>
                    <a:pt x="3134" y="1"/>
                  </a:moveTo>
                  <a:cubicBezTo>
                    <a:pt x="3016" y="1"/>
                    <a:pt x="2900" y="45"/>
                    <a:pt x="2811" y="135"/>
                  </a:cubicBezTo>
                  <a:lnTo>
                    <a:pt x="191" y="2754"/>
                  </a:lnTo>
                  <a:cubicBezTo>
                    <a:pt x="1" y="2933"/>
                    <a:pt x="1" y="3218"/>
                    <a:pt x="191" y="3409"/>
                  </a:cubicBezTo>
                  <a:lnTo>
                    <a:pt x="4001" y="7219"/>
                  </a:lnTo>
                  <a:lnTo>
                    <a:pt x="7276" y="3945"/>
                  </a:lnTo>
                  <a:lnTo>
                    <a:pt x="6406" y="3076"/>
                  </a:lnTo>
                  <a:lnTo>
                    <a:pt x="5418" y="4052"/>
                  </a:lnTo>
                  <a:cubicBezTo>
                    <a:pt x="5318" y="4155"/>
                    <a:pt x="5205" y="4198"/>
                    <a:pt x="5097" y="4198"/>
                  </a:cubicBezTo>
                  <a:cubicBezTo>
                    <a:pt x="4743" y="4198"/>
                    <a:pt x="4438" y="3737"/>
                    <a:pt x="4775" y="3409"/>
                  </a:cubicBezTo>
                  <a:lnTo>
                    <a:pt x="5752" y="2421"/>
                  </a:lnTo>
                  <a:lnTo>
                    <a:pt x="5097" y="1766"/>
                  </a:lnTo>
                  <a:lnTo>
                    <a:pt x="4120" y="2754"/>
                  </a:lnTo>
                  <a:cubicBezTo>
                    <a:pt x="4019" y="2853"/>
                    <a:pt x="3907" y="2894"/>
                    <a:pt x="3799" y="2894"/>
                  </a:cubicBezTo>
                  <a:cubicBezTo>
                    <a:pt x="3437" y="2894"/>
                    <a:pt x="3126" y="2429"/>
                    <a:pt x="3466" y="2099"/>
                  </a:cubicBezTo>
                  <a:lnTo>
                    <a:pt x="4442" y="1111"/>
                  </a:lnTo>
                  <a:lnTo>
                    <a:pt x="3466" y="135"/>
                  </a:lnTo>
                  <a:cubicBezTo>
                    <a:pt x="3370" y="45"/>
                    <a:pt x="3251" y="1"/>
                    <a:pt x="3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2649;p41">
            <a:extLst>
              <a:ext uri="{FF2B5EF4-FFF2-40B4-BE49-F238E27FC236}">
                <a16:creationId xmlns:a16="http://schemas.microsoft.com/office/drawing/2014/main" id="{41AA1619-E3A9-A637-29A5-DEDD43950293}"/>
              </a:ext>
            </a:extLst>
          </p:cNvPr>
          <p:cNvSpPr txBox="1">
            <a:spLocks/>
          </p:cNvSpPr>
          <p:nvPr/>
        </p:nvSpPr>
        <p:spPr>
          <a:xfrm>
            <a:off x="5944072" y="3349026"/>
            <a:ext cx="2270196" cy="66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1pPr>
            <a:lvl2pPr marL="914400" marR="0" lvl="1"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2pPr>
            <a:lvl3pPr marL="1371600" marR="0" lvl="2"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3pPr>
            <a:lvl4pPr marL="1828800" marR="0" lvl="3"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4pPr>
            <a:lvl5pPr marL="2286000" marR="0" lvl="4"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5pPr>
            <a:lvl6pPr marL="2743200" marR="0" lvl="5"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6pPr>
            <a:lvl7pPr marL="3200400" marR="0" lvl="6"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7pPr>
            <a:lvl8pPr marL="3657600" marR="0" lvl="7"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8pPr>
            <a:lvl9pPr marL="4114800" marR="0" lvl="8"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9pPr>
          </a:lstStyle>
          <a:p>
            <a:pPr marL="0" indent="0"/>
            <a:r>
              <a:rPr lang="en-US" dirty="0"/>
              <a:t>Generate 3D objects conditioned on text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53"/>
        <p:cNvGrpSpPr/>
        <p:nvPr/>
      </p:nvGrpSpPr>
      <p:grpSpPr>
        <a:xfrm>
          <a:off x="0" y="0"/>
          <a:ext cx="0" cy="0"/>
          <a:chOff x="0" y="0"/>
          <a:chExt cx="0" cy="0"/>
        </a:xfrm>
      </p:grpSpPr>
      <p:grpSp>
        <p:nvGrpSpPr>
          <p:cNvPr id="5456" name="Google Shape;5456;p61"/>
          <p:cNvGrpSpPr/>
          <p:nvPr/>
        </p:nvGrpSpPr>
        <p:grpSpPr>
          <a:xfrm>
            <a:off x="5227685" y="1383080"/>
            <a:ext cx="3201867" cy="2404019"/>
            <a:chOff x="331763" y="414153"/>
            <a:chExt cx="6903246" cy="5019697"/>
          </a:xfrm>
        </p:grpSpPr>
        <p:sp>
          <p:nvSpPr>
            <p:cNvPr id="5457" name="Google Shape;5457;p61"/>
            <p:cNvSpPr/>
            <p:nvPr/>
          </p:nvSpPr>
          <p:spPr>
            <a:xfrm>
              <a:off x="2953125" y="4725150"/>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61"/>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61"/>
            <p:cNvSpPr/>
            <p:nvPr/>
          </p:nvSpPr>
          <p:spPr>
            <a:xfrm>
              <a:off x="547300" y="600323"/>
              <a:ext cx="6472159" cy="3981525"/>
            </a:xfrm>
            <a:custGeom>
              <a:avLst/>
              <a:gdLst/>
              <a:ahLst/>
              <a:cxnLst/>
              <a:rect l="l" t="t" r="r" b="b"/>
              <a:pathLst>
                <a:path w="232665" h="165707" extrusionOk="0">
                  <a:moveTo>
                    <a:pt x="1" y="1"/>
                  </a:moveTo>
                  <a:lnTo>
                    <a:pt x="1" y="24307"/>
                  </a:lnTo>
                  <a:lnTo>
                    <a:pt x="1" y="165707"/>
                  </a:lnTo>
                  <a:lnTo>
                    <a:pt x="232665" y="165707"/>
                  </a:lnTo>
                  <a:lnTo>
                    <a:pt x="232665" y="121532"/>
                  </a:lnTo>
                  <a:lnTo>
                    <a:pt x="2326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61"/>
            <p:cNvSpPr/>
            <p:nvPr/>
          </p:nvSpPr>
          <p:spPr>
            <a:xfrm>
              <a:off x="2772650" y="5206975"/>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Picture 6">
            <a:extLst>
              <a:ext uri="{FF2B5EF4-FFF2-40B4-BE49-F238E27FC236}">
                <a16:creationId xmlns:a16="http://schemas.microsoft.com/office/drawing/2014/main" id="{47515969-2575-11B1-FD1C-6788DCD5EAF0}"/>
              </a:ext>
            </a:extLst>
          </p:cNvPr>
          <p:cNvPicPr>
            <a:picLocks noChangeAspect="1"/>
          </p:cNvPicPr>
          <p:nvPr/>
        </p:nvPicPr>
        <p:blipFill>
          <a:blip r:embed="rId3"/>
          <a:stretch>
            <a:fillRect/>
          </a:stretch>
        </p:blipFill>
        <p:spPr>
          <a:xfrm>
            <a:off x="5327640" y="1533611"/>
            <a:ext cx="3017021" cy="1685117"/>
          </a:xfrm>
          <a:prstGeom prst="rect">
            <a:avLst/>
          </a:prstGeom>
        </p:spPr>
      </p:pic>
      <p:sp>
        <p:nvSpPr>
          <p:cNvPr id="5455" name="Google Shape;5455;p61"/>
          <p:cNvSpPr txBox="1">
            <a:spLocks noGrp="1"/>
          </p:cNvSpPr>
          <p:nvPr>
            <p:ph type="subTitle" idx="1"/>
          </p:nvPr>
        </p:nvSpPr>
        <p:spPr>
          <a:xfrm>
            <a:off x="601652" y="1258948"/>
            <a:ext cx="3597900" cy="2374591"/>
          </a:xfrm>
          <a:prstGeom prst="rect">
            <a:avLst/>
          </a:prstGeom>
        </p:spPr>
        <p:txBody>
          <a:bodyPr spcFirstLastPara="1" wrap="square" lIns="91425" tIns="91425" rIns="91425" bIns="91425" anchor="t" anchorCtr="0">
            <a:noAutofit/>
          </a:bodyPr>
          <a:lstStyle/>
          <a:p>
            <a:pPr marL="0" lvl="0" indent="0"/>
            <a:r>
              <a:rPr lang="en-US" b="1" dirty="0" err="1"/>
              <a:t>Etbaly</a:t>
            </a:r>
            <a:r>
              <a:rPr lang="en-US" dirty="0"/>
              <a:t> offers a digital production platform that allows users to design, customize, and order physical products online. </a:t>
            </a:r>
          </a:p>
          <a:p>
            <a:pPr marL="0" lvl="0" indent="0"/>
            <a:endParaRPr lang="en-US" dirty="0"/>
          </a:p>
          <a:p>
            <a:pPr marL="0" lvl="0" indent="0"/>
            <a:r>
              <a:rPr lang="en-US" dirty="0"/>
              <a:t>The platform use AI-powered design tools and professional manufacturing to make product creation accessible, flexible, and affordable for individuals, creators, and businesses.</a:t>
            </a:r>
          </a:p>
        </p:txBody>
      </p:sp>
      <p:sp>
        <p:nvSpPr>
          <p:cNvPr id="5462" name="Google Shape;5462;p61"/>
          <p:cNvSpPr/>
          <p:nvPr/>
        </p:nvSpPr>
        <p:spPr>
          <a:xfrm>
            <a:off x="4590833" y="1986516"/>
            <a:ext cx="1027740" cy="2024825"/>
          </a:xfrm>
          <a:custGeom>
            <a:avLst/>
            <a:gdLst/>
            <a:ahLst/>
            <a:cxnLst/>
            <a:rect l="l" t="t" r="r" b="b"/>
            <a:pathLst>
              <a:path w="84552" h="161331" extrusionOk="0">
                <a:moveTo>
                  <a:pt x="1" y="1"/>
                </a:moveTo>
                <a:lnTo>
                  <a:pt x="1" y="161331"/>
                </a:lnTo>
                <a:lnTo>
                  <a:pt x="84551" y="161331"/>
                </a:lnTo>
                <a:lnTo>
                  <a:pt x="84551" y="1"/>
                </a:lnTo>
                <a:close/>
              </a:path>
            </a:pathLst>
          </a:custGeom>
          <a:solidFill>
            <a:srgbClr val="C2C2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63" name="Google Shape;5463;p61"/>
          <p:cNvGrpSpPr/>
          <p:nvPr/>
        </p:nvGrpSpPr>
        <p:grpSpPr>
          <a:xfrm>
            <a:off x="4542263" y="1865712"/>
            <a:ext cx="1132972" cy="2374591"/>
            <a:chOff x="5186401" y="494525"/>
            <a:chExt cx="1834973" cy="3724678"/>
          </a:xfrm>
        </p:grpSpPr>
        <p:sp>
          <p:nvSpPr>
            <p:cNvPr id="5464" name="Google Shape;5464;p61"/>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61"/>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466" name="Google Shape;5466;p61"/>
          <p:cNvPicPr preferRelativeResize="0"/>
          <p:nvPr/>
        </p:nvPicPr>
        <p:blipFill rotWithShape="1">
          <a:blip r:embed="rId4">
            <a:alphaModFix/>
          </a:blip>
          <a:srcRect l="64851" r="5796"/>
          <a:stretch/>
        </p:blipFill>
        <p:spPr>
          <a:xfrm>
            <a:off x="4590836" y="1986519"/>
            <a:ext cx="1027714" cy="2024808"/>
          </a:xfrm>
          <a:prstGeom prst="rect">
            <a:avLst/>
          </a:prstGeom>
          <a:noFill/>
          <a:ln>
            <a:noFill/>
          </a:ln>
        </p:spPr>
      </p:pic>
      <p:grpSp>
        <p:nvGrpSpPr>
          <p:cNvPr id="5467" name="Google Shape;5467;p61"/>
          <p:cNvGrpSpPr/>
          <p:nvPr/>
        </p:nvGrpSpPr>
        <p:grpSpPr>
          <a:xfrm flipH="1">
            <a:off x="420561" y="3924601"/>
            <a:ext cx="1532146" cy="918971"/>
            <a:chOff x="5827631" y="4169628"/>
            <a:chExt cx="1532146" cy="918971"/>
          </a:xfrm>
        </p:grpSpPr>
        <p:grpSp>
          <p:nvGrpSpPr>
            <p:cNvPr id="5468" name="Google Shape;5468;p61"/>
            <p:cNvGrpSpPr/>
            <p:nvPr/>
          </p:nvGrpSpPr>
          <p:grpSpPr>
            <a:xfrm>
              <a:off x="5827631" y="4169628"/>
              <a:ext cx="1319282" cy="877909"/>
              <a:chOff x="7468856" y="4194453"/>
              <a:chExt cx="1319282" cy="877909"/>
            </a:xfrm>
          </p:grpSpPr>
          <p:grpSp>
            <p:nvGrpSpPr>
              <p:cNvPr id="5469" name="Google Shape;5469;p61"/>
              <p:cNvGrpSpPr/>
              <p:nvPr/>
            </p:nvGrpSpPr>
            <p:grpSpPr>
              <a:xfrm>
                <a:off x="8148186" y="4194453"/>
                <a:ext cx="639951" cy="559831"/>
                <a:chOff x="3638372" y="4678414"/>
                <a:chExt cx="422243" cy="369379"/>
              </a:xfrm>
            </p:grpSpPr>
            <p:sp>
              <p:nvSpPr>
                <p:cNvPr id="5470" name="Google Shape;5470;p61"/>
                <p:cNvSpPr/>
                <p:nvPr/>
              </p:nvSpPr>
              <p:spPr>
                <a:xfrm>
                  <a:off x="3638372" y="4804049"/>
                  <a:ext cx="422243" cy="243744"/>
                </a:xfrm>
                <a:custGeom>
                  <a:avLst/>
                  <a:gdLst/>
                  <a:ahLst/>
                  <a:cxnLst/>
                  <a:rect l="l" t="t" r="r" b="b"/>
                  <a:pathLst>
                    <a:path w="422243" h="243744" extrusionOk="0">
                      <a:moveTo>
                        <a:pt x="360378" y="208026"/>
                      </a:moveTo>
                      <a:cubicBezTo>
                        <a:pt x="277987" y="255651"/>
                        <a:pt x="144351" y="255651"/>
                        <a:pt x="61865" y="208026"/>
                      </a:cubicBezTo>
                      <a:cubicBezTo>
                        <a:pt x="-20622" y="160401"/>
                        <a:pt x="-20622" y="83248"/>
                        <a:pt x="61865" y="35719"/>
                      </a:cubicBezTo>
                      <a:cubicBezTo>
                        <a:pt x="144256" y="-11906"/>
                        <a:pt x="277987" y="-11906"/>
                        <a:pt x="360378" y="35719"/>
                      </a:cubicBezTo>
                      <a:cubicBezTo>
                        <a:pt x="442865" y="83344"/>
                        <a:pt x="442865"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471" name="Google Shape;5471;p61"/>
                <p:cNvGrpSpPr/>
                <p:nvPr/>
              </p:nvGrpSpPr>
              <p:grpSpPr>
                <a:xfrm>
                  <a:off x="3646611" y="4791857"/>
                  <a:ext cx="405669" cy="247459"/>
                  <a:chOff x="3646611" y="4791857"/>
                  <a:chExt cx="405669" cy="247459"/>
                </a:xfrm>
              </p:grpSpPr>
              <p:sp>
                <p:nvSpPr>
                  <p:cNvPr id="5472" name="Google Shape;5472;p61"/>
                  <p:cNvSpPr/>
                  <p:nvPr/>
                </p:nvSpPr>
                <p:spPr>
                  <a:xfrm>
                    <a:off x="3646611" y="4805192"/>
                    <a:ext cx="405574" cy="234124"/>
                  </a:xfrm>
                  <a:custGeom>
                    <a:avLst/>
                    <a:gdLst/>
                    <a:ahLst/>
                    <a:cxnLst/>
                    <a:rect l="l" t="t" r="r" b="b"/>
                    <a:pathLst>
                      <a:path w="405574" h="234124" extrusionOk="0">
                        <a:moveTo>
                          <a:pt x="404336" y="103727"/>
                        </a:moveTo>
                        <a:cubicBezTo>
                          <a:pt x="399288" y="78296"/>
                          <a:pt x="379952" y="53721"/>
                          <a:pt x="346234" y="34290"/>
                        </a:cubicBezTo>
                        <a:cubicBezTo>
                          <a:pt x="267081" y="-11430"/>
                          <a:pt x="138684" y="-11430"/>
                          <a:pt x="59436" y="34290"/>
                        </a:cubicBezTo>
                        <a:cubicBezTo>
                          <a:pt x="25527" y="53912"/>
                          <a:pt x="6096" y="78677"/>
                          <a:pt x="1238" y="104299"/>
                        </a:cubicBezTo>
                        <a:lnTo>
                          <a:pt x="0" y="103823"/>
                        </a:lnTo>
                        <a:lnTo>
                          <a:pt x="0" y="117824"/>
                        </a:lnTo>
                        <a:lnTo>
                          <a:pt x="0" y="117824"/>
                        </a:lnTo>
                        <a:cubicBezTo>
                          <a:pt x="286" y="147542"/>
                          <a:pt x="20098" y="177165"/>
                          <a:pt x="59341" y="199834"/>
                        </a:cubicBezTo>
                        <a:cubicBezTo>
                          <a:pt x="138589" y="245555"/>
                          <a:pt x="266986" y="245555"/>
                          <a:pt x="346138" y="199834"/>
                        </a:cubicBezTo>
                        <a:cubicBezTo>
                          <a:pt x="385763" y="176974"/>
                          <a:pt x="405574" y="146971"/>
                          <a:pt x="405574" y="117062"/>
                        </a:cubicBezTo>
                        <a:lnTo>
                          <a:pt x="405574" y="103727"/>
                        </a:lnTo>
                        <a:lnTo>
                          <a:pt x="404241" y="103727"/>
                        </a:lnTo>
                        <a:close/>
                        <a:moveTo>
                          <a:pt x="76295" y="43910"/>
                        </a:moveTo>
                        <a:cubicBezTo>
                          <a:pt x="83058" y="40005"/>
                          <a:pt x="93916"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1053" y="126968"/>
                        </a:moveTo>
                        <a:cubicBezTo>
                          <a:pt x="31528" y="126968"/>
                          <a:pt x="23813" y="122491"/>
                          <a:pt x="23813" y="117062"/>
                        </a:cubicBezTo>
                        <a:cubicBezTo>
                          <a:pt x="23813" y="111633"/>
                          <a:pt x="31528" y="107156"/>
                          <a:pt x="41053" y="107156"/>
                        </a:cubicBezTo>
                        <a:lnTo>
                          <a:pt x="111252" y="107156"/>
                        </a:lnTo>
                        <a:cubicBezTo>
                          <a:pt x="120777" y="107156"/>
                          <a:pt x="128492" y="111633"/>
                          <a:pt x="128492" y="117062"/>
                        </a:cubicBezTo>
                        <a:cubicBezTo>
                          <a:pt x="128492" y="122491"/>
                          <a:pt x="120777" y="126968"/>
                          <a:pt x="111252" y="126968"/>
                        </a:cubicBezTo>
                        <a:lnTo>
                          <a:pt x="41148" y="126968"/>
                        </a:lnTo>
                        <a:close/>
                        <a:moveTo>
                          <a:pt x="150209" y="161449"/>
                        </a:moveTo>
                        <a:lnTo>
                          <a:pt x="100584" y="190119"/>
                        </a:lnTo>
                        <a:cubicBezTo>
                          <a:pt x="93916" y="194024"/>
                          <a:pt x="82963" y="194024"/>
                          <a:pt x="76295" y="190119"/>
                        </a:cubicBezTo>
                        <a:cubicBezTo>
                          <a:pt x="69532" y="186214"/>
                          <a:pt x="69532" y="179927"/>
                          <a:pt x="76295" y="176117"/>
                        </a:cubicBezTo>
                        <a:lnTo>
                          <a:pt x="125921" y="147447"/>
                        </a:lnTo>
                        <a:cubicBezTo>
                          <a:pt x="132588" y="143542"/>
                          <a:pt x="143542" y="143542"/>
                          <a:pt x="150209" y="147447"/>
                        </a:cubicBezTo>
                        <a:cubicBezTo>
                          <a:pt x="156972" y="151352"/>
                          <a:pt x="156972" y="157639"/>
                          <a:pt x="150209" y="161544"/>
                        </a:cubicBezTo>
                        <a:close/>
                        <a:moveTo>
                          <a:pt x="185642" y="23527"/>
                        </a:moveTo>
                        <a:cubicBezTo>
                          <a:pt x="185642" y="18002"/>
                          <a:pt x="193357" y="13621"/>
                          <a:pt x="202882" y="13621"/>
                        </a:cubicBezTo>
                        <a:cubicBezTo>
                          <a:pt x="212407" y="13621"/>
                          <a:pt x="220123" y="18098"/>
                          <a:pt x="220123" y="23527"/>
                        </a:cubicBezTo>
                        <a:lnTo>
                          <a:pt x="220123" y="64008"/>
                        </a:lnTo>
                        <a:cubicBezTo>
                          <a:pt x="220123" y="69532"/>
                          <a:pt x="212407" y="73914"/>
                          <a:pt x="202882" y="73914"/>
                        </a:cubicBezTo>
                        <a:cubicBezTo>
                          <a:pt x="193357" y="73914"/>
                          <a:pt x="185642" y="69437"/>
                          <a:pt x="185642" y="64008"/>
                        </a:cubicBezTo>
                        <a:lnTo>
                          <a:pt x="185642" y="23527"/>
                        </a:lnTo>
                        <a:close/>
                        <a:moveTo>
                          <a:pt x="202882" y="220313"/>
                        </a:moveTo>
                        <a:cubicBezTo>
                          <a:pt x="193357" y="220313"/>
                          <a:pt x="185642" y="215837"/>
                          <a:pt x="185642" y="210407"/>
                        </a:cubicBezTo>
                        <a:lnTo>
                          <a:pt x="185642" y="169926"/>
                        </a:lnTo>
                        <a:cubicBezTo>
                          <a:pt x="185642" y="164497"/>
                          <a:pt x="193357" y="160020"/>
                          <a:pt x="202882" y="160020"/>
                        </a:cubicBezTo>
                        <a:cubicBezTo>
                          <a:pt x="212407" y="160020"/>
                          <a:pt x="220123" y="164497"/>
                          <a:pt x="220123" y="169926"/>
                        </a:cubicBezTo>
                        <a:lnTo>
                          <a:pt x="220123" y="210407"/>
                        </a:lnTo>
                        <a:cubicBezTo>
                          <a:pt x="220123" y="215932"/>
                          <a:pt x="212407" y="220313"/>
                          <a:pt x="202882" y="220313"/>
                        </a:cubicBezTo>
                        <a:close/>
                        <a:moveTo>
                          <a:pt x="255556" y="72485"/>
                        </a:moveTo>
                        <a:lnTo>
                          <a:pt x="305181" y="43815"/>
                        </a:lnTo>
                        <a:cubicBezTo>
                          <a:pt x="311944" y="39910"/>
                          <a:pt x="322802" y="39910"/>
                          <a:pt x="329470" y="43815"/>
                        </a:cubicBezTo>
                        <a:cubicBezTo>
                          <a:pt x="336232" y="47720"/>
                          <a:pt x="336232" y="54007"/>
                          <a:pt x="329470" y="57912"/>
                        </a:cubicBezTo>
                        <a:lnTo>
                          <a:pt x="279845" y="86582"/>
                        </a:lnTo>
                        <a:cubicBezTo>
                          <a:pt x="273082" y="90488"/>
                          <a:pt x="262223" y="90488"/>
                          <a:pt x="255461" y="86582"/>
                        </a:cubicBezTo>
                        <a:cubicBezTo>
                          <a:pt x="248698" y="82677"/>
                          <a:pt x="248698" y="76390"/>
                          <a:pt x="255461" y="72581"/>
                        </a:cubicBezTo>
                        <a:close/>
                        <a:moveTo>
                          <a:pt x="329470" y="190024"/>
                        </a:moveTo>
                        <a:cubicBezTo>
                          <a:pt x="322802" y="193929"/>
                          <a:pt x="311848" y="193929"/>
                          <a:pt x="305181" y="190024"/>
                        </a:cubicBezTo>
                        <a:lnTo>
                          <a:pt x="255556" y="161354"/>
                        </a:lnTo>
                        <a:cubicBezTo>
                          <a:pt x="248793" y="157448"/>
                          <a:pt x="248793" y="151162"/>
                          <a:pt x="255556" y="147256"/>
                        </a:cubicBezTo>
                        <a:cubicBezTo>
                          <a:pt x="262319" y="143351"/>
                          <a:pt x="273177" y="143351"/>
                          <a:pt x="279940" y="147256"/>
                        </a:cubicBezTo>
                        <a:lnTo>
                          <a:pt x="329565" y="175927"/>
                        </a:lnTo>
                        <a:cubicBezTo>
                          <a:pt x="336328" y="179832"/>
                          <a:pt x="336328" y="186119"/>
                          <a:pt x="329565" y="189929"/>
                        </a:cubicBezTo>
                        <a:close/>
                        <a:moveTo>
                          <a:pt x="364712" y="126873"/>
                        </a:moveTo>
                        <a:lnTo>
                          <a:pt x="294513" y="126873"/>
                        </a:lnTo>
                        <a:cubicBezTo>
                          <a:pt x="284988" y="126873"/>
                          <a:pt x="277368" y="122396"/>
                          <a:pt x="277368" y="116967"/>
                        </a:cubicBezTo>
                        <a:cubicBezTo>
                          <a:pt x="277368" y="111538"/>
                          <a:pt x="285083" y="107061"/>
                          <a:pt x="294513" y="107061"/>
                        </a:cubicBezTo>
                        <a:lnTo>
                          <a:pt x="364712" y="107061"/>
                        </a:lnTo>
                        <a:cubicBezTo>
                          <a:pt x="374237" y="107061"/>
                          <a:pt x="381953" y="111538"/>
                          <a:pt x="381953" y="116967"/>
                        </a:cubicBezTo>
                        <a:cubicBezTo>
                          <a:pt x="381953" y="122396"/>
                          <a:pt x="374237" y="126873"/>
                          <a:pt x="364712"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3" name="Google Shape;5473;p61"/>
                  <p:cNvSpPr/>
                  <p:nvPr/>
                </p:nvSpPr>
                <p:spPr>
                  <a:xfrm>
                    <a:off x="3646611" y="4791857"/>
                    <a:ext cx="405669" cy="234219"/>
                  </a:xfrm>
                  <a:custGeom>
                    <a:avLst/>
                    <a:gdLst/>
                    <a:ahLst/>
                    <a:cxnLst/>
                    <a:rect l="l" t="t" r="r" b="b"/>
                    <a:pathLst>
                      <a:path w="405669" h="234219" extrusionOk="0">
                        <a:moveTo>
                          <a:pt x="346234" y="34290"/>
                        </a:moveTo>
                        <a:cubicBezTo>
                          <a:pt x="267081" y="-11430"/>
                          <a:pt x="138684" y="-11430"/>
                          <a:pt x="59436" y="34290"/>
                        </a:cubicBezTo>
                        <a:cubicBezTo>
                          <a:pt x="-19812" y="80010"/>
                          <a:pt x="-19812" y="154115"/>
                          <a:pt x="59436" y="199930"/>
                        </a:cubicBezTo>
                        <a:cubicBezTo>
                          <a:pt x="138684" y="245650"/>
                          <a:pt x="267081" y="245650"/>
                          <a:pt x="346234" y="199930"/>
                        </a:cubicBezTo>
                        <a:cubicBezTo>
                          <a:pt x="425482" y="154210"/>
                          <a:pt x="425482" y="80010"/>
                          <a:pt x="346234" y="34290"/>
                        </a:cubicBezTo>
                        <a:close/>
                        <a:moveTo>
                          <a:pt x="76200" y="58007"/>
                        </a:moveTo>
                        <a:cubicBezTo>
                          <a:pt x="69437" y="54102"/>
                          <a:pt x="69437" y="47816"/>
                          <a:pt x="76200" y="44006"/>
                        </a:cubicBezTo>
                        <a:cubicBezTo>
                          <a:pt x="82963" y="40100"/>
                          <a:pt x="93821" y="40100"/>
                          <a:pt x="100489" y="44006"/>
                        </a:cubicBezTo>
                        <a:lnTo>
                          <a:pt x="150114" y="72676"/>
                        </a:lnTo>
                        <a:cubicBezTo>
                          <a:pt x="156877" y="76581"/>
                          <a:pt x="156877" y="82867"/>
                          <a:pt x="150114" y="86773"/>
                        </a:cubicBezTo>
                        <a:cubicBezTo>
                          <a:pt x="143351" y="90678"/>
                          <a:pt x="132493" y="90678"/>
                          <a:pt x="125825" y="86773"/>
                        </a:cubicBezTo>
                        <a:lnTo>
                          <a:pt x="76200" y="58102"/>
                        </a:lnTo>
                        <a:close/>
                        <a:moveTo>
                          <a:pt x="111061" y="126968"/>
                        </a:moveTo>
                        <a:lnTo>
                          <a:pt x="40957" y="126968"/>
                        </a:lnTo>
                        <a:cubicBezTo>
                          <a:pt x="31432" y="126968"/>
                          <a:pt x="23717" y="122492"/>
                          <a:pt x="23717" y="117062"/>
                        </a:cubicBezTo>
                        <a:cubicBezTo>
                          <a:pt x="23717" y="111633"/>
                          <a:pt x="31432" y="107156"/>
                          <a:pt x="40957" y="107156"/>
                        </a:cubicBezTo>
                        <a:lnTo>
                          <a:pt x="111157" y="107156"/>
                        </a:lnTo>
                        <a:cubicBezTo>
                          <a:pt x="120682" y="107156"/>
                          <a:pt x="128397" y="111633"/>
                          <a:pt x="128397" y="117062"/>
                        </a:cubicBezTo>
                        <a:cubicBezTo>
                          <a:pt x="128397" y="122492"/>
                          <a:pt x="120682" y="126968"/>
                          <a:pt x="111157" y="126968"/>
                        </a:cubicBezTo>
                        <a:close/>
                        <a:moveTo>
                          <a:pt x="202787" y="74009"/>
                        </a:moveTo>
                        <a:cubicBezTo>
                          <a:pt x="193262" y="74009"/>
                          <a:pt x="185547" y="69533"/>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628"/>
                          <a:pt x="212312" y="74009"/>
                          <a:pt x="202787" y="74009"/>
                        </a:cubicBezTo>
                        <a:close/>
                        <a:moveTo>
                          <a:pt x="100489" y="190119"/>
                        </a:moveTo>
                        <a:cubicBezTo>
                          <a:pt x="93821" y="194024"/>
                          <a:pt x="82868" y="194024"/>
                          <a:pt x="76200" y="190119"/>
                        </a:cubicBezTo>
                        <a:cubicBezTo>
                          <a:pt x="69437" y="186214"/>
                          <a:pt x="69437" y="179927"/>
                          <a:pt x="76200" y="176117"/>
                        </a:cubicBezTo>
                        <a:lnTo>
                          <a:pt x="125825" y="147447"/>
                        </a:lnTo>
                        <a:cubicBezTo>
                          <a:pt x="132493" y="143542"/>
                          <a:pt x="143446" y="143542"/>
                          <a:pt x="150114" y="147447"/>
                        </a:cubicBezTo>
                        <a:cubicBezTo>
                          <a:pt x="156877" y="151352"/>
                          <a:pt x="156877" y="157639"/>
                          <a:pt x="150114" y="161544"/>
                        </a:cubicBezTo>
                        <a:lnTo>
                          <a:pt x="100489" y="190214"/>
                        </a:lnTo>
                        <a:close/>
                        <a:moveTo>
                          <a:pt x="279749" y="86582"/>
                        </a:moveTo>
                        <a:cubicBezTo>
                          <a:pt x="272986" y="90488"/>
                          <a:pt x="262128" y="90488"/>
                          <a:pt x="255365" y="86582"/>
                        </a:cubicBezTo>
                        <a:cubicBezTo>
                          <a:pt x="248602" y="82677"/>
                          <a:pt x="248602" y="76391"/>
                          <a:pt x="255365" y="72485"/>
                        </a:cubicBezTo>
                        <a:lnTo>
                          <a:pt x="304990" y="43815"/>
                        </a:lnTo>
                        <a:cubicBezTo>
                          <a:pt x="311753" y="39910"/>
                          <a:pt x="322612" y="39910"/>
                          <a:pt x="329279" y="43815"/>
                        </a:cubicBezTo>
                        <a:cubicBezTo>
                          <a:pt x="336042" y="47720"/>
                          <a:pt x="336042" y="54007"/>
                          <a:pt x="329279" y="57817"/>
                        </a:cubicBezTo>
                        <a:lnTo>
                          <a:pt x="279654" y="86487"/>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9"/>
                        </a:moveTo>
                        <a:cubicBezTo>
                          <a:pt x="193167" y="220409"/>
                          <a:pt x="185452" y="215932"/>
                          <a:pt x="185452" y="210502"/>
                        </a:cubicBezTo>
                        <a:lnTo>
                          <a:pt x="185452" y="170021"/>
                        </a:lnTo>
                        <a:cubicBezTo>
                          <a:pt x="185452" y="164497"/>
                          <a:pt x="193167" y="160115"/>
                          <a:pt x="202692" y="160115"/>
                        </a:cubicBezTo>
                        <a:cubicBezTo>
                          <a:pt x="212217" y="160115"/>
                          <a:pt x="219932" y="164592"/>
                          <a:pt x="219932" y="170021"/>
                        </a:cubicBezTo>
                        <a:lnTo>
                          <a:pt x="219932" y="210502"/>
                        </a:lnTo>
                        <a:cubicBezTo>
                          <a:pt x="219932" y="216027"/>
                          <a:pt x="212217" y="220409"/>
                          <a:pt x="202692" y="220409"/>
                        </a:cubicBezTo>
                        <a:close/>
                        <a:moveTo>
                          <a:pt x="304990" y="190119"/>
                        </a:moveTo>
                        <a:lnTo>
                          <a:pt x="255365" y="161449"/>
                        </a:lnTo>
                        <a:cubicBezTo>
                          <a:pt x="248602" y="157543"/>
                          <a:pt x="248602" y="151257"/>
                          <a:pt x="255365" y="147352"/>
                        </a:cubicBezTo>
                        <a:cubicBezTo>
                          <a:pt x="262128" y="143447"/>
                          <a:pt x="272986" y="143447"/>
                          <a:pt x="279749" y="147352"/>
                        </a:cubicBezTo>
                        <a:lnTo>
                          <a:pt x="329374" y="176022"/>
                        </a:lnTo>
                        <a:cubicBezTo>
                          <a:pt x="336137" y="179927"/>
                          <a:pt x="336137" y="186214"/>
                          <a:pt x="329374" y="190024"/>
                        </a:cubicBezTo>
                        <a:cubicBezTo>
                          <a:pt x="322707" y="193929"/>
                          <a:pt x="311753" y="193929"/>
                          <a:pt x="305086"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4" name="Google Shape;5474;p61"/>
                  <p:cNvSpPr/>
                  <p:nvPr/>
                </p:nvSpPr>
                <p:spPr>
                  <a:xfrm>
                    <a:off x="3792266" y="4875939"/>
                    <a:ext cx="114454" cy="46315"/>
                  </a:xfrm>
                  <a:custGeom>
                    <a:avLst/>
                    <a:gdLst/>
                    <a:ahLst/>
                    <a:cxnLst/>
                    <a:rect l="l" t="t" r="r" b="b"/>
                    <a:pathLst>
                      <a:path w="114454" h="46315" extrusionOk="0">
                        <a:moveTo>
                          <a:pt x="109615" y="46315"/>
                        </a:moveTo>
                        <a:cubicBezTo>
                          <a:pt x="106853" y="42696"/>
                          <a:pt x="102852" y="39267"/>
                          <a:pt x="97708" y="36314"/>
                        </a:cubicBezTo>
                        <a:cubicBezTo>
                          <a:pt x="75325" y="23360"/>
                          <a:pt x="39130" y="23360"/>
                          <a:pt x="16746" y="36314"/>
                        </a:cubicBezTo>
                        <a:cubicBezTo>
                          <a:pt x="11603" y="39267"/>
                          <a:pt x="7602" y="42696"/>
                          <a:pt x="4840" y="46315"/>
                        </a:cubicBezTo>
                        <a:cubicBezTo>
                          <a:pt x="-4400" y="34218"/>
                          <a:pt x="-399" y="19550"/>
                          <a:pt x="16746" y="9644"/>
                        </a:cubicBezTo>
                        <a:cubicBezTo>
                          <a:pt x="39130" y="-3215"/>
                          <a:pt x="75325" y="-3215"/>
                          <a:pt x="97708" y="9644"/>
                        </a:cubicBezTo>
                        <a:cubicBezTo>
                          <a:pt x="114854"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5" name="Google Shape;5475;p61"/>
                  <p:cNvSpPr/>
                  <p:nvPr/>
                </p:nvSpPr>
                <p:spPr>
                  <a:xfrm>
                    <a:off x="3797106" y="4902538"/>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476" name="Google Shape;5476;p61"/>
                <p:cNvGrpSpPr/>
                <p:nvPr/>
              </p:nvGrpSpPr>
              <p:grpSpPr>
                <a:xfrm>
                  <a:off x="3670114" y="4704608"/>
                  <a:ext cx="358735" cy="305800"/>
                  <a:chOff x="3670114" y="4704608"/>
                  <a:chExt cx="358735" cy="305800"/>
                </a:xfrm>
              </p:grpSpPr>
              <p:sp>
                <p:nvSpPr>
                  <p:cNvPr id="5477" name="Google Shape;5477;p61"/>
                  <p:cNvSpPr/>
                  <p:nvPr/>
                </p:nvSpPr>
                <p:spPr>
                  <a:xfrm>
                    <a:off x="3670138" y="4808145"/>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1" y="212407"/>
                          <a:pt x="52388" y="171831"/>
                        </a:cubicBezTo>
                        <a:cubicBezTo>
                          <a:pt x="17336" y="151733"/>
                          <a:pt x="0" y="125063"/>
                          <a:pt x="0" y="98393"/>
                        </a:cubicBezTo>
                        <a:lnTo>
                          <a:pt x="0" y="0"/>
                        </a:lnTo>
                        <a:lnTo>
                          <a:pt x="3587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8" name="Google Shape;5478;p61"/>
                  <p:cNvSpPr/>
                  <p:nvPr/>
                </p:nvSpPr>
                <p:spPr>
                  <a:xfrm>
                    <a:off x="3670138" y="4820908"/>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622"/>
                          <a:pt x="0" y="1714"/>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9" name="Google Shape;5479;p61"/>
                  <p:cNvSpPr/>
                  <p:nvPr/>
                </p:nvSpPr>
                <p:spPr>
                  <a:xfrm>
                    <a:off x="3670138" y="4838053"/>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0" name="Google Shape;5480;p61"/>
                  <p:cNvSpPr/>
                  <p:nvPr/>
                </p:nvSpPr>
                <p:spPr>
                  <a:xfrm>
                    <a:off x="3670138" y="4855294"/>
                    <a:ext cx="358711" cy="110632"/>
                  </a:xfrm>
                  <a:custGeom>
                    <a:avLst/>
                    <a:gdLst/>
                    <a:ahLst/>
                    <a:cxnLst/>
                    <a:rect l="l" t="t" r="r" b="b"/>
                    <a:pathLst>
                      <a:path w="358711" h="110632" extrusionOk="0">
                        <a:moveTo>
                          <a:pt x="358712" y="0"/>
                        </a:moveTo>
                        <a:cubicBezTo>
                          <a:pt x="358712" y="26479"/>
                          <a:pt x="341090" y="52864"/>
                          <a:pt x="306133" y="73057"/>
                        </a:cubicBezTo>
                        <a:cubicBezTo>
                          <a:pt x="236220" y="113728"/>
                          <a:pt x="122587" y="113728"/>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1" name="Google Shape;5481;p61"/>
                  <p:cNvSpPr/>
                  <p:nvPr/>
                </p:nvSpPr>
                <p:spPr>
                  <a:xfrm>
                    <a:off x="3670138" y="4872439"/>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2" name="Google Shape;5482;p61"/>
                  <p:cNvSpPr/>
                  <p:nvPr/>
                </p:nvSpPr>
                <p:spPr>
                  <a:xfrm>
                    <a:off x="3670138" y="4889584"/>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3" name="Google Shape;5483;p61"/>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4" name="Google Shape;5484;p61"/>
                  <p:cNvSpPr/>
                  <p:nvPr/>
                </p:nvSpPr>
                <p:spPr>
                  <a:xfrm>
                    <a:off x="3684259" y="4712752"/>
                    <a:ext cx="330445" cy="190881"/>
                  </a:xfrm>
                  <a:custGeom>
                    <a:avLst/>
                    <a:gdLst/>
                    <a:ahLst/>
                    <a:cxnLst/>
                    <a:rect l="l" t="t" r="r" b="b"/>
                    <a:pathLst>
                      <a:path w="330445" h="190881" extrusionOk="0">
                        <a:moveTo>
                          <a:pt x="48363" y="162735"/>
                        </a:moveTo>
                        <a:cubicBezTo>
                          <a:pt x="112943" y="200263"/>
                          <a:pt x="217622" y="200263"/>
                          <a:pt x="282011" y="162735"/>
                        </a:cubicBezTo>
                        <a:cubicBezTo>
                          <a:pt x="346591" y="125492"/>
                          <a:pt x="346591" y="65103"/>
                          <a:pt x="282011" y="27861"/>
                        </a:cubicBezTo>
                        <a:cubicBezTo>
                          <a:pt x="217622" y="-9287"/>
                          <a:pt x="112943" y="-9287"/>
                          <a:pt x="48363" y="27861"/>
                        </a:cubicBezTo>
                        <a:cubicBezTo>
                          <a:pt x="-16121" y="65008"/>
                          <a:pt x="-16121" y="125492"/>
                          <a:pt x="48363" y="16273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5" name="Google Shape;5485;p61"/>
                  <p:cNvSpPr/>
                  <p:nvPr/>
                </p:nvSpPr>
                <p:spPr>
                  <a:xfrm>
                    <a:off x="3694927" y="4718920"/>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6" name="Google Shape;5486;p61"/>
                  <p:cNvSpPr/>
                  <p:nvPr/>
                </p:nvSpPr>
                <p:spPr>
                  <a:xfrm>
                    <a:off x="3703523" y="4724253"/>
                    <a:ext cx="291917" cy="168568"/>
                  </a:xfrm>
                  <a:custGeom>
                    <a:avLst/>
                    <a:gdLst/>
                    <a:ahLst/>
                    <a:cxnLst/>
                    <a:rect l="l" t="t" r="r" b="b"/>
                    <a:pathLst>
                      <a:path w="291917" h="168568" extrusionOk="0">
                        <a:moveTo>
                          <a:pt x="42719" y="143709"/>
                        </a:moveTo>
                        <a:cubicBezTo>
                          <a:pt x="99774" y="176856"/>
                          <a:pt x="192262" y="176856"/>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7" name="Google Shape;5487;p61"/>
                  <p:cNvSpPr/>
                  <p:nvPr/>
                </p:nvSpPr>
                <p:spPr>
                  <a:xfrm>
                    <a:off x="3712548" y="4729087"/>
                    <a:ext cx="273962" cy="158234"/>
                  </a:xfrm>
                  <a:custGeom>
                    <a:avLst/>
                    <a:gdLst/>
                    <a:ahLst/>
                    <a:cxnLst/>
                    <a:rect l="l" t="t" r="r" b="b"/>
                    <a:pathLst>
                      <a:path w="273962" h="158234" extrusionOk="0">
                        <a:moveTo>
                          <a:pt x="40077" y="134874"/>
                        </a:moveTo>
                        <a:cubicBezTo>
                          <a:pt x="93607" y="166021"/>
                          <a:pt x="180475" y="166021"/>
                          <a:pt x="233815" y="134874"/>
                        </a:cubicBezTo>
                        <a:cubicBezTo>
                          <a:pt x="287345" y="104013"/>
                          <a:pt x="287345" y="53911"/>
                          <a:pt x="233815" y="23146"/>
                        </a:cubicBezTo>
                        <a:cubicBezTo>
                          <a:pt x="180475" y="-7715"/>
                          <a:pt x="93607" y="-7715"/>
                          <a:pt x="40077" y="23146"/>
                        </a:cubicBezTo>
                        <a:cubicBezTo>
                          <a:pt x="-13359" y="54007"/>
                          <a:pt x="-13359" y="104108"/>
                          <a:pt x="40077" y="13487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8" name="Google Shape;5488;p61"/>
                  <p:cNvSpPr/>
                  <p:nvPr/>
                </p:nvSpPr>
                <p:spPr>
                  <a:xfrm>
                    <a:off x="3720097" y="4733802"/>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9" name="Google Shape;5489;p61"/>
                  <p:cNvSpPr/>
                  <p:nvPr/>
                </p:nvSpPr>
                <p:spPr>
                  <a:xfrm>
                    <a:off x="3727645" y="4737755"/>
                    <a:ext cx="243673" cy="140731"/>
                  </a:xfrm>
                  <a:custGeom>
                    <a:avLst/>
                    <a:gdLst/>
                    <a:ahLst/>
                    <a:cxnLst/>
                    <a:rect l="l" t="t" r="r" b="b"/>
                    <a:pathLst>
                      <a:path w="243673" h="140731" extrusionOk="0">
                        <a:moveTo>
                          <a:pt x="35647" y="120015"/>
                        </a:moveTo>
                        <a:cubicBezTo>
                          <a:pt x="83272" y="147638"/>
                          <a:pt x="160520" y="147638"/>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0" name="Google Shape;5490;p61"/>
                  <p:cNvSpPr/>
                  <p:nvPr/>
                </p:nvSpPr>
                <p:spPr>
                  <a:xfrm>
                    <a:off x="3734337" y="4741946"/>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1" name="Google Shape;5491;p61"/>
                  <p:cNvSpPr/>
                  <p:nvPr/>
                </p:nvSpPr>
                <p:spPr>
                  <a:xfrm>
                    <a:off x="3741456" y="4745828"/>
                    <a:ext cx="216074" cy="124753"/>
                  </a:xfrm>
                  <a:custGeom>
                    <a:avLst/>
                    <a:gdLst/>
                    <a:ahLst/>
                    <a:cxnLst/>
                    <a:rect l="l" t="t" r="r" b="b"/>
                    <a:pathLst>
                      <a:path w="216074" h="124753" extrusionOk="0">
                        <a:moveTo>
                          <a:pt x="31647" y="106323"/>
                        </a:moveTo>
                        <a:cubicBezTo>
                          <a:pt x="73938" y="130897"/>
                          <a:pt x="142327" y="130897"/>
                          <a:pt x="184428" y="106323"/>
                        </a:cubicBezTo>
                        <a:cubicBezTo>
                          <a:pt x="226624" y="82034"/>
                          <a:pt x="226624" y="42505"/>
                          <a:pt x="184428" y="18216"/>
                        </a:cubicBezTo>
                        <a:cubicBezTo>
                          <a:pt x="142327" y="-6072"/>
                          <a:pt x="73842" y="-6072"/>
                          <a:pt x="31647" y="18216"/>
                        </a:cubicBezTo>
                        <a:cubicBezTo>
                          <a:pt x="-10549" y="42505"/>
                          <a:pt x="-10549" y="82034"/>
                          <a:pt x="31647" y="10632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2" name="Google Shape;5492;p61"/>
                  <p:cNvSpPr/>
                  <p:nvPr/>
                </p:nvSpPr>
                <p:spPr>
                  <a:xfrm>
                    <a:off x="3747433" y="4749495"/>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3" name="Google Shape;5493;p61"/>
                  <p:cNvSpPr/>
                  <p:nvPr/>
                </p:nvSpPr>
                <p:spPr>
                  <a:xfrm>
                    <a:off x="3752910" y="4752424"/>
                    <a:ext cx="193166" cy="111490"/>
                  </a:xfrm>
                  <a:custGeom>
                    <a:avLst/>
                    <a:gdLst/>
                    <a:ahLst/>
                    <a:cxnLst/>
                    <a:rect l="l" t="t" r="r" b="b"/>
                    <a:pathLst>
                      <a:path w="193166" h="111490" extrusionOk="0">
                        <a:moveTo>
                          <a:pt x="28289" y="95060"/>
                        </a:moveTo>
                        <a:cubicBezTo>
                          <a:pt x="66008" y="116967"/>
                          <a:pt x="127254" y="116967"/>
                          <a:pt x="164878" y="95060"/>
                        </a:cubicBezTo>
                        <a:cubicBezTo>
                          <a:pt x="202597" y="73343"/>
                          <a:pt x="202597" y="38005"/>
                          <a:pt x="164878" y="16288"/>
                        </a:cubicBezTo>
                        <a:cubicBezTo>
                          <a:pt x="127254" y="-5429"/>
                          <a:pt x="66103" y="-5429"/>
                          <a:pt x="28289" y="16288"/>
                        </a:cubicBezTo>
                        <a:cubicBezTo>
                          <a:pt x="-9430" y="38005"/>
                          <a:pt x="-9430" y="73343"/>
                          <a:pt x="28289" y="95060"/>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4" name="Google Shape;5494;p61"/>
                  <p:cNvSpPr/>
                  <p:nvPr/>
                </p:nvSpPr>
                <p:spPr>
                  <a:xfrm>
                    <a:off x="3758292" y="4755662"/>
                    <a:ext cx="182403" cy="105322"/>
                  </a:xfrm>
                  <a:custGeom>
                    <a:avLst/>
                    <a:gdLst/>
                    <a:ahLst/>
                    <a:cxnLst/>
                    <a:rect l="l" t="t" r="r" b="b"/>
                    <a:pathLst>
                      <a:path w="182403" h="105322" extrusionOk="0">
                        <a:moveTo>
                          <a:pt x="26718" y="89821"/>
                        </a:moveTo>
                        <a:cubicBezTo>
                          <a:pt x="62341" y="110490"/>
                          <a:pt x="120158" y="110490"/>
                          <a:pt x="155686" y="89821"/>
                        </a:cubicBezTo>
                        <a:cubicBezTo>
                          <a:pt x="191310" y="69342"/>
                          <a:pt x="191310" y="35909"/>
                          <a:pt x="155686" y="15430"/>
                        </a:cubicBezTo>
                        <a:cubicBezTo>
                          <a:pt x="120158" y="-5143"/>
                          <a:pt x="62341" y="-5143"/>
                          <a:pt x="26718" y="15430"/>
                        </a:cubicBezTo>
                        <a:cubicBezTo>
                          <a:pt x="-8906" y="36004"/>
                          <a:pt x="-8906" y="69342"/>
                          <a:pt x="26718" y="89821"/>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5" name="Google Shape;5495;p61"/>
                  <p:cNvSpPr/>
                  <p:nvPr/>
                </p:nvSpPr>
                <p:spPr>
                  <a:xfrm>
                    <a:off x="3763578" y="4758496"/>
                    <a:ext cx="171807" cy="99250"/>
                  </a:xfrm>
                  <a:custGeom>
                    <a:avLst/>
                    <a:gdLst/>
                    <a:ahLst/>
                    <a:cxnLst/>
                    <a:rect l="l" t="t" r="r" b="b"/>
                    <a:pathLst>
                      <a:path w="171807" h="99250" extrusionOk="0">
                        <a:moveTo>
                          <a:pt x="25146" y="84606"/>
                        </a:moveTo>
                        <a:cubicBezTo>
                          <a:pt x="58674"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6" name="Google Shape;5496;p61"/>
                  <p:cNvSpPr/>
                  <p:nvPr/>
                </p:nvSpPr>
                <p:spPr>
                  <a:xfrm>
                    <a:off x="3768436" y="4761473"/>
                    <a:ext cx="162186" cy="93702"/>
                  </a:xfrm>
                  <a:custGeom>
                    <a:avLst/>
                    <a:gdLst/>
                    <a:ahLst/>
                    <a:cxnLst/>
                    <a:rect l="l" t="t" r="r" b="b"/>
                    <a:pathLst>
                      <a:path w="162186" h="93702" extrusionOk="0">
                        <a:moveTo>
                          <a:pt x="23717" y="79915"/>
                        </a:moveTo>
                        <a:cubicBezTo>
                          <a:pt x="55435" y="98298"/>
                          <a:pt x="106871" y="98298"/>
                          <a:pt x="138398" y="79915"/>
                        </a:cubicBezTo>
                        <a:cubicBezTo>
                          <a:pt x="170117" y="61627"/>
                          <a:pt x="170117" y="31909"/>
                          <a:pt x="138398" y="13716"/>
                        </a:cubicBezTo>
                        <a:cubicBezTo>
                          <a:pt x="106775" y="-4572"/>
                          <a:pt x="55435" y="-4572"/>
                          <a:pt x="23717" y="13716"/>
                        </a:cubicBezTo>
                        <a:cubicBezTo>
                          <a:pt x="-7906" y="32004"/>
                          <a:pt x="-7906" y="61627"/>
                          <a:pt x="23717" y="7991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7" name="Google Shape;5497;p61"/>
                  <p:cNvSpPr/>
                  <p:nvPr/>
                </p:nvSpPr>
                <p:spPr>
                  <a:xfrm>
                    <a:off x="3773294" y="4764139"/>
                    <a:ext cx="152376" cy="87987"/>
                  </a:xfrm>
                  <a:custGeom>
                    <a:avLst/>
                    <a:gdLst/>
                    <a:ahLst/>
                    <a:cxnLst/>
                    <a:rect l="l" t="t" r="r" b="b"/>
                    <a:pathLst>
                      <a:path w="152376" h="87987" extrusionOk="0">
                        <a:moveTo>
                          <a:pt x="22288" y="75057"/>
                        </a:moveTo>
                        <a:cubicBezTo>
                          <a:pt x="52007" y="92297"/>
                          <a:pt x="100298" y="92297"/>
                          <a:pt x="130016" y="75057"/>
                        </a:cubicBezTo>
                        <a:cubicBezTo>
                          <a:pt x="159829" y="57912"/>
                          <a:pt x="159829" y="30004"/>
                          <a:pt x="130016" y="12859"/>
                        </a:cubicBezTo>
                        <a:cubicBezTo>
                          <a:pt x="100298" y="-4286"/>
                          <a:pt x="52102" y="-4286"/>
                          <a:pt x="22288" y="12859"/>
                        </a:cubicBezTo>
                        <a:cubicBezTo>
                          <a:pt x="-7429" y="30004"/>
                          <a:pt x="-7429" y="57817"/>
                          <a:pt x="22288" y="75057"/>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8" name="Google Shape;5498;p61"/>
                  <p:cNvSpPr/>
                  <p:nvPr/>
                </p:nvSpPr>
                <p:spPr>
                  <a:xfrm>
                    <a:off x="3777556" y="4766854"/>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9" name="Google Shape;5499;p61"/>
                  <p:cNvSpPr/>
                  <p:nvPr/>
                </p:nvSpPr>
                <p:spPr>
                  <a:xfrm>
                    <a:off x="3784581" y="4771117"/>
                    <a:ext cx="129730" cy="74866"/>
                  </a:xfrm>
                  <a:custGeom>
                    <a:avLst/>
                    <a:gdLst/>
                    <a:ahLst/>
                    <a:cxnLst/>
                    <a:rect l="l" t="t" r="r" b="b"/>
                    <a:pathLst>
                      <a:path w="129730" h="74866" extrusionOk="0">
                        <a:moveTo>
                          <a:pt x="19002" y="63794"/>
                        </a:moveTo>
                        <a:cubicBezTo>
                          <a:pt x="44339" y="78557"/>
                          <a:pt x="85392" y="78557"/>
                          <a:pt x="110728" y="63794"/>
                        </a:cubicBezTo>
                        <a:cubicBezTo>
                          <a:pt x="136064" y="49220"/>
                          <a:pt x="136064" y="25503"/>
                          <a:pt x="110728" y="10930"/>
                        </a:cubicBezTo>
                        <a:cubicBezTo>
                          <a:pt x="85487" y="-3643"/>
                          <a:pt x="44434" y="-3643"/>
                          <a:pt x="19002" y="10930"/>
                        </a:cubicBezTo>
                        <a:cubicBezTo>
                          <a:pt x="-6334" y="25503"/>
                          <a:pt x="-6334" y="49220"/>
                          <a:pt x="19002" y="6379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0" name="Google Shape;5500;p61"/>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01" name="Google Shape;5501;p61"/>
                <p:cNvGrpSpPr/>
                <p:nvPr/>
              </p:nvGrpSpPr>
              <p:grpSpPr>
                <a:xfrm>
                  <a:off x="3646611" y="4678414"/>
                  <a:ext cx="405669" cy="247649"/>
                  <a:chOff x="3646611" y="4678414"/>
                  <a:chExt cx="405669" cy="247649"/>
                </a:xfrm>
              </p:grpSpPr>
              <p:sp>
                <p:nvSpPr>
                  <p:cNvPr id="5502" name="Google Shape;5502;p61"/>
                  <p:cNvSpPr/>
                  <p:nvPr/>
                </p:nvSpPr>
                <p:spPr>
                  <a:xfrm>
                    <a:off x="3646611" y="4691749"/>
                    <a:ext cx="405574" cy="234314"/>
                  </a:xfrm>
                  <a:custGeom>
                    <a:avLst/>
                    <a:gdLst/>
                    <a:ahLst/>
                    <a:cxnLst/>
                    <a:rect l="l" t="t" r="r" b="b"/>
                    <a:pathLst>
                      <a:path w="405574" h="234314" extrusionOk="0">
                        <a:moveTo>
                          <a:pt x="404336" y="103823"/>
                        </a:moveTo>
                        <a:cubicBezTo>
                          <a:pt x="399288" y="78391"/>
                          <a:pt x="379952" y="53816"/>
                          <a:pt x="346234" y="34290"/>
                        </a:cubicBezTo>
                        <a:cubicBezTo>
                          <a:pt x="267081" y="-11430"/>
                          <a:pt x="138684" y="-11430"/>
                          <a:pt x="59436" y="34290"/>
                        </a:cubicBezTo>
                        <a:cubicBezTo>
                          <a:pt x="25527" y="53912"/>
                          <a:pt x="6096" y="78677"/>
                          <a:pt x="1238" y="104299"/>
                        </a:cubicBezTo>
                        <a:lnTo>
                          <a:pt x="0" y="103823"/>
                        </a:lnTo>
                        <a:lnTo>
                          <a:pt x="0" y="117920"/>
                        </a:lnTo>
                        <a:lnTo>
                          <a:pt x="0" y="117920"/>
                        </a:lnTo>
                        <a:cubicBezTo>
                          <a:pt x="286"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95" y="44006"/>
                        </a:moveTo>
                        <a:cubicBezTo>
                          <a:pt x="83058" y="40100"/>
                          <a:pt x="93916" y="40100"/>
                          <a:pt x="100584" y="44006"/>
                        </a:cubicBezTo>
                        <a:lnTo>
                          <a:pt x="150209" y="72676"/>
                        </a:lnTo>
                        <a:cubicBezTo>
                          <a:pt x="156972" y="76581"/>
                          <a:pt x="156972" y="82868"/>
                          <a:pt x="150209" y="86773"/>
                        </a:cubicBezTo>
                        <a:cubicBezTo>
                          <a:pt x="143446" y="90678"/>
                          <a:pt x="132588" y="90678"/>
                          <a:pt x="125921" y="86773"/>
                        </a:cubicBezTo>
                        <a:lnTo>
                          <a:pt x="76295" y="58103"/>
                        </a:lnTo>
                        <a:cubicBezTo>
                          <a:pt x="69532" y="54197"/>
                          <a:pt x="69532" y="47911"/>
                          <a:pt x="76295" y="44101"/>
                        </a:cubicBezTo>
                        <a:close/>
                        <a:moveTo>
                          <a:pt x="41053" y="127064"/>
                        </a:moveTo>
                        <a:cubicBezTo>
                          <a:pt x="31528" y="127064"/>
                          <a:pt x="23813" y="122587"/>
                          <a:pt x="23813" y="117157"/>
                        </a:cubicBezTo>
                        <a:cubicBezTo>
                          <a:pt x="23813" y="111728"/>
                          <a:pt x="31528" y="107252"/>
                          <a:pt x="41053" y="107252"/>
                        </a:cubicBezTo>
                        <a:lnTo>
                          <a:pt x="111252" y="107252"/>
                        </a:lnTo>
                        <a:cubicBezTo>
                          <a:pt x="120777" y="107252"/>
                          <a:pt x="128492" y="111728"/>
                          <a:pt x="128492" y="117157"/>
                        </a:cubicBezTo>
                        <a:cubicBezTo>
                          <a:pt x="128492" y="122587"/>
                          <a:pt x="120777" y="127064"/>
                          <a:pt x="111252" y="127064"/>
                        </a:cubicBezTo>
                        <a:lnTo>
                          <a:pt x="41148" y="127064"/>
                        </a:lnTo>
                        <a:close/>
                        <a:moveTo>
                          <a:pt x="150209" y="161544"/>
                        </a:moveTo>
                        <a:lnTo>
                          <a:pt x="100584" y="190214"/>
                        </a:lnTo>
                        <a:cubicBezTo>
                          <a:pt x="93916" y="194120"/>
                          <a:pt x="82963" y="194120"/>
                          <a:pt x="76295" y="190214"/>
                        </a:cubicBezTo>
                        <a:cubicBezTo>
                          <a:pt x="69532" y="186309"/>
                          <a:pt x="69532" y="180023"/>
                          <a:pt x="76295" y="176213"/>
                        </a:cubicBezTo>
                        <a:lnTo>
                          <a:pt x="125921" y="147542"/>
                        </a:lnTo>
                        <a:cubicBezTo>
                          <a:pt x="132588" y="143637"/>
                          <a:pt x="143542" y="143637"/>
                          <a:pt x="150209" y="147542"/>
                        </a:cubicBezTo>
                        <a:cubicBezTo>
                          <a:pt x="156972" y="151448"/>
                          <a:pt x="156972" y="157734"/>
                          <a:pt x="150209" y="161639"/>
                        </a:cubicBezTo>
                        <a:close/>
                        <a:moveTo>
                          <a:pt x="185642" y="23622"/>
                        </a:moveTo>
                        <a:cubicBezTo>
                          <a:pt x="185642" y="18098"/>
                          <a:pt x="193357" y="13716"/>
                          <a:pt x="202882" y="13716"/>
                        </a:cubicBezTo>
                        <a:cubicBezTo>
                          <a:pt x="212407" y="13716"/>
                          <a:pt x="220123" y="18193"/>
                          <a:pt x="220123" y="23622"/>
                        </a:cubicBezTo>
                        <a:lnTo>
                          <a:pt x="220123" y="64103"/>
                        </a:lnTo>
                        <a:cubicBezTo>
                          <a:pt x="220123" y="69628"/>
                          <a:pt x="212407" y="74009"/>
                          <a:pt x="202882" y="74009"/>
                        </a:cubicBezTo>
                        <a:cubicBezTo>
                          <a:pt x="193357" y="74009"/>
                          <a:pt x="185642" y="69532"/>
                          <a:pt x="185642" y="64103"/>
                        </a:cubicBezTo>
                        <a:lnTo>
                          <a:pt x="185642" y="23622"/>
                        </a:lnTo>
                        <a:close/>
                        <a:moveTo>
                          <a:pt x="202882" y="220408"/>
                        </a:moveTo>
                        <a:cubicBezTo>
                          <a:pt x="193357" y="220408"/>
                          <a:pt x="185642" y="215932"/>
                          <a:pt x="185642" y="210503"/>
                        </a:cubicBezTo>
                        <a:lnTo>
                          <a:pt x="185642" y="170021"/>
                        </a:lnTo>
                        <a:cubicBezTo>
                          <a:pt x="185642" y="164497"/>
                          <a:pt x="193357" y="160115"/>
                          <a:pt x="202882" y="160115"/>
                        </a:cubicBezTo>
                        <a:cubicBezTo>
                          <a:pt x="212407" y="160115"/>
                          <a:pt x="220123" y="164592"/>
                          <a:pt x="220123" y="170021"/>
                        </a:cubicBezTo>
                        <a:lnTo>
                          <a:pt x="220123" y="210503"/>
                        </a:lnTo>
                        <a:cubicBezTo>
                          <a:pt x="220123" y="216027"/>
                          <a:pt x="212407" y="220408"/>
                          <a:pt x="202882" y="220408"/>
                        </a:cubicBezTo>
                        <a:close/>
                        <a:moveTo>
                          <a:pt x="255556" y="72581"/>
                        </a:moveTo>
                        <a:lnTo>
                          <a:pt x="305181" y="43910"/>
                        </a:lnTo>
                        <a:cubicBezTo>
                          <a:pt x="311944" y="40005"/>
                          <a:pt x="322802" y="40005"/>
                          <a:pt x="329470" y="43910"/>
                        </a:cubicBezTo>
                        <a:cubicBezTo>
                          <a:pt x="336232" y="47815"/>
                          <a:pt x="336232" y="54102"/>
                          <a:pt x="329470" y="57912"/>
                        </a:cubicBezTo>
                        <a:lnTo>
                          <a:pt x="279845" y="86582"/>
                        </a:lnTo>
                        <a:cubicBezTo>
                          <a:pt x="273082" y="90488"/>
                          <a:pt x="262223" y="90488"/>
                          <a:pt x="255461" y="86582"/>
                        </a:cubicBezTo>
                        <a:cubicBezTo>
                          <a:pt x="248698" y="82677"/>
                          <a:pt x="248698" y="76390"/>
                          <a:pt x="255461" y="72485"/>
                        </a:cubicBezTo>
                        <a:close/>
                        <a:moveTo>
                          <a:pt x="329470" y="190119"/>
                        </a:moveTo>
                        <a:cubicBezTo>
                          <a:pt x="322802" y="194024"/>
                          <a:pt x="311848" y="194024"/>
                          <a:pt x="305181" y="190119"/>
                        </a:cubicBezTo>
                        <a:lnTo>
                          <a:pt x="255556" y="161449"/>
                        </a:lnTo>
                        <a:cubicBezTo>
                          <a:pt x="248793" y="157544"/>
                          <a:pt x="248793" y="151257"/>
                          <a:pt x="255556" y="147352"/>
                        </a:cubicBezTo>
                        <a:cubicBezTo>
                          <a:pt x="262319" y="143447"/>
                          <a:pt x="273177" y="143447"/>
                          <a:pt x="279940" y="147352"/>
                        </a:cubicBezTo>
                        <a:lnTo>
                          <a:pt x="329565" y="176022"/>
                        </a:lnTo>
                        <a:cubicBezTo>
                          <a:pt x="336328" y="179927"/>
                          <a:pt x="336328" y="186214"/>
                          <a:pt x="329565" y="190024"/>
                        </a:cubicBezTo>
                        <a:close/>
                        <a:moveTo>
                          <a:pt x="364712" y="126968"/>
                        </a:moveTo>
                        <a:lnTo>
                          <a:pt x="294513" y="126968"/>
                        </a:lnTo>
                        <a:cubicBezTo>
                          <a:pt x="284988" y="126968"/>
                          <a:pt x="277368" y="122491"/>
                          <a:pt x="277368" y="117062"/>
                        </a:cubicBezTo>
                        <a:cubicBezTo>
                          <a:pt x="277368" y="111633"/>
                          <a:pt x="285083" y="107156"/>
                          <a:pt x="294513" y="107156"/>
                        </a:cubicBezTo>
                        <a:lnTo>
                          <a:pt x="364712" y="107156"/>
                        </a:lnTo>
                        <a:cubicBezTo>
                          <a:pt x="374237" y="107156"/>
                          <a:pt x="381953" y="111633"/>
                          <a:pt x="381953" y="117062"/>
                        </a:cubicBezTo>
                        <a:cubicBezTo>
                          <a:pt x="381953" y="122491"/>
                          <a:pt x="374237" y="126968"/>
                          <a:pt x="364712"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3" name="Google Shape;5503;p61"/>
                  <p:cNvSpPr/>
                  <p:nvPr/>
                </p:nvSpPr>
                <p:spPr>
                  <a:xfrm>
                    <a:off x="3646611" y="4678414"/>
                    <a:ext cx="405669" cy="234124"/>
                  </a:xfrm>
                  <a:custGeom>
                    <a:avLst/>
                    <a:gdLst/>
                    <a:ahLst/>
                    <a:cxnLst/>
                    <a:rect l="l" t="t" r="r" b="b"/>
                    <a:pathLst>
                      <a:path w="405669" h="234124" extrusionOk="0">
                        <a:moveTo>
                          <a:pt x="346234" y="34290"/>
                        </a:moveTo>
                        <a:cubicBezTo>
                          <a:pt x="267081" y="-11430"/>
                          <a:pt x="138684" y="-11430"/>
                          <a:pt x="59436" y="34290"/>
                        </a:cubicBezTo>
                        <a:cubicBezTo>
                          <a:pt x="-19812" y="80010"/>
                          <a:pt x="-19812" y="154210"/>
                          <a:pt x="59436" y="199834"/>
                        </a:cubicBezTo>
                        <a:cubicBezTo>
                          <a:pt x="138684" y="245555"/>
                          <a:pt x="267081" y="245555"/>
                          <a:pt x="346234" y="199834"/>
                        </a:cubicBezTo>
                        <a:cubicBezTo>
                          <a:pt x="425482" y="154115"/>
                          <a:pt x="425482" y="80010"/>
                          <a:pt x="346234" y="34290"/>
                        </a:cubicBezTo>
                        <a:close/>
                        <a:moveTo>
                          <a:pt x="76200" y="58007"/>
                        </a:moveTo>
                        <a:cubicBezTo>
                          <a:pt x="69437" y="54102"/>
                          <a:pt x="69437" y="47815"/>
                          <a:pt x="76200" y="44006"/>
                        </a:cubicBezTo>
                        <a:cubicBezTo>
                          <a:pt x="82963" y="40100"/>
                          <a:pt x="93821" y="40100"/>
                          <a:pt x="100489" y="44006"/>
                        </a:cubicBezTo>
                        <a:lnTo>
                          <a:pt x="150114" y="72676"/>
                        </a:lnTo>
                        <a:cubicBezTo>
                          <a:pt x="156877" y="76581"/>
                          <a:pt x="156877" y="82867"/>
                          <a:pt x="150114" y="86678"/>
                        </a:cubicBezTo>
                        <a:cubicBezTo>
                          <a:pt x="143351" y="90583"/>
                          <a:pt x="132493" y="90583"/>
                          <a:pt x="125825" y="86678"/>
                        </a:cubicBezTo>
                        <a:lnTo>
                          <a:pt x="76200" y="58007"/>
                        </a:lnTo>
                        <a:close/>
                        <a:moveTo>
                          <a:pt x="111061" y="126968"/>
                        </a:moveTo>
                        <a:lnTo>
                          <a:pt x="40957" y="126968"/>
                        </a:lnTo>
                        <a:cubicBezTo>
                          <a:pt x="31432" y="126968"/>
                          <a:pt x="23717" y="122491"/>
                          <a:pt x="23717" y="117062"/>
                        </a:cubicBezTo>
                        <a:cubicBezTo>
                          <a:pt x="23717" y="111633"/>
                          <a:pt x="31432" y="107156"/>
                          <a:pt x="40957" y="107156"/>
                        </a:cubicBezTo>
                        <a:lnTo>
                          <a:pt x="111157" y="107156"/>
                        </a:lnTo>
                        <a:cubicBezTo>
                          <a:pt x="120682" y="107156"/>
                          <a:pt x="128397" y="111633"/>
                          <a:pt x="128397" y="117062"/>
                        </a:cubicBezTo>
                        <a:cubicBezTo>
                          <a:pt x="128397" y="122491"/>
                          <a:pt x="120682" y="126968"/>
                          <a:pt x="111157" y="126968"/>
                        </a:cubicBezTo>
                        <a:close/>
                        <a:moveTo>
                          <a:pt x="202787" y="74009"/>
                        </a:moveTo>
                        <a:cubicBezTo>
                          <a:pt x="193262" y="74009"/>
                          <a:pt x="185547" y="69532"/>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532"/>
                          <a:pt x="212312" y="74009"/>
                          <a:pt x="202787" y="74009"/>
                        </a:cubicBezTo>
                        <a:close/>
                        <a:moveTo>
                          <a:pt x="100489" y="190119"/>
                        </a:moveTo>
                        <a:cubicBezTo>
                          <a:pt x="93821" y="194024"/>
                          <a:pt x="82868" y="194024"/>
                          <a:pt x="76200" y="190119"/>
                        </a:cubicBezTo>
                        <a:cubicBezTo>
                          <a:pt x="69437" y="186214"/>
                          <a:pt x="69437" y="179927"/>
                          <a:pt x="76200" y="176022"/>
                        </a:cubicBezTo>
                        <a:lnTo>
                          <a:pt x="125825" y="147352"/>
                        </a:lnTo>
                        <a:cubicBezTo>
                          <a:pt x="132493" y="143447"/>
                          <a:pt x="143446" y="143447"/>
                          <a:pt x="150114" y="147352"/>
                        </a:cubicBezTo>
                        <a:cubicBezTo>
                          <a:pt x="156877" y="151257"/>
                          <a:pt x="156877" y="157543"/>
                          <a:pt x="150114" y="161354"/>
                        </a:cubicBezTo>
                        <a:lnTo>
                          <a:pt x="100489" y="190024"/>
                        </a:lnTo>
                        <a:close/>
                        <a:moveTo>
                          <a:pt x="279749" y="86582"/>
                        </a:moveTo>
                        <a:cubicBezTo>
                          <a:pt x="272986" y="90488"/>
                          <a:pt x="262128" y="90488"/>
                          <a:pt x="255365" y="86582"/>
                        </a:cubicBezTo>
                        <a:cubicBezTo>
                          <a:pt x="248602" y="82677"/>
                          <a:pt x="248602" y="76390"/>
                          <a:pt x="255365" y="72581"/>
                        </a:cubicBezTo>
                        <a:lnTo>
                          <a:pt x="304990" y="43910"/>
                        </a:lnTo>
                        <a:cubicBezTo>
                          <a:pt x="311753" y="40005"/>
                          <a:pt x="322612" y="40005"/>
                          <a:pt x="329279" y="43910"/>
                        </a:cubicBezTo>
                        <a:cubicBezTo>
                          <a:pt x="336042" y="47815"/>
                          <a:pt x="336042" y="54102"/>
                          <a:pt x="329279" y="57912"/>
                        </a:cubicBezTo>
                        <a:lnTo>
                          <a:pt x="279654" y="86582"/>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8"/>
                        </a:moveTo>
                        <a:cubicBezTo>
                          <a:pt x="193167" y="220408"/>
                          <a:pt x="185452" y="215932"/>
                          <a:pt x="185452" y="210503"/>
                        </a:cubicBezTo>
                        <a:lnTo>
                          <a:pt x="185452" y="170021"/>
                        </a:lnTo>
                        <a:cubicBezTo>
                          <a:pt x="185452" y="164497"/>
                          <a:pt x="193167" y="160115"/>
                          <a:pt x="202692" y="160115"/>
                        </a:cubicBezTo>
                        <a:cubicBezTo>
                          <a:pt x="212217" y="160115"/>
                          <a:pt x="219932" y="164592"/>
                          <a:pt x="219932" y="170021"/>
                        </a:cubicBezTo>
                        <a:lnTo>
                          <a:pt x="219932" y="210503"/>
                        </a:lnTo>
                        <a:cubicBezTo>
                          <a:pt x="219932" y="216027"/>
                          <a:pt x="212217" y="220408"/>
                          <a:pt x="202692" y="220408"/>
                        </a:cubicBezTo>
                        <a:close/>
                        <a:moveTo>
                          <a:pt x="304990" y="190119"/>
                        </a:moveTo>
                        <a:lnTo>
                          <a:pt x="255365" y="161449"/>
                        </a:lnTo>
                        <a:cubicBezTo>
                          <a:pt x="248602" y="157543"/>
                          <a:pt x="248602" y="151257"/>
                          <a:pt x="255365" y="147447"/>
                        </a:cubicBezTo>
                        <a:cubicBezTo>
                          <a:pt x="262128" y="143542"/>
                          <a:pt x="272986" y="143542"/>
                          <a:pt x="279749" y="147447"/>
                        </a:cubicBezTo>
                        <a:lnTo>
                          <a:pt x="329374" y="176117"/>
                        </a:lnTo>
                        <a:cubicBezTo>
                          <a:pt x="336137" y="180023"/>
                          <a:pt x="336137" y="186309"/>
                          <a:pt x="329374" y="190214"/>
                        </a:cubicBezTo>
                        <a:cubicBezTo>
                          <a:pt x="322707" y="194120"/>
                          <a:pt x="311753" y="194120"/>
                          <a:pt x="305086"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4" name="Google Shape;5504;p61"/>
                  <p:cNvSpPr/>
                  <p:nvPr/>
                </p:nvSpPr>
                <p:spPr>
                  <a:xfrm>
                    <a:off x="3792266" y="4762425"/>
                    <a:ext cx="114454" cy="46386"/>
                  </a:xfrm>
                  <a:custGeom>
                    <a:avLst/>
                    <a:gdLst/>
                    <a:ahLst/>
                    <a:cxnLst/>
                    <a:rect l="l" t="t" r="r" b="b"/>
                    <a:pathLst>
                      <a:path w="114454" h="46386" extrusionOk="0">
                        <a:moveTo>
                          <a:pt x="109615" y="46387"/>
                        </a:moveTo>
                        <a:cubicBezTo>
                          <a:pt x="106853" y="42767"/>
                          <a:pt x="102852" y="39338"/>
                          <a:pt x="97708" y="36385"/>
                        </a:cubicBezTo>
                        <a:cubicBezTo>
                          <a:pt x="75325" y="23432"/>
                          <a:pt x="39130" y="23432"/>
                          <a:pt x="16746" y="36385"/>
                        </a:cubicBezTo>
                        <a:cubicBezTo>
                          <a:pt x="11603" y="39338"/>
                          <a:pt x="7602" y="42767"/>
                          <a:pt x="4840" y="46387"/>
                        </a:cubicBezTo>
                        <a:cubicBezTo>
                          <a:pt x="-4400" y="34290"/>
                          <a:pt x="-399" y="19622"/>
                          <a:pt x="16746" y="9716"/>
                        </a:cubicBezTo>
                        <a:cubicBezTo>
                          <a:pt x="39130" y="-3239"/>
                          <a:pt x="75325" y="-3239"/>
                          <a:pt x="97708" y="9716"/>
                        </a:cubicBezTo>
                        <a:cubicBezTo>
                          <a:pt x="114854"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5" name="Google Shape;5505;p61"/>
                  <p:cNvSpPr/>
                  <p:nvPr/>
                </p:nvSpPr>
                <p:spPr>
                  <a:xfrm>
                    <a:off x="3797106" y="4789095"/>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506" name="Google Shape;5506;p61"/>
              <p:cNvGrpSpPr/>
              <p:nvPr/>
            </p:nvGrpSpPr>
            <p:grpSpPr>
              <a:xfrm>
                <a:off x="7468856" y="4512385"/>
                <a:ext cx="639735" cy="559976"/>
                <a:chOff x="3695689" y="4939685"/>
                <a:chExt cx="422100" cy="369475"/>
              </a:xfrm>
            </p:grpSpPr>
            <p:sp>
              <p:nvSpPr>
                <p:cNvPr id="5507" name="Google Shape;5507;p61"/>
                <p:cNvSpPr/>
                <p:nvPr/>
              </p:nvSpPr>
              <p:spPr>
                <a:xfrm>
                  <a:off x="3695689" y="5065320"/>
                  <a:ext cx="422100" cy="243840"/>
                </a:xfrm>
                <a:custGeom>
                  <a:avLst/>
                  <a:gdLst/>
                  <a:ahLst/>
                  <a:cxnLst/>
                  <a:rect l="l" t="t" r="r" b="b"/>
                  <a:pathLst>
                    <a:path w="422100" h="243840" extrusionOk="0">
                      <a:moveTo>
                        <a:pt x="360307" y="208121"/>
                      </a:moveTo>
                      <a:cubicBezTo>
                        <a:pt x="277821" y="255746"/>
                        <a:pt x="144185" y="255746"/>
                        <a:pt x="61793" y="208121"/>
                      </a:cubicBezTo>
                      <a:cubicBezTo>
                        <a:pt x="-20598" y="160496"/>
                        <a:pt x="-20598" y="83344"/>
                        <a:pt x="61793" y="35719"/>
                      </a:cubicBezTo>
                      <a:cubicBezTo>
                        <a:pt x="144185" y="-11906"/>
                        <a:pt x="277821" y="-11906"/>
                        <a:pt x="360307" y="35719"/>
                      </a:cubicBezTo>
                      <a:cubicBezTo>
                        <a:pt x="442698" y="83344"/>
                        <a:pt x="442698" y="160496"/>
                        <a:pt x="360307" y="208121"/>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508" name="Google Shape;5508;p61"/>
                <p:cNvGrpSpPr/>
                <p:nvPr/>
              </p:nvGrpSpPr>
              <p:grpSpPr>
                <a:xfrm>
                  <a:off x="3703857" y="5053128"/>
                  <a:ext cx="405669" cy="247649"/>
                  <a:chOff x="3703857" y="5053128"/>
                  <a:chExt cx="405669" cy="247649"/>
                </a:xfrm>
              </p:grpSpPr>
              <p:sp>
                <p:nvSpPr>
                  <p:cNvPr id="5509" name="Google Shape;5509;p61"/>
                  <p:cNvSpPr/>
                  <p:nvPr/>
                </p:nvSpPr>
                <p:spPr>
                  <a:xfrm>
                    <a:off x="3703857" y="5066463"/>
                    <a:ext cx="405574" cy="234314"/>
                  </a:xfrm>
                  <a:custGeom>
                    <a:avLst/>
                    <a:gdLst/>
                    <a:ahLst/>
                    <a:cxnLst/>
                    <a:rect l="l" t="t" r="r" b="b"/>
                    <a:pathLst>
                      <a:path w="405574" h="234314"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920"/>
                        </a:lnTo>
                        <a:lnTo>
                          <a:pt x="0" y="117920"/>
                        </a:lnTo>
                        <a:cubicBezTo>
                          <a:pt x="381"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0957" y="126968"/>
                        </a:moveTo>
                        <a:cubicBezTo>
                          <a:pt x="31432" y="126968"/>
                          <a:pt x="23717" y="122492"/>
                          <a:pt x="23717" y="117062"/>
                        </a:cubicBezTo>
                        <a:cubicBezTo>
                          <a:pt x="23717" y="111633"/>
                          <a:pt x="31432" y="107156"/>
                          <a:pt x="40957" y="107156"/>
                        </a:cubicBezTo>
                        <a:lnTo>
                          <a:pt x="111062" y="107156"/>
                        </a:lnTo>
                        <a:cubicBezTo>
                          <a:pt x="120587" y="107156"/>
                          <a:pt x="128302" y="111633"/>
                          <a:pt x="128302" y="117062"/>
                        </a:cubicBezTo>
                        <a:cubicBezTo>
                          <a:pt x="128302" y="122492"/>
                          <a:pt x="120587" y="126968"/>
                          <a:pt x="111062" y="126968"/>
                        </a:cubicBezTo>
                        <a:lnTo>
                          <a:pt x="40957" y="126968"/>
                        </a:lnTo>
                        <a:close/>
                        <a:moveTo>
                          <a:pt x="150114" y="161449"/>
                        </a:moveTo>
                        <a:lnTo>
                          <a:pt x="100489" y="190119"/>
                        </a:lnTo>
                        <a:cubicBezTo>
                          <a:pt x="93726" y="194024"/>
                          <a:pt x="82867" y="194024"/>
                          <a:pt x="76105" y="190119"/>
                        </a:cubicBezTo>
                        <a:cubicBezTo>
                          <a:pt x="69342" y="186214"/>
                          <a:pt x="69342" y="179927"/>
                          <a:pt x="76105" y="176117"/>
                        </a:cubicBezTo>
                        <a:lnTo>
                          <a:pt x="125730" y="147447"/>
                        </a:lnTo>
                        <a:cubicBezTo>
                          <a:pt x="132493" y="143542"/>
                          <a:pt x="143351" y="143542"/>
                          <a:pt x="150019" y="147447"/>
                        </a:cubicBezTo>
                        <a:cubicBezTo>
                          <a:pt x="156781" y="151352"/>
                          <a:pt x="156781" y="157639"/>
                          <a:pt x="150019" y="161544"/>
                        </a:cubicBezTo>
                        <a:close/>
                        <a:moveTo>
                          <a:pt x="185547" y="23527"/>
                        </a:moveTo>
                        <a:cubicBezTo>
                          <a:pt x="185547" y="18002"/>
                          <a:pt x="193262" y="13621"/>
                          <a:pt x="202787" y="13621"/>
                        </a:cubicBezTo>
                        <a:cubicBezTo>
                          <a:pt x="212312" y="13621"/>
                          <a:pt x="220027" y="18098"/>
                          <a:pt x="220027" y="23527"/>
                        </a:cubicBezTo>
                        <a:lnTo>
                          <a:pt x="220027" y="64008"/>
                        </a:lnTo>
                        <a:cubicBezTo>
                          <a:pt x="220027" y="69532"/>
                          <a:pt x="212312" y="73914"/>
                          <a:pt x="202787" y="73914"/>
                        </a:cubicBezTo>
                        <a:cubicBezTo>
                          <a:pt x="193262" y="73914"/>
                          <a:pt x="185547" y="69437"/>
                          <a:pt x="185547" y="64008"/>
                        </a:cubicBezTo>
                        <a:lnTo>
                          <a:pt x="185547" y="23527"/>
                        </a:lnTo>
                        <a:close/>
                        <a:moveTo>
                          <a:pt x="202787" y="220313"/>
                        </a:moveTo>
                        <a:cubicBezTo>
                          <a:pt x="193262" y="220313"/>
                          <a:pt x="185547" y="215837"/>
                          <a:pt x="185547" y="210407"/>
                        </a:cubicBezTo>
                        <a:lnTo>
                          <a:pt x="185547" y="169926"/>
                        </a:lnTo>
                        <a:cubicBezTo>
                          <a:pt x="185547" y="164402"/>
                          <a:pt x="193262" y="160020"/>
                          <a:pt x="202787" y="160020"/>
                        </a:cubicBezTo>
                        <a:cubicBezTo>
                          <a:pt x="212312" y="160020"/>
                          <a:pt x="220027" y="164497"/>
                          <a:pt x="220027" y="169926"/>
                        </a:cubicBezTo>
                        <a:lnTo>
                          <a:pt x="220027" y="210407"/>
                        </a:lnTo>
                        <a:cubicBezTo>
                          <a:pt x="220027" y="215932"/>
                          <a:pt x="212312" y="220313"/>
                          <a:pt x="202787" y="220313"/>
                        </a:cubicBezTo>
                        <a:close/>
                        <a:moveTo>
                          <a:pt x="255460" y="72485"/>
                        </a:moveTo>
                        <a:lnTo>
                          <a:pt x="305086" y="43815"/>
                        </a:lnTo>
                        <a:cubicBezTo>
                          <a:pt x="311848" y="39910"/>
                          <a:pt x="322707" y="39910"/>
                          <a:pt x="329374" y="43815"/>
                        </a:cubicBezTo>
                        <a:cubicBezTo>
                          <a:pt x="336137" y="47720"/>
                          <a:pt x="336137" y="54007"/>
                          <a:pt x="329374" y="57912"/>
                        </a:cubicBezTo>
                        <a:lnTo>
                          <a:pt x="279749" y="86582"/>
                        </a:lnTo>
                        <a:cubicBezTo>
                          <a:pt x="272987" y="90488"/>
                          <a:pt x="262128" y="90488"/>
                          <a:pt x="255460" y="86582"/>
                        </a:cubicBezTo>
                        <a:cubicBezTo>
                          <a:pt x="248698" y="82677"/>
                          <a:pt x="248698" y="76390"/>
                          <a:pt x="255460" y="72581"/>
                        </a:cubicBezTo>
                        <a:close/>
                        <a:moveTo>
                          <a:pt x="329374" y="190024"/>
                        </a:moveTo>
                        <a:cubicBezTo>
                          <a:pt x="322612" y="193929"/>
                          <a:pt x="311753" y="193929"/>
                          <a:pt x="305086" y="190024"/>
                        </a:cubicBezTo>
                        <a:lnTo>
                          <a:pt x="255460" y="161354"/>
                        </a:lnTo>
                        <a:cubicBezTo>
                          <a:pt x="248698" y="157448"/>
                          <a:pt x="248698" y="151162"/>
                          <a:pt x="255460" y="147352"/>
                        </a:cubicBezTo>
                        <a:cubicBezTo>
                          <a:pt x="262223" y="143447"/>
                          <a:pt x="273082" y="143447"/>
                          <a:pt x="279749" y="147352"/>
                        </a:cubicBezTo>
                        <a:lnTo>
                          <a:pt x="329374" y="176022"/>
                        </a:lnTo>
                        <a:cubicBezTo>
                          <a:pt x="336137" y="179927"/>
                          <a:pt x="336137" y="186214"/>
                          <a:pt x="329374" y="190024"/>
                        </a:cubicBezTo>
                        <a:close/>
                        <a:moveTo>
                          <a:pt x="364617" y="126873"/>
                        </a:moveTo>
                        <a:lnTo>
                          <a:pt x="294418" y="126873"/>
                        </a:lnTo>
                        <a:cubicBezTo>
                          <a:pt x="284893" y="126873"/>
                          <a:pt x="277177" y="122396"/>
                          <a:pt x="277177" y="116967"/>
                        </a:cubicBezTo>
                        <a:cubicBezTo>
                          <a:pt x="277177"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0" name="Google Shape;5510;p61"/>
                  <p:cNvSpPr/>
                  <p:nvPr/>
                </p:nvSpPr>
                <p:spPr>
                  <a:xfrm>
                    <a:off x="3703928" y="5053128"/>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010"/>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7"/>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022"/>
                        </a:cubicBezTo>
                        <a:lnTo>
                          <a:pt x="125658" y="147447"/>
                        </a:lnTo>
                        <a:cubicBezTo>
                          <a:pt x="132421" y="143542"/>
                          <a:pt x="143280" y="143542"/>
                          <a:pt x="149947" y="147447"/>
                        </a:cubicBezTo>
                        <a:cubicBezTo>
                          <a:pt x="156710" y="151352"/>
                          <a:pt x="156710" y="157639"/>
                          <a:pt x="149947" y="161449"/>
                        </a:cubicBezTo>
                        <a:lnTo>
                          <a:pt x="100322" y="190119"/>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8"/>
                        </a:moveTo>
                        <a:cubicBezTo>
                          <a:pt x="193096" y="220408"/>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8"/>
                          <a:pt x="202621" y="220408"/>
                        </a:cubicBezTo>
                        <a:close/>
                        <a:moveTo>
                          <a:pt x="304919" y="190119"/>
                        </a:moveTo>
                        <a:lnTo>
                          <a:pt x="255294" y="161449"/>
                        </a:lnTo>
                        <a:cubicBezTo>
                          <a:pt x="248531" y="157544"/>
                          <a:pt x="248531" y="151257"/>
                          <a:pt x="255294" y="147447"/>
                        </a:cubicBezTo>
                        <a:cubicBezTo>
                          <a:pt x="262057" y="143542"/>
                          <a:pt x="272915" y="143542"/>
                          <a:pt x="279583" y="147447"/>
                        </a:cubicBezTo>
                        <a:lnTo>
                          <a:pt x="329208" y="176022"/>
                        </a:lnTo>
                        <a:cubicBezTo>
                          <a:pt x="335971" y="179927"/>
                          <a:pt x="335971" y="186214"/>
                          <a:pt x="329208" y="190119"/>
                        </a:cubicBezTo>
                        <a:cubicBezTo>
                          <a:pt x="322445" y="194024"/>
                          <a:pt x="311587" y="194024"/>
                          <a:pt x="304919"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1" name="Google Shape;5511;p61"/>
                  <p:cNvSpPr/>
                  <p:nvPr/>
                </p:nvSpPr>
                <p:spPr>
                  <a:xfrm>
                    <a:off x="3849512" y="5137210"/>
                    <a:ext cx="114454" cy="46315"/>
                  </a:xfrm>
                  <a:custGeom>
                    <a:avLst/>
                    <a:gdLst/>
                    <a:ahLst/>
                    <a:cxnLst/>
                    <a:rect l="l" t="t" r="r" b="b"/>
                    <a:pathLst>
                      <a:path w="114454" h="46315" extrusionOk="0">
                        <a:moveTo>
                          <a:pt x="109615" y="46315"/>
                        </a:moveTo>
                        <a:cubicBezTo>
                          <a:pt x="106852" y="42696"/>
                          <a:pt x="102852" y="39267"/>
                          <a:pt x="97708" y="36314"/>
                        </a:cubicBezTo>
                        <a:cubicBezTo>
                          <a:pt x="75325" y="23455"/>
                          <a:pt x="39130" y="23455"/>
                          <a:pt x="16746" y="36314"/>
                        </a:cubicBezTo>
                        <a:cubicBezTo>
                          <a:pt x="11602" y="39267"/>
                          <a:pt x="7602" y="42696"/>
                          <a:pt x="4840" y="46315"/>
                        </a:cubicBezTo>
                        <a:cubicBezTo>
                          <a:pt x="-4400" y="34218"/>
                          <a:pt x="-399" y="19550"/>
                          <a:pt x="16746" y="9644"/>
                        </a:cubicBezTo>
                        <a:cubicBezTo>
                          <a:pt x="39130" y="-3215"/>
                          <a:pt x="75325" y="-3215"/>
                          <a:pt x="97708" y="9644"/>
                        </a:cubicBezTo>
                        <a:cubicBezTo>
                          <a:pt x="114853"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2" name="Google Shape;5512;p61"/>
                  <p:cNvSpPr/>
                  <p:nvPr/>
                </p:nvSpPr>
                <p:spPr>
                  <a:xfrm>
                    <a:off x="3854351" y="5163880"/>
                    <a:ext cx="104775" cy="39457"/>
                  </a:xfrm>
                  <a:custGeom>
                    <a:avLst/>
                    <a:gdLst/>
                    <a:ahLst/>
                    <a:cxnLst/>
                    <a:rect l="l" t="t" r="r" b="b"/>
                    <a:pathLst>
                      <a:path w="104775" h="39457" extrusionOk="0">
                        <a:moveTo>
                          <a:pt x="104775" y="19645"/>
                        </a:moveTo>
                        <a:cubicBezTo>
                          <a:pt x="102013" y="23265"/>
                          <a:pt x="98012" y="26694"/>
                          <a:pt x="92869" y="29742"/>
                        </a:cubicBezTo>
                        <a:cubicBezTo>
                          <a:pt x="70485" y="42696"/>
                          <a:pt x="34290" y="42696"/>
                          <a:pt x="11906" y="29742"/>
                        </a:cubicBezTo>
                        <a:cubicBezTo>
                          <a:pt x="6763" y="26789"/>
                          <a:pt x="2762" y="23360"/>
                          <a:pt x="0" y="19645"/>
                        </a:cubicBezTo>
                        <a:cubicBezTo>
                          <a:pt x="2762" y="16026"/>
                          <a:pt x="6763" y="12597"/>
                          <a:pt x="11906" y="9644"/>
                        </a:cubicBezTo>
                        <a:cubicBezTo>
                          <a:pt x="34290" y="-3215"/>
                          <a:pt x="70485" y="-3215"/>
                          <a:pt x="92869" y="9644"/>
                        </a:cubicBezTo>
                        <a:cubicBezTo>
                          <a:pt x="98012" y="12597"/>
                          <a:pt x="102013" y="16026"/>
                          <a:pt x="104775" y="19645"/>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13" name="Google Shape;5513;p61"/>
                <p:cNvGrpSpPr/>
                <p:nvPr/>
              </p:nvGrpSpPr>
              <p:grpSpPr>
                <a:xfrm>
                  <a:off x="3727359" y="4965879"/>
                  <a:ext cx="358830" cy="305800"/>
                  <a:chOff x="3727359" y="4965879"/>
                  <a:chExt cx="358830" cy="305800"/>
                </a:xfrm>
              </p:grpSpPr>
              <p:sp>
                <p:nvSpPr>
                  <p:cNvPr id="5514" name="Google Shape;5514;p61"/>
                  <p:cNvSpPr/>
                  <p:nvPr/>
                </p:nvSpPr>
                <p:spPr>
                  <a:xfrm>
                    <a:off x="3727478" y="5069416"/>
                    <a:ext cx="358711" cy="202263"/>
                  </a:xfrm>
                  <a:custGeom>
                    <a:avLst/>
                    <a:gdLst/>
                    <a:ahLst/>
                    <a:cxnLst/>
                    <a:rect l="l" t="t" r="r" b="b"/>
                    <a:pathLst>
                      <a:path w="358711" h="202263" extrusionOk="0">
                        <a:moveTo>
                          <a:pt x="358616" y="0"/>
                        </a:moveTo>
                        <a:lnTo>
                          <a:pt x="358616" y="98393"/>
                        </a:lnTo>
                        <a:cubicBezTo>
                          <a:pt x="358616" y="125063"/>
                          <a:pt x="340995" y="151733"/>
                          <a:pt x="306038" y="171831"/>
                        </a:cubicBezTo>
                        <a:cubicBezTo>
                          <a:pt x="236125" y="212408"/>
                          <a:pt x="122492" y="212408"/>
                          <a:pt x="52388" y="171831"/>
                        </a:cubicBezTo>
                        <a:cubicBezTo>
                          <a:pt x="17336" y="151733"/>
                          <a:pt x="0" y="125063"/>
                          <a:pt x="0" y="98393"/>
                        </a:cubicBezTo>
                        <a:lnTo>
                          <a:pt x="0" y="0"/>
                        </a:lnTo>
                        <a:lnTo>
                          <a:pt x="35871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5" name="Google Shape;5515;p61"/>
                  <p:cNvSpPr/>
                  <p:nvPr/>
                </p:nvSpPr>
                <p:spPr>
                  <a:xfrm>
                    <a:off x="3727383" y="5082179"/>
                    <a:ext cx="358711" cy="110633"/>
                  </a:xfrm>
                  <a:custGeom>
                    <a:avLst/>
                    <a:gdLst/>
                    <a:ahLst/>
                    <a:cxnLst/>
                    <a:rect l="l" t="t" r="r" b="b"/>
                    <a:pathLst>
                      <a:path w="358711" h="110633" extrusionOk="0">
                        <a:moveTo>
                          <a:pt x="358711" y="0"/>
                        </a:moveTo>
                        <a:cubicBezTo>
                          <a:pt x="358711" y="26479"/>
                          <a:pt x="341090" y="52864"/>
                          <a:pt x="306133" y="73057"/>
                        </a:cubicBezTo>
                        <a:cubicBezTo>
                          <a:pt x="236220" y="113824"/>
                          <a:pt x="122587" y="113824"/>
                          <a:pt x="52483" y="73057"/>
                        </a:cubicBezTo>
                        <a:cubicBezTo>
                          <a:pt x="18288" y="53340"/>
                          <a:pt x="762" y="27622"/>
                          <a:pt x="0" y="1715"/>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6" name="Google Shape;5516;p61"/>
                  <p:cNvSpPr/>
                  <p:nvPr/>
                </p:nvSpPr>
                <p:spPr>
                  <a:xfrm>
                    <a:off x="3727383" y="5099324"/>
                    <a:ext cx="358711" cy="110632"/>
                  </a:xfrm>
                  <a:custGeom>
                    <a:avLst/>
                    <a:gdLst/>
                    <a:ahLst/>
                    <a:cxnLst/>
                    <a:rect l="l" t="t" r="r" b="b"/>
                    <a:pathLst>
                      <a:path w="358711" h="110632" extrusionOk="0">
                        <a:moveTo>
                          <a:pt x="358711" y="0"/>
                        </a:moveTo>
                        <a:cubicBezTo>
                          <a:pt x="358711" y="26479"/>
                          <a:pt x="341090" y="52959"/>
                          <a:pt x="306133" y="73057"/>
                        </a:cubicBezTo>
                        <a:cubicBezTo>
                          <a:pt x="236220" y="113729"/>
                          <a:pt x="122587" y="113729"/>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7" name="Google Shape;5517;p61"/>
                  <p:cNvSpPr/>
                  <p:nvPr/>
                </p:nvSpPr>
                <p:spPr>
                  <a:xfrm>
                    <a:off x="3727383" y="5116565"/>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8" name="Google Shape;5518;p61"/>
                  <p:cNvSpPr/>
                  <p:nvPr/>
                </p:nvSpPr>
                <p:spPr>
                  <a:xfrm>
                    <a:off x="3727383" y="5133709"/>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9" name="Google Shape;5519;p61"/>
                  <p:cNvSpPr/>
                  <p:nvPr/>
                </p:nvSpPr>
                <p:spPr>
                  <a:xfrm>
                    <a:off x="3727383" y="5150855"/>
                    <a:ext cx="358711" cy="110632"/>
                  </a:xfrm>
                  <a:custGeom>
                    <a:avLst/>
                    <a:gdLst/>
                    <a:ahLst/>
                    <a:cxnLst/>
                    <a:rect l="l" t="t" r="r" b="b"/>
                    <a:pathLst>
                      <a:path w="358711" h="110632" extrusionOk="0">
                        <a:moveTo>
                          <a:pt x="358711" y="0"/>
                        </a:moveTo>
                        <a:cubicBezTo>
                          <a:pt x="358711" y="26479"/>
                          <a:pt x="341090" y="52864"/>
                          <a:pt x="306133" y="73057"/>
                        </a:cubicBezTo>
                        <a:cubicBezTo>
                          <a:pt x="236220" y="113728"/>
                          <a:pt x="122587" y="113728"/>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0" name="Google Shape;5520;p61"/>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1" name="Google Shape;5521;p61"/>
                  <p:cNvSpPr/>
                  <p:nvPr/>
                </p:nvSpPr>
                <p:spPr>
                  <a:xfrm>
                    <a:off x="3741504" y="4974118"/>
                    <a:ext cx="330446" cy="190785"/>
                  </a:xfrm>
                  <a:custGeom>
                    <a:avLst/>
                    <a:gdLst/>
                    <a:ahLst/>
                    <a:cxnLst/>
                    <a:rect l="l" t="t" r="r" b="b"/>
                    <a:pathLst>
                      <a:path w="330446" h="190785" extrusionOk="0">
                        <a:moveTo>
                          <a:pt x="48363" y="162639"/>
                        </a:moveTo>
                        <a:cubicBezTo>
                          <a:pt x="112943" y="200168"/>
                          <a:pt x="217622" y="200168"/>
                          <a:pt x="282012" y="162639"/>
                        </a:cubicBezTo>
                        <a:cubicBezTo>
                          <a:pt x="346591" y="125492"/>
                          <a:pt x="346591" y="65008"/>
                          <a:pt x="282012" y="27861"/>
                        </a:cubicBezTo>
                        <a:cubicBezTo>
                          <a:pt x="217622" y="-9287"/>
                          <a:pt x="112943" y="-9287"/>
                          <a:pt x="48363" y="27861"/>
                        </a:cubicBezTo>
                        <a:cubicBezTo>
                          <a:pt x="-16121" y="65008"/>
                          <a:pt x="-16121" y="125492"/>
                          <a:pt x="48363" y="16263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2" name="Google Shape;5522;p61"/>
                  <p:cNvSpPr/>
                  <p:nvPr/>
                </p:nvSpPr>
                <p:spPr>
                  <a:xfrm>
                    <a:off x="3752172" y="4980190"/>
                    <a:ext cx="309014" cy="178474"/>
                  </a:xfrm>
                  <a:custGeom>
                    <a:avLst/>
                    <a:gdLst/>
                    <a:ahLst/>
                    <a:cxnLst/>
                    <a:rect l="l" t="t" r="r" b="b"/>
                    <a:pathLst>
                      <a:path w="309014" h="178474" extrusionOk="0">
                        <a:moveTo>
                          <a:pt x="45220" y="152186"/>
                        </a:moveTo>
                        <a:cubicBezTo>
                          <a:pt x="105609" y="187238"/>
                          <a:pt x="203526" y="187238"/>
                          <a:pt x="263723" y="152186"/>
                        </a:cubicBezTo>
                        <a:cubicBezTo>
                          <a:pt x="324112" y="117419"/>
                          <a:pt x="324112" y="60841"/>
                          <a:pt x="263723" y="26075"/>
                        </a:cubicBezTo>
                        <a:cubicBezTo>
                          <a:pt x="203526" y="-8692"/>
                          <a:pt x="105609" y="-8692"/>
                          <a:pt x="45220" y="26075"/>
                        </a:cubicBezTo>
                        <a:cubicBezTo>
                          <a:pt x="-15073" y="60841"/>
                          <a:pt x="-15073" y="117324"/>
                          <a:pt x="45220" y="15218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3" name="Google Shape;5523;p61"/>
                  <p:cNvSpPr/>
                  <p:nvPr/>
                </p:nvSpPr>
                <p:spPr>
                  <a:xfrm>
                    <a:off x="3760768" y="4985524"/>
                    <a:ext cx="291917" cy="168568"/>
                  </a:xfrm>
                  <a:custGeom>
                    <a:avLst/>
                    <a:gdLst/>
                    <a:ahLst/>
                    <a:cxnLst/>
                    <a:rect l="l" t="t" r="r" b="b"/>
                    <a:pathLst>
                      <a:path w="291917" h="168568" extrusionOk="0">
                        <a:moveTo>
                          <a:pt x="42720" y="143708"/>
                        </a:moveTo>
                        <a:cubicBezTo>
                          <a:pt x="99774" y="176855"/>
                          <a:pt x="192262" y="176855"/>
                          <a:pt x="249126" y="143708"/>
                        </a:cubicBezTo>
                        <a:cubicBezTo>
                          <a:pt x="306181" y="110847"/>
                          <a:pt x="306181" y="57507"/>
                          <a:pt x="249126" y="24646"/>
                        </a:cubicBezTo>
                        <a:cubicBezTo>
                          <a:pt x="192262" y="-8215"/>
                          <a:pt x="99774" y="-8215"/>
                          <a:pt x="42720" y="24646"/>
                        </a:cubicBezTo>
                        <a:cubicBezTo>
                          <a:pt x="-14240" y="57507"/>
                          <a:pt x="-14240" y="110847"/>
                          <a:pt x="42720" y="14370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4" name="Google Shape;5524;p61"/>
                  <p:cNvSpPr/>
                  <p:nvPr/>
                </p:nvSpPr>
                <p:spPr>
                  <a:xfrm>
                    <a:off x="3769793" y="4990263"/>
                    <a:ext cx="273962" cy="158257"/>
                  </a:xfrm>
                  <a:custGeom>
                    <a:avLst/>
                    <a:gdLst/>
                    <a:ahLst/>
                    <a:cxnLst/>
                    <a:rect l="l" t="t" r="r" b="b"/>
                    <a:pathLst>
                      <a:path w="273962" h="158257" extrusionOk="0">
                        <a:moveTo>
                          <a:pt x="40076" y="134969"/>
                        </a:moveTo>
                        <a:cubicBezTo>
                          <a:pt x="93607" y="166021"/>
                          <a:pt x="180475" y="166021"/>
                          <a:pt x="233815" y="134969"/>
                        </a:cubicBezTo>
                        <a:cubicBezTo>
                          <a:pt x="287346" y="104108"/>
                          <a:pt x="287346" y="54007"/>
                          <a:pt x="233815" y="23146"/>
                        </a:cubicBezTo>
                        <a:cubicBezTo>
                          <a:pt x="180475" y="-7715"/>
                          <a:pt x="93607" y="-7715"/>
                          <a:pt x="40076" y="23146"/>
                        </a:cubicBezTo>
                        <a:cubicBezTo>
                          <a:pt x="-13359" y="53912"/>
                          <a:pt x="-13359" y="104108"/>
                          <a:pt x="40076" y="13496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5" name="Google Shape;5525;p61"/>
                  <p:cNvSpPr/>
                  <p:nvPr/>
                </p:nvSpPr>
                <p:spPr>
                  <a:xfrm>
                    <a:off x="3777342" y="4995073"/>
                    <a:ext cx="258770" cy="149471"/>
                  </a:xfrm>
                  <a:custGeom>
                    <a:avLst/>
                    <a:gdLst/>
                    <a:ahLst/>
                    <a:cxnLst/>
                    <a:rect l="l" t="t" r="r" b="b"/>
                    <a:pathLst>
                      <a:path w="258770" h="149471" extrusionOk="0">
                        <a:moveTo>
                          <a:pt x="37862" y="127397"/>
                        </a:moveTo>
                        <a:cubicBezTo>
                          <a:pt x="88440" y="156829"/>
                          <a:pt x="170450" y="156829"/>
                          <a:pt x="220837" y="127397"/>
                        </a:cubicBezTo>
                        <a:cubicBezTo>
                          <a:pt x="271415" y="98251"/>
                          <a:pt x="271415" y="50911"/>
                          <a:pt x="220837" y="21860"/>
                        </a:cubicBezTo>
                        <a:cubicBezTo>
                          <a:pt x="170450" y="-7287"/>
                          <a:pt x="88440" y="-7287"/>
                          <a:pt x="37862" y="21860"/>
                        </a:cubicBezTo>
                        <a:cubicBezTo>
                          <a:pt x="-12621" y="51007"/>
                          <a:pt x="-12621" y="98346"/>
                          <a:pt x="37862" y="127397"/>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6" name="Google Shape;5526;p61"/>
                  <p:cNvSpPr/>
                  <p:nvPr/>
                </p:nvSpPr>
                <p:spPr>
                  <a:xfrm>
                    <a:off x="3784890" y="4999026"/>
                    <a:ext cx="243673" cy="140731"/>
                  </a:xfrm>
                  <a:custGeom>
                    <a:avLst/>
                    <a:gdLst/>
                    <a:ahLst/>
                    <a:cxnLst/>
                    <a:rect l="l" t="t" r="r" b="b"/>
                    <a:pathLst>
                      <a:path w="243673" h="140731" extrusionOk="0">
                        <a:moveTo>
                          <a:pt x="35647" y="120015"/>
                        </a:moveTo>
                        <a:cubicBezTo>
                          <a:pt x="83272" y="147638"/>
                          <a:pt x="160520" y="147638"/>
                          <a:pt x="207955" y="120015"/>
                        </a:cubicBezTo>
                        <a:cubicBezTo>
                          <a:pt x="255580" y="92583"/>
                          <a:pt x="255580" y="48006"/>
                          <a:pt x="207955" y="20574"/>
                        </a:cubicBezTo>
                        <a:cubicBezTo>
                          <a:pt x="160520" y="-6858"/>
                          <a:pt x="83272" y="-6858"/>
                          <a:pt x="35647" y="20574"/>
                        </a:cubicBezTo>
                        <a:cubicBezTo>
                          <a:pt x="-11882" y="48006"/>
                          <a:pt x="-11882" y="92583"/>
                          <a:pt x="35647" y="120015"/>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7" name="Google Shape;5527;p61"/>
                  <p:cNvSpPr/>
                  <p:nvPr/>
                </p:nvSpPr>
                <p:spPr>
                  <a:xfrm>
                    <a:off x="3791677" y="5003217"/>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8" name="Google Shape;5528;p61"/>
                  <p:cNvSpPr/>
                  <p:nvPr/>
                </p:nvSpPr>
                <p:spPr>
                  <a:xfrm>
                    <a:off x="3798702" y="5007098"/>
                    <a:ext cx="216074" cy="124753"/>
                  </a:xfrm>
                  <a:custGeom>
                    <a:avLst/>
                    <a:gdLst/>
                    <a:ahLst/>
                    <a:cxnLst/>
                    <a:rect l="l" t="t" r="r" b="b"/>
                    <a:pathLst>
                      <a:path w="216074" h="124753" extrusionOk="0">
                        <a:moveTo>
                          <a:pt x="31647" y="106323"/>
                        </a:moveTo>
                        <a:cubicBezTo>
                          <a:pt x="73843" y="130897"/>
                          <a:pt x="142327" y="130897"/>
                          <a:pt x="184428" y="106323"/>
                        </a:cubicBezTo>
                        <a:cubicBezTo>
                          <a:pt x="226624" y="82034"/>
                          <a:pt x="226624" y="42505"/>
                          <a:pt x="184428" y="18216"/>
                        </a:cubicBezTo>
                        <a:cubicBezTo>
                          <a:pt x="142327" y="-6072"/>
                          <a:pt x="73843" y="-6072"/>
                          <a:pt x="31647" y="18216"/>
                        </a:cubicBezTo>
                        <a:cubicBezTo>
                          <a:pt x="-10549" y="42505"/>
                          <a:pt x="-10549" y="82034"/>
                          <a:pt x="31647" y="106323"/>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9" name="Google Shape;5529;p61"/>
                  <p:cNvSpPr/>
                  <p:nvPr/>
                </p:nvSpPr>
                <p:spPr>
                  <a:xfrm>
                    <a:off x="3804679" y="5010765"/>
                    <a:ext cx="204097" cy="117824"/>
                  </a:xfrm>
                  <a:custGeom>
                    <a:avLst/>
                    <a:gdLst/>
                    <a:ahLst/>
                    <a:cxnLst/>
                    <a:rect l="l" t="t" r="r" b="b"/>
                    <a:pathLst>
                      <a:path w="204097" h="117824" extrusionOk="0">
                        <a:moveTo>
                          <a:pt x="29861" y="100465"/>
                        </a:moveTo>
                        <a:cubicBezTo>
                          <a:pt x="69771" y="123611"/>
                          <a:pt x="134445" y="123611"/>
                          <a:pt x="174165" y="100465"/>
                        </a:cubicBezTo>
                        <a:cubicBezTo>
                          <a:pt x="214075" y="77510"/>
                          <a:pt x="214075" y="40172"/>
                          <a:pt x="174165" y="17216"/>
                        </a:cubicBezTo>
                        <a:cubicBezTo>
                          <a:pt x="134445" y="-5739"/>
                          <a:pt x="69771" y="-5739"/>
                          <a:pt x="29861" y="17216"/>
                        </a:cubicBezTo>
                        <a:cubicBezTo>
                          <a:pt x="-9954" y="40172"/>
                          <a:pt x="-9954" y="77510"/>
                          <a:pt x="29861" y="10046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0" name="Google Shape;5530;p61"/>
                  <p:cNvSpPr/>
                  <p:nvPr/>
                </p:nvSpPr>
                <p:spPr>
                  <a:xfrm>
                    <a:off x="3810155" y="5013695"/>
                    <a:ext cx="193167" cy="111489"/>
                  </a:xfrm>
                  <a:custGeom>
                    <a:avLst/>
                    <a:gdLst/>
                    <a:ahLst/>
                    <a:cxnLst/>
                    <a:rect l="l" t="t" r="r" b="b"/>
                    <a:pathLst>
                      <a:path w="193167" h="111489" extrusionOk="0">
                        <a:moveTo>
                          <a:pt x="28289" y="95059"/>
                        </a:moveTo>
                        <a:cubicBezTo>
                          <a:pt x="66008" y="116967"/>
                          <a:pt x="127254" y="116967"/>
                          <a:pt x="164878" y="95059"/>
                        </a:cubicBezTo>
                        <a:cubicBezTo>
                          <a:pt x="202597" y="73342"/>
                          <a:pt x="202597" y="38005"/>
                          <a:pt x="164878" y="16288"/>
                        </a:cubicBezTo>
                        <a:cubicBezTo>
                          <a:pt x="127254" y="-5429"/>
                          <a:pt x="66103" y="-5429"/>
                          <a:pt x="28289" y="16288"/>
                        </a:cubicBezTo>
                        <a:cubicBezTo>
                          <a:pt x="-9430" y="38005"/>
                          <a:pt x="-9430" y="73342"/>
                          <a:pt x="28289" y="9505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1" name="Google Shape;5531;p61"/>
                  <p:cNvSpPr/>
                  <p:nvPr/>
                </p:nvSpPr>
                <p:spPr>
                  <a:xfrm>
                    <a:off x="3815537" y="5017004"/>
                    <a:ext cx="182403" cy="105251"/>
                  </a:xfrm>
                  <a:custGeom>
                    <a:avLst/>
                    <a:gdLst/>
                    <a:ahLst/>
                    <a:cxnLst/>
                    <a:rect l="l" t="t" r="r" b="b"/>
                    <a:pathLst>
                      <a:path w="182403" h="105251" extrusionOk="0">
                        <a:moveTo>
                          <a:pt x="26718" y="89749"/>
                        </a:moveTo>
                        <a:cubicBezTo>
                          <a:pt x="62341" y="110419"/>
                          <a:pt x="120158" y="110419"/>
                          <a:pt x="155686" y="89749"/>
                        </a:cubicBezTo>
                        <a:cubicBezTo>
                          <a:pt x="191310" y="69271"/>
                          <a:pt x="191310" y="35838"/>
                          <a:pt x="155686" y="15359"/>
                        </a:cubicBezTo>
                        <a:cubicBezTo>
                          <a:pt x="120158" y="-5120"/>
                          <a:pt x="62341" y="-5120"/>
                          <a:pt x="26718" y="15359"/>
                        </a:cubicBezTo>
                        <a:cubicBezTo>
                          <a:pt x="-8906" y="35933"/>
                          <a:pt x="-8906" y="69271"/>
                          <a:pt x="26718" y="8974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2" name="Google Shape;5532;p61"/>
                  <p:cNvSpPr/>
                  <p:nvPr/>
                </p:nvSpPr>
                <p:spPr>
                  <a:xfrm>
                    <a:off x="3820824" y="5019862"/>
                    <a:ext cx="171807" cy="99250"/>
                  </a:xfrm>
                  <a:custGeom>
                    <a:avLst/>
                    <a:gdLst/>
                    <a:ahLst/>
                    <a:cxnLst/>
                    <a:rect l="l" t="t" r="r" b="b"/>
                    <a:pathLst>
                      <a:path w="171807" h="99250" extrusionOk="0">
                        <a:moveTo>
                          <a:pt x="25146" y="84606"/>
                        </a:moveTo>
                        <a:cubicBezTo>
                          <a:pt x="58769"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3" name="Google Shape;5533;p61"/>
                  <p:cNvSpPr/>
                  <p:nvPr/>
                </p:nvSpPr>
                <p:spPr>
                  <a:xfrm>
                    <a:off x="3825681" y="5022743"/>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2004"/>
                          <a:pt x="138493" y="13716"/>
                        </a:cubicBezTo>
                        <a:cubicBezTo>
                          <a:pt x="106870" y="-4572"/>
                          <a:pt x="55435" y="-4572"/>
                          <a:pt x="23717" y="13716"/>
                        </a:cubicBezTo>
                        <a:cubicBezTo>
                          <a:pt x="-7906" y="32004"/>
                          <a:pt x="-7906" y="61627"/>
                          <a:pt x="23717" y="7991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4" name="Google Shape;5534;p61"/>
                  <p:cNvSpPr/>
                  <p:nvPr/>
                </p:nvSpPr>
                <p:spPr>
                  <a:xfrm>
                    <a:off x="3830539" y="5025505"/>
                    <a:ext cx="152304" cy="87892"/>
                  </a:xfrm>
                  <a:custGeom>
                    <a:avLst/>
                    <a:gdLst/>
                    <a:ahLst/>
                    <a:cxnLst/>
                    <a:rect l="l" t="t" r="r" b="b"/>
                    <a:pathLst>
                      <a:path w="152304" h="87892" extrusionOk="0">
                        <a:moveTo>
                          <a:pt x="22288" y="74962"/>
                        </a:moveTo>
                        <a:cubicBezTo>
                          <a:pt x="52102" y="92202"/>
                          <a:pt x="100298" y="92202"/>
                          <a:pt x="130016" y="74962"/>
                        </a:cubicBezTo>
                        <a:cubicBezTo>
                          <a:pt x="159734" y="57817"/>
                          <a:pt x="159734" y="30004"/>
                          <a:pt x="130016" y="12859"/>
                        </a:cubicBezTo>
                        <a:cubicBezTo>
                          <a:pt x="100298" y="-4286"/>
                          <a:pt x="52102" y="-4286"/>
                          <a:pt x="22288" y="12859"/>
                        </a:cubicBezTo>
                        <a:cubicBezTo>
                          <a:pt x="-7429" y="30004"/>
                          <a:pt x="-7429" y="57817"/>
                          <a:pt x="22288" y="74962"/>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5" name="Google Shape;5535;p61"/>
                  <p:cNvSpPr/>
                  <p:nvPr/>
                </p:nvSpPr>
                <p:spPr>
                  <a:xfrm>
                    <a:off x="3834801" y="5028125"/>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6" name="Google Shape;5536;p61"/>
                  <p:cNvSpPr/>
                  <p:nvPr/>
                </p:nvSpPr>
                <p:spPr>
                  <a:xfrm>
                    <a:off x="3841921" y="5032387"/>
                    <a:ext cx="129635" cy="74794"/>
                  </a:xfrm>
                  <a:custGeom>
                    <a:avLst/>
                    <a:gdLst/>
                    <a:ahLst/>
                    <a:cxnLst/>
                    <a:rect l="l" t="t" r="r" b="b"/>
                    <a:pathLst>
                      <a:path w="129635" h="74794" extrusionOk="0">
                        <a:moveTo>
                          <a:pt x="19002" y="63794"/>
                        </a:moveTo>
                        <a:cubicBezTo>
                          <a:pt x="44339" y="78462"/>
                          <a:pt x="85392" y="78462"/>
                          <a:pt x="110633" y="63794"/>
                        </a:cubicBezTo>
                        <a:cubicBezTo>
                          <a:pt x="135969" y="49220"/>
                          <a:pt x="135969" y="25503"/>
                          <a:pt x="110633" y="10930"/>
                        </a:cubicBezTo>
                        <a:cubicBezTo>
                          <a:pt x="85392" y="-3643"/>
                          <a:pt x="44339" y="-3643"/>
                          <a:pt x="19002" y="10930"/>
                        </a:cubicBezTo>
                        <a:cubicBezTo>
                          <a:pt x="-6334" y="25503"/>
                          <a:pt x="-6334" y="49220"/>
                          <a:pt x="19002" y="637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7" name="Google Shape;5537;p61"/>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38" name="Google Shape;5538;p61"/>
                <p:cNvGrpSpPr/>
                <p:nvPr/>
              </p:nvGrpSpPr>
              <p:grpSpPr>
                <a:xfrm>
                  <a:off x="3703857" y="4939685"/>
                  <a:ext cx="405669" cy="247649"/>
                  <a:chOff x="3703857" y="4939685"/>
                  <a:chExt cx="405669" cy="247649"/>
                </a:xfrm>
              </p:grpSpPr>
              <p:sp>
                <p:nvSpPr>
                  <p:cNvPr id="5539" name="Google Shape;5539;p61"/>
                  <p:cNvSpPr/>
                  <p:nvPr/>
                </p:nvSpPr>
                <p:spPr>
                  <a:xfrm>
                    <a:off x="3703857" y="4953115"/>
                    <a:ext cx="405574" cy="234219"/>
                  </a:xfrm>
                  <a:custGeom>
                    <a:avLst/>
                    <a:gdLst/>
                    <a:ahLst/>
                    <a:cxnLst/>
                    <a:rect l="l" t="t" r="r" b="b"/>
                    <a:pathLst>
                      <a:path w="405574" h="234219"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824"/>
                        </a:lnTo>
                        <a:lnTo>
                          <a:pt x="0" y="117824"/>
                        </a:lnTo>
                        <a:cubicBezTo>
                          <a:pt x="381" y="147542"/>
                          <a:pt x="20098" y="177165"/>
                          <a:pt x="59341" y="199930"/>
                        </a:cubicBezTo>
                        <a:cubicBezTo>
                          <a:pt x="138589" y="245650"/>
                          <a:pt x="266986" y="245650"/>
                          <a:pt x="346138" y="199930"/>
                        </a:cubicBezTo>
                        <a:cubicBezTo>
                          <a:pt x="385763" y="177070"/>
                          <a:pt x="405574" y="147066"/>
                          <a:pt x="405574" y="117157"/>
                        </a:cubicBezTo>
                        <a:lnTo>
                          <a:pt x="405574" y="103823"/>
                        </a:lnTo>
                        <a:lnTo>
                          <a:pt x="404241" y="103823"/>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910"/>
                        </a:cubicBezTo>
                        <a:close/>
                        <a:moveTo>
                          <a:pt x="40957" y="126873"/>
                        </a:moveTo>
                        <a:cubicBezTo>
                          <a:pt x="31432" y="126873"/>
                          <a:pt x="23717" y="122396"/>
                          <a:pt x="23717" y="116967"/>
                        </a:cubicBezTo>
                        <a:cubicBezTo>
                          <a:pt x="23717" y="111538"/>
                          <a:pt x="31432" y="107061"/>
                          <a:pt x="40957" y="107061"/>
                        </a:cubicBezTo>
                        <a:lnTo>
                          <a:pt x="111062" y="107061"/>
                        </a:lnTo>
                        <a:cubicBezTo>
                          <a:pt x="120587" y="107061"/>
                          <a:pt x="128302" y="111538"/>
                          <a:pt x="128302" y="116967"/>
                        </a:cubicBezTo>
                        <a:cubicBezTo>
                          <a:pt x="128302" y="122396"/>
                          <a:pt x="120587" y="126873"/>
                          <a:pt x="111062" y="126873"/>
                        </a:cubicBezTo>
                        <a:lnTo>
                          <a:pt x="40957" y="126873"/>
                        </a:lnTo>
                        <a:close/>
                        <a:moveTo>
                          <a:pt x="150114" y="161354"/>
                        </a:moveTo>
                        <a:lnTo>
                          <a:pt x="100489" y="190024"/>
                        </a:lnTo>
                        <a:cubicBezTo>
                          <a:pt x="93726" y="193929"/>
                          <a:pt x="82867" y="193929"/>
                          <a:pt x="76105" y="190024"/>
                        </a:cubicBezTo>
                        <a:cubicBezTo>
                          <a:pt x="69342" y="186119"/>
                          <a:pt x="69342" y="179832"/>
                          <a:pt x="76105" y="176022"/>
                        </a:cubicBezTo>
                        <a:lnTo>
                          <a:pt x="125730" y="147352"/>
                        </a:lnTo>
                        <a:cubicBezTo>
                          <a:pt x="132493" y="143447"/>
                          <a:pt x="143351" y="143447"/>
                          <a:pt x="150019" y="147352"/>
                        </a:cubicBezTo>
                        <a:cubicBezTo>
                          <a:pt x="156781" y="151257"/>
                          <a:pt x="156781" y="157544"/>
                          <a:pt x="150019" y="161354"/>
                        </a:cubicBezTo>
                        <a:close/>
                        <a:moveTo>
                          <a:pt x="185547" y="23431"/>
                        </a:moveTo>
                        <a:cubicBezTo>
                          <a:pt x="185547" y="17907"/>
                          <a:pt x="193262" y="13525"/>
                          <a:pt x="202787" y="13525"/>
                        </a:cubicBezTo>
                        <a:cubicBezTo>
                          <a:pt x="212312" y="13525"/>
                          <a:pt x="220027" y="18002"/>
                          <a:pt x="220027" y="23431"/>
                        </a:cubicBezTo>
                        <a:lnTo>
                          <a:pt x="220027" y="63913"/>
                        </a:lnTo>
                        <a:cubicBezTo>
                          <a:pt x="220027" y="69437"/>
                          <a:pt x="212312" y="73819"/>
                          <a:pt x="202787" y="73819"/>
                        </a:cubicBezTo>
                        <a:cubicBezTo>
                          <a:pt x="193262" y="73819"/>
                          <a:pt x="185547" y="69342"/>
                          <a:pt x="185547" y="63913"/>
                        </a:cubicBezTo>
                        <a:lnTo>
                          <a:pt x="185547" y="23431"/>
                        </a:lnTo>
                        <a:close/>
                        <a:moveTo>
                          <a:pt x="202787" y="220218"/>
                        </a:moveTo>
                        <a:cubicBezTo>
                          <a:pt x="193262" y="220218"/>
                          <a:pt x="185547" y="215741"/>
                          <a:pt x="185547" y="210312"/>
                        </a:cubicBezTo>
                        <a:lnTo>
                          <a:pt x="185547" y="169831"/>
                        </a:lnTo>
                        <a:cubicBezTo>
                          <a:pt x="185547" y="164306"/>
                          <a:pt x="193262" y="159925"/>
                          <a:pt x="202787" y="159925"/>
                        </a:cubicBezTo>
                        <a:cubicBezTo>
                          <a:pt x="212312" y="159925"/>
                          <a:pt x="220027" y="164402"/>
                          <a:pt x="220027" y="169831"/>
                        </a:cubicBezTo>
                        <a:lnTo>
                          <a:pt x="220027" y="210312"/>
                        </a:lnTo>
                        <a:cubicBezTo>
                          <a:pt x="220027" y="215837"/>
                          <a:pt x="212312" y="220218"/>
                          <a:pt x="202787" y="220218"/>
                        </a:cubicBezTo>
                        <a:close/>
                        <a:moveTo>
                          <a:pt x="255460" y="72390"/>
                        </a:moveTo>
                        <a:lnTo>
                          <a:pt x="305086" y="43720"/>
                        </a:lnTo>
                        <a:cubicBezTo>
                          <a:pt x="311848" y="39815"/>
                          <a:pt x="322707" y="39815"/>
                          <a:pt x="329374" y="43720"/>
                        </a:cubicBezTo>
                        <a:cubicBezTo>
                          <a:pt x="336137" y="47625"/>
                          <a:pt x="336137" y="53912"/>
                          <a:pt x="329374" y="57722"/>
                        </a:cubicBezTo>
                        <a:lnTo>
                          <a:pt x="279749" y="86392"/>
                        </a:lnTo>
                        <a:cubicBezTo>
                          <a:pt x="272987" y="90297"/>
                          <a:pt x="262128" y="90297"/>
                          <a:pt x="255460" y="86392"/>
                        </a:cubicBezTo>
                        <a:cubicBezTo>
                          <a:pt x="248698" y="82487"/>
                          <a:pt x="248698" y="76200"/>
                          <a:pt x="255460" y="72390"/>
                        </a:cubicBezTo>
                        <a:close/>
                        <a:moveTo>
                          <a:pt x="329374" y="189929"/>
                        </a:moveTo>
                        <a:cubicBezTo>
                          <a:pt x="322612" y="193834"/>
                          <a:pt x="311753" y="193834"/>
                          <a:pt x="305086" y="189929"/>
                        </a:cubicBezTo>
                        <a:lnTo>
                          <a:pt x="255460" y="161258"/>
                        </a:lnTo>
                        <a:cubicBezTo>
                          <a:pt x="248698" y="157353"/>
                          <a:pt x="248698" y="151066"/>
                          <a:pt x="255460" y="147256"/>
                        </a:cubicBezTo>
                        <a:cubicBezTo>
                          <a:pt x="262223" y="143351"/>
                          <a:pt x="273082" y="143351"/>
                          <a:pt x="279749" y="147256"/>
                        </a:cubicBezTo>
                        <a:lnTo>
                          <a:pt x="329374" y="175927"/>
                        </a:lnTo>
                        <a:cubicBezTo>
                          <a:pt x="336137" y="179832"/>
                          <a:pt x="336137" y="186119"/>
                          <a:pt x="329374" y="189929"/>
                        </a:cubicBezTo>
                        <a:close/>
                        <a:moveTo>
                          <a:pt x="364617" y="126778"/>
                        </a:moveTo>
                        <a:lnTo>
                          <a:pt x="294418" y="126778"/>
                        </a:lnTo>
                        <a:cubicBezTo>
                          <a:pt x="284893" y="126778"/>
                          <a:pt x="277177" y="122301"/>
                          <a:pt x="277177" y="116872"/>
                        </a:cubicBezTo>
                        <a:cubicBezTo>
                          <a:pt x="277177" y="111442"/>
                          <a:pt x="284893" y="106966"/>
                          <a:pt x="294418" y="106966"/>
                        </a:cubicBezTo>
                        <a:lnTo>
                          <a:pt x="364617" y="106966"/>
                        </a:lnTo>
                        <a:cubicBezTo>
                          <a:pt x="374142" y="106966"/>
                          <a:pt x="381857" y="111442"/>
                          <a:pt x="381857" y="116872"/>
                        </a:cubicBezTo>
                        <a:cubicBezTo>
                          <a:pt x="381857" y="122301"/>
                          <a:pt x="374142" y="126778"/>
                          <a:pt x="364617" y="126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0" name="Google Shape;5540;p61"/>
                  <p:cNvSpPr/>
                  <p:nvPr/>
                </p:nvSpPr>
                <p:spPr>
                  <a:xfrm>
                    <a:off x="3703928" y="4939685"/>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105"/>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8"/>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117"/>
                        </a:cubicBezTo>
                        <a:lnTo>
                          <a:pt x="125658" y="147447"/>
                        </a:lnTo>
                        <a:cubicBezTo>
                          <a:pt x="132421" y="143542"/>
                          <a:pt x="143280" y="143542"/>
                          <a:pt x="149947" y="147447"/>
                        </a:cubicBezTo>
                        <a:cubicBezTo>
                          <a:pt x="156710" y="151352"/>
                          <a:pt x="156710" y="157639"/>
                          <a:pt x="149947" y="161544"/>
                        </a:cubicBezTo>
                        <a:lnTo>
                          <a:pt x="100322" y="190214"/>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9"/>
                        </a:moveTo>
                        <a:cubicBezTo>
                          <a:pt x="193096" y="220409"/>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9"/>
                          <a:pt x="202621" y="220409"/>
                        </a:cubicBezTo>
                        <a:close/>
                        <a:moveTo>
                          <a:pt x="304919" y="190119"/>
                        </a:moveTo>
                        <a:lnTo>
                          <a:pt x="255294" y="161449"/>
                        </a:lnTo>
                        <a:cubicBezTo>
                          <a:pt x="248531" y="157544"/>
                          <a:pt x="248531" y="151257"/>
                          <a:pt x="255294" y="147352"/>
                        </a:cubicBezTo>
                        <a:cubicBezTo>
                          <a:pt x="262057" y="143447"/>
                          <a:pt x="272915" y="143447"/>
                          <a:pt x="279583" y="147352"/>
                        </a:cubicBezTo>
                        <a:lnTo>
                          <a:pt x="329208" y="176022"/>
                        </a:lnTo>
                        <a:cubicBezTo>
                          <a:pt x="335971" y="179927"/>
                          <a:pt x="335971" y="186214"/>
                          <a:pt x="329208" y="190024"/>
                        </a:cubicBezTo>
                        <a:cubicBezTo>
                          <a:pt x="322445" y="193929"/>
                          <a:pt x="311587" y="193929"/>
                          <a:pt x="304919"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1" name="Google Shape;5541;p61"/>
                  <p:cNvSpPr/>
                  <p:nvPr/>
                </p:nvSpPr>
                <p:spPr>
                  <a:xfrm>
                    <a:off x="3849512" y="5023791"/>
                    <a:ext cx="114454" cy="46386"/>
                  </a:xfrm>
                  <a:custGeom>
                    <a:avLst/>
                    <a:gdLst/>
                    <a:ahLst/>
                    <a:cxnLst/>
                    <a:rect l="l" t="t" r="r" b="b"/>
                    <a:pathLst>
                      <a:path w="114454" h="46386" extrusionOk="0">
                        <a:moveTo>
                          <a:pt x="109615" y="46387"/>
                        </a:moveTo>
                        <a:cubicBezTo>
                          <a:pt x="106852" y="42767"/>
                          <a:pt x="102852" y="39338"/>
                          <a:pt x="97708" y="36385"/>
                        </a:cubicBezTo>
                        <a:cubicBezTo>
                          <a:pt x="75325" y="23432"/>
                          <a:pt x="39130" y="23432"/>
                          <a:pt x="16746" y="36385"/>
                        </a:cubicBezTo>
                        <a:cubicBezTo>
                          <a:pt x="11602" y="39338"/>
                          <a:pt x="7602" y="42767"/>
                          <a:pt x="4840" y="46387"/>
                        </a:cubicBezTo>
                        <a:cubicBezTo>
                          <a:pt x="-4400" y="34290"/>
                          <a:pt x="-399" y="19622"/>
                          <a:pt x="16746" y="9716"/>
                        </a:cubicBezTo>
                        <a:cubicBezTo>
                          <a:pt x="39130" y="-3239"/>
                          <a:pt x="75325" y="-3239"/>
                          <a:pt x="97708" y="9716"/>
                        </a:cubicBezTo>
                        <a:cubicBezTo>
                          <a:pt x="114853"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2" name="Google Shape;5542;p61"/>
                  <p:cNvSpPr/>
                  <p:nvPr/>
                </p:nvSpPr>
                <p:spPr>
                  <a:xfrm>
                    <a:off x="3854351" y="5050461"/>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5543" name="Google Shape;5543;p61"/>
            <p:cNvGrpSpPr/>
            <p:nvPr/>
          </p:nvGrpSpPr>
          <p:grpSpPr>
            <a:xfrm>
              <a:off x="6719934" y="4528768"/>
              <a:ext cx="639842" cy="559831"/>
              <a:chOff x="4037470" y="4779094"/>
              <a:chExt cx="422171" cy="369379"/>
            </a:xfrm>
          </p:grpSpPr>
          <p:sp>
            <p:nvSpPr>
              <p:cNvPr id="5544" name="Google Shape;5544;p61"/>
              <p:cNvSpPr/>
              <p:nvPr/>
            </p:nvSpPr>
            <p:spPr>
              <a:xfrm>
                <a:off x="4037470" y="4904728"/>
                <a:ext cx="422171" cy="243745"/>
              </a:xfrm>
              <a:custGeom>
                <a:avLst/>
                <a:gdLst/>
                <a:ahLst/>
                <a:cxnLst/>
                <a:rect l="l" t="t" r="r" b="b"/>
                <a:pathLst>
                  <a:path w="422171" h="243745" extrusionOk="0">
                    <a:moveTo>
                      <a:pt x="360378" y="208026"/>
                    </a:moveTo>
                    <a:cubicBezTo>
                      <a:pt x="277892" y="255651"/>
                      <a:pt x="144256" y="255651"/>
                      <a:pt x="61865" y="208026"/>
                    </a:cubicBezTo>
                    <a:cubicBezTo>
                      <a:pt x="-20622" y="160401"/>
                      <a:pt x="-20622" y="83249"/>
                      <a:pt x="61865" y="35719"/>
                    </a:cubicBezTo>
                    <a:cubicBezTo>
                      <a:pt x="144256" y="-11906"/>
                      <a:pt x="277987" y="-11906"/>
                      <a:pt x="360378" y="35719"/>
                    </a:cubicBezTo>
                    <a:cubicBezTo>
                      <a:pt x="442770" y="83344"/>
                      <a:pt x="442770"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545" name="Google Shape;5545;p61"/>
              <p:cNvGrpSpPr/>
              <p:nvPr/>
            </p:nvGrpSpPr>
            <p:grpSpPr>
              <a:xfrm>
                <a:off x="4045709" y="4892537"/>
                <a:ext cx="405669" cy="247649"/>
                <a:chOff x="4045709" y="4892537"/>
                <a:chExt cx="405669" cy="247649"/>
              </a:xfrm>
            </p:grpSpPr>
            <p:sp>
              <p:nvSpPr>
                <p:cNvPr id="5546" name="Google Shape;5546;p61"/>
                <p:cNvSpPr/>
                <p:nvPr/>
              </p:nvSpPr>
              <p:spPr>
                <a:xfrm>
                  <a:off x="4045709" y="4905871"/>
                  <a:ext cx="405669" cy="234315"/>
                </a:xfrm>
                <a:custGeom>
                  <a:avLst/>
                  <a:gdLst/>
                  <a:ahLst/>
                  <a:cxnLst/>
                  <a:rect l="l" t="t" r="r" b="b"/>
                  <a:pathLst>
                    <a:path w="405669" h="234315" extrusionOk="0">
                      <a:moveTo>
                        <a:pt x="404336" y="103727"/>
                      </a:moveTo>
                      <a:cubicBezTo>
                        <a:pt x="399288" y="78391"/>
                        <a:pt x="379952" y="53721"/>
                        <a:pt x="346234" y="34290"/>
                      </a:cubicBezTo>
                      <a:cubicBezTo>
                        <a:pt x="267081" y="-11430"/>
                        <a:pt x="138589" y="-11430"/>
                        <a:pt x="59436" y="34290"/>
                      </a:cubicBezTo>
                      <a:cubicBezTo>
                        <a:pt x="25527" y="53911"/>
                        <a:pt x="6096" y="78676"/>
                        <a:pt x="1238" y="104299"/>
                      </a:cubicBezTo>
                      <a:lnTo>
                        <a:pt x="0" y="103823"/>
                      </a:lnTo>
                      <a:lnTo>
                        <a:pt x="0" y="117919"/>
                      </a:lnTo>
                      <a:lnTo>
                        <a:pt x="0" y="117919"/>
                      </a:lnTo>
                      <a:cubicBezTo>
                        <a:pt x="381" y="147638"/>
                        <a:pt x="20098" y="177260"/>
                        <a:pt x="59436" y="200025"/>
                      </a:cubicBezTo>
                      <a:cubicBezTo>
                        <a:pt x="138589" y="245745"/>
                        <a:pt x="267081" y="245745"/>
                        <a:pt x="346234" y="200025"/>
                      </a:cubicBezTo>
                      <a:cubicBezTo>
                        <a:pt x="385858" y="177165"/>
                        <a:pt x="405670" y="147161"/>
                        <a:pt x="405670" y="117253"/>
                      </a:cubicBezTo>
                      <a:lnTo>
                        <a:pt x="405670" y="103918"/>
                      </a:lnTo>
                      <a:lnTo>
                        <a:pt x="404336" y="103918"/>
                      </a:lnTo>
                      <a:close/>
                      <a:moveTo>
                        <a:pt x="76200" y="43910"/>
                      </a:moveTo>
                      <a:cubicBezTo>
                        <a:pt x="82963" y="40005"/>
                        <a:pt x="93821" y="40005"/>
                        <a:pt x="100584" y="43910"/>
                      </a:cubicBezTo>
                      <a:lnTo>
                        <a:pt x="150209" y="72581"/>
                      </a:lnTo>
                      <a:cubicBezTo>
                        <a:pt x="156877" y="76486"/>
                        <a:pt x="156877" y="82772"/>
                        <a:pt x="150209" y="86677"/>
                      </a:cubicBezTo>
                      <a:cubicBezTo>
                        <a:pt x="143446" y="90583"/>
                        <a:pt x="132588" y="90583"/>
                        <a:pt x="125825" y="86677"/>
                      </a:cubicBezTo>
                      <a:lnTo>
                        <a:pt x="76200" y="58007"/>
                      </a:lnTo>
                      <a:cubicBezTo>
                        <a:pt x="69533" y="54102"/>
                        <a:pt x="69533" y="47816"/>
                        <a:pt x="76200" y="44006"/>
                      </a:cubicBezTo>
                      <a:close/>
                      <a:moveTo>
                        <a:pt x="40958" y="126968"/>
                      </a:moveTo>
                      <a:cubicBezTo>
                        <a:pt x="31433" y="126968"/>
                        <a:pt x="23717" y="122492"/>
                        <a:pt x="23717" y="117062"/>
                      </a:cubicBezTo>
                      <a:cubicBezTo>
                        <a:pt x="23717" y="111633"/>
                        <a:pt x="31433" y="107156"/>
                        <a:pt x="40958" y="107156"/>
                      </a:cubicBezTo>
                      <a:lnTo>
                        <a:pt x="111062" y="107156"/>
                      </a:lnTo>
                      <a:cubicBezTo>
                        <a:pt x="120587" y="107156"/>
                        <a:pt x="128302" y="111633"/>
                        <a:pt x="128302" y="117062"/>
                      </a:cubicBezTo>
                      <a:cubicBezTo>
                        <a:pt x="128302" y="122492"/>
                        <a:pt x="120587" y="126968"/>
                        <a:pt x="111062" y="126968"/>
                      </a:cubicBezTo>
                      <a:lnTo>
                        <a:pt x="40958" y="126968"/>
                      </a:lnTo>
                      <a:close/>
                      <a:moveTo>
                        <a:pt x="150114" y="161449"/>
                      </a:moveTo>
                      <a:lnTo>
                        <a:pt x="100489" y="190119"/>
                      </a:lnTo>
                      <a:cubicBezTo>
                        <a:pt x="93821" y="194024"/>
                        <a:pt x="82868" y="194024"/>
                        <a:pt x="76105" y="190119"/>
                      </a:cubicBezTo>
                      <a:cubicBezTo>
                        <a:pt x="69437" y="186214"/>
                        <a:pt x="69437" y="179927"/>
                        <a:pt x="76105" y="176117"/>
                      </a:cubicBezTo>
                      <a:lnTo>
                        <a:pt x="125730" y="147447"/>
                      </a:lnTo>
                      <a:cubicBezTo>
                        <a:pt x="132493" y="143542"/>
                        <a:pt x="143351" y="143542"/>
                        <a:pt x="150114" y="147447"/>
                      </a:cubicBezTo>
                      <a:cubicBezTo>
                        <a:pt x="156877" y="151352"/>
                        <a:pt x="156781" y="157639"/>
                        <a:pt x="150114" y="161544"/>
                      </a:cubicBezTo>
                      <a:close/>
                      <a:moveTo>
                        <a:pt x="185547" y="23527"/>
                      </a:moveTo>
                      <a:cubicBezTo>
                        <a:pt x="185547" y="18002"/>
                        <a:pt x="193262" y="13621"/>
                        <a:pt x="202787" y="13621"/>
                      </a:cubicBezTo>
                      <a:cubicBezTo>
                        <a:pt x="212312" y="13621"/>
                        <a:pt x="220028" y="18098"/>
                        <a:pt x="219932" y="23527"/>
                      </a:cubicBezTo>
                      <a:lnTo>
                        <a:pt x="219932" y="64008"/>
                      </a:lnTo>
                      <a:cubicBezTo>
                        <a:pt x="219932" y="69533"/>
                        <a:pt x="212217" y="73914"/>
                        <a:pt x="202787" y="73914"/>
                      </a:cubicBezTo>
                      <a:cubicBezTo>
                        <a:pt x="193358" y="73914"/>
                        <a:pt x="185547" y="69437"/>
                        <a:pt x="185547" y="64008"/>
                      </a:cubicBezTo>
                      <a:lnTo>
                        <a:pt x="185547" y="23527"/>
                      </a:lnTo>
                      <a:close/>
                      <a:moveTo>
                        <a:pt x="202787" y="220313"/>
                      </a:moveTo>
                      <a:cubicBezTo>
                        <a:pt x="193262" y="220313"/>
                        <a:pt x="185547" y="215836"/>
                        <a:pt x="185547" y="210407"/>
                      </a:cubicBezTo>
                      <a:lnTo>
                        <a:pt x="185547" y="169926"/>
                      </a:lnTo>
                      <a:cubicBezTo>
                        <a:pt x="185547" y="164401"/>
                        <a:pt x="193262" y="160020"/>
                        <a:pt x="202787" y="160020"/>
                      </a:cubicBezTo>
                      <a:cubicBezTo>
                        <a:pt x="212312" y="160020"/>
                        <a:pt x="220028" y="164497"/>
                        <a:pt x="220028" y="169926"/>
                      </a:cubicBezTo>
                      <a:lnTo>
                        <a:pt x="220028" y="210407"/>
                      </a:lnTo>
                      <a:cubicBezTo>
                        <a:pt x="220028" y="215836"/>
                        <a:pt x="212312" y="220313"/>
                        <a:pt x="202787" y="220313"/>
                      </a:cubicBezTo>
                      <a:close/>
                      <a:moveTo>
                        <a:pt x="255461" y="72485"/>
                      </a:moveTo>
                      <a:lnTo>
                        <a:pt x="305086" y="43815"/>
                      </a:lnTo>
                      <a:cubicBezTo>
                        <a:pt x="311848" y="39910"/>
                        <a:pt x="322707" y="39910"/>
                        <a:pt x="329375" y="43815"/>
                      </a:cubicBezTo>
                      <a:cubicBezTo>
                        <a:pt x="336137" y="47720"/>
                        <a:pt x="336137" y="54007"/>
                        <a:pt x="329375" y="57817"/>
                      </a:cubicBezTo>
                      <a:lnTo>
                        <a:pt x="279749" y="86487"/>
                      </a:lnTo>
                      <a:cubicBezTo>
                        <a:pt x="272987" y="90392"/>
                        <a:pt x="262128" y="90392"/>
                        <a:pt x="255365" y="86487"/>
                      </a:cubicBezTo>
                      <a:cubicBezTo>
                        <a:pt x="248698" y="82582"/>
                        <a:pt x="248698" y="76295"/>
                        <a:pt x="255365" y="72390"/>
                      </a:cubicBezTo>
                      <a:close/>
                      <a:moveTo>
                        <a:pt x="329375" y="190024"/>
                      </a:moveTo>
                      <a:cubicBezTo>
                        <a:pt x="322707" y="193929"/>
                        <a:pt x="311753" y="193929"/>
                        <a:pt x="305086" y="190024"/>
                      </a:cubicBezTo>
                      <a:lnTo>
                        <a:pt x="255461" y="161354"/>
                      </a:lnTo>
                      <a:cubicBezTo>
                        <a:pt x="248698" y="157448"/>
                        <a:pt x="248698" y="151162"/>
                        <a:pt x="255461" y="147257"/>
                      </a:cubicBezTo>
                      <a:cubicBezTo>
                        <a:pt x="262128" y="143351"/>
                        <a:pt x="273082" y="143351"/>
                        <a:pt x="279749" y="147257"/>
                      </a:cubicBezTo>
                      <a:lnTo>
                        <a:pt x="329375" y="175927"/>
                      </a:lnTo>
                      <a:cubicBezTo>
                        <a:pt x="336137" y="179832"/>
                        <a:pt x="336137" y="186118"/>
                        <a:pt x="329375" y="189929"/>
                      </a:cubicBezTo>
                      <a:close/>
                      <a:moveTo>
                        <a:pt x="364617" y="126873"/>
                      </a:moveTo>
                      <a:lnTo>
                        <a:pt x="294418" y="126873"/>
                      </a:lnTo>
                      <a:cubicBezTo>
                        <a:pt x="284893" y="126873"/>
                        <a:pt x="277178" y="122396"/>
                        <a:pt x="277178" y="116967"/>
                      </a:cubicBezTo>
                      <a:cubicBezTo>
                        <a:pt x="277178"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7" name="Google Shape;5547;p61"/>
                <p:cNvSpPr/>
                <p:nvPr/>
              </p:nvSpPr>
              <p:spPr>
                <a:xfrm>
                  <a:off x="4045709" y="4892537"/>
                  <a:ext cx="405598" cy="234219"/>
                </a:xfrm>
                <a:custGeom>
                  <a:avLst/>
                  <a:gdLst/>
                  <a:ahLst/>
                  <a:cxnLst/>
                  <a:rect l="l" t="t" r="r" b="b"/>
                  <a:pathLst>
                    <a:path w="405598" h="234219" extrusionOk="0">
                      <a:moveTo>
                        <a:pt x="346234" y="34290"/>
                      </a:moveTo>
                      <a:cubicBezTo>
                        <a:pt x="267081" y="-11430"/>
                        <a:pt x="138589" y="-11430"/>
                        <a:pt x="59436" y="34290"/>
                      </a:cubicBezTo>
                      <a:cubicBezTo>
                        <a:pt x="-19812" y="80010"/>
                        <a:pt x="-19812" y="154115"/>
                        <a:pt x="59436" y="199930"/>
                      </a:cubicBezTo>
                      <a:cubicBezTo>
                        <a:pt x="138589" y="245650"/>
                        <a:pt x="267081" y="245650"/>
                        <a:pt x="346234" y="199930"/>
                      </a:cubicBezTo>
                      <a:cubicBezTo>
                        <a:pt x="425386" y="154210"/>
                        <a:pt x="425386" y="80105"/>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773"/>
                      </a:cubicBezTo>
                      <a:cubicBezTo>
                        <a:pt x="143446" y="90678"/>
                        <a:pt x="132588" y="90678"/>
                        <a:pt x="125825" y="86773"/>
                      </a:cubicBezTo>
                      <a:lnTo>
                        <a:pt x="76200" y="58102"/>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677"/>
                      </a:moveTo>
                      <a:cubicBezTo>
                        <a:pt x="273082" y="90583"/>
                        <a:pt x="262223" y="90583"/>
                        <a:pt x="255461" y="86677"/>
                      </a:cubicBezTo>
                      <a:cubicBezTo>
                        <a:pt x="248793" y="82772"/>
                        <a:pt x="248793" y="76486"/>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156"/>
                      </a:moveTo>
                      <a:lnTo>
                        <a:pt x="364712" y="107156"/>
                      </a:lnTo>
                      <a:cubicBezTo>
                        <a:pt x="374237" y="107156"/>
                        <a:pt x="381953" y="111633"/>
                        <a:pt x="381953" y="117062"/>
                      </a:cubicBezTo>
                      <a:cubicBezTo>
                        <a:pt x="381953" y="122492"/>
                        <a:pt x="374237" y="126968"/>
                        <a:pt x="364712" y="126968"/>
                      </a:cubicBezTo>
                      <a:lnTo>
                        <a:pt x="294513" y="126968"/>
                      </a:lnTo>
                      <a:cubicBezTo>
                        <a:pt x="284988" y="126968"/>
                        <a:pt x="277273" y="122492"/>
                        <a:pt x="277273" y="117062"/>
                      </a:cubicBezTo>
                      <a:cubicBezTo>
                        <a:pt x="277273" y="111633"/>
                        <a:pt x="284988" y="107156"/>
                        <a:pt x="294513" y="107156"/>
                      </a:cubicBezTo>
                      <a:close/>
                      <a:moveTo>
                        <a:pt x="202883" y="220504"/>
                      </a:moveTo>
                      <a:cubicBezTo>
                        <a:pt x="193358" y="220504"/>
                        <a:pt x="185642" y="216027"/>
                        <a:pt x="185642" y="210598"/>
                      </a:cubicBezTo>
                      <a:lnTo>
                        <a:pt x="185642" y="170117"/>
                      </a:lnTo>
                      <a:cubicBezTo>
                        <a:pt x="185642" y="164592"/>
                        <a:pt x="193358" y="160210"/>
                        <a:pt x="202883" y="160210"/>
                      </a:cubicBezTo>
                      <a:cubicBezTo>
                        <a:pt x="212408" y="160210"/>
                        <a:pt x="220123" y="164687"/>
                        <a:pt x="220123" y="170117"/>
                      </a:cubicBezTo>
                      <a:lnTo>
                        <a:pt x="220123" y="210598"/>
                      </a:lnTo>
                      <a:cubicBezTo>
                        <a:pt x="220123" y="216122"/>
                        <a:pt x="212408" y="220504"/>
                        <a:pt x="202883" y="220504"/>
                      </a:cubicBezTo>
                      <a:close/>
                      <a:moveTo>
                        <a:pt x="305181" y="190214"/>
                      </a:moveTo>
                      <a:lnTo>
                        <a:pt x="255556" y="161544"/>
                      </a:lnTo>
                      <a:cubicBezTo>
                        <a:pt x="248793" y="157639"/>
                        <a:pt x="248793" y="151352"/>
                        <a:pt x="255556" y="147542"/>
                      </a:cubicBezTo>
                      <a:cubicBezTo>
                        <a:pt x="262223" y="143637"/>
                        <a:pt x="273177" y="143637"/>
                        <a:pt x="279844" y="147542"/>
                      </a:cubicBezTo>
                      <a:lnTo>
                        <a:pt x="329470" y="176212"/>
                      </a:lnTo>
                      <a:cubicBezTo>
                        <a:pt x="336233" y="180118"/>
                        <a:pt x="336233" y="186404"/>
                        <a:pt x="329470" y="190214"/>
                      </a:cubicBezTo>
                      <a:cubicBezTo>
                        <a:pt x="322802" y="194119"/>
                        <a:pt x="311848" y="194119"/>
                        <a:pt x="305181"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8" name="Google Shape;5548;p61"/>
                <p:cNvSpPr/>
                <p:nvPr/>
              </p:nvSpPr>
              <p:spPr>
                <a:xfrm>
                  <a:off x="4191364" y="4976547"/>
                  <a:ext cx="114454" cy="46386"/>
                </a:xfrm>
                <a:custGeom>
                  <a:avLst/>
                  <a:gdLst/>
                  <a:ahLst/>
                  <a:cxnLst/>
                  <a:rect l="l" t="t" r="r" b="b"/>
                  <a:pathLst>
                    <a:path w="114454" h="46386" extrusionOk="0">
                      <a:moveTo>
                        <a:pt x="109615" y="46387"/>
                      </a:moveTo>
                      <a:cubicBezTo>
                        <a:pt x="106852" y="42767"/>
                        <a:pt x="102852" y="39338"/>
                        <a:pt x="97709" y="36290"/>
                      </a:cubicBezTo>
                      <a:cubicBezTo>
                        <a:pt x="75325" y="23336"/>
                        <a:pt x="39130" y="23336"/>
                        <a:pt x="16746" y="36290"/>
                      </a:cubicBezTo>
                      <a:cubicBezTo>
                        <a:pt x="11602" y="39243"/>
                        <a:pt x="7602" y="42672"/>
                        <a:pt x="4840" y="46387"/>
                      </a:cubicBezTo>
                      <a:cubicBezTo>
                        <a:pt x="-4400" y="34290"/>
                        <a:pt x="-399" y="19621"/>
                        <a:pt x="16746" y="9716"/>
                      </a:cubicBezTo>
                      <a:cubicBezTo>
                        <a:pt x="39130" y="-3239"/>
                        <a:pt x="75325" y="-3239"/>
                        <a:pt x="97709" y="9716"/>
                      </a:cubicBezTo>
                      <a:cubicBezTo>
                        <a:pt x="114853" y="19621"/>
                        <a:pt x="118854" y="34290"/>
                        <a:pt x="109615" y="46387"/>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9" name="Google Shape;5549;p61"/>
                <p:cNvSpPr/>
                <p:nvPr/>
              </p:nvSpPr>
              <p:spPr>
                <a:xfrm>
                  <a:off x="4196204" y="5003122"/>
                  <a:ext cx="104775" cy="39528"/>
                </a:xfrm>
                <a:custGeom>
                  <a:avLst/>
                  <a:gdLst/>
                  <a:ahLst/>
                  <a:cxnLst/>
                  <a:rect l="l" t="t" r="r" b="b"/>
                  <a:pathLst>
                    <a:path w="104775" h="39528" extrusionOk="0">
                      <a:moveTo>
                        <a:pt x="104775" y="19812"/>
                      </a:moveTo>
                      <a:cubicBezTo>
                        <a:pt x="102013" y="23431"/>
                        <a:pt x="98012" y="26861"/>
                        <a:pt x="92869" y="29813"/>
                      </a:cubicBezTo>
                      <a:cubicBezTo>
                        <a:pt x="70485" y="42767"/>
                        <a:pt x="34290" y="42767"/>
                        <a:pt x="11906" y="29813"/>
                      </a:cubicBezTo>
                      <a:cubicBezTo>
                        <a:pt x="6763" y="26861"/>
                        <a:pt x="2762" y="23431"/>
                        <a:pt x="0" y="19812"/>
                      </a:cubicBezTo>
                      <a:cubicBezTo>
                        <a:pt x="2762" y="16192"/>
                        <a:pt x="6763" y="12763"/>
                        <a:pt x="11906" y="9715"/>
                      </a:cubicBezTo>
                      <a:cubicBezTo>
                        <a:pt x="34290" y="-3238"/>
                        <a:pt x="70485" y="-3238"/>
                        <a:pt x="92869" y="9715"/>
                      </a:cubicBezTo>
                      <a:cubicBezTo>
                        <a:pt x="98012" y="12668"/>
                        <a:pt x="102013" y="16097"/>
                        <a:pt x="104775" y="19812"/>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50" name="Google Shape;5550;p61"/>
              <p:cNvGrpSpPr/>
              <p:nvPr/>
            </p:nvGrpSpPr>
            <p:grpSpPr>
              <a:xfrm>
                <a:off x="4069212" y="4805192"/>
                <a:ext cx="358735" cy="305895"/>
                <a:chOff x="4069212" y="4805192"/>
                <a:chExt cx="358735" cy="305895"/>
              </a:xfrm>
            </p:grpSpPr>
            <p:sp>
              <p:nvSpPr>
                <p:cNvPr id="5551" name="Google Shape;5551;p61"/>
                <p:cNvSpPr/>
                <p:nvPr/>
              </p:nvSpPr>
              <p:spPr>
                <a:xfrm>
                  <a:off x="4069235" y="4908824"/>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2" y="212407"/>
                        <a:pt x="52388" y="171831"/>
                      </a:cubicBezTo>
                      <a:cubicBezTo>
                        <a:pt x="17336" y="151733"/>
                        <a:pt x="0" y="125063"/>
                        <a:pt x="0" y="98393"/>
                      </a:cubicBezTo>
                      <a:lnTo>
                        <a:pt x="0" y="0"/>
                      </a:lnTo>
                      <a:lnTo>
                        <a:pt x="3587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2" name="Google Shape;5552;p61"/>
                <p:cNvSpPr/>
                <p:nvPr/>
              </p:nvSpPr>
              <p:spPr>
                <a:xfrm>
                  <a:off x="4069235" y="4921492"/>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3" name="Google Shape;5553;p61"/>
                <p:cNvSpPr/>
                <p:nvPr/>
              </p:nvSpPr>
              <p:spPr>
                <a:xfrm>
                  <a:off x="4069235" y="493873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4" name="Google Shape;5554;p61"/>
                <p:cNvSpPr/>
                <p:nvPr/>
              </p:nvSpPr>
              <p:spPr>
                <a:xfrm>
                  <a:off x="4069235" y="4955878"/>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5" name="Google Shape;5555;p61"/>
                <p:cNvSpPr/>
                <p:nvPr/>
              </p:nvSpPr>
              <p:spPr>
                <a:xfrm>
                  <a:off x="4069235" y="4973118"/>
                  <a:ext cx="358711" cy="110632"/>
                </a:xfrm>
                <a:custGeom>
                  <a:avLst/>
                  <a:gdLst/>
                  <a:ahLst/>
                  <a:cxnLst/>
                  <a:rect l="l" t="t" r="r" b="b"/>
                  <a:pathLst>
                    <a:path w="358711" h="110632" extrusionOk="0">
                      <a:moveTo>
                        <a:pt x="358712" y="0"/>
                      </a:moveTo>
                      <a:cubicBezTo>
                        <a:pt x="358712" y="26479"/>
                        <a:pt x="341090" y="52864"/>
                        <a:pt x="306134" y="73057"/>
                      </a:cubicBezTo>
                      <a:cubicBezTo>
                        <a:pt x="236220" y="113824"/>
                        <a:pt x="122587" y="113824"/>
                        <a:pt x="52483" y="73057"/>
                      </a:cubicBezTo>
                      <a:cubicBezTo>
                        <a:pt x="18288" y="53340"/>
                        <a:pt x="762" y="27622"/>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6" name="Google Shape;5556;p61"/>
                <p:cNvSpPr/>
                <p:nvPr/>
              </p:nvSpPr>
              <p:spPr>
                <a:xfrm>
                  <a:off x="4069235" y="499026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622"/>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7" name="Google Shape;5557;p61"/>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8" name="Google Shape;5558;p61"/>
                <p:cNvSpPr/>
                <p:nvPr/>
              </p:nvSpPr>
              <p:spPr>
                <a:xfrm>
                  <a:off x="4083356" y="4813360"/>
                  <a:ext cx="330445" cy="190857"/>
                </a:xfrm>
                <a:custGeom>
                  <a:avLst/>
                  <a:gdLst/>
                  <a:ahLst/>
                  <a:cxnLst/>
                  <a:rect l="l" t="t" r="r" b="b"/>
                  <a:pathLst>
                    <a:path w="330445" h="190857" extrusionOk="0">
                      <a:moveTo>
                        <a:pt x="48363" y="162711"/>
                      </a:moveTo>
                      <a:cubicBezTo>
                        <a:pt x="112943" y="200239"/>
                        <a:pt x="217623" y="200239"/>
                        <a:pt x="282011" y="162711"/>
                      </a:cubicBezTo>
                      <a:cubicBezTo>
                        <a:pt x="346591" y="125563"/>
                        <a:pt x="346591" y="65080"/>
                        <a:pt x="282011" y="27932"/>
                      </a:cubicBezTo>
                      <a:cubicBezTo>
                        <a:pt x="217623" y="-9311"/>
                        <a:pt x="112943" y="-9311"/>
                        <a:pt x="48363" y="27932"/>
                      </a:cubicBezTo>
                      <a:cubicBezTo>
                        <a:pt x="-16121" y="65080"/>
                        <a:pt x="-16121" y="125563"/>
                        <a:pt x="48363" y="16271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9" name="Google Shape;5559;p61"/>
                <p:cNvSpPr/>
                <p:nvPr/>
              </p:nvSpPr>
              <p:spPr>
                <a:xfrm>
                  <a:off x="4094024" y="4819504"/>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0" name="Google Shape;5560;p61"/>
                <p:cNvSpPr/>
                <p:nvPr/>
              </p:nvSpPr>
              <p:spPr>
                <a:xfrm>
                  <a:off x="4102621" y="4824933"/>
                  <a:ext cx="291917" cy="168568"/>
                </a:xfrm>
                <a:custGeom>
                  <a:avLst/>
                  <a:gdLst/>
                  <a:ahLst/>
                  <a:cxnLst/>
                  <a:rect l="l" t="t" r="r" b="b"/>
                  <a:pathLst>
                    <a:path w="291917" h="168568" extrusionOk="0">
                      <a:moveTo>
                        <a:pt x="42719" y="143709"/>
                      </a:moveTo>
                      <a:cubicBezTo>
                        <a:pt x="99774" y="176855"/>
                        <a:pt x="192262" y="176855"/>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1" name="Google Shape;5561;p61"/>
                <p:cNvSpPr/>
                <p:nvPr/>
              </p:nvSpPr>
              <p:spPr>
                <a:xfrm>
                  <a:off x="4111550" y="4829672"/>
                  <a:ext cx="273962" cy="158329"/>
                </a:xfrm>
                <a:custGeom>
                  <a:avLst/>
                  <a:gdLst/>
                  <a:ahLst/>
                  <a:cxnLst/>
                  <a:rect l="l" t="t" r="r" b="b"/>
                  <a:pathLst>
                    <a:path w="273962" h="158329" extrusionOk="0">
                      <a:moveTo>
                        <a:pt x="40076" y="134969"/>
                      </a:moveTo>
                      <a:cubicBezTo>
                        <a:pt x="93607" y="166116"/>
                        <a:pt x="180475" y="166116"/>
                        <a:pt x="233815" y="134969"/>
                      </a:cubicBezTo>
                      <a:cubicBezTo>
                        <a:pt x="287346" y="104108"/>
                        <a:pt x="287346" y="54007"/>
                        <a:pt x="233815" y="23146"/>
                      </a:cubicBezTo>
                      <a:cubicBezTo>
                        <a:pt x="180475" y="-7715"/>
                        <a:pt x="93607" y="-7715"/>
                        <a:pt x="40076" y="23146"/>
                      </a:cubicBezTo>
                      <a:cubicBezTo>
                        <a:pt x="-13359" y="54007"/>
                        <a:pt x="-13359" y="104108"/>
                        <a:pt x="40076" y="13496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2" name="Google Shape;5562;p61"/>
                <p:cNvSpPr/>
                <p:nvPr/>
              </p:nvSpPr>
              <p:spPr>
                <a:xfrm>
                  <a:off x="4119194" y="4834386"/>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3" name="Google Shape;5563;p61"/>
                <p:cNvSpPr/>
                <p:nvPr/>
              </p:nvSpPr>
              <p:spPr>
                <a:xfrm>
                  <a:off x="4126743" y="4838434"/>
                  <a:ext cx="243673" cy="140803"/>
                </a:xfrm>
                <a:custGeom>
                  <a:avLst/>
                  <a:gdLst/>
                  <a:ahLst/>
                  <a:cxnLst/>
                  <a:rect l="l" t="t" r="r" b="b"/>
                  <a:pathLst>
                    <a:path w="243673" h="140803" extrusionOk="0">
                      <a:moveTo>
                        <a:pt x="35647" y="120015"/>
                      </a:moveTo>
                      <a:cubicBezTo>
                        <a:pt x="83272" y="147733"/>
                        <a:pt x="160520" y="147733"/>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4" name="Google Shape;5564;p61"/>
                <p:cNvSpPr/>
                <p:nvPr/>
              </p:nvSpPr>
              <p:spPr>
                <a:xfrm>
                  <a:off x="4133505" y="4842626"/>
                  <a:ext cx="230147" cy="132921"/>
                </a:xfrm>
                <a:custGeom>
                  <a:avLst/>
                  <a:gdLst/>
                  <a:ahLst/>
                  <a:cxnLst/>
                  <a:rect l="l" t="t" r="r" b="b"/>
                  <a:pathLst>
                    <a:path w="230147" h="132921" extrusionOk="0">
                      <a:moveTo>
                        <a:pt x="33647" y="113347"/>
                      </a:moveTo>
                      <a:cubicBezTo>
                        <a:pt x="78605" y="139446"/>
                        <a:pt x="151567" y="139446"/>
                        <a:pt x="196429" y="113347"/>
                      </a:cubicBezTo>
                      <a:cubicBezTo>
                        <a:pt x="241387" y="87439"/>
                        <a:pt x="241387" y="45339"/>
                        <a:pt x="196429" y="19431"/>
                      </a:cubicBezTo>
                      <a:cubicBezTo>
                        <a:pt x="151567" y="-6477"/>
                        <a:pt x="78700" y="-6477"/>
                        <a:pt x="33647" y="19431"/>
                      </a:cubicBezTo>
                      <a:cubicBezTo>
                        <a:pt x="-11216" y="45339"/>
                        <a:pt x="-11216" y="87439"/>
                        <a:pt x="33647" y="11334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5" name="Google Shape;5565;p61"/>
                <p:cNvSpPr/>
                <p:nvPr/>
              </p:nvSpPr>
              <p:spPr>
                <a:xfrm>
                  <a:off x="4140459" y="4846507"/>
                  <a:ext cx="216074" cy="124682"/>
                </a:xfrm>
                <a:custGeom>
                  <a:avLst/>
                  <a:gdLst/>
                  <a:ahLst/>
                  <a:cxnLst/>
                  <a:rect l="l" t="t" r="r" b="b"/>
                  <a:pathLst>
                    <a:path w="216074" h="124682" extrusionOk="0">
                      <a:moveTo>
                        <a:pt x="31647" y="106323"/>
                      </a:moveTo>
                      <a:cubicBezTo>
                        <a:pt x="73843" y="130802"/>
                        <a:pt x="142327" y="130802"/>
                        <a:pt x="184428" y="106323"/>
                      </a:cubicBezTo>
                      <a:cubicBezTo>
                        <a:pt x="226623" y="82034"/>
                        <a:pt x="226623" y="42505"/>
                        <a:pt x="184428" y="18217"/>
                      </a:cubicBezTo>
                      <a:cubicBezTo>
                        <a:pt x="142327" y="-6072"/>
                        <a:pt x="73843" y="-6072"/>
                        <a:pt x="31647" y="18217"/>
                      </a:cubicBezTo>
                      <a:cubicBezTo>
                        <a:pt x="-10549" y="42505"/>
                        <a:pt x="-10549" y="82034"/>
                        <a:pt x="31647" y="106323"/>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6" name="Google Shape;5566;p61"/>
                <p:cNvSpPr/>
                <p:nvPr/>
              </p:nvSpPr>
              <p:spPr>
                <a:xfrm>
                  <a:off x="4146531" y="4850174"/>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7" name="Google Shape;5567;p61"/>
                <p:cNvSpPr/>
                <p:nvPr/>
              </p:nvSpPr>
              <p:spPr>
                <a:xfrm>
                  <a:off x="4152008" y="4853103"/>
                  <a:ext cx="193166" cy="111490"/>
                </a:xfrm>
                <a:custGeom>
                  <a:avLst/>
                  <a:gdLst/>
                  <a:ahLst/>
                  <a:cxnLst/>
                  <a:rect l="l" t="t" r="r" b="b"/>
                  <a:pathLst>
                    <a:path w="193166" h="111490" extrusionOk="0">
                      <a:moveTo>
                        <a:pt x="28289" y="95060"/>
                      </a:moveTo>
                      <a:cubicBezTo>
                        <a:pt x="66008" y="116967"/>
                        <a:pt x="127254" y="116967"/>
                        <a:pt x="164878" y="95060"/>
                      </a:cubicBezTo>
                      <a:cubicBezTo>
                        <a:pt x="202597" y="73342"/>
                        <a:pt x="202597" y="38005"/>
                        <a:pt x="164878" y="16288"/>
                      </a:cubicBezTo>
                      <a:cubicBezTo>
                        <a:pt x="127254" y="-5429"/>
                        <a:pt x="66103" y="-5429"/>
                        <a:pt x="28289" y="16288"/>
                      </a:cubicBezTo>
                      <a:cubicBezTo>
                        <a:pt x="-9430" y="38005"/>
                        <a:pt x="-9430" y="73342"/>
                        <a:pt x="28289" y="9506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8" name="Google Shape;5568;p61"/>
                <p:cNvSpPr/>
                <p:nvPr/>
              </p:nvSpPr>
              <p:spPr>
                <a:xfrm>
                  <a:off x="4157294" y="4856341"/>
                  <a:ext cx="182475" cy="105322"/>
                </a:xfrm>
                <a:custGeom>
                  <a:avLst/>
                  <a:gdLst/>
                  <a:ahLst/>
                  <a:cxnLst/>
                  <a:rect l="l" t="t" r="r" b="b"/>
                  <a:pathLst>
                    <a:path w="182475" h="105322" extrusionOk="0">
                      <a:moveTo>
                        <a:pt x="26718" y="89821"/>
                      </a:moveTo>
                      <a:cubicBezTo>
                        <a:pt x="62341" y="110490"/>
                        <a:pt x="120158" y="110490"/>
                        <a:pt x="155686" y="89821"/>
                      </a:cubicBezTo>
                      <a:cubicBezTo>
                        <a:pt x="191405" y="69342"/>
                        <a:pt x="191405" y="35909"/>
                        <a:pt x="155686" y="15431"/>
                      </a:cubicBezTo>
                      <a:cubicBezTo>
                        <a:pt x="120158" y="-5144"/>
                        <a:pt x="62341" y="-5144"/>
                        <a:pt x="26718" y="15431"/>
                      </a:cubicBezTo>
                      <a:cubicBezTo>
                        <a:pt x="-8906" y="35909"/>
                        <a:pt x="-8906" y="69342"/>
                        <a:pt x="26718" y="8982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9" name="Google Shape;5569;p61"/>
                <p:cNvSpPr/>
                <p:nvPr/>
              </p:nvSpPr>
              <p:spPr>
                <a:xfrm>
                  <a:off x="4162676" y="4859175"/>
                  <a:ext cx="171831" cy="99250"/>
                </a:xfrm>
                <a:custGeom>
                  <a:avLst/>
                  <a:gdLst/>
                  <a:ahLst/>
                  <a:cxnLst/>
                  <a:rect l="l" t="t" r="r" b="b"/>
                  <a:pathLst>
                    <a:path w="171831" h="99250" extrusionOk="0">
                      <a:moveTo>
                        <a:pt x="25146" y="84606"/>
                      </a:moveTo>
                      <a:cubicBezTo>
                        <a:pt x="58769" y="104132"/>
                        <a:pt x="113157" y="104132"/>
                        <a:pt x="146685" y="84606"/>
                      </a:cubicBezTo>
                      <a:cubicBezTo>
                        <a:pt x="180213" y="65270"/>
                        <a:pt x="180213" y="33838"/>
                        <a:pt x="146685" y="14502"/>
                      </a:cubicBezTo>
                      <a:cubicBezTo>
                        <a:pt x="113252" y="-4834"/>
                        <a:pt x="58769" y="-4834"/>
                        <a:pt x="25146" y="14502"/>
                      </a:cubicBezTo>
                      <a:cubicBezTo>
                        <a:pt x="-8382" y="33838"/>
                        <a:pt x="-8382" y="65270"/>
                        <a:pt x="25146" y="8460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0" name="Google Shape;5570;p61"/>
                <p:cNvSpPr/>
                <p:nvPr/>
              </p:nvSpPr>
              <p:spPr>
                <a:xfrm>
                  <a:off x="4167438" y="4862152"/>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1909"/>
                        <a:pt x="138493" y="13716"/>
                      </a:cubicBezTo>
                      <a:cubicBezTo>
                        <a:pt x="106870" y="-4572"/>
                        <a:pt x="55435" y="-4572"/>
                        <a:pt x="23717" y="13716"/>
                      </a:cubicBezTo>
                      <a:cubicBezTo>
                        <a:pt x="-7906" y="32004"/>
                        <a:pt x="-7906" y="61627"/>
                        <a:pt x="23717" y="7991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1" name="Google Shape;5571;p61"/>
                <p:cNvSpPr/>
                <p:nvPr/>
              </p:nvSpPr>
              <p:spPr>
                <a:xfrm>
                  <a:off x="4172391" y="4864819"/>
                  <a:ext cx="152376" cy="87963"/>
                </a:xfrm>
                <a:custGeom>
                  <a:avLst/>
                  <a:gdLst/>
                  <a:ahLst/>
                  <a:cxnLst/>
                  <a:rect l="l" t="t" r="r" b="b"/>
                  <a:pathLst>
                    <a:path w="152376" h="87963" extrusionOk="0">
                      <a:moveTo>
                        <a:pt x="22288" y="74962"/>
                      </a:moveTo>
                      <a:cubicBezTo>
                        <a:pt x="52102" y="92297"/>
                        <a:pt x="100298" y="92297"/>
                        <a:pt x="130016" y="74962"/>
                      </a:cubicBezTo>
                      <a:cubicBezTo>
                        <a:pt x="159829" y="57817"/>
                        <a:pt x="159829" y="30004"/>
                        <a:pt x="130016" y="12859"/>
                      </a:cubicBezTo>
                      <a:cubicBezTo>
                        <a:pt x="100298" y="-4286"/>
                        <a:pt x="52102" y="-4286"/>
                        <a:pt x="22288" y="12859"/>
                      </a:cubicBezTo>
                      <a:cubicBezTo>
                        <a:pt x="-7429" y="30004"/>
                        <a:pt x="-7429" y="57817"/>
                        <a:pt x="22288" y="74962"/>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2" name="Google Shape;5572;p61"/>
                <p:cNvSpPr/>
                <p:nvPr/>
              </p:nvSpPr>
              <p:spPr>
                <a:xfrm>
                  <a:off x="4176654" y="4867438"/>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3" name="Google Shape;5573;p61"/>
                <p:cNvSpPr/>
                <p:nvPr/>
              </p:nvSpPr>
              <p:spPr>
                <a:xfrm>
                  <a:off x="4183678" y="4871796"/>
                  <a:ext cx="129635" cy="74866"/>
                </a:xfrm>
                <a:custGeom>
                  <a:avLst/>
                  <a:gdLst/>
                  <a:ahLst/>
                  <a:cxnLst/>
                  <a:rect l="l" t="t" r="r" b="b"/>
                  <a:pathLst>
                    <a:path w="129635" h="74866" extrusionOk="0">
                      <a:moveTo>
                        <a:pt x="19002" y="63794"/>
                      </a:moveTo>
                      <a:cubicBezTo>
                        <a:pt x="44339" y="78557"/>
                        <a:pt x="85392" y="78557"/>
                        <a:pt x="110633" y="63794"/>
                      </a:cubicBezTo>
                      <a:cubicBezTo>
                        <a:pt x="135969" y="49221"/>
                        <a:pt x="135969" y="25503"/>
                        <a:pt x="110633" y="10930"/>
                      </a:cubicBezTo>
                      <a:cubicBezTo>
                        <a:pt x="85392" y="-3643"/>
                        <a:pt x="44339" y="-3643"/>
                        <a:pt x="19002" y="10930"/>
                      </a:cubicBezTo>
                      <a:cubicBezTo>
                        <a:pt x="-6334" y="25503"/>
                        <a:pt x="-6334" y="49221"/>
                        <a:pt x="19002" y="63794"/>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4" name="Google Shape;5574;p61"/>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75" name="Google Shape;5575;p61"/>
              <p:cNvGrpSpPr/>
              <p:nvPr/>
            </p:nvGrpSpPr>
            <p:grpSpPr>
              <a:xfrm>
                <a:off x="4045709" y="4779094"/>
                <a:ext cx="405669" cy="247363"/>
                <a:chOff x="4045709" y="4779094"/>
                <a:chExt cx="405669" cy="247363"/>
              </a:xfrm>
            </p:grpSpPr>
            <p:sp>
              <p:nvSpPr>
                <p:cNvPr id="5576" name="Google Shape;5576;p61"/>
                <p:cNvSpPr/>
                <p:nvPr/>
              </p:nvSpPr>
              <p:spPr>
                <a:xfrm>
                  <a:off x="4045709" y="4792333"/>
                  <a:ext cx="405669" cy="234124"/>
                </a:xfrm>
                <a:custGeom>
                  <a:avLst/>
                  <a:gdLst/>
                  <a:ahLst/>
                  <a:cxnLst/>
                  <a:rect l="l" t="t" r="r" b="b"/>
                  <a:pathLst>
                    <a:path w="405669" h="234124" extrusionOk="0">
                      <a:moveTo>
                        <a:pt x="404336" y="103823"/>
                      </a:moveTo>
                      <a:cubicBezTo>
                        <a:pt x="399288" y="78391"/>
                        <a:pt x="379952" y="53816"/>
                        <a:pt x="346234" y="34290"/>
                      </a:cubicBezTo>
                      <a:cubicBezTo>
                        <a:pt x="267081" y="-11430"/>
                        <a:pt x="138589" y="-11430"/>
                        <a:pt x="59436" y="34290"/>
                      </a:cubicBezTo>
                      <a:cubicBezTo>
                        <a:pt x="25527" y="53912"/>
                        <a:pt x="6096" y="78677"/>
                        <a:pt x="1238" y="104299"/>
                      </a:cubicBezTo>
                      <a:lnTo>
                        <a:pt x="0" y="103823"/>
                      </a:lnTo>
                      <a:lnTo>
                        <a:pt x="0" y="117824"/>
                      </a:lnTo>
                      <a:lnTo>
                        <a:pt x="0" y="117824"/>
                      </a:lnTo>
                      <a:cubicBezTo>
                        <a:pt x="381" y="147542"/>
                        <a:pt x="20098" y="177165"/>
                        <a:pt x="59436" y="199835"/>
                      </a:cubicBezTo>
                      <a:cubicBezTo>
                        <a:pt x="138589" y="245555"/>
                        <a:pt x="267081" y="245555"/>
                        <a:pt x="346234" y="199835"/>
                      </a:cubicBezTo>
                      <a:cubicBezTo>
                        <a:pt x="385858" y="176974"/>
                        <a:pt x="405670" y="147066"/>
                        <a:pt x="405670" y="117062"/>
                      </a:cubicBezTo>
                      <a:lnTo>
                        <a:pt x="405670" y="103727"/>
                      </a:lnTo>
                      <a:lnTo>
                        <a:pt x="404336" y="103727"/>
                      </a:lnTo>
                      <a:close/>
                      <a:moveTo>
                        <a:pt x="76200" y="44006"/>
                      </a:moveTo>
                      <a:cubicBezTo>
                        <a:pt x="82963" y="40100"/>
                        <a:pt x="93821" y="40100"/>
                        <a:pt x="100584" y="44006"/>
                      </a:cubicBezTo>
                      <a:lnTo>
                        <a:pt x="150209" y="72676"/>
                      </a:lnTo>
                      <a:cubicBezTo>
                        <a:pt x="156877" y="76581"/>
                        <a:pt x="156877" y="82868"/>
                        <a:pt x="150209" y="86773"/>
                      </a:cubicBezTo>
                      <a:cubicBezTo>
                        <a:pt x="143446" y="90678"/>
                        <a:pt x="132588" y="90678"/>
                        <a:pt x="125825" y="86773"/>
                      </a:cubicBezTo>
                      <a:lnTo>
                        <a:pt x="76200" y="58103"/>
                      </a:lnTo>
                      <a:cubicBezTo>
                        <a:pt x="69533" y="54197"/>
                        <a:pt x="69533" y="47911"/>
                        <a:pt x="76200" y="44101"/>
                      </a:cubicBezTo>
                      <a:close/>
                      <a:moveTo>
                        <a:pt x="40958" y="127064"/>
                      </a:moveTo>
                      <a:cubicBezTo>
                        <a:pt x="31433" y="127064"/>
                        <a:pt x="23717" y="122587"/>
                        <a:pt x="23717" y="117157"/>
                      </a:cubicBezTo>
                      <a:cubicBezTo>
                        <a:pt x="23717" y="111728"/>
                        <a:pt x="31433" y="107252"/>
                        <a:pt x="40958" y="107252"/>
                      </a:cubicBezTo>
                      <a:lnTo>
                        <a:pt x="111062" y="107252"/>
                      </a:lnTo>
                      <a:cubicBezTo>
                        <a:pt x="120587" y="107252"/>
                        <a:pt x="128302" y="111728"/>
                        <a:pt x="128302" y="117157"/>
                      </a:cubicBezTo>
                      <a:cubicBezTo>
                        <a:pt x="128302" y="122587"/>
                        <a:pt x="120587" y="127064"/>
                        <a:pt x="111062" y="127064"/>
                      </a:cubicBezTo>
                      <a:lnTo>
                        <a:pt x="40958" y="127064"/>
                      </a:lnTo>
                      <a:close/>
                      <a:moveTo>
                        <a:pt x="150114" y="161544"/>
                      </a:moveTo>
                      <a:lnTo>
                        <a:pt x="100489" y="190214"/>
                      </a:lnTo>
                      <a:cubicBezTo>
                        <a:pt x="93821" y="194120"/>
                        <a:pt x="82868" y="194120"/>
                        <a:pt x="76105" y="190214"/>
                      </a:cubicBezTo>
                      <a:cubicBezTo>
                        <a:pt x="69437" y="186309"/>
                        <a:pt x="69437" y="180023"/>
                        <a:pt x="76105" y="176213"/>
                      </a:cubicBezTo>
                      <a:lnTo>
                        <a:pt x="125730" y="147542"/>
                      </a:lnTo>
                      <a:cubicBezTo>
                        <a:pt x="132493" y="143637"/>
                        <a:pt x="143351" y="143637"/>
                        <a:pt x="150114" y="147542"/>
                      </a:cubicBezTo>
                      <a:cubicBezTo>
                        <a:pt x="156877" y="151448"/>
                        <a:pt x="156781" y="157734"/>
                        <a:pt x="150114" y="161544"/>
                      </a:cubicBezTo>
                      <a:close/>
                      <a:moveTo>
                        <a:pt x="185547" y="23622"/>
                      </a:moveTo>
                      <a:cubicBezTo>
                        <a:pt x="185547" y="18098"/>
                        <a:pt x="193262" y="13716"/>
                        <a:pt x="202787" y="13716"/>
                      </a:cubicBezTo>
                      <a:cubicBezTo>
                        <a:pt x="212312" y="13716"/>
                        <a:pt x="220028" y="18193"/>
                        <a:pt x="219932" y="23622"/>
                      </a:cubicBezTo>
                      <a:lnTo>
                        <a:pt x="219932" y="64103"/>
                      </a:lnTo>
                      <a:cubicBezTo>
                        <a:pt x="219932" y="69532"/>
                        <a:pt x="212217" y="74009"/>
                        <a:pt x="202787" y="74009"/>
                      </a:cubicBezTo>
                      <a:cubicBezTo>
                        <a:pt x="193358" y="74009"/>
                        <a:pt x="185547" y="69532"/>
                        <a:pt x="185547" y="64103"/>
                      </a:cubicBezTo>
                      <a:lnTo>
                        <a:pt x="185547" y="23622"/>
                      </a:lnTo>
                      <a:close/>
                      <a:moveTo>
                        <a:pt x="202787" y="220409"/>
                      </a:moveTo>
                      <a:cubicBezTo>
                        <a:pt x="193262" y="220409"/>
                        <a:pt x="185547" y="215932"/>
                        <a:pt x="185547" y="210503"/>
                      </a:cubicBezTo>
                      <a:lnTo>
                        <a:pt x="185547" y="170021"/>
                      </a:lnTo>
                      <a:cubicBezTo>
                        <a:pt x="185547" y="164497"/>
                        <a:pt x="193262" y="160115"/>
                        <a:pt x="202787" y="160115"/>
                      </a:cubicBezTo>
                      <a:cubicBezTo>
                        <a:pt x="212312" y="160115"/>
                        <a:pt x="220028" y="164592"/>
                        <a:pt x="220028" y="170021"/>
                      </a:cubicBezTo>
                      <a:lnTo>
                        <a:pt x="220028" y="210503"/>
                      </a:lnTo>
                      <a:cubicBezTo>
                        <a:pt x="220028" y="216027"/>
                        <a:pt x="212312" y="220409"/>
                        <a:pt x="202787" y="220409"/>
                      </a:cubicBezTo>
                      <a:close/>
                      <a:moveTo>
                        <a:pt x="255461" y="72581"/>
                      </a:moveTo>
                      <a:lnTo>
                        <a:pt x="305086" y="43910"/>
                      </a:lnTo>
                      <a:cubicBezTo>
                        <a:pt x="311848" y="40005"/>
                        <a:pt x="322707" y="40005"/>
                        <a:pt x="329375" y="43910"/>
                      </a:cubicBezTo>
                      <a:cubicBezTo>
                        <a:pt x="336137" y="47815"/>
                        <a:pt x="336137" y="54102"/>
                        <a:pt x="329375" y="57912"/>
                      </a:cubicBezTo>
                      <a:lnTo>
                        <a:pt x="279749" y="86582"/>
                      </a:lnTo>
                      <a:cubicBezTo>
                        <a:pt x="272987" y="90488"/>
                        <a:pt x="262128" y="90488"/>
                        <a:pt x="255365" y="86582"/>
                      </a:cubicBezTo>
                      <a:cubicBezTo>
                        <a:pt x="248698" y="82677"/>
                        <a:pt x="248698" y="76390"/>
                        <a:pt x="255365" y="72485"/>
                      </a:cubicBezTo>
                      <a:close/>
                      <a:moveTo>
                        <a:pt x="329375" y="190119"/>
                      </a:moveTo>
                      <a:cubicBezTo>
                        <a:pt x="322707" y="194024"/>
                        <a:pt x="311753" y="194024"/>
                        <a:pt x="305086" y="190119"/>
                      </a:cubicBezTo>
                      <a:lnTo>
                        <a:pt x="255461" y="161449"/>
                      </a:lnTo>
                      <a:cubicBezTo>
                        <a:pt x="248698" y="157544"/>
                        <a:pt x="248698" y="151257"/>
                        <a:pt x="255461" y="147447"/>
                      </a:cubicBezTo>
                      <a:cubicBezTo>
                        <a:pt x="262128" y="143542"/>
                        <a:pt x="273082" y="143542"/>
                        <a:pt x="279749" y="147447"/>
                      </a:cubicBezTo>
                      <a:lnTo>
                        <a:pt x="329375" y="176117"/>
                      </a:lnTo>
                      <a:cubicBezTo>
                        <a:pt x="336137" y="180023"/>
                        <a:pt x="336137" y="186309"/>
                        <a:pt x="329375" y="190119"/>
                      </a:cubicBezTo>
                      <a:close/>
                      <a:moveTo>
                        <a:pt x="364617" y="126968"/>
                      </a:moveTo>
                      <a:lnTo>
                        <a:pt x="294418" y="126968"/>
                      </a:lnTo>
                      <a:cubicBezTo>
                        <a:pt x="284893" y="126968"/>
                        <a:pt x="277178" y="122492"/>
                        <a:pt x="277178" y="117062"/>
                      </a:cubicBezTo>
                      <a:cubicBezTo>
                        <a:pt x="277178" y="111633"/>
                        <a:pt x="284893" y="107156"/>
                        <a:pt x="294418" y="107156"/>
                      </a:cubicBezTo>
                      <a:lnTo>
                        <a:pt x="364617" y="107156"/>
                      </a:lnTo>
                      <a:cubicBezTo>
                        <a:pt x="374142" y="107156"/>
                        <a:pt x="381857" y="111633"/>
                        <a:pt x="381857" y="117062"/>
                      </a:cubicBezTo>
                      <a:cubicBezTo>
                        <a:pt x="381857" y="122492"/>
                        <a:pt x="374142" y="126968"/>
                        <a:pt x="364617"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7" name="Google Shape;5577;p61"/>
                <p:cNvSpPr/>
                <p:nvPr/>
              </p:nvSpPr>
              <p:spPr>
                <a:xfrm>
                  <a:off x="4045709" y="4779094"/>
                  <a:ext cx="405598" cy="234124"/>
                </a:xfrm>
                <a:custGeom>
                  <a:avLst/>
                  <a:gdLst/>
                  <a:ahLst/>
                  <a:cxnLst/>
                  <a:rect l="l" t="t" r="r" b="b"/>
                  <a:pathLst>
                    <a:path w="405598" h="234124" extrusionOk="0">
                      <a:moveTo>
                        <a:pt x="346234" y="34290"/>
                      </a:moveTo>
                      <a:cubicBezTo>
                        <a:pt x="267081" y="-11430"/>
                        <a:pt x="138589" y="-11430"/>
                        <a:pt x="59436" y="34290"/>
                      </a:cubicBezTo>
                      <a:cubicBezTo>
                        <a:pt x="-19812" y="80010"/>
                        <a:pt x="-19812" y="154115"/>
                        <a:pt x="59436" y="199834"/>
                      </a:cubicBezTo>
                      <a:cubicBezTo>
                        <a:pt x="138589" y="245555"/>
                        <a:pt x="267081" y="245555"/>
                        <a:pt x="346234" y="199834"/>
                      </a:cubicBezTo>
                      <a:cubicBezTo>
                        <a:pt x="425386" y="154115"/>
                        <a:pt x="425386" y="80010"/>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677"/>
                      </a:cubicBezTo>
                      <a:cubicBezTo>
                        <a:pt x="143446" y="90583"/>
                        <a:pt x="132588" y="90583"/>
                        <a:pt x="125825" y="86677"/>
                      </a:cubicBezTo>
                      <a:lnTo>
                        <a:pt x="76200" y="58007"/>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582"/>
                      </a:moveTo>
                      <a:cubicBezTo>
                        <a:pt x="273082" y="90488"/>
                        <a:pt x="262223" y="90488"/>
                        <a:pt x="255461" y="86582"/>
                      </a:cubicBezTo>
                      <a:cubicBezTo>
                        <a:pt x="248793" y="82677"/>
                        <a:pt x="248793" y="76391"/>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061"/>
                      </a:moveTo>
                      <a:lnTo>
                        <a:pt x="364712" y="107061"/>
                      </a:lnTo>
                      <a:cubicBezTo>
                        <a:pt x="374237" y="107061"/>
                        <a:pt x="381953" y="111538"/>
                        <a:pt x="381953" y="116967"/>
                      </a:cubicBezTo>
                      <a:cubicBezTo>
                        <a:pt x="381953" y="122396"/>
                        <a:pt x="374237" y="126873"/>
                        <a:pt x="364712" y="126873"/>
                      </a:cubicBezTo>
                      <a:lnTo>
                        <a:pt x="294513" y="126873"/>
                      </a:lnTo>
                      <a:cubicBezTo>
                        <a:pt x="284988" y="126873"/>
                        <a:pt x="277273" y="122396"/>
                        <a:pt x="277273" y="116967"/>
                      </a:cubicBezTo>
                      <a:cubicBezTo>
                        <a:pt x="277273" y="111538"/>
                        <a:pt x="284988" y="107061"/>
                        <a:pt x="294513" y="107061"/>
                      </a:cubicBezTo>
                      <a:close/>
                      <a:moveTo>
                        <a:pt x="202883" y="220409"/>
                      </a:moveTo>
                      <a:cubicBezTo>
                        <a:pt x="193358" y="220409"/>
                        <a:pt x="185642" y="215932"/>
                        <a:pt x="185642" y="210502"/>
                      </a:cubicBezTo>
                      <a:lnTo>
                        <a:pt x="185642" y="170021"/>
                      </a:lnTo>
                      <a:cubicBezTo>
                        <a:pt x="185642" y="164497"/>
                        <a:pt x="193358" y="160115"/>
                        <a:pt x="202883" y="160115"/>
                      </a:cubicBezTo>
                      <a:cubicBezTo>
                        <a:pt x="212408" y="160115"/>
                        <a:pt x="220123" y="164592"/>
                        <a:pt x="220123" y="170021"/>
                      </a:cubicBezTo>
                      <a:lnTo>
                        <a:pt x="220123" y="210502"/>
                      </a:lnTo>
                      <a:cubicBezTo>
                        <a:pt x="220123" y="216027"/>
                        <a:pt x="212408" y="220409"/>
                        <a:pt x="202883" y="220409"/>
                      </a:cubicBezTo>
                      <a:close/>
                      <a:moveTo>
                        <a:pt x="305181" y="190119"/>
                      </a:moveTo>
                      <a:lnTo>
                        <a:pt x="255556" y="161449"/>
                      </a:lnTo>
                      <a:cubicBezTo>
                        <a:pt x="248793" y="157543"/>
                        <a:pt x="248793" y="151257"/>
                        <a:pt x="255556" y="147447"/>
                      </a:cubicBezTo>
                      <a:cubicBezTo>
                        <a:pt x="262223" y="143542"/>
                        <a:pt x="273177" y="143542"/>
                        <a:pt x="279844" y="147447"/>
                      </a:cubicBezTo>
                      <a:lnTo>
                        <a:pt x="329470" y="176117"/>
                      </a:lnTo>
                      <a:cubicBezTo>
                        <a:pt x="336233" y="180023"/>
                        <a:pt x="336233" y="186309"/>
                        <a:pt x="329470" y="190119"/>
                      </a:cubicBezTo>
                      <a:cubicBezTo>
                        <a:pt x="322802" y="194024"/>
                        <a:pt x="311848" y="194024"/>
                        <a:pt x="305181"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8" name="Google Shape;5578;p61"/>
                <p:cNvSpPr/>
                <p:nvPr/>
              </p:nvSpPr>
              <p:spPr>
                <a:xfrm>
                  <a:off x="4191364" y="4863176"/>
                  <a:ext cx="114454" cy="46315"/>
                </a:xfrm>
                <a:custGeom>
                  <a:avLst/>
                  <a:gdLst/>
                  <a:ahLst/>
                  <a:cxnLst/>
                  <a:rect l="l" t="t" r="r" b="b"/>
                  <a:pathLst>
                    <a:path w="114454" h="46315" extrusionOk="0">
                      <a:moveTo>
                        <a:pt x="109615" y="46315"/>
                      </a:moveTo>
                      <a:cubicBezTo>
                        <a:pt x="106852" y="42696"/>
                        <a:pt x="102852" y="39267"/>
                        <a:pt x="97709" y="36219"/>
                      </a:cubicBezTo>
                      <a:cubicBezTo>
                        <a:pt x="75325" y="23360"/>
                        <a:pt x="39130" y="23360"/>
                        <a:pt x="16746" y="36219"/>
                      </a:cubicBezTo>
                      <a:cubicBezTo>
                        <a:pt x="11602" y="39171"/>
                        <a:pt x="7602" y="42601"/>
                        <a:pt x="4840" y="46315"/>
                      </a:cubicBezTo>
                      <a:cubicBezTo>
                        <a:pt x="-4400" y="34218"/>
                        <a:pt x="-399" y="19550"/>
                        <a:pt x="16746" y="9644"/>
                      </a:cubicBezTo>
                      <a:cubicBezTo>
                        <a:pt x="39130" y="-3215"/>
                        <a:pt x="75325" y="-3215"/>
                        <a:pt x="97709" y="9644"/>
                      </a:cubicBezTo>
                      <a:cubicBezTo>
                        <a:pt x="114853" y="19550"/>
                        <a:pt x="118854" y="34218"/>
                        <a:pt x="109615" y="4631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9" name="Google Shape;5579;p61"/>
                <p:cNvSpPr/>
                <p:nvPr/>
              </p:nvSpPr>
              <p:spPr>
                <a:xfrm>
                  <a:off x="4196204" y="4889751"/>
                  <a:ext cx="104775" cy="39481"/>
                </a:xfrm>
                <a:custGeom>
                  <a:avLst/>
                  <a:gdLst/>
                  <a:ahLst/>
                  <a:cxnLst/>
                  <a:rect l="l" t="t" r="r" b="b"/>
                  <a:pathLst>
                    <a:path w="104775" h="39481" extrusionOk="0">
                      <a:moveTo>
                        <a:pt x="104775" y="19740"/>
                      </a:moveTo>
                      <a:cubicBezTo>
                        <a:pt x="102013" y="23360"/>
                        <a:pt x="98012" y="26789"/>
                        <a:pt x="92869" y="29837"/>
                      </a:cubicBezTo>
                      <a:cubicBezTo>
                        <a:pt x="70485" y="42696"/>
                        <a:pt x="34290" y="42696"/>
                        <a:pt x="11906" y="29837"/>
                      </a:cubicBezTo>
                      <a:cubicBezTo>
                        <a:pt x="6763" y="26884"/>
                        <a:pt x="2762" y="23455"/>
                        <a:pt x="0" y="19740"/>
                      </a:cubicBezTo>
                      <a:cubicBezTo>
                        <a:pt x="2762" y="16121"/>
                        <a:pt x="6763" y="12692"/>
                        <a:pt x="11906" y="9644"/>
                      </a:cubicBezTo>
                      <a:cubicBezTo>
                        <a:pt x="34290" y="-3215"/>
                        <a:pt x="70485" y="-3215"/>
                        <a:pt x="92869" y="9644"/>
                      </a:cubicBezTo>
                      <a:cubicBezTo>
                        <a:pt x="98012" y="12597"/>
                        <a:pt x="102013" y="16026"/>
                        <a:pt x="104775" y="197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
        <p:nvSpPr>
          <p:cNvPr id="8" name="Google Shape;4730;p56">
            <a:extLst>
              <a:ext uri="{FF2B5EF4-FFF2-40B4-BE49-F238E27FC236}">
                <a16:creationId xmlns:a16="http://schemas.microsoft.com/office/drawing/2014/main" id="{5EF79080-1E78-2F19-C162-F10BF3AB056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US" dirty="0"/>
              <a:t>Proposed Solution</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53">
          <a:extLst>
            <a:ext uri="{FF2B5EF4-FFF2-40B4-BE49-F238E27FC236}">
              <a16:creationId xmlns:a16="http://schemas.microsoft.com/office/drawing/2014/main" id="{B4963798-2228-270A-025C-F284E0D5BA24}"/>
            </a:ext>
          </a:extLst>
        </p:cNvPr>
        <p:cNvGrpSpPr/>
        <p:nvPr/>
      </p:nvGrpSpPr>
      <p:grpSpPr>
        <a:xfrm>
          <a:off x="0" y="0"/>
          <a:ext cx="0" cy="0"/>
          <a:chOff x="0" y="0"/>
          <a:chExt cx="0" cy="0"/>
        </a:xfrm>
      </p:grpSpPr>
      <p:sp>
        <p:nvSpPr>
          <p:cNvPr id="5455" name="Google Shape;5455;p61">
            <a:extLst>
              <a:ext uri="{FF2B5EF4-FFF2-40B4-BE49-F238E27FC236}">
                <a16:creationId xmlns:a16="http://schemas.microsoft.com/office/drawing/2014/main" id="{44BA6E49-2F89-0061-1693-213CB8EC0FAD}"/>
              </a:ext>
            </a:extLst>
          </p:cNvPr>
          <p:cNvSpPr txBox="1">
            <a:spLocks noGrp="1"/>
          </p:cNvSpPr>
          <p:nvPr>
            <p:ph type="subTitle" idx="1"/>
          </p:nvPr>
        </p:nvSpPr>
        <p:spPr>
          <a:xfrm>
            <a:off x="601652" y="1258948"/>
            <a:ext cx="5182114" cy="2374591"/>
          </a:xfrm>
          <a:prstGeom prst="rect">
            <a:avLst/>
          </a:prstGeom>
        </p:spPr>
        <p:txBody>
          <a:bodyPr spcFirstLastPara="1" wrap="square" lIns="91425" tIns="91425" rIns="91425" bIns="91425" anchor="t" anchorCtr="0">
            <a:noAutofit/>
          </a:bodyPr>
          <a:lstStyle/>
          <a:p>
            <a:pPr marL="342900" lvl="0" indent="-342900">
              <a:buFont typeface="+mj-lt"/>
              <a:buAutoNum type="arabicPeriod"/>
            </a:pPr>
            <a:r>
              <a:rPr lang="en-US" dirty="0"/>
              <a:t>AI-Driven Design: Generate unique 3D models from simple text prompts.</a:t>
            </a:r>
          </a:p>
          <a:p>
            <a:pPr marL="342900" lvl="0" indent="-342900">
              <a:buFont typeface="+mj-lt"/>
              <a:buAutoNum type="arabicPeriod"/>
            </a:pPr>
            <a:r>
              <a:rPr lang="en-US" dirty="0"/>
              <a:t>Parametric Customization: Easily modify dimensions of existing designs using simple sliders.</a:t>
            </a:r>
          </a:p>
          <a:p>
            <a:pPr marL="342900" lvl="0" indent="-342900">
              <a:buFont typeface="+mj-lt"/>
              <a:buAutoNum type="arabicPeriod"/>
            </a:pPr>
            <a:r>
              <a:rPr lang="en-US" dirty="0"/>
              <a:t>Professional File Upload: Upload standard STL/OBJ files for manufacturing.</a:t>
            </a:r>
          </a:p>
          <a:p>
            <a:pPr marL="342900" lvl="0" indent="-342900">
              <a:buFont typeface="+mj-lt"/>
              <a:buAutoNum type="arabicPeriod"/>
            </a:pPr>
            <a:r>
              <a:rPr lang="en-US" dirty="0"/>
              <a:t>Automated Analysis &amp; Quote: Instant cost estimation and automatic checks for printability errors (e.g., thin walls).</a:t>
            </a:r>
          </a:p>
          <a:p>
            <a:pPr marL="342900" lvl="0" indent="-342900">
              <a:buFont typeface="+mj-lt"/>
              <a:buAutoNum type="arabicPeriod"/>
            </a:pPr>
            <a:r>
              <a:rPr lang="en-US" dirty="0"/>
              <a:t>Interactive 3D Viewer: Visually inspect designs in real-time before ordering.</a:t>
            </a:r>
          </a:p>
        </p:txBody>
      </p:sp>
      <p:grpSp>
        <p:nvGrpSpPr>
          <p:cNvPr id="5467" name="Google Shape;5467;p61">
            <a:extLst>
              <a:ext uri="{FF2B5EF4-FFF2-40B4-BE49-F238E27FC236}">
                <a16:creationId xmlns:a16="http://schemas.microsoft.com/office/drawing/2014/main" id="{BF0A160D-D67B-312D-97D1-F790C8D484CB}"/>
              </a:ext>
            </a:extLst>
          </p:cNvPr>
          <p:cNvGrpSpPr/>
          <p:nvPr/>
        </p:nvGrpSpPr>
        <p:grpSpPr>
          <a:xfrm flipH="1">
            <a:off x="5908081" y="3562456"/>
            <a:ext cx="1532146" cy="918971"/>
            <a:chOff x="5827631" y="4169628"/>
            <a:chExt cx="1532146" cy="918971"/>
          </a:xfrm>
        </p:grpSpPr>
        <p:grpSp>
          <p:nvGrpSpPr>
            <p:cNvPr id="5468" name="Google Shape;5468;p61">
              <a:extLst>
                <a:ext uri="{FF2B5EF4-FFF2-40B4-BE49-F238E27FC236}">
                  <a16:creationId xmlns:a16="http://schemas.microsoft.com/office/drawing/2014/main" id="{343AECEA-8006-293A-8178-2DD3513443AC}"/>
                </a:ext>
              </a:extLst>
            </p:cNvPr>
            <p:cNvGrpSpPr/>
            <p:nvPr/>
          </p:nvGrpSpPr>
          <p:grpSpPr>
            <a:xfrm>
              <a:off x="5827631" y="4169628"/>
              <a:ext cx="1319282" cy="877909"/>
              <a:chOff x="7468856" y="4194453"/>
              <a:chExt cx="1319282" cy="877909"/>
            </a:xfrm>
          </p:grpSpPr>
          <p:grpSp>
            <p:nvGrpSpPr>
              <p:cNvPr id="5469" name="Google Shape;5469;p61">
                <a:extLst>
                  <a:ext uri="{FF2B5EF4-FFF2-40B4-BE49-F238E27FC236}">
                    <a16:creationId xmlns:a16="http://schemas.microsoft.com/office/drawing/2014/main" id="{384A7E12-7756-76C7-B844-39242E899BB5}"/>
                  </a:ext>
                </a:extLst>
              </p:cNvPr>
              <p:cNvGrpSpPr/>
              <p:nvPr/>
            </p:nvGrpSpPr>
            <p:grpSpPr>
              <a:xfrm>
                <a:off x="8148186" y="4194453"/>
                <a:ext cx="639951" cy="559831"/>
                <a:chOff x="3638372" y="4678414"/>
                <a:chExt cx="422243" cy="369379"/>
              </a:xfrm>
            </p:grpSpPr>
            <p:sp>
              <p:nvSpPr>
                <p:cNvPr id="5470" name="Google Shape;5470;p61">
                  <a:extLst>
                    <a:ext uri="{FF2B5EF4-FFF2-40B4-BE49-F238E27FC236}">
                      <a16:creationId xmlns:a16="http://schemas.microsoft.com/office/drawing/2014/main" id="{30734A20-AC46-6BD1-7CC6-5A3E8DE4054B}"/>
                    </a:ext>
                  </a:extLst>
                </p:cNvPr>
                <p:cNvSpPr/>
                <p:nvPr/>
              </p:nvSpPr>
              <p:spPr>
                <a:xfrm>
                  <a:off x="3638372" y="4804049"/>
                  <a:ext cx="422243" cy="243744"/>
                </a:xfrm>
                <a:custGeom>
                  <a:avLst/>
                  <a:gdLst/>
                  <a:ahLst/>
                  <a:cxnLst/>
                  <a:rect l="l" t="t" r="r" b="b"/>
                  <a:pathLst>
                    <a:path w="422243" h="243744" extrusionOk="0">
                      <a:moveTo>
                        <a:pt x="360378" y="208026"/>
                      </a:moveTo>
                      <a:cubicBezTo>
                        <a:pt x="277987" y="255651"/>
                        <a:pt x="144351" y="255651"/>
                        <a:pt x="61865" y="208026"/>
                      </a:cubicBezTo>
                      <a:cubicBezTo>
                        <a:pt x="-20622" y="160401"/>
                        <a:pt x="-20622" y="83248"/>
                        <a:pt x="61865" y="35719"/>
                      </a:cubicBezTo>
                      <a:cubicBezTo>
                        <a:pt x="144256" y="-11906"/>
                        <a:pt x="277987" y="-11906"/>
                        <a:pt x="360378" y="35719"/>
                      </a:cubicBezTo>
                      <a:cubicBezTo>
                        <a:pt x="442865" y="83344"/>
                        <a:pt x="442865"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471" name="Google Shape;5471;p61">
                  <a:extLst>
                    <a:ext uri="{FF2B5EF4-FFF2-40B4-BE49-F238E27FC236}">
                      <a16:creationId xmlns:a16="http://schemas.microsoft.com/office/drawing/2014/main" id="{72D3AD8F-F167-CB41-29A0-76CA3D3A00F8}"/>
                    </a:ext>
                  </a:extLst>
                </p:cNvPr>
                <p:cNvGrpSpPr/>
                <p:nvPr/>
              </p:nvGrpSpPr>
              <p:grpSpPr>
                <a:xfrm>
                  <a:off x="3646611" y="4791857"/>
                  <a:ext cx="405669" cy="247459"/>
                  <a:chOff x="3646611" y="4791857"/>
                  <a:chExt cx="405669" cy="247459"/>
                </a:xfrm>
              </p:grpSpPr>
              <p:sp>
                <p:nvSpPr>
                  <p:cNvPr id="5472" name="Google Shape;5472;p61">
                    <a:extLst>
                      <a:ext uri="{FF2B5EF4-FFF2-40B4-BE49-F238E27FC236}">
                        <a16:creationId xmlns:a16="http://schemas.microsoft.com/office/drawing/2014/main" id="{4BCB2FA6-FBE2-6AC6-9F51-EFC79A568540}"/>
                      </a:ext>
                    </a:extLst>
                  </p:cNvPr>
                  <p:cNvSpPr/>
                  <p:nvPr/>
                </p:nvSpPr>
                <p:spPr>
                  <a:xfrm>
                    <a:off x="3646611" y="4805192"/>
                    <a:ext cx="405574" cy="234124"/>
                  </a:xfrm>
                  <a:custGeom>
                    <a:avLst/>
                    <a:gdLst/>
                    <a:ahLst/>
                    <a:cxnLst/>
                    <a:rect l="l" t="t" r="r" b="b"/>
                    <a:pathLst>
                      <a:path w="405574" h="234124" extrusionOk="0">
                        <a:moveTo>
                          <a:pt x="404336" y="103727"/>
                        </a:moveTo>
                        <a:cubicBezTo>
                          <a:pt x="399288" y="78296"/>
                          <a:pt x="379952" y="53721"/>
                          <a:pt x="346234" y="34290"/>
                        </a:cubicBezTo>
                        <a:cubicBezTo>
                          <a:pt x="267081" y="-11430"/>
                          <a:pt x="138684" y="-11430"/>
                          <a:pt x="59436" y="34290"/>
                        </a:cubicBezTo>
                        <a:cubicBezTo>
                          <a:pt x="25527" y="53912"/>
                          <a:pt x="6096" y="78677"/>
                          <a:pt x="1238" y="104299"/>
                        </a:cubicBezTo>
                        <a:lnTo>
                          <a:pt x="0" y="103823"/>
                        </a:lnTo>
                        <a:lnTo>
                          <a:pt x="0" y="117824"/>
                        </a:lnTo>
                        <a:lnTo>
                          <a:pt x="0" y="117824"/>
                        </a:lnTo>
                        <a:cubicBezTo>
                          <a:pt x="286" y="147542"/>
                          <a:pt x="20098" y="177165"/>
                          <a:pt x="59341" y="199834"/>
                        </a:cubicBezTo>
                        <a:cubicBezTo>
                          <a:pt x="138589" y="245555"/>
                          <a:pt x="266986" y="245555"/>
                          <a:pt x="346138" y="199834"/>
                        </a:cubicBezTo>
                        <a:cubicBezTo>
                          <a:pt x="385763" y="176974"/>
                          <a:pt x="405574" y="146971"/>
                          <a:pt x="405574" y="117062"/>
                        </a:cubicBezTo>
                        <a:lnTo>
                          <a:pt x="405574" y="103727"/>
                        </a:lnTo>
                        <a:lnTo>
                          <a:pt x="404241" y="103727"/>
                        </a:lnTo>
                        <a:close/>
                        <a:moveTo>
                          <a:pt x="76295" y="43910"/>
                        </a:moveTo>
                        <a:cubicBezTo>
                          <a:pt x="83058" y="40005"/>
                          <a:pt x="93916"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1053" y="126968"/>
                        </a:moveTo>
                        <a:cubicBezTo>
                          <a:pt x="31528" y="126968"/>
                          <a:pt x="23813" y="122491"/>
                          <a:pt x="23813" y="117062"/>
                        </a:cubicBezTo>
                        <a:cubicBezTo>
                          <a:pt x="23813" y="111633"/>
                          <a:pt x="31528" y="107156"/>
                          <a:pt x="41053" y="107156"/>
                        </a:cubicBezTo>
                        <a:lnTo>
                          <a:pt x="111252" y="107156"/>
                        </a:lnTo>
                        <a:cubicBezTo>
                          <a:pt x="120777" y="107156"/>
                          <a:pt x="128492" y="111633"/>
                          <a:pt x="128492" y="117062"/>
                        </a:cubicBezTo>
                        <a:cubicBezTo>
                          <a:pt x="128492" y="122491"/>
                          <a:pt x="120777" y="126968"/>
                          <a:pt x="111252" y="126968"/>
                        </a:cubicBezTo>
                        <a:lnTo>
                          <a:pt x="41148" y="126968"/>
                        </a:lnTo>
                        <a:close/>
                        <a:moveTo>
                          <a:pt x="150209" y="161449"/>
                        </a:moveTo>
                        <a:lnTo>
                          <a:pt x="100584" y="190119"/>
                        </a:lnTo>
                        <a:cubicBezTo>
                          <a:pt x="93916" y="194024"/>
                          <a:pt x="82963" y="194024"/>
                          <a:pt x="76295" y="190119"/>
                        </a:cubicBezTo>
                        <a:cubicBezTo>
                          <a:pt x="69532" y="186214"/>
                          <a:pt x="69532" y="179927"/>
                          <a:pt x="76295" y="176117"/>
                        </a:cubicBezTo>
                        <a:lnTo>
                          <a:pt x="125921" y="147447"/>
                        </a:lnTo>
                        <a:cubicBezTo>
                          <a:pt x="132588" y="143542"/>
                          <a:pt x="143542" y="143542"/>
                          <a:pt x="150209" y="147447"/>
                        </a:cubicBezTo>
                        <a:cubicBezTo>
                          <a:pt x="156972" y="151352"/>
                          <a:pt x="156972" y="157639"/>
                          <a:pt x="150209" y="161544"/>
                        </a:cubicBezTo>
                        <a:close/>
                        <a:moveTo>
                          <a:pt x="185642" y="23527"/>
                        </a:moveTo>
                        <a:cubicBezTo>
                          <a:pt x="185642" y="18002"/>
                          <a:pt x="193357" y="13621"/>
                          <a:pt x="202882" y="13621"/>
                        </a:cubicBezTo>
                        <a:cubicBezTo>
                          <a:pt x="212407" y="13621"/>
                          <a:pt x="220123" y="18098"/>
                          <a:pt x="220123" y="23527"/>
                        </a:cubicBezTo>
                        <a:lnTo>
                          <a:pt x="220123" y="64008"/>
                        </a:lnTo>
                        <a:cubicBezTo>
                          <a:pt x="220123" y="69532"/>
                          <a:pt x="212407" y="73914"/>
                          <a:pt x="202882" y="73914"/>
                        </a:cubicBezTo>
                        <a:cubicBezTo>
                          <a:pt x="193357" y="73914"/>
                          <a:pt x="185642" y="69437"/>
                          <a:pt x="185642" y="64008"/>
                        </a:cubicBezTo>
                        <a:lnTo>
                          <a:pt x="185642" y="23527"/>
                        </a:lnTo>
                        <a:close/>
                        <a:moveTo>
                          <a:pt x="202882" y="220313"/>
                        </a:moveTo>
                        <a:cubicBezTo>
                          <a:pt x="193357" y="220313"/>
                          <a:pt x="185642" y="215837"/>
                          <a:pt x="185642" y="210407"/>
                        </a:cubicBezTo>
                        <a:lnTo>
                          <a:pt x="185642" y="169926"/>
                        </a:lnTo>
                        <a:cubicBezTo>
                          <a:pt x="185642" y="164497"/>
                          <a:pt x="193357" y="160020"/>
                          <a:pt x="202882" y="160020"/>
                        </a:cubicBezTo>
                        <a:cubicBezTo>
                          <a:pt x="212407" y="160020"/>
                          <a:pt x="220123" y="164497"/>
                          <a:pt x="220123" y="169926"/>
                        </a:cubicBezTo>
                        <a:lnTo>
                          <a:pt x="220123" y="210407"/>
                        </a:lnTo>
                        <a:cubicBezTo>
                          <a:pt x="220123" y="215932"/>
                          <a:pt x="212407" y="220313"/>
                          <a:pt x="202882" y="220313"/>
                        </a:cubicBezTo>
                        <a:close/>
                        <a:moveTo>
                          <a:pt x="255556" y="72485"/>
                        </a:moveTo>
                        <a:lnTo>
                          <a:pt x="305181" y="43815"/>
                        </a:lnTo>
                        <a:cubicBezTo>
                          <a:pt x="311944" y="39910"/>
                          <a:pt x="322802" y="39910"/>
                          <a:pt x="329470" y="43815"/>
                        </a:cubicBezTo>
                        <a:cubicBezTo>
                          <a:pt x="336232" y="47720"/>
                          <a:pt x="336232" y="54007"/>
                          <a:pt x="329470" y="57912"/>
                        </a:cubicBezTo>
                        <a:lnTo>
                          <a:pt x="279845" y="86582"/>
                        </a:lnTo>
                        <a:cubicBezTo>
                          <a:pt x="273082" y="90488"/>
                          <a:pt x="262223" y="90488"/>
                          <a:pt x="255461" y="86582"/>
                        </a:cubicBezTo>
                        <a:cubicBezTo>
                          <a:pt x="248698" y="82677"/>
                          <a:pt x="248698" y="76390"/>
                          <a:pt x="255461" y="72581"/>
                        </a:cubicBezTo>
                        <a:close/>
                        <a:moveTo>
                          <a:pt x="329470" y="190024"/>
                        </a:moveTo>
                        <a:cubicBezTo>
                          <a:pt x="322802" y="193929"/>
                          <a:pt x="311848" y="193929"/>
                          <a:pt x="305181" y="190024"/>
                        </a:cubicBezTo>
                        <a:lnTo>
                          <a:pt x="255556" y="161354"/>
                        </a:lnTo>
                        <a:cubicBezTo>
                          <a:pt x="248793" y="157448"/>
                          <a:pt x="248793" y="151162"/>
                          <a:pt x="255556" y="147256"/>
                        </a:cubicBezTo>
                        <a:cubicBezTo>
                          <a:pt x="262319" y="143351"/>
                          <a:pt x="273177" y="143351"/>
                          <a:pt x="279940" y="147256"/>
                        </a:cubicBezTo>
                        <a:lnTo>
                          <a:pt x="329565" y="175927"/>
                        </a:lnTo>
                        <a:cubicBezTo>
                          <a:pt x="336328" y="179832"/>
                          <a:pt x="336328" y="186119"/>
                          <a:pt x="329565" y="189929"/>
                        </a:cubicBezTo>
                        <a:close/>
                        <a:moveTo>
                          <a:pt x="364712" y="126873"/>
                        </a:moveTo>
                        <a:lnTo>
                          <a:pt x="294513" y="126873"/>
                        </a:lnTo>
                        <a:cubicBezTo>
                          <a:pt x="284988" y="126873"/>
                          <a:pt x="277368" y="122396"/>
                          <a:pt x="277368" y="116967"/>
                        </a:cubicBezTo>
                        <a:cubicBezTo>
                          <a:pt x="277368" y="111538"/>
                          <a:pt x="285083" y="107061"/>
                          <a:pt x="294513" y="107061"/>
                        </a:cubicBezTo>
                        <a:lnTo>
                          <a:pt x="364712" y="107061"/>
                        </a:lnTo>
                        <a:cubicBezTo>
                          <a:pt x="374237" y="107061"/>
                          <a:pt x="381953" y="111538"/>
                          <a:pt x="381953" y="116967"/>
                        </a:cubicBezTo>
                        <a:cubicBezTo>
                          <a:pt x="381953" y="122396"/>
                          <a:pt x="374237" y="126873"/>
                          <a:pt x="364712"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3" name="Google Shape;5473;p61">
                    <a:extLst>
                      <a:ext uri="{FF2B5EF4-FFF2-40B4-BE49-F238E27FC236}">
                        <a16:creationId xmlns:a16="http://schemas.microsoft.com/office/drawing/2014/main" id="{6A041729-2E5D-DBE8-26A2-4C3FCC5AA3FF}"/>
                      </a:ext>
                    </a:extLst>
                  </p:cNvPr>
                  <p:cNvSpPr/>
                  <p:nvPr/>
                </p:nvSpPr>
                <p:spPr>
                  <a:xfrm>
                    <a:off x="3646611" y="4791857"/>
                    <a:ext cx="405669" cy="234219"/>
                  </a:xfrm>
                  <a:custGeom>
                    <a:avLst/>
                    <a:gdLst/>
                    <a:ahLst/>
                    <a:cxnLst/>
                    <a:rect l="l" t="t" r="r" b="b"/>
                    <a:pathLst>
                      <a:path w="405669" h="234219" extrusionOk="0">
                        <a:moveTo>
                          <a:pt x="346234" y="34290"/>
                        </a:moveTo>
                        <a:cubicBezTo>
                          <a:pt x="267081" y="-11430"/>
                          <a:pt x="138684" y="-11430"/>
                          <a:pt x="59436" y="34290"/>
                        </a:cubicBezTo>
                        <a:cubicBezTo>
                          <a:pt x="-19812" y="80010"/>
                          <a:pt x="-19812" y="154115"/>
                          <a:pt x="59436" y="199930"/>
                        </a:cubicBezTo>
                        <a:cubicBezTo>
                          <a:pt x="138684" y="245650"/>
                          <a:pt x="267081" y="245650"/>
                          <a:pt x="346234" y="199930"/>
                        </a:cubicBezTo>
                        <a:cubicBezTo>
                          <a:pt x="425482" y="154210"/>
                          <a:pt x="425482" y="80010"/>
                          <a:pt x="346234" y="34290"/>
                        </a:cubicBezTo>
                        <a:close/>
                        <a:moveTo>
                          <a:pt x="76200" y="58007"/>
                        </a:moveTo>
                        <a:cubicBezTo>
                          <a:pt x="69437" y="54102"/>
                          <a:pt x="69437" y="47816"/>
                          <a:pt x="76200" y="44006"/>
                        </a:cubicBezTo>
                        <a:cubicBezTo>
                          <a:pt x="82963" y="40100"/>
                          <a:pt x="93821" y="40100"/>
                          <a:pt x="100489" y="44006"/>
                        </a:cubicBezTo>
                        <a:lnTo>
                          <a:pt x="150114" y="72676"/>
                        </a:lnTo>
                        <a:cubicBezTo>
                          <a:pt x="156877" y="76581"/>
                          <a:pt x="156877" y="82867"/>
                          <a:pt x="150114" y="86773"/>
                        </a:cubicBezTo>
                        <a:cubicBezTo>
                          <a:pt x="143351" y="90678"/>
                          <a:pt x="132493" y="90678"/>
                          <a:pt x="125825" y="86773"/>
                        </a:cubicBezTo>
                        <a:lnTo>
                          <a:pt x="76200" y="58102"/>
                        </a:lnTo>
                        <a:close/>
                        <a:moveTo>
                          <a:pt x="111061" y="126968"/>
                        </a:moveTo>
                        <a:lnTo>
                          <a:pt x="40957" y="126968"/>
                        </a:lnTo>
                        <a:cubicBezTo>
                          <a:pt x="31432" y="126968"/>
                          <a:pt x="23717" y="122492"/>
                          <a:pt x="23717" y="117062"/>
                        </a:cubicBezTo>
                        <a:cubicBezTo>
                          <a:pt x="23717" y="111633"/>
                          <a:pt x="31432" y="107156"/>
                          <a:pt x="40957" y="107156"/>
                        </a:cubicBezTo>
                        <a:lnTo>
                          <a:pt x="111157" y="107156"/>
                        </a:lnTo>
                        <a:cubicBezTo>
                          <a:pt x="120682" y="107156"/>
                          <a:pt x="128397" y="111633"/>
                          <a:pt x="128397" y="117062"/>
                        </a:cubicBezTo>
                        <a:cubicBezTo>
                          <a:pt x="128397" y="122492"/>
                          <a:pt x="120682" y="126968"/>
                          <a:pt x="111157" y="126968"/>
                        </a:cubicBezTo>
                        <a:close/>
                        <a:moveTo>
                          <a:pt x="202787" y="74009"/>
                        </a:moveTo>
                        <a:cubicBezTo>
                          <a:pt x="193262" y="74009"/>
                          <a:pt x="185547" y="69533"/>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628"/>
                          <a:pt x="212312" y="74009"/>
                          <a:pt x="202787" y="74009"/>
                        </a:cubicBezTo>
                        <a:close/>
                        <a:moveTo>
                          <a:pt x="100489" y="190119"/>
                        </a:moveTo>
                        <a:cubicBezTo>
                          <a:pt x="93821" y="194024"/>
                          <a:pt x="82868" y="194024"/>
                          <a:pt x="76200" y="190119"/>
                        </a:cubicBezTo>
                        <a:cubicBezTo>
                          <a:pt x="69437" y="186214"/>
                          <a:pt x="69437" y="179927"/>
                          <a:pt x="76200" y="176117"/>
                        </a:cubicBezTo>
                        <a:lnTo>
                          <a:pt x="125825" y="147447"/>
                        </a:lnTo>
                        <a:cubicBezTo>
                          <a:pt x="132493" y="143542"/>
                          <a:pt x="143446" y="143542"/>
                          <a:pt x="150114" y="147447"/>
                        </a:cubicBezTo>
                        <a:cubicBezTo>
                          <a:pt x="156877" y="151352"/>
                          <a:pt x="156877" y="157639"/>
                          <a:pt x="150114" y="161544"/>
                        </a:cubicBezTo>
                        <a:lnTo>
                          <a:pt x="100489" y="190214"/>
                        </a:lnTo>
                        <a:close/>
                        <a:moveTo>
                          <a:pt x="279749" y="86582"/>
                        </a:moveTo>
                        <a:cubicBezTo>
                          <a:pt x="272986" y="90488"/>
                          <a:pt x="262128" y="90488"/>
                          <a:pt x="255365" y="86582"/>
                        </a:cubicBezTo>
                        <a:cubicBezTo>
                          <a:pt x="248602" y="82677"/>
                          <a:pt x="248602" y="76391"/>
                          <a:pt x="255365" y="72485"/>
                        </a:cubicBezTo>
                        <a:lnTo>
                          <a:pt x="304990" y="43815"/>
                        </a:lnTo>
                        <a:cubicBezTo>
                          <a:pt x="311753" y="39910"/>
                          <a:pt x="322612" y="39910"/>
                          <a:pt x="329279" y="43815"/>
                        </a:cubicBezTo>
                        <a:cubicBezTo>
                          <a:pt x="336042" y="47720"/>
                          <a:pt x="336042" y="54007"/>
                          <a:pt x="329279" y="57817"/>
                        </a:cubicBezTo>
                        <a:lnTo>
                          <a:pt x="279654" y="86487"/>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9"/>
                        </a:moveTo>
                        <a:cubicBezTo>
                          <a:pt x="193167" y="220409"/>
                          <a:pt x="185452" y="215932"/>
                          <a:pt x="185452" y="210502"/>
                        </a:cubicBezTo>
                        <a:lnTo>
                          <a:pt x="185452" y="170021"/>
                        </a:lnTo>
                        <a:cubicBezTo>
                          <a:pt x="185452" y="164497"/>
                          <a:pt x="193167" y="160115"/>
                          <a:pt x="202692" y="160115"/>
                        </a:cubicBezTo>
                        <a:cubicBezTo>
                          <a:pt x="212217" y="160115"/>
                          <a:pt x="219932" y="164592"/>
                          <a:pt x="219932" y="170021"/>
                        </a:cubicBezTo>
                        <a:lnTo>
                          <a:pt x="219932" y="210502"/>
                        </a:lnTo>
                        <a:cubicBezTo>
                          <a:pt x="219932" y="216027"/>
                          <a:pt x="212217" y="220409"/>
                          <a:pt x="202692" y="220409"/>
                        </a:cubicBezTo>
                        <a:close/>
                        <a:moveTo>
                          <a:pt x="304990" y="190119"/>
                        </a:moveTo>
                        <a:lnTo>
                          <a:pt x="255365" y="161449"/>
                        </a:lnTo>
                        <a:cubicBezTo>
                          <a:pt x="248602" y="157543"/>
                          <a:pt x="248602" y="151257"/>
                          <a:pt x="255365" y="147352"/>
                        </a:cubicBezTo>
                        <a:cubicBezTo>
                          <a:pt x="262128" y="143447"/>
                          <a:pt x="272986" y="143447"/>
                          <a:pt x="279749" y="147352"/>
                        </a:cubicBezTo>
                        <a:lnTo>
                          <a:pt x="329374" y="176022"/>
                        </a:lnTo>
                        <a:cubicBezTo>
                          <a:pt x="336137" y="179927"/>
                          <a:pt x="336137" y="186214"/>
                          <a:pt x="329374" y="190024"/>
                        </a:cubicBezTo>
                        <a:cubicBezTo>
                          <a:pt x="322707" y="193929"/>
                          <a:pt x="311753" y="193929"/>
                          <a:pt x="305086"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4" name="Google Shape;5474;p61">
                    <a:extLst>
                      <a:ext uri="{FF2B5EF4-FFF2-40B4-BE49-F238E27FC236}">
                        <a16:creationId xmlns:a16="http://schemas.microsoft.com/office/drawing/2014/main" id="{EA7210F8-33D8-CB53-6266-D222049B570C}"/>
                      </a:ext>
                    </a:extLst>
                  </p:cNvPr>
                  <p:cNvSpPr/>
                  <p:nvPr/>
                </p:nvSpPr>
                <p:spPr>
                  <a:xfrm>
                    <a:off x="3792266" y="4875939"/>
                    <a:ext cx="114454" cy="46315"/>
                  </a:xfrm>
                  <a:custGeom>
                    <a:avLst/>
                    <a:gdLst/>
                    <a:ahLst/>
                    <a:cxnLst/>
                    <a:rect l="l" t="t" r="r" b="b"/>
                    <a:pathLst>
                      <a:path w="114454" h="46315" extrusionOk="0">
                        <a:moveTo>
                          <a:pt x="109615" y="46315"/>
                        </a:moveTo>
                        <a:cubicBezTo>
                          <a:pt x="106853" y="42696"/>
                          <a:pt x="102852" y="39267"/>
                          <a:pt x="97708" y="36314"/>
                        </a:cubicBezTo>
                        <a:cubicBezTo>
                          <a:pt x="75325" y="23360"/>
                          <a:pt x="39130" y="23360"/>
                          <a:pt x="16746" y="36314"/>
                        </a:cubicBezTo>
                        <a:cubicBezTo>
                          <a:pt x="11603" y="39267"/>
                          <a:pt x="7602" y="42696"/>
                          <a:pt x="4840" y="46315"/>
                        </a:cubicBezTo>
                        <a:cubicBezTo>
                          <a:pt x="-4400" y="34218"/>
                          <a:pt x="-399" y="19550"/>
                          <a:pt x="16746" y="9644"/>
                        </a:cubicBezTo>
                        <a:cubicBezTo>
                          <a:pt x="39130" y="-3215"/>
                          <a:pt x="75325" y="-3215"/>
                          <a:pt x="97708" y="9644"/>
                        </a:cubicBezTo>
                        <a:cubicBezTo>
                          <a:pt x="114854"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5" name="Google Shape;5475;p61">
                    <a:extLst>
                      <a:ext uri="{FF2B5EF4-FFF2-40B4-BE49-F238E27FC236}">
                        <a16:creationId xmlns:a16="http://schemas.microsoft.com/office/drawing/2014/main" id="{621A470D-A606-2851-4B7B-9CE2602227CB}"/>
                      </a:ext>
                    </a:extLst>
                  </p:cNvPr>
                  <p:cNvSpPr/>
                  <p:nvPr/>
                </p:nvSpPr>
                <p:spPr>
                  <a:xfrm>
                    <a:off x="3797106" y="4902538"/>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476" name="Google Shape;5476;p61">
                  <a:extLst>
                    <a:ext uri="{FF2B5EF4-FFF2-40B4-BE49-F238E27FC236}">
                      <a16:creationId xmlns:a16="http://schemas.microsoft.com/office/drawing/2014/main" id="{20421C45-81A3-2BD8-0A2F-B45D801E76DB}"/>
                    </a:ext>
                  </a:extLst>
                </p:cNvPr>
                <p:cNvGrpSpPr/>
                <p:nvPr/>
              </p:nvGrpSpPr>
              <p:grpSpPr>
                <a:xfrm>
                  <a:off x="3670114" y="4704608"/>
                  <a:ext cx="358735" cy="305800"/>
                  <a:chOff x="3670114" y="4704608"/>
                  <a:chExt cx="358735" cy="305800"/>
                </a:xfrm>
              </p:grpSpPr>
              <p:sp>
                <p:nvSpPr>
                  <p:cNvPr id="5477" name="Google Shape;5477;p61">
                    <a:extLst>
                      <a:ext uri="{FF2B5EF4-FFF2-40B4-BE49-F238E27FC236}">
                        <a16:creationId xmlns:a16="http://schemas.microsoft.com/office/drawing/2014/main" id="{10307403-55FB-0AC4-0F1A-92BF4A8F6DE6}"/>
                      </a:ext>
                    </a:extLst>
                  </p:cNvPr>
                  <p:cNvSpPr/>
                  <p:nvPr/>
                </p:nvSpPr>
                <p:spPr>
                  <a:xfrm>
                    <a:off x="3670138" y="4808145"/>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1" y="212407"/>
                          <a:pt x="52388" y="171831"/>
                        </a:cubicBezTo>
                        <a:cubicBezTo>
                          <a:pt x="17336" y="151733"/>
                          <a:pt x="0" y="125063"/>
                          <a:pt x="0" y="98393"/>
                        </a:cubicBezTo>
                        <a:lnTo>
                          <a:pt x="0" y="0"/>
                        </a:lnTo>
                        <a:lnTo>
                          <a:pt x="3587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8" name="Google Shape;5478;p61">
                    <a:extLst>
                      <a:ext uri="{FF2B5EF4-FFF2-40B4-BE49-F238E27FC236}">
                        <a16:creationId xmlns:a16="http://schemas.microsoft.com/office/drawing/2014/main" id="{94D0FB9D-230A-CEFA-C5F9-014D055A35A6}"/>
                      </a:ext>
                    </a:extLst>
                  </p:cNvPr>
                  <p:cNvSpPr/>
                  <p:nvPr/>
                </p:nvSpPr>
                <p:spPr>
                  <a:xfrm>
                    <a:off x="3670138" y="4820908"/>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622"/>
                          <a:pt x="0" y="1714"/>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9" name="Google Shape;5479;p61">
                    <a:extLst>
                      <a:ext uri="{FF2B5EF4-FFF2-40B4-BE49-F238E27FC236}">
                        <a16:creationId xmlns:a16="http://schemas.microsoft.com/office/drawing/2014/main" id="{C9CA12D4-715E-F758-AA56-2B5F29FAF3E5}"/>
                      </a:ext>
                    </a:extLst>
                  </p:cNvPr>
                  <p:cNvSpPr/>
                  <p:nvPr/>
                </p:nvSpPr>
                <p:spPr>
                  <a:xfrm>
                    <a:off x="3670138" y="4838053"/>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0" name="Google Shape;5480;p61">
                    <a:extLst>
                      <a:ext uri="{FF2B5EF4-FFF2-40B4-BE49-F238E27FC236}">
                        <a16:creationId xmlns:a16="http://schemas.microsoft.com/office/drawing/2014/main" id="{2E016745-3EB8-11A1-134B-0A700C0DDDE1}"/>
                      </a:ext>
                    </a:extLst>
                  </p:cNvPr>
                  <p:cNvSpPr/>
                  <p:nvPr/>
                </p:nvSpPr>
                <p:spPr>
                  <a:xfrm>
                    <a:off x="3670138" y="4855294"/>
                    <a:ext cx="358711" cy="110632"/>
                  </a:xfrm>
                  <a:custGeom>
                    <a:avLst/>
                    <a:gdLst/>
                    <a:ahLst/>
                    <a:cxnLst/>
                    <a:rect l="l" t="t" r="r" b="b"/>
                    <a:pathLst>
                      <a:path w="358711" h="110632" extrusionOk="0">
                        <a:moveTo>
                          <a:pt x="358712" y="0"/>
                        </a:moveTo>
                        <a:cubicBezTo>
                          <a:pt x="358712" y="26479"/>
                          <a:pt x="341090" y="52864"/>
                          <a:pt x="306133" y="73057"/>
                        </a:cubicBezTo>
                        <a:cubicBezTo>
                          <a:pt x="236220" y="113728"/>
                          <a:pt x="122587" y="113728"/>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1" name="Google Shape;5481;p61">
                    <a:extLst>
                      <a:ext uri="{FF2B5EF4-FFF2-40B4-BE49-F238E27FC236}">
                        <a16:creationId xmlns:a16="http://schemas.microsoft.com/office/drawing/2014/main" id="{9537ADFE-3223-F7E0-8A7E-0FE6A860BFC9}"/>
                      </a:ext>
                    </a:extLst>
                  </p:cNvPr>
                  <p:cNvSpPr/>
                  <p:nvPr/>
                </p:nvSpPr>
                <p:spPr>
                  <a:xfrm>
                    <a:off x="3670138" y="4872439"/>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2" name="Google Shape;5482;p61">
                    <a:extLst>
                      <a:ext uri="{FF2B5EF4-FFF2-40B4-BE49-F238E27FC236}">
                        <a16:creationId xmlns:a16="http://schemas.microsoft.com/office/drawing/2014/main" id="{13E15C76-2335-0795-6012-2271B78A4E9B}"/>
                      </a:ext>
                    </a:extLst>
                  </p:cNvPr>
                  <p:cNvSpPr/>
                  <p:nvPr/>
                </p:nvSpPr>
                <p:spPr>
                  <a:xfrm>
                    <a:off x="3670138" y="4889584"/>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3" name="Google Shape;5483;p61">
                    <a:extLst>
                      <a:ext uri="{FF2B5EF4-FFF2-40B4-BE49-F238E27FC236}">
                        <a16:creationId xmlns:a16="http://schemas.microsoft.com/office/drawing/2014/main" id="{5001BFE8-C3CE-03D2-EDEF-471634CC37F3}"/>
                      </a:ext>
                    </a:extLst>
                  </p:cNvPr>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4" name="Google Shape;5484;p61">
                    <a:extLst>
                      <a:ext uri="{FF2B5EF4-FFF2-40B4-BE49-F238E27FC236}">
                        <a16:creationId xmlns:a16="http://schemas.microsoft.com/office/drawing/2014/main" id="{48089A55-ACB9-5D07-EE38-8629CE6BB202}"/>
                      </a:ext>
                    </a:extLst>
                  </p:cNvPr>
                  <p:cNvSpPr/>
                  <p:nvPr/>
                </p:nvSpPr>
                <p:spPr>
                  <a:xfrm>
                    <a:off x="3684259" y="4712752"/>
                    <a:ext cx="330445" cy="190881"/>
                  </a:xfrm>
                  <a:custGeom>
                    <a:avLst/>
                    <a:gdLst/>
                    <a:ahLst/>
                    <a:cxnLst/>
                    <a:rect l="l" t="t" r="r" b="b"/>
                    <a:pathLst>
                      <a:path w="330445" h="190881" extrusionOk="0">
                        <a:moveTo>
                          <a:pt x="48363" y="162735"/>
                        </a:moveTo>
                        <a:cubicBezTo>
                          <a:pt x="112943" y="200263"/>
                          <a:pt x="217622" y="200263"/>
                          <a:pt x="282011" y="162735"/>
                        </a:cubicBezTo>
                        <a:cubicBezTo>
                          <a:pt x="346591" y="125492"/>
                          <a:pt x="346591" y="65103"/>
                          <a:pt x="282011" y="27861"/>
                        </a:cubicBezTo>
                        <a:cubicBezTo>
                          <a:pt x="217622" y="-9287"/>
                          <a:pt x="112943" y="-9287"/>
                          <a:pt x="48363" y="27861"/>
                        </a:cubicBezTo>
                        <a:cubicBezTo>
                          <a:pt x="-16121" y="65008"/>
                          <a:pt x="-16121" y="125492"/>
                          <a:pt x="48363" y="16273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5" name="Google Shape;5485;p61">
                    <a:extLst>
                      <a:ext uri="{FF2B5EF4-FFF2-40B4-BE49-F238E27FC236}">
                        <a16:creationId xmlns:a16="http://schemas.microsoft.com/office/drawing/2014/main" id="{16E973FB-78B8-1F8E-07C1-37F8CD1283D3}"/>
                      </a:ext>
                    </a:extLst>
                  </p:cNvPr>
                  <p:cNvSpPr/>
                  <p:nvPr/>
                </p:nvSpPr>
                <p:spPr>
                  <a:xfrm>
                    <a:off x="3694927" y="4718920"/>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6" name="Google Shape;5486;p61">
                    <a:extLst>
                      <a:ext uri="{FF2B5EF4-FFF2-40B4-BE49-F238E27FC236}">
                        <a16:creationId xmlns:a16="http://schemas.microsoft.com/office/drawing/2014/main" id="{3E3CB5D3-A338-F96F-A466-5BDC8EE4A34A}"/>
                      </a:ext>
                    </a:extLst>
                  </p:cNvPr>
                  <p:cNvSpPr/>
                  <p:nvPr/>
                </p:nvSpPr>
                <p:spPr>
                  <a:xfrm>
                    <a:off x="3703523" y="4724253"/>
                    <a:ext cx="291917" cy="168568"/>
                  </a:xfrm>
                  <a:custGeom>
                    <a:avLst/>
                    <a:gdLst/>
                    <a:ahLst/>
                    <a:cxnLst/>
                    <a:rect l="l" t="t" r="r" b="b"/>
                    <a:pathLst>
                      <a:path w="291917" h="168568" extrusionOk="0">
                        <a:moveTo>
                          <a:pt x="42719" y="143709"/>
                        </a:moveTo>
                        <a:cubicBezTo>
                          <a:pt x="99774" y="176856"/>
                          <a:pt x="192262" y="176856"/>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7" name="Google Shape;5487;p61">
                    <a:extLst>
                      <a:ext uri="{FF2B5EF4-FFF2-40B4-BE49-F238E27FC236}">
                        <a16:creationId xmlns:a16="http://schemas.microsoft.com/office/drawing/2014/main" id="{7B8B1386-734F-0360-21FC-640BEDFA297B}"/>
                      </a:ext>
                    </a:extLst>
                  </p:cNvPr>
                  <p:cNvSpPr/>
                  <p:nvPr/>
                </p:nvSpPr>
                <p:spPr>
                  <a:xfrm>
                    <a:off x="3712548" y="4729087"/>
                    <a:ext cx="273962" cy="158234"/>
                  </a:xfrm>
                  <a:custGeom>
                    <a:avLst/>
                    <a:gdLst/>
                    <a:ahLst/>
                    <a:cxnLst/>
                    <a:rect l="l" t="t" r="r" b="b"/>
                    <a:pathLst>
                      <a:path w="273962" h="158234" extrusionOk="0">
                        <a:moveTo>
                          <a:pt x="40077" y="134874"/>
                        </a:moveTo>
                        <a:cubicBezTo>
                          <a:pt x="93607" y="166021"/>
                          <a:pt x="180475" y="166021"/>
                          <a:pt x="233815" y="134874"/>
                        </a:cubicBezTo>
                        <a:cubicBezTo>
                          <a:pt x="287345" y="104013"/>
                          <a:pt x="287345" y="53911"/>
                          <a:pt x="233815" y="23146"/>
                        </a:cubicBezTo>
                        <a:cubicBezTo>
                          <a:pt x="180475" y="-7715"/>
                          <a:pt x="93607" y="-7715"/>
                          <a:pt x="40077" y="23146"/>
                        </a:cubicBezTo>
                        <a:cubicBezTo>
                          <a:pt x="-13359" y="54007"/>
                          <a:pt x="-13359" y="104108"/>
                          <a:pt x="40077" y="13487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8" name="Google Shape;5488;p61">
                    <a:extLst>
                      <a:ext uri="{FF2B5EF4-FFF2-40B4-BE49-F238E27FC236}">
                        <a16:creationId xmlns:a16="http://schemas.microsoft.com/office/drawing/2014/main" id="{F8842A7C-32B2-56B5-97F0-6300C1E8ABA6}"/>
                      </a:ext>
                    </a:extLst>
                  </p:cNvPr>
                  <p:cNvSpPr/>
                  <p:nvPr/>
                </p:nvSpPr>
                <p:spPr>
                  <a:xfrm>
                    <a:off x="3720097" y="4733802"/>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9" name="Google Shape;5489;p61">
                    <a:extLst>
                      <a:ext uri="{FF2B5EF4-FFF2-40B4-BE49-F238E27FC236}">
                        <a16:creationId xmlns:a16="http://schemas.microsoft.com/office/drawing/2014/main" id="{E909F5E3-E2A6-B659-3DDA-AC611039B14A}"/>
                      </a:ext>
                    </a:extLst>
                  </p:cNvPr>
                  <p:cNvSpPr/>
                  <p:nvPr/>
                </p:nvSpPr>
                <p:spPr>
                  <a:xfrm>
                    <a:off x="3727645" y="4737755"/>
                    <a:ext cx="243673" cy="140731"/>
                  </a:xfrm>
                  <a:custGeom>
                    <a:avLst/>
                    <a:gdLst/>
                    <a:ahLst/>
                    <a:cxnLst/>
                    <a:rect l="l" t="t" r="r" b="b"/>
                    <a:pathLst>
                      <a:path w="243673" h="140731" extrusionOk="0">
                        <a:moveTo>
                          <a:pt x="35647" y="120015"/>
                        </a:moveTo>
                        <a:cubicBezTo>
                          <a:pt x="83272" y="147638"/>
                          <a:pt x="160520" y="147638"/>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0" name="Google Shape;5490;p61">
                    <a:extLst>
                      <a:ext uri="{FF2B5EF4-FFF2-40B4-BE49-F238E27FC236}">
                        <a16:creationId xmlns:a16="http://schemas.microsoft.com/office/drawing/2014/main" id="{B40BA746-CB55-99C1-BB65-8153D42CA317}"/>
                      </a:ext>
                    </a:extLst>
                  </p:cNvPr>
                  <p:cNvSpPr/>
                  <p:nvPr/>
                </p:nvSpPr>
                <p:spPr>
                  <a:xfrm>
                    <a:off x="3734337" y="4741946"/>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1" name="Google Shape;5491;p61">
                    <a:extLst>
                      <a:ext uri="{FF2B5EF4-FFF2-40B4-BE49-F238E27FC236}">
                        <a16:creationId xmlns:a16="http://schemas.microsoft.com/office/drawing/2014/main" id="{76DDCA36-EDB3-3824-D38E-FDABF5851E6F}"/>
                      </a:ext>
                    </a:extLst>
                  </p:cNvPr>
                  <p:cNvSpPr/>
                  <p:nvPr/>
                </p:nvSpPr>
                <p:spPr>
                  <a:xfrm>
                    <a:off x="3741456" y="4745828"/>
                    <a:ext cx="216074" cy="124753"/>
                  </a:xfrm>
                  <a:custGeom>
                    <a:avLst/>
                    <a:gdLst/>
                    <a:ahLst/>
                    <a:cxnLst/>
                    <a:rect l="l" t="t" r="r" b="b"/>
                    <a:pathLst>
                      <a:path w="216074" h="124753" extrusionOk="0">
                        <a:moveTo>
                          <a:pt x="31647" y="106323"/>
                        </a:moveTo>
                        <a:cubicBezTo>
                          <a:pt x="73938" y="130897"/>
                          <a:pt x="142327" y="130897"/>
                          <a:pt x="184428" y="106323"/>
                        </a:cubicBezTo>
                        <a:cubicBezTo>
                          <a:pt x="226624" y="82034"/>
                          <a:pt x="226624" y="42505"/>
                          <a:pt x="184428" y="18216"/>
                        </a:cubicBezTo>
                        <a:cubicBezTo>
                          <a:pt x="142327" y="-6072"/>
                          <a:pt x="73842" y="-6072"/>
                          <a:pt x="31647" y="18216"/>
                        </a:cubicBezTo>
                        <a:cubicBezTo>
                          <a:pt x="-10549" y="42505"/>
                          <a:pt x="-10549" y="82034"/>
                          <a:pt x="31647" y="10632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2" name="Google Shape;5492;p61">
                    <a:extLst>
                      <a:ext uri="{FF2B5EF4-FFF2-40B4-BE49-F238E27FC236}">
                        <a16:creationId xmlns:a16="http://schemas.microsoft.com/office/drawing/2014/main" id="{CBBAF0C9-9A1D-76C4-8323-CE06D25D0566}"/>
                      </a:ext>
                    </a:extLst>
                  </p:cNvPr>
                  <p:cNvSpPr/>
                  <p:nvPr/>
                </p:nvSpPr>
                <p:spPr>
                  <a:xfrm>
                    <a:off x="3747433" y="4749495"/>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3" name="Google Shape;5493;p61">
                    <a:extLst>
                      <a:ext uri="{FF2B5EF4-FFF2-40B4-BE49-F238E27FC236}">
                        <a16:creationId xmlns:a16="http://schemas.microsoft.com/office/drawing/2014/main" id="{E6A44A8D-E475-544A-0CFD-F6E4774DEE7F}"/>
                      </a:ext>
                    </a:extLst>
                  </p:cNvPr>
                  <p:cNvSpPr/>
                  <p:nvPr/>
                </p:nvSpPr>
                <p:spPr>
                  <a:xfrm>
                    <a:off x="3752910" y="4752424"/>
                    <a:ext cx="193166" cy="111490"/>
                  </a:xfrm>
                  <a:custGeom>
                    <a:avLst/>
                    <a:gdLst/>
                    <a:ahLst/>
                    <a:cxnLst/>
                    <a:rect l="l" t="t" r="r" b="b"/>
                    <a:pathLst>
                      <a:path w="193166" h="111490" extrusionOk="0">
                        <a:moveTo>
                          <a:pt x="28289" y="95060"/>
                        </a:moveTo>
                        <a:cubicBezTo>
                          <a:pt x="66008" y="116967"/>
                          <a:pt x="127254" y="116967"/>
                          <a:pt x="164878" y="95060"/>
                        </a:cubicBezTo>
                        <a:cubicBezTo>
                          <a:pt x="202597" y="73343"/>
                          <a:pt x="202597" y="38005"/>
                          <a:pt x="164878" y="16288"/>
                        </a:cubicBezTo>
                        <a:cubicBezTo>
                          <a:pt x="127254" y="-5429"/>
                          <a:pt x="66103" y="-5429"/>
                          <a:pt x="28289" y="16288"/>
                        </a:cubicBezTo>
                        <a:cubicBezTo>
                          <a:pt x="-9430" y="38005"/>
                          <a:pt x="-9430" y="73343"/>
                          <a:pt x="28289" y="95060"/>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4" name="Google Shape;5494;p61">
                    <a:extLst>
                      <a:ext uri="{FF2B5EF4-FFF2-40B4-BE49-F238E27FC236}">
                        <a16:creationId xmlns:a16="http://schemas.microsoft.com/office/drawing/2014/main" id="{B22AC314-587C-A2EB-27DF-959803B8E1DB}"/>
                      </a:ext>
                    </a:extLst>
                  </p:cNvPr>
                  <p:cNvSpPr/>
                  <p:nvPr/>
                </p:nvSpPr>
                <p:spPr>
                  <a:xfrm>
                    <a:off x="3758292" y="4755662"/>
                    <a:ext cx="182403" cy="105322"/>
                  </a:xfrm>
                  <a:custGeom>
                    <a:avLst/>
                    <a:gdLst/>
                    <a:ahLst/>
                    <a:cxnLst/>
                    <a:rect l="l" t="t" r="r" b="b"/>
                    <a:pathLst>
                      <a:path w="182403" h="105322" extrusionOk="0">
                        <a:moveTo>
                          <a:pt x="26718" y="89821"/>
                        </a:moveTo>
                        <a:cubicBezTo>
                          <a:pt x="62341" y="110490"/>
                          <a:pt x="120158" y="110490"/>
                          <a:pt x="155686" y="89821"/>
                        </a:cubicBezTo>
                        <a:cubicBezTo>
                          <a:pt x="191310" y="69342"/>
                          <a:pt x="191310" y="35909"/>
                          <a:pt x="155686" y="15430"/>
                        </a:cubicBezTo>
                        <a:cubicBezTo>
                          <a:pt x="120158" y="-5143"/>
                          <a:pt x="62341" y="-5143"/>
                          <a:pt x="26718" y="15430"/>
                        </a:cubicBezTo>
                        <a:cubicBezTo>
                          <a:pt x="-8906" y="36004"/>
                          <a:pt x="-8906" y="69342"/>
                          <a:pt x="26718" y="89821"/>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5" name="Google Shape;5495;p61">
                    <a:extLst>
                      <a:ext uri="{FF2B5EF4-FFF2-40B4-BE49-F238E27FC236}">
                        <a16:creationId xmlns:a16="http://schemas.microsoft.com/office/drawing/2014/main" id="{703B4E61-900B-1F10-96C0-CDFA32C8AEB3}"/>
                      </a:ext>
                    </a:extLst>
                  </p:cNvPr>
                  <p:cNvSpPr/>
                  <p:nvPr/>
                </p:nvSpPr>
                <p:spPr>
                  <a:xfrm>
                    <a:off x="3763578" y="4758496"/>
                    <a:ext cx="171807" cy="99250"/>
                  </a:xfrm>
                  <a:custGeom>
                    <a:avLst/>
                    <a:gdLst/>
                    <a:ahLst/>
                    <a:cxnLst/>
                    <a:rect l="l" t="t" r="r" b="b"/>
                    <a:pathLst>
                      <a:path w="171807" h="99250" extrusionOk="0">
                        <a:moveTo>
                          <a:pt x="25146" y="84606"/>
                        </a:moveTo>
                        <a:cubicBezTo>
                          <a:pt x="58674"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6" name="Google Shape;5496;p61">
                    <a:extLst>
                      <a:ext uri="{FF2B5EF4-FFF2-40B4-BE49-F238E27FC236}">
                        <a16:creationId xmlns:a16="http://schemas.microsoft.com/office/drawing/2014/main" id="{B64198F1-2938-F17B-3C22-3FA657E147F4}"/>
                      </a:ext>
                    </a:extLst>
                  </p:cNvPr>
                  <p:cNvSpPr/>
                  <p:nvPr/>
                </p:nvSpPr>
                <p:spPr>
                  <a:xfrm>
                    <a:off x="3768436" y="4761473"/>
                    <a:ext cx="162186" cy="93702"/>
                  </a:xfrm>
                  <a:custGeom>
                    <a:avLst/>
                    <a:gdLst/>
                    <a:ahLst/>
                    <a:cxnLst/>
                    <a:rect l="l" t="t" r="r" b="b"/>
                    <a:pathLst>
                      <a:path w="162186" h="93702" extrusionOk="0">
                        <a:moveTo>
                          <a:pt x="23717" y="79915"/>
                        </a:moveTo>
                        <a:cubicBezTo>
                          <a:pt x="55435" y="98298"/>
                          <a:pt x="106871" y="98298"/>
                          <a:pt x="138398" y="79915"/>
                        </a:cubicBezTo>
                        <a:cubicBezTo>
                          <a:pt x="170117" y="61627"/>
                          <a:pt x="170117" y="31909"/>
                          <a:pt x="138398" y="13716"/>
                        </a:cubicBezTo>
                        <a:cubicBezTo>
                          <a:pt x="106775" y="-4572"/>
                          <a:pt x="55435" y="-4572"/>
                          <a:pt x="23717" y="13716"/>
                        </a:cubicBezTo>
                        <a:cubicBezTo>
                          <a:pt x="-7906" y="32004"/>
                          <a:pt x="-7906" y="61627"/>
                          <a:pt x="23717" y="7991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7" name="Google Shape;5497;p61">
                    <a:extLst>
                      <a:ext uri="{FF2B5EF4-FFF2-40B4-BE49-F238E27FC236}">
                        <a16:creationId xmlns:a16="http://schemas.microsoft.com/office/drawing/2014/main" id="{77BEF7BA-B181-5937-2E7C-7CC897441336}"/>
                      </a:ext>
                    </a:extLst>
                  </p:cNvPr>
                  <p:cNvSpPr/>
                  <p:nvPr/>
                </p:nvSpPr>
                <p:spPr>
                  <a:xfrm>
                    <a:off x="3773294" y="4764139"/>
                    <a:ext cx="152376" cy="87987"/>
                  </a:xfrm>
                  <a:custGeom>
                    <a:avLst/>
                    <a:gdLst/>
                    <a:ahLst/>
                    <a:cxnLst/>
                    <a:rect l="l" t="t" r="r" b="b"/>
                    <a:pathLst>
                      <a:path w="152376" h="87987" extrusionOk="0">
                        <a:moveTo>
                          <a:pt x="22288" y="75057"/>
                        </a:moveTo>
                        <a:cubicBezTo>
                          <a:pt x="52007" y="92297"/>
                          <a:pt x="100298" y="92297"/>
                          <a:pt x="130016" y="75057"/>
                        </a:cubicBezTo>
                        <a:cubicBezTo>
                          <a:pt x="159829" y="57912"/>
                          <a:pt x="159829" y="30004"/>
                          <a:pt x="130016" y="12859"/>
                        </a:cubicBezTo>
                        <a:cubicBezTo>
                          <a:pt x="100298" y="-4286"/>
                          <a:pt x="52102" y="-4286"/>
                          <a:pt x="22288" y="12859"/>
                        </a:cubicBezTo>
                        <a:cubicBezTo>
                          <a:pt x="-7429" y="30004"/>
                          <a:pt x="-7429" y="57817"/>
                          <a:pt x="22288" y="75057"/>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8" name="Google Shape;5498;p61">
                    <a:extLst>
                      <a:ext uri="{FF2B5EF4-FFF2-40B4-BE49-F238E27FC236}">
                        <a16:creationId xmlns:a16="http://schemas.microsoft.com/office/drawing/2014/main" id="{1DF49E3D-C558-F0D9-4419-1DA3EABE86F5}"/>
                      </a:ext>
                    </a:extLst>
                  </p:cNvPr>
                  <p:cNvSpPr/>
                  <p:nvPr/>
                </p:nvSpPr>
                <p:spPr>
                  <a:xfrm>
                    <a:off x="3777556" y="4766854"/>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9" name="Google Shape;5499;p61">
                    <a:extLst>
                      <a:ext uri="{FF2B5EF4-FFF2-40B4-BE49-F238E27FC236}">
                        <a16:creationId xmlns:a16="http://schemas.microsoft.com/office/drawing/2014/main" id="{C3C6AC28-3C08-17E3-56BF-1DBA8C900F46}"/>
                      </a:ext>
                    </a:extLst>
                  </p:cNvPr>
                  <p:cNvSpPr/>
                  <p:nvPr/>
                </p:nvSpPr>
                <p:spPr>
                  <a:xfrm>
                    <a:off x="3784581" y="4771117"/>
                    <a:ext cx="129730" cy="74866"/>
                  </a:xfrm>
                  <a:custGeom>
                    <a:avLst/>
                    <a:gdLst/>
                    <a:ahLst/>
                    <a:cxnLst/>
                    <a:rect l="l" t="t" r="r" b="b"/>
                    <a:pathLst>
                      <a:path w="129730" h="74866" extrusionOk="0">
                        <a:moveTo>
                          <a:pt x="19002" y="63794"/>
                        </a:moveTo>
                        <a:cubicBezTo>
                          <a:pt x="44339" y="78557"/>
                          <a:pt x="85392" y="78557"/>
                          <a:pt x="110728" y="63794"/>
                        </a:cubicBezTo>
                        <a:cubicBezTo>
                          <a:pt x="136064" y="49220"/>
                          <a:pt x="136064" y="25503"/>
                          <a:pt x="110728" y="10930"/>
                        </a:cubicBezTo>
                        <a:cubicBezTo>
                          <a:pt x="85487" y="-3643"/>
                          <a:pt x="44434" y="-3643"/>
                          <a:pt x="19002" y="10930"/>
                        </a:cubicBezTo>
                        <a:cubicBezTo>
                          <a:pt x="-6334" y="25503"/>
                          <a:pt x="-6334" y="49220"/>
                          <a:pt x="19002" y="6379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0" name="Google Shape;5500;p61">
                    <a:extLst>
                      <a:ext uri="{FF2B5EF4-FFF2-40B4-BE49-F238E27FC236}">
                        <a16:creationId xmlns:a16="http://schemas.microsoft.com/office/drawing/2014/main" id="{8120AF21-5E30-89F3-078D-598B454E3F63}"/>
                      </a:ext>
                    </a:extLst>
                  </p:cNvPr>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01" name="Google Shape;5501;p61">
                  <a:extLst>
                    <a:ext uri="{FF2B5EF4-FFF2-40B4-BE49-F238E27FC236}">
                      <a16:creationId xmlns:a16="http://schemas.microsoft.com/office/drawing/2014/main" id="{28D9BB8D-B2ED-0907-B53B-5B2240155E1A}"/>
                    </a:ext>
                  </a:extLst>
                </p:cNvPr>
                <p:cNvGrpSpPr/>
                <p:nvPr/>
              </p:nvGrpSpPr>
              <p:grpSpPr>
                <a:xfrm>
                  <a:off x="3646611" y="4678414"/>
                  <a:ext cx="405669" cy="247649"/>
                  <a:chOff x="3646611" y="4678414"/>
                  <a:chExt cx="405669" cy="247649"/>
                </a:xfrm>
              </p:grpSpPr>
              <p:sp>
                <p:nvSpPr>
                  <p:cNvPr id="5502" name="Google Shape;5502;p61">
                    <a:extLst>
                      <a:ext uri="{FF2B5EF4-FFF2-40B4-BE49-F238E27FC236}">
                        <a16:creationId xmlns:a16="http://schemas.microsoft.com/office/drawing/2014/main" id="{53F02CE4-354C-5D4A-69D4-BA09EE407E7C}"/>
                      </a:ext>
                    </a:extLst>
                  </p:cNvPr>
                  <p:cNvSpPr/>
                  <p:nvPr/>
                </p:nvSpPr>
                <p:spPr>
                  <a:xfrm>
                    <a:off x="3646611" y="4691749"/>
                    <a:ext cx="405574" cy="234314"/>
                  </a:xfrm>
                  <a:custGeom>
                    <a:avLst/>
                    <a:gdLst/>
                    <a:ahLst/>
                    <a:cxnLst/>
                    <a:rect l="l" t="t" r="r" b="b"/>
                    <a:pathLst>
                      <a:path w="405574" h="234314" extrusionOk="0">
                        <a:moveTo>
                          <a:pt x="404336" y="103823"/>
                        </a:moveTo>
                        <a:cubicBezTo>
                          <a:pt x="399288" y="78391"/>
                          <a:pt x="379952" y="53816"/>
                          <a:pt x="346234" y="34290"/>
                        </a:cubicBezTo>
                        <a:cubicBezTo>
                          <a:pt x="267081" y="-11430"/>
                          <a:pt x="138684" y="-11430"/>
                          <a:pt x="59436" y="34290"/>
                        </a:cubicBezTo>
                        <a:cubicBezTo>
                          <a:pt x="25527" y="53912"/>
                          <a:pt x="6096" y="78677"/>
                          <a:pt x="1238" y="104299"/>
                        </a:cubicBezTo>
                        <a:lnTo>
                          <a:pt x="0" y="103823"/>
                        </a:lnTo>
                        <a:lnTo>
                          <a:pt x="0" y="117920"/>
                        </a:lnTo>
                        <a:lnTo>
                          <a:pt x="0" y="117920"/>
                        </a:lnTo>
                        <a:cubicBezTo>
                          <a:pt x="286"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95" y="44006"/>
                        </a:moveTo>
                        <a:cubicBezTo>
                          <a:pt x="83058" y="40100"/>
                          <a:pt x="93916" y="40100"/>
                          <a:pt x="100584" y="44006"/>
                        </a:cubicBezTo>
                        <a:lnTo>
                          <a:pt x="150209" y="72676"/>
                        </a:lnTo>
                        <a:cubicBezTo>
                          <a:pt x="156972" y="76581"/>
                          <a:pt x="156972" y="82868"/>
                          <a:pt x="150209" y="86773"/>
                        </a:cubicBezTo>
                        <a:cubicBezTo>
                          <a:pt x="143446" y="90678"/>
                          <a:pt x="132588" y="90678"/>
                          <a:pt x="125921" y="86773"/>
                        </a:cubicBezTo>
                        <a:lnTo>
                          <a:pt x="76295" y="58103"/>
                        </a:lnTo>
                        <a:cubicBezTo>
                          <a:pt x="69532" y="54197"/>
                          <a:pt x="69532" y="47911"/>
                          <a:pt x="76295" y="44101"/>
                        </a:cubicBezTo>
                        <a:close/>
                        <a:moveTo>
                          <a:pt x="41053" y="127064"/>
                        </a:moveTo>
                        <a:cubicBezTo>
                          <a:pt x="31528" y="127064"/>
                          <a:pt x="23813" y="122587"/>
                          <a:pt x="23813" y="117157"/>
                        </a:cubicBezTo>
                        <a:cubicBezTo>
                          <a:pt x="23813" y="111728"/>
                          <a:pt x="31528" y="107252"/>
                          <a:pt x="41053" y="107252"/>
                        </a:cubicBezTo>
                        <a:lnTo>
                          <a:pt x="111252" y="107252"/>
                        </a:lnTo>
                        <a:cubicBezTo>
                          <a:pt x="120777" y="107252"/>
                          <a:pt x="128492" y="111728"/>
                          <a:pt x="128492" y="117157"/>
                        </a:cubicBezTo>
                        <a:cubicBezTo>
                          <a:pt x="128492" y="122587"/>
                          <a:pt x="120777" y="127064"/>
                          <a:pt x="111252" y="127064"/>
                        </a:cubicBezTo>
                        <a:lnTo>
                          <a:pt x="41148" y="127064"/>
                        </a:lnTo>
                        <a:close/>
                        <a:moveTo>
                          <a:pt x="150209" y="161544"/>
                        </a:moveTo>
                        <a:lnTo>
                          <a:pt x="100584" y="190214"/>
                        </a:lnTo>
                        <a:cubicBezTo>
                          <a:pt x="93916" y="194120"/>
                          <a:pt x="82963" y="194120"/>
                          <a:pt x="76295" y="190214"/>
                        </a:cubicBezTo>
                        <a:cubicBezTo>
                          <a:pt x="69532" y="186309"/>
                          <a:pt x="69532" y="180023"/>
                          <a:pt x="76295" y="176213"/>
                        </a:cubicBezTo>
                        <a:lnTo>
                          <a:pt x="125921" y="147542"/>
                        </a:lnTo>
                        <a:cubicBezTo>
                          <a:pt x="132588" y="143637"/>
                          <a:pt x="143542" y="143637"/>
                          <a:pt x="150209" y="147542"/>
                        </a:cubicBezTo>
                        <a:cubicBezTo>
                          <a:pt x="156972" y="151448"/>
                          <a:pt x="156972" y="157734"/>
                          <a:pt x="150209" y="161639"/>
                        </a:cubicBezTo>
                        <a:close/>
                        <a:moveTo>
                          <a:pt x="185642" y="23622"/>
                        </a:moveTo>
                        <a:cubicBezTo>
                          <a:pt x="185642" y="18098"/>
                          <a:pt x="193357" y="13716"/>
                          <a:pt x="202882" y="13716"/>
                        </a:cubicBezTo>
                        <a:cubicBezTo>
                          <a:pt x="212407" y="13716"/>
                          <a:pt x="220123" y="18193"/>
                          <a:pt x="220123" y="23622"/>
                        </a:cubicBezTo>
                        <a:lnTo>
                          <a:pt x="220123" y="64103"/>
                        </a:lnTo>
                        <a:cubicBezTo>
                          <a:pt x="220123" y="69628"/>
                          <a:pt x="212407" y="74009"/>
                          <a:pt x="202882" y="74009"/>
                        </a:cubicBezTo>
                        <a:cubicBezTo>
                          <a:pt x="193357" y="74009"/>
                          <a:pt x="185642" y="69532"/>
                          <a:pt x="185642" y="64103"/>
                        </a:cubicBezTo>
                        <a:lnTo>
                          <a:pt x="185642" y="23622"/>
                        </a:lnTo>
                        <a:close/>
                        <a:moveTo>
                          <a:pt x="202882" y="220408"/>
                        </a:moveTo>
                        <a:cubicBezTo>
                          <a:pt x="193357" y="220408"/>
                          <a:pt x="185642" y="215932"/>
                          <a:pt x="185642" y="210503"/>
                        </a:cubicBezTo>
                        <a:lnTo>
                          <a:pt x="185642" y="170021"/>
                        </a:lnTo>
                        <a:cubicBezTo>
                          <a:pt x="185642" y="164497"/>
                          <a:pt x="193357" y="160115"/>
                          <a:pt x="202882" y="160115"/>
                        </a:cubicBezTo>
                        <a:cubicBezTo>
                          <a:pt x="212407" y="160115"/>
                          <a:pt x="220123" y="164592"/>
                          <a:pt x="220123" y="170021"/>
                        </a:cubicBezTo>
                        <a:lnTo>
                          <a:pt x="220123" y="210503"/>
                        </a:lnTo>
                        <a:cubicBezTo>
                          <a:pt x="220123" y="216027"/>
                          <a:pt x="212407" y="220408"/>
                          <a:pt x="202882" y="220408"/>
                        </a:cubicBezTo>
                        <a:close/>
                        <a:moveTo>
                          <a:pt x="255556" y="72581"/>
                        </a:moveTo>
                        <a:lnTo>
                          <a:pt x="305181" y="43910"/>
                        </a:lnTo>
                        <a:cubicBezTo>
                          <a:pt x="311944" y="40005"/>
                          <a:pt x="322802" y="40005"/>
                          <a:pt x="329470" y="43910"/>
                        </a:cubicBezTo>
                        <a:cubicBezTo>
                          <a:pt x="336232" y="47815"/>
                          <a:pt x="336232" y="54102"/>
                          <a:pt x="329470" y="57912"/>
                        </a:cubicBezTo>
                        <a:lnTo>
                          <a:pt x="279845" y="86582"/>
                        </a:lnTo>
                        <a:cubicBezTo>
                          <a:pt x="273082" y="90488"/>
                          <a:pt x="262223" y="90488"/>
                          <a:pt x="255461" y="86582"/>
                        </a:cubicBezTo>
                        <a:cubicBezTo>
                          <a:pt x="248698" y="82677"/>
                          <a:pt x="248698" y="76390"/>
                          <a:pt x="255461" y="72485"/>
                        </a:cubicBezTo>
                        <a:close/>
                        <a:moveTo>
                          <a:pt x="329470" y="190119"/>
                        </a:moveTo>
                        <a:cubicBezTo>
                          <a:pt x="322802" y="194024"/>
                          <a:pt x="311848" y="194024"/>
                          <a:pt x="305181" y="190119"/>
                        </a:cubicBezTo>
                        <a:lnTo>
                          <a:pt x="255556" y="161449"/>
                        </a:lnTo>
                        <a:cubicBezTo>
                          <a:pt x="248793" y="157544"/>
                          <a:pt x="248793" y="151257"/>
                          <a:pt x="255556" y="147352"/>
                        </a:cubicBezTo>
                        <a:cubicBezTo>
                          <a:pt x="262319" y="143447"/>
                          <a:pt x="273177" y="143447"/>
                          <a:pt x="279940" y="147352"/>
                        </a:cubicBezTo>
                        <a:lnTo>
                          <a:pt x="329565" y="176022"/>
                        </a:lnTo>
                        <a:cubicBezTo>
                          <a:pt x="336328" y="179927"/>
                          <a:pt x="336328" y="186214"/>
                          <a:pt x="329565" y="190024"/>
                        </a:cubicBezTo>
                        <a:close/>
                        <a:moveTo>
                          <a:pt x="364712" y="126968"/>
                        </a:moveTo>
                        <a:lnTo>
                          <a:pt x="294513" y="126968"/>
                        </a:lnTo>
                        <a:cubicBezTo>
                          <a:pt x="284988" y="126968"/>
                          <a:pt x="277368" y="122491"/>
                          <a:pt x="277368" y="117062"/>
                        </a:cubicBezTo>
                        <a:cubicBezTo>
                          <a:pt x="277368" y="111633"/>
                          <a:pt x="285083" y="107156"/>
                          <a:pt x="294513" y="107156"/>
                        </a:cubicBezTo>
                        <a:lnTo>
                          <a:pt x="364712" y="107156"/>
                        </a:lnTo>
                        <a:cubicBezTo>
                          <a:pt x="374237" y="107156"/>
                          <a:pt x="381953" y="111633"/>
                          <a:pt x="381953" y="117062"/>
                        </a:cubicBezTo>
                        <a:cubicBezTo>
                          <a:pt x="381953" y="122491"/>
                          <a:pt x="374237" y="126968"/>
                          <a:pt x="364712"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3" name="Google Shape;5503;p61">
                    <a:extLst>
                      <a:ext uri="{FF2B5EF4-FFF2-40B4-BE49-F238E27FC236}">
                        <a16:creationId xmlns:a16="http://schemas.microsoft.com/office/drawing/2014/main" id="{89492CD3-CB90-BB48-36EC-79F5E2BE5FFA}"/>
                      </a:ext>
                    </a:extLst>
                  </p:cNvPr>
                  <p:cNvSpPr/>
                  <p:nvPr/>
                </p:nvSpPr>
                <p:spPr>
                  <a:xfrm>
                    <a:off x="3646611" y="4678414"/>
                    <a:ext cx="405669" cy="234124"/>
                  </a:xfrm>
                  <a:custGeom>
                    <a:avLst/>
                    <a:gdLst/>
                    <a:ahLst/>
                    <a:cxnLst/>
                    <a:rect l="l" t="t" r="r" b="b"/>
                    <a:pathLst>
                      <a:path w="405669" h="234124" extrusionOk="0">
                        <a:moveTo>
                          <a:pt x="346234" y="34290"/>
                        </a:moveTo>
                        <a:cubicBezTo>
                          <a:pt x="267081" y="-11430"/>
                          <a:pt x="138684" y="-11430"/>
                          <a:pt x="59436" y="34290"/>
                        </a:cubicBezTo>
                        <a:cubicBezTo>
                          <a:pt x="-19812" y="80010"/>
                          <a:pt x="-19812" y="154210"/>
                          <a:pt x="59436" y="199834"/>
                        </a:cubicBezTo>
                        <a:cubicBezTo>
                          <a:pt x="138684" y="245555"/>
                          <a:pt x="267081" y="245555"/>
                          <a:pt x="346234" y="199834"/>
                        </a:cubicBezTo>
                        <a:cubicBezTo>
                          <a:pt x="425482" y="154115"/>
                          <a:pt x="425482" y="80010"/>
                          <a:pt x="346234" y="34290"/>
                        </a:cubicBezTo>
                        <a:close/>
                        <a:moveTo>
                          <a:pt x="76200" y="58007"/>
                        </a:moveTo>
                        <a:cubicBezTo>
                          <a:pt x="69437" y="54102"/>
                          <a:pt x="69437" y="47815"/>
                          <a:pt x="76200" y="44006"/>
                        </a:cubicBezTo>
                        <a:cubicBezTo>
                          <a:pt x="82963" y="40100"/>
                          <a:pt x="93821" y="40100"/>
                          <a:pt x="100489" y="44006"/>
                        </a:cubicBezTo>
                        <a:lnTo>
                          <a:pt x="150114" y="72676"/>
                        </a:lnTo>
                        <a:cubicBezTo>
                          <a:pt x="156877" y="76581"/>
                          <a:pt x="156877" y="82867"/>
                          <a:pt x="150114" y="86678"/>
                        </a:cubicBezTo>
                        <a:cubicBezTo>
                          <a:pt x="143351" y="90583"/>
                          <a:pt x="132493" y="90583"/>
                          <a:pt x="125825" y="86678"/>
                        </a:cubicBezTo>
                        <a:lnTo>
                          <a:pt x="76200" y="58007"/>
                        </a:lnTo>
                        <a:close/>
                        <a:moveTo>
                          <a:pt x="111061" y="126968"/>
                        </a:moveTo>
                        <a:lnTo>
                          <a:pt x="40957" y="126968"/>
                        </a:lnTo>
                        <a:cubicBezTo>
                          <a:pt x="31432" y="126968"/>
                          <a:pt x="23717" y="122491"/>
                          <a:pt x="23717" y="117062"/>
                        </a:cubicBezTo>
                        <a:cubicBezTo>
                          <a:pt x="23717" y="111633"/>
                          <a:pt x="31432" y="107156"/>
                          <a:pt x="40957" y="107156"/>
                        </a:cubicBezTo>
                        <a:lnTo>
                          <a:pt x="111157" y="107156"/>
                        </a:lnTo>
                        <a:cubicBezTo>
                          <a:pt x="120682" y="107156"/>
                          <a:pt x="128397" y="111633"/>
                          <a:pt x="128397" y="117062"/>
                        </a:cubicBezTo>
                        <a:cubicBezTo>
                          <a:pt x="128397" y="122491"/>
                          <a:pt x="120682" y="126968"/>
                          <a:pt x="111157" y="126968"/>
                        </a:cubicBezTo>
                        <a:close/>
                        <a:moveTo>
                          <a:pt x="202787" y="74009"/>
                        </a:moveTo>
                        <a:cubicBezTo>
                          <a:pt x="193262" y="74009"/>
                          <a:pt x="185547" y="69532"/>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532"/>
                          <a:pt x="212312" y="74009"/>
                          <a:pt x="202787" y="74009"/>
                        </a:cubicBezTo>
                        <a:close/>
                        <a:moveTo>
                          <a:pt x="100489" y="190119"/>
                        </a:moveTo>
                        <a:cubicBezTo>
                          <a:pt x="93821" y="194024"/>
                          <a:pt x="82868" y="194024"/>
                          <a:pt x="76200" y="190119"/>
                        </a:cubicBezTo>
                        <a:cubicBezTo>
                          <a:pt x="69437" y="186214"/>
                          <a:pt x="69437" y="179927"/>
                          <a:pt x="76200" y="176022"/>
                        </a:cubicBezTo>
                        <a:lnTo>
                          <a:pt x="125825" y="147352"/>
                        </a:lnTo>
                        <a:cubicBezTo>
                          <a:pt x="132493" y="143447"/>
                          <a:pt x="143446" y="143447"/>
                          <a:pt x="150114" y="147352"/>
                        </a:cubicBezTo>
                        <a:cubicBezTo>
                          <a:pt x="156877" y="151257"/>
                          <a:pt x="156877" y="157543"/>
                          <a:pt x="150114" y="161354"/>
                        </a:cubicBezTo>
                        <a:lnTo>
                          <a:pt x="100489" y="190024"/>
                        </a:lnTo>
                        <a:close/>
                        <a:moveTo>
                          <a:pt x="279749" y="86582"/>
                        </a:moveTo>
                        <a:cubicBezTo>
                          <a:pt x="272986" y="90488"/>
                          <a:pt x="262128" y="90488"/>
                          <a:pt x="255365" y="86582"/>
                        </a:cubicBezTo>
                        <a:cubicBezTo>
                          <a:pt x="248602" y="82677"/>
                          <a:pt x="248602" y="76390"/>
                          <a:pt x="255365" y="72581"/>
                        </a:cubicBezTo>
                        <a:lnTo>
                          <a:pt x="304990" y="43910"/>
                        </a:lnTo>
                        <a:cubicBezTo>
                          <a:pt x="311753" y="40005"/>
                          <a:pt x="322612" y="40005"/>
                          <a:pt x="329279" y="43910"/>
                        </a:cubicBezTo>
                        <a:cubicBezTo>
                          <a:pt x="336042" y="47815"/>
                          <a:pt x="336042" y="54102"/>
                          <a:pt x="329279" y="57912"/>
                        </a:cubicBezTo>
                        <a:lnTo>
                          <a:pt x="279654" y="86582"/>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8"/>
                        </a:moveTo>
                        <a:cubicBezTo>
                          <a:pt x="193167" y="220408"/>
                          <a:pt x="185452" y="215932"/>
                          <a:pt x="185452" y="210503"/>
                        </a:cubicBezTo>
                        <a:lnTo>
                          <a:pt x="185452" y="170021"/>
                        </a:lnTo>
                        <a:cubicBezTo>
                          <a:pt x="185452" y="164497"/>
                          <a:pt x="193167" y="160115"/>
                          <a:pt x="202692" y="160115"/>
                        </a:cubicBezTo>
                        <a:cubicBezTo>
                          <a:pt x="212217" y="160115"/>
                          <a:pt x="219932" y="164592"/>
                          <a:pt x="219932" y="170021"/>
                        </a:cubicBezTo>
                        <a:lnTo>
                          <a:pt x="219932" y="210503"/>
                        </a:lnTo>
                        <a:cubicBezTo>
                          <a:pt x="219932" y="216027"/>
                          <a:pt x="212217" y="220408"/>
                          <a:pt x="202692" y="220408"/>
                        </a:cubicBezTo>
                        <a:close/>
                        <a:moveTo>
                          <a:pt x="304990" y="190119"/>
                        </a:moveTo>
                        <a:lnTo>
                          <a:pt x="255365" y="161449"/>
                        </a:lnTo>
                        <a:cubicBezTo>
                          <a:pt x="248602" y="157543"/>
                          <a:pt x="248602" y="151257"/>
                          <a:pt x="255365" y="147447"/>
                        </a:cubicBezTo>
                        <a:cubicBezTo>
                          <a:pt x="262128" y="143542"/>
                          <a:pt x="272986" y="143542"/>
                          <a:pt x="279749" y="147447"/>
                        </a:cubicBezTo>
                        <a:lnTo>
                          <a:pt x="329374" y="176117"/>
                        </a:lnTo>
                        <a:cubicBezTo>
                          <a:pt x="336137" y="180023"/>
                          <a:pt x="336137" y="186309"/>
                          <a:pt x="329374" y="190214"/>
                        </a:cubicBezTo>
                        <a:cubicBezTo>
                          <a:pt x="322707" y="194120"/>
                          <a:pt x="311753" y="194120"/>
                          <a:pt x="305086"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4" name="Google Shape;5504;p61">
                    <a:extLst>
                      <a:ext uri="{FF2B5EF4-FFF2-40B4-BE49-F238E27FC236}">
                        <a16:creationId xmlns:a16="http://schemas.microsoft.com/office/drawing/2014/main" id="{A784F477-6985-82A2-23E7-A93880CBA923}"/>
                      </a:ext>
                    </a:extLst>
                  </p:cNvPr>
                  <p:cNvSpPr/>
                  <p:nvPr/>
                </p:nvSpPr>
                <p:spPr>
                  <a:xfrm>
                    <a:off x="3792266" y="4762425"/>
                    <a:ext cx="114454" cy="46386"/>
                  </a:xfrm>
                  <a:custGeom>
                    <a:avLst/>
                    <a:gdLst/>
                    <a:ahLst/>
                    <a:cxnLst/>
                    <a:rect l="l" t="t" r="r" b="b"/>
                    <a:pathLst>
                      <a:path w="114454" h="46386" extrusionOk="0">
                        <a:moveTo>
                          <a:pt x="109615" y="46387"/>
                        </a:moveTo>
                        <a:cubicBezTo>
                          <a:pt x="106853" y="42767"/>
                          <a:pt x="102852" y="39338"/>
                          <a:pt x="97708" y="36385"/>
                        </a:cubicBezTo>
                        <a:cubicBezTo>
                          <a:pt x="75325" y="23432"/>
                          <a:pt x="39130" y="23432"/>
                          <a:pt x="16746" y="36385"/>
                        </a:cubicBezTo>
                        <a:cubicBezTo>
                          <a:pt x="11603" y="39338"/>
                          <a:pt x="7602" y="42767"/>
                          <a:pt x="4840" y="46387"/>
                        </a:cubicBezTo>
                        <a:cubicBezTo>
                          <a:pt x="-4400" y="34290"/>
                          <a:pt x="-399" y="19622"/>
                          <a:pt x="16746" y="9716"/>
                        </a:cubicBezTo>
                        <a:cubicBezTo>
                          <a:pt x="39130" y="-3239"/>
                          <a:pt x="75325" y="-3239"/>
                          <a:pt x="97708" y="9716"/>
                        </a:cubicBezTo>
                        <a:cubicBezTo>
                          <a:pt x="114854"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5" name="Google Shape;5505;p61">
                    <a:extLst>
                      <a:ext uri="{FF2B5EF4-FFF2-40B4-BE49-F238E27FC236}">
                        <a16:creationId xmlns:a16="http://schemas.microsoft.com/office/drawing/2014/main" id="{0D08992D-7B91-862F-FC3D-6E86ECF7AF7C}"/>
                      </a:ext>
                    </a:extLst>
                  </p:cNvPr>
                  <p:cNvSpPr/>
                  <p:nvPr/>
                </p:nvSpPr>
                <p:spPr>
                  <a:xfrm>
                    <a:off x="3797106" y="4789095"/>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506" name="Google Shape;5506;p61">
                <a:extLst>
                  <a:ext uri="{FF2B5EF4-FFF2-40B4-BE49-F238E27FC236}">
                    <a16:creationId xmlns:a16="http://schemas.microsoft.com/office/drawing/2014/main" id="{A65DA4D9-413F-8D84-B005-FEBC97C5D47F}"/>
                  </a:ext>
                </a:extLst>
              </p:cNvPr>
              <p:cNvGrpSpPr/>
              <p:nvPr/>
            </p:nvGrpSpPr>
            <p:grpSpPr>
              <a:xfrm>
                <a:off x="7468856" y="4512385"/>
                <a:ext cx="639735" cy="559976"/>
                <a:chOff x="3695689" y="4939685"/>
                <a:chExt cx="422100" cy="369475"/>
              </a:xfrm>
            </p:grpSpPr>
            <p:sp>
              <p:nvSpPr>
                <p:cNvPr id="5507" name="Google Shape;5507;p61">
                  <a:extLst>
                    <a:ext uri="{FF2B5EF4-FFF2-40B4-BE49-F238E27FC236}">
                      <a16:creationId xmlns:a16="http://schemas.microsoft.com/office/drawing/2014/main" id="{CB0FD116-FF20-1381-6A99-FAB089B7DD01}"/>
                    </a:ext>
                  </a:extLst>
                </p:cNvPr>
                <p:cNvSpPr/>
                <p:nvPr/>
              </p:nvSpPr>
              <p:spPr>
                <a:xfrm>
                  <a:off x="3695689" y="5065320"/>
                  <a:ext cx="422100" cy="243840"/>
                </a:xfrm>
                <a:custGeom>
                  <a:avLst/>
                  <a:gdLst/>
                  <a:ahLst/>
                  <a:cxnLst/>
                  <a:rect l="l" t="t" r="r" b="b"/>
                  <a:pathLst>
                    <a:path w="422100" h="243840" extrusionOk="0">
                      <a:moveTo>
                        <a:pt x="360307" y="208121"/>
                      </a:moveTo>
                      <a:cubicBezTo>
                        <a:pt x="277821" y="255746"/>
                        <a:pt x="144185" y="255746"/>
                        <a:pt x="61793" y="208121"/>
                      </a:cubicBezTo>
                      <a:cubicBezTo>
                        <a:pt x="-20598" y="160496"/>
                        <a:pt x="-20598" y="83344"/>
                        <a:pt x="61793" y="35719"/>
                      </a:cubicBezTo>
                      <a:cubicBezTo>
                        <a:pt x="144185" y="-11906"/>
                        <a:pt x="277821" y="-11906"/>
                        <a:pt x="360307" y="35719"/>
                      </a:cubicBezTo>
                      <a:cubicBezTo>
                        <a:pt x="442698" y="83344"/>
                        <a:pt x="442698" y="160496"/>
                        <a:pt x="360307" y="208121"/>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508" name="Google Shape;5508;p61">
                  <a:extLst>
                    <a:ext uri="{FF2B5EF4-FFF2-40B4-BE49-F238E27FC236}">
                      <a16:creationId xmlns:a16="http://schemas.microsoft.com/office/drawing/2014/main" id="{C805CD85-C029-EAF8-265E-F9ABB7D6A922}"/>
                    </a:ext>
                  </a:extLst>
                </p:cNvPr>
                <p:cNvGrpSpPr/>
                <p:nvPr/>
              </p:nvGrpSpPr>
              <p:grpSpPr>
                <a:xfrm>
                  <a:off x="3703857" y="5053128"/>
                  <a:ext cx="405669" cy="247649"/>
                  <a:chOff x="3703857" y="5053128"/>
                  <a:chExt cx="405669" cy="247649"/>
                </a:xfrm>
              </p:grpSpPr>
              <p:sp>
                <p:nvSpPr>
                  <p:cNvPr id="5509" name="Google Shape;5509;p61">
                    <a:extLst>
                      <a:ext uri="{FF2B5EF4-FFF2-40B4-BE49-F238E27FC236}">
                        <a16:creationId xmlns:a16="http://schemas.microsoft.com/office/drawing/2014/main" id="{14DEE1F8-1348-AEE4-4BE1-5D6EFA95E4E2}"/>
                      </a:ext>
                    </a:extLst>
                  </p:cNvPr>
                  <p:cNvSpPr/>
                  <p:nvPr/>
                </p:nvSpPr>
                <p:spPr>
                  <a:xfrm>
                    <a:off x="3703857" y="5066463"/>
                    <a:ext cx="405574" cy="234314"/>
                  </a:xfrm>
                  <a:custGeom>
                    <a:avLst/>
                    <a:gdLst/>
                    <a:ahLst/>
                    <a:cxnLst/>
                    <a:rect l="l" t="t" r="r" b="b"/>
                    <a:pathLst>
                      <a:path w="405574" h="234314"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920"/>
                        </a:lnTo>
                        <a:lnTo>
                          <a:pt x="0" y="117920"/>
                        </a:lnTo>
                        <a:cubicBezTo>
                          <a:pt x="381"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0957" y="126968"/>
                        </a:moveTo>
                        <a:cubicBezTo>
                          <a:pt x="31432" y="126968"/>
                          <a:pt x="23717" y="122492"/>
                          <a:pt x="23717" y="117062"/>
                        </a:cubicBezTo>
                        <a:cubicBezTo>
                          <a:pt x="23717" y="111633"/>
                          <a:pt x="31432" y="107156"/>
                          <a:pt x="40957" y="107156"/>
                        </a:cubicBezTo>
                        <a:lnTo>
                          <a:pt x="111062" y="107156"/>
                        </a:lnTo>
                        <a:cubicBezTo>
                          <a:pt x="120587" y="107156"/>
                          <a:pt x="128302" y="111633"/>
                          <a:pt x="128302" y="117062"/>
                        </a:cubicBezTo>
                        <a:cubicBezTo>
                          <a:pt x="128302" y="122492"/>
                          <a:pt x="120587" y="126968"/>
                          <a:pt x="111062" y="126968"/>
                        </a:cubicBezTo>
                        <a:lnTo>
                          <a:pt x="40957" y="126968"/>
                        </a:lnTo>
                        <a:close/>
                        <a:moveTo>
                          <a:pt x="150114" y="161449"/>
                        </a:moveTo>
                        <a:lnTo>
                          <a:pt x="100489" y="190119"/>
                        </a:lnTo>
                        <a:cubicBezTo>
                          <a:pt x="93726" y="194024"/>
                          <a:pt x="82867" y="194024"/>
                          <a:pt x="76105" y="190119"/>
                        </a:cubicBezTo>
                        <a:cubicBezTo>
                          <a:pt x="69342" y="186214"/>
                          <a:pt x="69342" y="179927"/>
                          <a:pt x="76105" y="176117"/>
                        </a:cubicBezTo>
                        <a:lnTo>
                          <a:pt x="125730" y="147447"/>
                        </a:lnTo>
                        <a:cubicBezTo>
                          <a:pt x="132493" y="143542"/>
                          <a:pt x="143351" y="143542"/>
                          <a:pt x="150019" y="147447"/>
                        </a:cubicBezTo>
                        <a:cubicBezTo>
                          <a:pt x="156781" y="151352"/>
                          <a:pt x="156781" y="157639"/>
                          <a:pt x="150019" y="161544"/>
                        </a:cubicBezTo>
                        <a:close/>
                        <a:moveTo>
                          <a:pt x="185547" y="23527"/>
                        </a:moveTo>
                        <a:cubicBezTo>
                          <a:pt x="185547" y="18002"/>
                          <a:pt x="193262" y="13621"/>
                          <a:pt x="202787" y="13621"/>
                        </a:cubicBezTo>
                        <a:cubicBezTo>
                          <a:pt x="212312" y="13621"/>
                          <a:pt x="220027" y="18098"/>
                          <a:pt x="220027" y="23527"/>
                        </a:cubicBezTo>
                        <a:lnTo>
                          <a:pt x="220027" y="64008"/>
                        </a:lnTo>
                        <a:cubicBezTo>
                          <a:pt x="220027" y="69532"/>
                          <a:pt x="212312" y="73914"/>
                          <a:pt x="202787" y="73914"/>
                        </a:cubicBezTo>
                        <a:cubicBezTo>
                          <a:pt x="193262" y="73914"/>
                          <a:pt x="185547" y="69437"/>
                          <a:pt x="185547" y="64008"/>
                        </a:cubicBezTo>
                        <a:lnTo>
                          <a:pt x="185547" y="23527"/>
                        </a:lnTo>
                        <a:close/>
                        <a:moveTo>
                          <a:pt x="202787" y="220313"/>
                        </a:moveTo>
                        <a:cubicBezTo>
                          <a:pt x="193262" y="220313"/>
                          <a:pt x="185547" y="215837"/>
                          <a:pt x="185547" y="210407"/>
                        </a:cubicBezTo>
                        <a:lnTo>
                          <a:pt x="185547" y="169926"/>
                        </a:lnTo>
                        <a:cubicBezTo>
                          <a:pt x="185547" y="164402"/>
                          <a:pt x="193262" y="160020"/>
                          <a:pt x="202787" y="160020"/>
                        </a:cubicBezTo>
                        <a:cubicBezTo>
                          <a:pt x="212312" y="160020"/>
                          <a:pt x="220027" y="164497"/>
                          <a:pt x="220027" y="169926"/>
                        </a:cubicBezTo>
                        <a:lnTo>
                          <a:pt x="220027" y="210407"/>
                        </a:lnTo>
                        <a:cubicBezTo>
                          <a:pt x="220027" y="215932"/>
                          <a:pt x="212312" y="220313"/>
                          <a:pt x="202787" y="220313"/>
                        </a:cubicBezTo>
                        <a:close/>
                        <a:moveTo>
                          <a:pt x="255460" y="72485"/>
                        </a:moveTo>
                        <a:lnTo>
                          <a:pt x="305086" y="43815"/>
                        </a:lnTo>
                        <a:cubicBezTo>
                          <a:pt x="311848" y="39910"/>
                          <a:pt x="322707" y="39910"/>
                          <a:pt x="329374" y="43815"/>
                        </a:cubicBezTo>
                        <a:cubicBezTo>
                          <a:pt x="336137" y="47720"/>
                          <a:pt x="336137" y="54007"/>
                          <a:pt x="329374" y="57912"/>
                        </a:cubicBezTo>
                        <a:lnTo>
                          <a:pt x="279749" y="86582"/>
                        </a:lnTo>
                        <a:cubicBezTo>
                          <a:pt x="272987" y="90488"/>
                          <a:pt x="262128" y="90488"/>
                          <a:pt x="255460" y="86582"/>
                        </a:cubicBezTo>
                        <a:cubicBezTo>
                          <a:pt x="248698" y="82677"/>
                          <a:pt x="248698" y="76390"/>
                          <a:pt x="255460" y="72581"/>
                        </a:cubicBezTo>
                        <a:close/>
                        <a:moveTo>
                          <a:pt x="329374" y="190024"/>
                        </a:moveTo>
                        <a:cubicBezTo>
                          <a:pt x="322612" y="193929"/>
                          <a:pt x="311753" y="193929"/>
                          <a:pt x="305086" y="190024"/>
                        </a:cubicBezTo>
                        <a:lnTo>
                          <a:pt x="255460" y="161354"/>
                        </a:lnTo>
                        <a:cubicBezTo>
                          <a:pt x="248698" y="157448"/>
                          <a:pt x="248698" y="151162"/>
                          <a:pt x="255460" y="147352"/>
                        </a:cubicBezTo>
                        <a:cubicBezTo>
                          <a:pt x="262223" y="143447"/>
                          <a:pt x="273082" y="143447"/>
                          <a:pt x="279749" y="147352"/>
                        </a:cubicBezTo>
                        <a:lnTo>
                          <a:pt x="329374" y="176022"/>
                        </a:lnTo>
                        <a:cubicBezTo>
                          <a:pt x="336137" y="179927"/>
                          <a:pt x="336137" y="186214"/>
                          <a:pt x="329374" y="190024"/>
                        </a:cubicBezTo>
                        <a:close/>
                        <a:moveTo>
                          <a:pt x="364617" y="126873"/>
                        </a:moveTo>
                        <a:lnTo>
                          <a:pt x="294418" y="126873"/>
                        </a:lnTo>
                        <a:cubicBezTo>
                          <a:pt x="284893" y="126873"/>
                          <a:pt x="277177" y="122396"/>
                          <a:pt x="277177" y="116967"/>
                        </a:cubicBezTo>
                        <a:cubicBezTo>
                          <a:pt x="277177"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0" name="Google Shape;5510;p61">
                    <a:extLst>
                      <a:ext uri="{FF2B5EF4-FFF2-40B4-BE49-F238E27FC236}">
                        <a16:creationId xmlns:a16="http://schemas.microsoft.com/office/drawing/2014/main" id="{A1E61343-9B7B-1B38-BAEC-CBF9C1DBF1E7}"/>
                      </a:ext>
                    </a:extLst>
                  </p:cNvPr>
                  <p:cNvSpPr/>
                  <p:nvPr/>
                </p:nvSpPr>
                <p:spPr>
                  <a:xfrm>
                    <a:off x="3703928" y="5053128"/>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010"/>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7"/>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022"/>
                        </a:cubicBezTo>
                        <a:lnTo>
                          <a:pt x="125658" y="147447"/>
                        </a:lnTo>
                        <a:cubicBezTo>
                          <a:pt x="132421" y="143542"/>
                          <a:pt x="143280" y="143542"/>
                          <a:pt x="149947" y="147447"/>
                        </a:cubicBezTo>
                        <a:cubicBezTo>
                          <a:pt x="156710" y="151352"/>
                          <a:pt x="156710" y="157639"/>
                          <a:pt x="149947" y="161449"/>
                        </a:cubicBezTo>
                        <a:lnTo>
                          <a:pt x="100322" y="190119"/>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8"/>
                        </a:moveTo>
                        <a:cubicBezTo>
                          <a:pt x="193096" y="220408"/>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8"/>
                          <a:pt x="202621" y="220408"/>
                        </a:cubicBezTo>
                        <a:close/>
                        <a:moveTo>
                          <a:pt x="304919" y="190119"/>
                        </a:moveTo>
                        <a:lnTo>
                          <a:pt x="255294" y="161449"/>
                        </a:lnTo>
                        <a:cubicBezTo>
                          <a:pt x="248531" y="157544"/>
                          <a:pt x="248531" y="151257"/>
                          <a:pt x="255294" y="147447"/>
                        </a:cubicBezTo>
                        <a:cubicBezTo>
                          <a:pt x="262057" y="143542"/>
                          <a:pt x="272915" y="143542"/>
                          <a:pt x="279583" y="147447"/>
                        </a:cubicBezTo>
                        <a:lnTo>
                          <a:pt x="329208" y="176022"/>
                        </a:lnTo>
                        <a:cubicBezTo>
                          <a:pt x="335971" y="179927"/>
                          <a:pt x="335971" y="186214"/>
                          <a:pt x="329208" y="190119"/>
                        </a:cubicBezTo>
                        <a:cubicBezTo>
                          <a:pt x="322445" y="194024"/>
                          <a:pt x="311587" y="194024"/>
                          <a:pt x="304919"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1" name="Google Shape;5511;p61">
                    <a:extLst>
                      <a:ext uri="{FF2B5EF4-FFF2-40B4-BE49-F238E27FC236}">
                        <a16:creationId xmlns:a16="http://schemas.microsoft.com/office/drawing/2014/main" id="{5F2D2801-7F28-91FE-BBB8-DC8A9C9DCCF3}"/>
                      </a:ext>
                    </a:extLst>
                  </p:cNvPr>
                  <p:cNvSpPr/>
                  <p:nvPr/>
                </p:nvSpPr>
                <p:spPr>
                  <a:xfrm>
                    <a:off x="3849512" y="5137210"/>
                    <a:ext cx="114454" cy="46315"/>
                  </a:xfrm>
                  <a:custGeom>
                    <a:avLst/>
                    <a:gdLst/>
                    <a:ahLst/>
                    <a:cxnLst/>
                    <a:rect l="l" t="t" r="r" b="b"/>
                    <a:pathLst>
                      <a:path w="114454" h="46315" extrusionOk="0">
                        <a:moveTo>
                          <a:pt x="109615" y="46315"/>
                        </a:moveTo>
                        <a:cubicBezTo>
                          <a:pt x="106852" y="42696"/>
                          <a:pt x="102852" y="39267"/>
                          <a:pt x="97708" y="36314"/>
                        </a:cubicBezTo>
                        <a:cubicBezTo>
                          <a:pt x="75325" y="23455"/>
                          <a:pt x="39130" y="23455"/>
                          <a:pt x="16746" y="36314"/>
                        </a:cubicBezTo>
                        <a:cubicBezTo>
                          <a:pt x="11602" y="39267"/>
                          <a:pt x="7602" y="42696"/>
                          <a:pt x="4840" y="46315"/>
                        </a:cubicBezTo>
                        <a:cubicBezTo>
                          <a:pt x="-4400" y="34218"/>
                          <a:pt x="-399" y="19550"/>
                          <a:pt x="16746" y="9644"/>
                        </a:cubicBezTo>
                        <a:cubicBezTo>
                          <a:pt x="39130" y="-3215"/>
                          <a:pt x="75325" y="-3215"/>
                          <a:pt x="97708" y="9644"/>
                        </a:cubicBezTo>
                        <a:cubicBezTo>
                          <a:pt x="114853"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2" name="Google Shape;5512;p61">
                    <a:extLst>
                      <a:ext uri="{FF2B5EF4-FFF2-40B4-BE49-F238E27FC236}">
                        <a16:creationId xmlns:a16="http://schemas.microsoft.com/office/drawing/2014/main" id="{77272F74-C4B4-6D75-3B28-8F99A30305B5}"/>
                      </a:ext>
                    </a:extLst>
                  </p:cNvPr>
                  <p:cNvSpPr/>
                  <p:nvPr/>
                </p:nvSpPr>
                <p:spPr>
                  <a:xfrm>
                    <a:off x="3854351" y="5163880"/>
                    <a:ext cx="104775" cy="39457"/>
                  </a:xfrm>
                  <a:custGeom>
                    <a:avLst/>
                    <a:gdLst/>
                    <a:ahLst/>
                    <a:cxnLst/>
                    <a:rect l="l" t="t" r="r" b="b"/>
                    <a:pathLst>
                      <a:path w="104775" h="39457" extrusionOk="0">
                        <a:moveTo>
                          <a:pt x="104775" y="19645"/>
                        </a:moveTo>
                        <a:cubicBezTo>
                          <a:pt x="102013" y="23265"/>
                          <a:pt x="98012" y="26694"/>
                          <a:pt x="92869" y="29742"/>
                        </a:cubicBezTo>
                        <a:cubicBezTo>
                          <a:pt x="70485" y="42696"/>
                          <a:pt x="34290" y="42696"/>
                          <a:pt x="11906" y="29742"/>
                        </a:cubicBezTo>
                        <a:cubicBezTo>
                          <a:pt x="6763" y="26789"/>
                          <a:pt x="2762" y="23360"/>
                          <a:pt x="0" y="19645"/>
                        </a:cubicBezTo>
                        <a:cubicBezTo>
                          <a:pt x="2762" y="16026"/>
                          <a:pt x="6763" y="12597"/>
                          <a:pt x="11906" y="9644"/>
                        </a:cubicBezTo>
                        <a:cubicBezTo>
                          <a:pt x="34290" y="-3215"/>
                          <a:pt x="70485" y="-3215"/>
                          <a:pt x="92869" y="9644"/>
                        </a:cubicBezTo>
                        <a:cubicBezTo>
                          <a:pt x="98012" y="12597"/>
                          <a:pt x="102013" y="16026"/>
                          <a:pt x="104775" y="19645"/>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13" name="Google Shape;5513;p61">
                  <a:extLst>
                    <a:ext uri="{FF2B5EF4-FFF2-40B4-BE49-F238E27FC236}">
                      <a16:creationId xmlns:a16="http://schemas.microsoft.com/office/drawing/2014/main" id="{17C0EF8F-635A-AC2A-A982-5BF9842B6510}"/>
                    </a:ext>
                  </a:extLst>
                </p:cNvPr>
                <p:cNvGrpSpPr/>
                <p:nvPr/>
              </p:nvGrpSpPr>
              <p:grpSpPr>
                <a:xfrm>
                  <a:off x="3727359" y="4965879"/>
                  <a:ext cx="358830" cy="305800"/>
                  <a:chOff x="3727359" y="4965879"/>
                  <a:chExt cx="358830" cy="305800"/>
                </a:xfrm>
              </p:grpSpPr>
              <p:sp>
                <p:nvSpPr>
                  <p:cNvPr id="5514" name="Google Shape;5514;p61">
                    <a:extLst>
                      <a:ext uri="{FF2B5EF4-FFF2-40B4-BE49-F238E27FC236}">
                        <a16:creationId xmlns:a16="http://schemas.microsoft.com/office/drawing/2014/main" id="{1707C8C2-380C-F2FB-C541-057D73281E58}"/>
                      </a:ext>
                    </a:extLst>
                  </p:cNvPr>
                  <p:cNvSpPr/>
                  <p:nvPr/>
                </p:nvSpPr>
                <p:spPr>
                  <a:xfrm>
                    <a:off x="3727478" y="5069416"/>
                    <a:ext cx="358711" cy="202263"/>
                  </a:xfrm>
                  <a:custGeom>
                    <a:avLst/>
                    <a:gdLst/>
                    <a:ahLst/>
                    <a:cxnLst/>
                    <a:rect l="l" t="t" r="r" b="b"/>
                    <a:pathLst>
                      <a:path w="358711" h="202263" extrusionOk="0">
                        <a:moveTo>
                          <a:pt x="358616" y="0"/>
                        </a:moveTo>
                        <a:lnTo>
                          <a:pt x="358616" y="98393"/>
                        </a:lnTo>
                        <a:cubicBezTo>
                          <a:pt x="358616" y="125063"/>
                          <a:pt x="340995" y="151733"/>
                          <a:pt x="306038" y="171831"/>
                        </a:cubicBezTo>
                        <a:cubicBezTo>
                          <a:pt x="236125" y="212408"/>
                          <a:pt x="122492" y="212408"/>
                          <a:pt x="52388" y="171831"/>
                        </a:cubicBezTo>
                        <a:cubicBezTo>
                          <a:pt x="17336" y="151733"/>
                          <a:pt x="0" y="125063"/>
                          <a:pt x="0" y="98393"/>
                        </a:cubicBezTo>
                        <a:lnTo>
                          <a:pt x="0" y="0"/>
                        </a:lnTo>
                        <a:lnTo>
                          <a:pt x="35871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5" name="Google Shape;5515;p61">
                    <a:extLst>
                      <a:ext uri="{FF2B5EF4-FFF2-40B4-BE49-F238E27FC236}">
                        <a16:creationId xmlns:a16="http://schemas.microsoft.com/office/drawing/2014/main" id="{1F9A5B41-AFB9-73E7-8674-944C3316203A}"/>
                      </a:ext>
                    </a:extLst>
                  </p:cNvPr>
                  <p:cNvSpPr/>
                  <p:nvPr/>
                </p:nvSpPr>
                <p:spPr>
                  <a:xfrm>
                    <a:off x="3727383" y="5082179"/>
                    <a:ext cx="358711" cy="110633"/>
                  </a:xfrm>
                  <a:custGeom>
                    <a:avLst/>
                    <a:gdLst/>
                    <a:ahLst/>
                    <a:cxnLst/>
                    <a:rect l="l" t="t" r="r" b="b"/>
                    <a:pathLst>
                      <a:path w="358711" h="110633" extrusionOk="0">
                        <a:moveTo>
                          <a:pt x="358711" y="0"/>
                        </a:moveTo>
                        <a:cubicBezTo>
                          <a:pt x="358711" y="26479"/>
                          <a:pt x="341090" y="52864"/>
                          <a:pt x="306133" y="73057"/>
                        </a:cubicBezTo>
                        <a:cubicBezTo>
                          <a:pt x="236220" y="113824"/>
                          <a:pt x="122587" y="113824"/>
                          <a:pt x="52483" y="73057"/>
                        </a:cubicBezTo>
                        <a:cubicBezTo>
                          <a:pt x="18288" y="53340"/>
                          <a:pt x="762" y="27622"/>
                          <a:pt x="0" y="1715"/>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6" name="Google Shape;5516;p61">
                    <a:extLst>
                      <a:ext uri="{FF2B5EF4-FFF2-40B4-BE49-F238E27FC236}">
                        <a16:creationId xmlns:a16="http://schemas.microsoft.com/office/drawing/2014/main" id="{062D6E75-5255-81CF-6433-6B380620B345}"/>
                      </a:ext>
                    </a:extLst>
                  </p:cNvPr>
                  <p:cNvSpPr/>
                  <p:nvPr/>
                </p:nvSpPr>
                <p:spPr>
                  <a:xfrm>
                    <a:off x="3727383" y="5099324"/>
                    <a:ext cx="358711" cy="110632"/>
                  </a:xfrm>
                  <a:custGeom>
                    <a:avLst/>
                    <a:gdLst/>
                    <a:ahLst/>
                    <a:cxnLst/>
                    <a:rect l="l" t="t" r="r" b="b"/>
                    <a:pathLst>
                      <a:path w="358711" h="110632" extrusionOk="0">
                        <a:moveTo>
                          <a:pt x="358711" y="0"/>
                        </a:moveTo>
                        <a:cubicBezTo>
                          <a:pt x="358711" y="26479"/>
                          <a:pt x="341090" y="52959"/>
                          <a:pt x="306133" y="73057"/>
                        </a:cubicBezTo>
                        <a:cubicBezTo>
                          <a:pt x="236220" y="113729"/>
                          <a:pt x="122587" y="113729"/>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7" name="Google Shape;5517;p61">
                    <a:extLst>
                      <a:ext uri="{FF2B5EF4-FFF2-40B4-BE49-F238E27FC236}">
                        <a16:creationId xmlns:a16="http://schemas.microsoft.com/office/drawing/2014/main" id="{53F8A2BA-B48E-3D6D-8EEC-51DD3DA371EC}"/>
                      </a:ext>
                    </a:extLst>
                  </p:cNvPr>
                  <p:cNvSpPr/>
                  <p:nvPr/>
                </p:nvSpPr>
                <p:spPr>
                  <a:xfrm>
                    <a:off x="3727383" y="5116565"/>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8" name="Google Shape;5518;p61">
                    <a:extLst>
                      <a:ext uri="{FF2B5EF4-FFF2-40B4-BE49-F238E27FC236}">
                        <a16:creationId xmlns:a16="http://schemas.microsoft.com/office/drawing/2014/main" id="{7A0F0AD5-8039-858C-B7A1-3EAA9E09EF66}"/>
                      </a:ext>
                    </a:extLst>
                  </p:cNvPr>
                  <p:cNvSpPr/>
                  <p:nvPr/>
                </p:nvSpPr>
                <p:spPr>
                  <a:xfrm>
                    <a:off x="3727383" y="5133709"/>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9" name="Google Shape;5519;p61">
                    <a:extLst>
                      <a:ext uri="{FF2B5EF4-FFF2-40B4-BE49-F238E27FC236}">
                        <a16:creationId xmlns:a16="http://schemas.microsoft.com/office/drawing/2014/main" id="{F6B12FA4-F57E-8961-396D-7D52D454E741}"/>
                      </a:ext>
                    </a:extLst>
                  </p:cNvPr>
                  <p:cNvSpPr/>
                  <p:nvPr/>
                </p:nvSpPr>
                <p:spPr>
                  <a:xfrm>
                    <a:off x="3727383" y="5150855"/>
                    <a:ext cx="358711" cy="110632"/>
                  </a:xfrm>
                  <a:custGeom>
                    <a:avLst/>
                    <a:gdLst/>
                    <a:ahLst/>
                    <a:cxnLst/>
                    <a:rect l="l" t="t" r="r" b="b"/>
                    <a:pathLst>
                      <a:path w="358711" h="110632" extrusionOk="0">
                        <a:moveTo>
                          <a:pt x="358711" y="0"/>
                        </a:moveTo>
                        <a:cubicBezTo>
                          <a:pt x="358711" y="26479"/>
                          <a:pt x="341090" y="52864"/>
                          <a:pt x="306133" y="73057"/>
                        </a:cubicBezTo>
                        <a:cubicBezTo>
                          <a:pt x="236220" y="113728"/>
                          <a:pt x="122587" y="113728"/>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0" name="Google Shape;5520;p61">
                    <a:extLst>
                      <a:ext uri="{FF2B5EF4-FFF2-40B4-BE49-F238E27FC236}">
                        <a16:creationId xmlns:a16="http://schemas.microsoft.com/office/drawing/2014/main" id="{CC6A119E-4412-6B45-4209-BCA4C7B41FE4}"/>
                      </a:ext>
                    </a:extLst>
                  </p:cNvPr>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1" name="Google Shape;5521;p61">
                    <a:extLst>
                      <a:ext uri="{FF2B5EF4-FFF2-40B4-BE49-F238E27FC236}">
                        <a16:creationId xmlns:a16="http://schemas.microsoft.com/office/drawing/2014/main" id="{AF395FC6-1451-8A24-D260-1304207F4143}"/>
                      </a:ext>
                    </a:extLst>
                  </p:cNvPr>
                  <p:cNvSpPr/>
                  <p:nvPr/>
                </p:nvSpPr>
                <p:spPr>
                  <a:xfrm>
                    <a:off x="3741504" y="4974118"/>
                    <a:ext cx="330446" cy="190785"/>
                  </a:xfrm>
                  <a:custGeom>
                    <a:avLst/>
                    <a:gdLst/>
                    <a:ahLst/>
                    <a:cxnLst/>
                    <a:rect l="l" t="t" r="r" b="b"/>
                    <a:pathLst>
                      <a:path w="330446" h="190785" extrusionOk="0">
                        <a:moveTo>
                          <a:pt x="48363" y="162639"/>
                        </a:moveTo>
                        <a:cubicBezTo>
                          <a:pt x="112943" y="200168"/>
                          <a:pt x="217622" y="200168"/>
                          <a:pt x="282012" y="162639"/>
                        </a:cubicBezTo>
                        <a:cubicBezTo>
                          <a:pt x="346591" y="125492"/>
                          <a:pt x="346591" y="65008"/>
                          <a:pt x="282012" y="27861"/>
                        </a:cubicBezTo>
                        <a:cubicBezTo>
                          <a:pt x="217622" y="-9287"/>
                          <a:pt x="112943" y="-9287"/>
                          <a:pt x="48363" y="27861"/>
                        </a:cubicBezTo>
                        <a:cubicBezTo>
                          <a:pt x="-16121" y="65008"/>
                          <a:pt x="-16121" y="125492"/>
                          <a:pt x="48363" y="16263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2" name="Google Shape;5522;p61">
                    <a:extLst>
                      <a:ext uri="{FF2B5EF4-FFF2-40B4-BE49-F238E27FC236}">
                        <a16:creationId xmlns:a16="http://schemas.microsoft.com/office/drawing/2014/main" id="{F97CF0DE-A09B-2672-7FD1-28447E084F03}"/>
                      </a:ext>
                    </a:extLst>
                  </p:cNvPr>
                  <p:cNvSpPr/>
                  <p:nvPr/>
                </p:nvSpPr>
                <p:spPr>
                  <a:xfrm>
                    <a:off x="3752172" y="4980190"/>
                    <a:ext cx="309014" cy="178474"/>
                  </a:xfrm>
                  <a:custGeom>
                    <a:avLst/>
                    <a:gdLst/>
                    <a:ahLst/>
                    <a:cxnLst/>
                    <a:rect l="l" t="t" r="r" b="b"/>
                    <a:pathLst>
                      <a:path w="309014" h="178474" extrusionOk="0">
                        <a:moveTo>
                          <a:pt x="45220" y="152186"/>
                        </a:moveTo>
                        <a:cubicBezTo>
                          <a:pt x="105609" y="187238"/>
                          <a:pt x="203526" y="187238"/>
                          <a:pt x="263723" y="152186"/>
                        </a:cubicBezTo>
                        <a:cubicBezTo>
                          <a:pt x="324112" y="117419"/>
                          <a:pt x="324112" y="60841"/>
                          <a:pt x="263723" y="26075"/>
                        </a:cubicBezTo>
                        <a:cubicBezTo>
                          <a:pt x="203526" y="-8692"/>
                          <a:pt x="105609" y="-8692"/>
                          <a:pt x="45220" y="26075"/>
                        </a:cubicBezTo>
                        <a:cubicBezTo>
                          <a:pt x="-15073" y="60841"/>
                          <a:pt x="-15073" y="117324"/>
                          <a:pt x="45220" y="15218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3" name="Google Shape;5523;p61">
                    <a:extLst>
                      <a:ext uri="{FF2B5EF4-FFF2-40B4-BE49-F238E27FC236}">
                        <a16:creationId xmlns:a16="http://schemas.microsoft.com/office/drawing/2014/main" id="{32356691-B409-6851-FBC8-68ED27C657FC}"/>
                      </a:ext>
                    </a:extLst>
                  </p:cNvPr>
                  <p:cNvSpPr/>
                  <p:nvPr/>
                </p:nvSpPr>
                <p:spPr>
                  <a:xfrm>
                    <a:off x="3760768" y="4985524"/>
                    <a:ext cx="291917" cy="168568"/>
                  </a:xfrm>
                  <a:custGeom>
                    <a:avLst/>
                    <a:gdLst/>
                    <a:ahLst/>
                    <a:cxnLst/>
                    <a:rect l="l" t="t" r="r" b="b"/>
                    <a:pathLst>
                      <a:path w="291917" h="168568" extrusionOk="0">
                        <a:moveTo>
                          <a:pt x="42720" y="143708"/>
                        </a:moveTo>
                        <a:cubicBezTo>
                          <a:pt x="99774" y="176855"/>
                          <a:pt x="192262" y="176855"/>
                          <a:pt x="249126" y="143708"/>
                        </a:cubicBezTo>
                        <a:cubicBezTo>
                          <a:pt x="306181" y="110847"/>
                          <a:pt x="306181" y="57507"/>
                          <a:pt x="249126" y="24646"/>
                        </a:cubicBezTo>
                        <a:cubicBezTo>
                          <a:pt x="192262" y="-8215"/>
                          <a:pt x="99774" y="-8215"/>
                          <a:pt x="42720" y="24646"/>
                        </a:cubicBezTo>
                        <a:cubicBezTo>
                          <a:pt x="-14240" y="57507"/>
                          <a:pt x="-14240" y="110847"/>
                          <a:pt x="42720" y="14370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4" name="Google Shape;5524;p61">
                    <a:extLst>
                      <a:ext uri="{FF2B5EF4-FFF2-40B4-BE49-F238E27FC236}">
                        <a16:creationId xmlns:a16="http://schemas.microsoft.com/office/drawing/2014/main" id="{B880AE0C-4E2D-391D-78E0-E5FBFA01F5EC}"/>
                      </a:ext>
                    </a:extLst>
                  </p:cNvPr>
                  <p:cNvSpPr/>
                  <p:nvPr/>
                </p:nvSpPr>
                <p:spPr>
                  <a:xfrm>
                    <a:off x="3769793" y="4990263"/>
                    <a:ext cx="273962" cy="158257"/>
                  </a:xfrm>
                  <a:custGeom>
                    <a:avLst/>
                    <a:gdLst/>
                    <a:ahLst/>
                    <a:cxnLst/>
                    <a:rect l="l" t="t" r="r" b="b"/>
                    <a:pathLst>
                      <a:path w="273962" h="158257" extrusionOk="0">
                        <a:moveTo>
                          <a:pt x="40076" y="134969"/>
                        </a:moveTo>
                        <a:cubicBezTo>
                          <a:pt x="93607" y="166021"/>
                          <a:pt x="180475" y="166021"/>
                          <a:pt x="233815" y="134969"/>
                        </a:cubicBezTo>
                        <a:cubicBezTo>
                          <a:pt x="287346" y="104108"/>
                          <a:pt x="287346" y="54007"/>
                          <a:pt x="233815" y="23146"/>
                        </a:cubicBezTo>
                        <a:cubicBezTo>
                          <a:pt x="180475" y="-7715"/>
                          <a:pt x="93607" y="-7715"/>
                          <a:pt x="40076" y="23146"/>
                        </a:cubicBezTo>
                        <a:cubicBezTo>
                          <a:pt x="-13359" y="53912"/>
                          <a:pt x="-13359" y="104108"/>
                          <a:pt x="40076" y="13496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5" name="Google Shape;5525;p61">
                    <a:extLst>
                      <a:ext uri="{FF2B5EF4-FFF2-40B4-BE49-F238E27FC236}">
                        <a16:creationId xmlns:a16="http://schemas.microsoft.com/office/drawing/2014/main" id="{3808FF05-5676-AAF5-7CB5-617F32D5442D}"/>
                      </a:ext>
                    </a:extLst>
                  </p:cNvPr>
                  <p:cNvSpPr/>
                  <p:nvPr/>
                </p:nvSpPr>
                <p:spPr>
                  <a:xfrm>
                    <a:off x="3777342" y="4995073"/>
                    <a:ext cx="258770" cy="149471"/>
                  </a:xfrm>
                  <a:custGeom>
                    <a:avLst/>
                    <a:gdLst/>
                    <a:ahLst/>
                    <a:cxnLst/>
                    <a:rect l="l" t="t" r="r" b="b"/>
                    <a:pathLst>
                      <a:path w="258770" h="149471" extrusionOk="0">
                        <a:moveTo>
                          <a:pt x="37862" y="127397"/>
                        </a:moveTo>
                        <a:cubicBezTo>
                          <a:pt x="88440" y="156829"/>
                          <a:pt x="170450" y="156829"/>
                          <a:pt x="220837" y="127397"/>
                        </a:cubicBezTo>
                        <a:cubicBezTo>
                          <a:pt x="271415" y="98251"/>
                          <a:pt x="271415" y="50911"/>
                          <a:pt x="220837" y="21860"/>
                        </a:cubicBezTo>
                        <a:cubicBezTo>
                          <a:pt x="170450" y="-7287"/>
                          <a:pt x="88440" y="-7287"/>
                          <a:pt x="37862" y="21860"/>
                        </a:cubicBezTo>
                        <a:cubicBezTo>
                          <a:pt x="-12621" y="51007"/>
                          <a:pt x="-12621" y="98346"/>
                          <a:pt x="37862" y="127397"/>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6" name="Google Shape;5526;p61">
                    <a:extLst>
                      <a:ext uri="{FF2B5EF4-FFF2-40B4-BE49-F238E27FC236}">
                        <a16:creationId xmlns:a16="http://schemas.microsoft.com/office/drawing/2014/main" id="{D8911766-9942-2C26-0BF8-3F24C60EFED2}"/>
                      </a:ext>
                    </a:extLst>
                  </p:cNvPr>
                  <p:cNvSpPr/>
                  <p:nvPr/>
                </p:nvSpPr>
                <p:spPr>
                  <a:xfrm>
                    <a:off x="3784890" y="4999026"/>
                    <a:ext cx="243673" cy="140731"/>
                  </a:xfrm>
                  <a:custGeom>
                    <a:avLst/>
                    <a:gdLst/>
                    <a:ahLst/>
                    <a:cxnLst/>
                    <a:rect l="l" t="t" r="r" b="b"/>
                    <a:pathLst>
                      <a:path w="243673" h="140731" extrusionOk="0">
                        <a:moveTo>
                          <a:pt x="35647" y="120015"/>
                        </a:moveTo>
                        <a:cubicBezTo>
                          <a:pt x="83272" y="147638"/>
                          <a:pt x="160520" y="147638"/>
                          <a:pt x="207955" y="120015"/>
                        </a:cubicBezTo>
                        <a:cubicBezTo>
                          <a:pt x="255580" y="92583"/>
                          <a:pt x="255580" y="48006"/>
                          <a:pt x="207955" y="20574"/>
                        </a:cubicBezTo>
                        <a:cubicBezTo>
                          <a:pt x="160520" y="-6858"/>
                          <a:pt x="83272" y="-6858"/>
                          <a:pt x="35647" y="20574"/>
                        </a:cubicBezTo>
                        <a:cubicBezTo>
                          <a:pt x="-11882" y="48006"/>
                          <a:pt x="-11882" y="92583"/>
                          <a:pt x="35647" y="120015"/>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7" name="Google Shape;5527;p61">
                    <a:extLst>
                      <a:ext uri="{FF2B5EF4-FFF2-40B4-BE49-F238E27FC236}">
                        <a16:creationId xmlns:a16="http://schemas.microsoft.com/office/drawing/2014/main" id="{22BE4F89-4975-A468-E38A-AA5C3E94D410}"/>
                      </a:ext>
                    </a:extLst>
                  </p:cNvPr>
                  <p:cNvSpPr/>
                  <p:nvPr/>
                </p:nvSpPr>
                <p:spPr>
                  <a:xfrm>
                    <a:off x="3791677" y="5003217"/>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8" name="Google Shape;5528;p61">
                    <a:extLst>
                      <a:ext uri="{FF2B5EF4-FFF2-40B4-BE49-F238E27FC236}">
                        <a16:creationId xmlns:a16="http://schemas.microsoft.com/office/drawing/2014/main" id="{F2FD05F9-BD76-AEC7-C578-D0459527035E}"/>
                      </a:ext>
                    </a:extLst>
                  </p:cNvPr>
                  <p:cNvSpPr/>
                  <p:nvPr/>
                </p:nvSpPr>
                <p:spPr>
                  <a:xfrm>
                    <a:off x="3798702" y="5007098"/>
                    <a:ext cx="216074" cy="124753"/>
                  </a:xfrm>
                  <a:custGeom>
                    <a:avLst/>
                    <a:gdLst/>
                    <a:ahLst/>
                    <a:cxnLst/>
                    <a:rect l="l" t="t" r="r" b="b"/>
                    <a:pathLst>
                      <a:path w="216074" h="124753" extrusionOk="0">
                        <a:moveTo>
                          <a:pt x="31647" y="106323"/>
                        </a:moveTo>
                        <a:cubicBezTo>
                          <a:pt x="73843" y="130897"/>
                          <a:pt x="142327" y="130897"/>
                          <a:pt x="184428" y="106323"/>
                        </a:cubicBezTo>
                        <a:cubicBezTo>
                          <a:pt x="226624" y="82034"/>
                          <a:pt x="226624" y="42505"/>
                          <a:pt x="184428" y="18216"/>
                        </a:cubicBezTo>
                        <a:cubicBezTo>
                          <a:pt x="142327" y="-6072"/>
                          <a:pt x="73843" y="-6072"/>
                          <a:pt x="31647" y="18216"/>
                        </a:cubicBezTo>
                        <a:cubicBezTo>
                          <a:pt x="-10549" y="42505"/>
                          <a:pt x="-10549" y="82034"/>
                          <a:pt x="31647" y="106323"/>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9" name="Google Shape;5529;p61">
                    <a:extLst>
                      <a:ext uri="{FF2B5EF4-FFF2-40B4-BE49-F238E27FC236}">
                        <a16:creationId xmlns:a16="http://schemas.microsoft.com/office/drawing/2014/main" id="{1EA46D75-470B-CD4A-749B-13FDBA978DF9}"/>
                      </a:ext>
                    </a:extLst>
                  </p:cNvPr>
                  <p:cNvSpPr/>
                  <p:nvPr/>
                </p:nvSpPr>
                <p:spPr>
                  <a:xfrm>
                    <a:off x="3804679" y="5010765"/>
                    <a:ext cx="204097" cy="117824"/>
                  </a:xfrm>
                  <a:custGeom>
                    <a:avLst/>
                    <a:gdLst/>
                    <a:ahLst/>
                    <a:cxnLst/>
                    <a:rect l="l" t="t" r="r" b="b"/>
                    <a:pathLst>
                      <a:path w="204097" h="117824" extrusionOk="0">
                        <a:moveTo>
                          <a:pt x="29861" y="100465"/>
                        </a:moveTo>
                        <a:cubicBezTo>
                          <a:pt x="69771" y="123611"/>
                          <a:pt x="134445" y="123611"/>
                          <a:pt x="174165" y="100465"/>
                        </a:cubicBezTo>
                        <a:cubicBezTo>
                          <a:pt x="214075" y="77510"/>
                          <a:pt x="214075" y="40172"/>
                          <a:pt x="174165" y="17216"/>
                        </a:cubicBezTo>
                        <a:cubicBezTo>
                          <a:pt x="134445" y="-5739"/>
                          <a:pt x="69771" y="-5739"/>
                          <a:pt x="29861" y="17216"/>
                        </a:cubicBezTo>
                        <a:cubicBezTo>
                          <a:pt x="-9954" y="40172"/>
                          <a:pt x="-9954" y="77510"/>
                          <a:pt x="29861" y="10046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0" name="Google Shape;5530;p61">
                    <a:extLst>
                      <a:ext uri="{FF2B5EF4-FFF2-40B4-BE49-F238E27FC236}">
                        <a16:creationId xmlns:a16="http://schemas.microsoft.com/office/drawing/2014/main" id="{F75C6397-473F-E655-E620-8C244EE077E1}"/>
                      </a:ext>
                    </a:extLst>
                  </p:cNvPr>
                  <p:cNvSpPr/>
                  <p:nvPr/>
                </p:nvSpPr>
                <p:spPr>
                  <a:xfrm>
                    <a:off x="3810155" y="5013695"/>
                    <a:ext cx="193167" cy="111489"/>
                  </a:xfrm>
                  <a:custGeom>
                    <a:avLst/>
                    <a:gdLst/>
                    <a:ahLst/>
                    <a:cxnLst/>
                    <a:rect l="l" t="t" r="r" b="b"/>
                    <a:pathLst>
                      <a:path w="193167" h="111489" extrusionOk="0">
                        <a:moveTo>
                          <a:pt x="28289" y="95059"/>
                        </a:moveTo>
                        <a:cubicBezTo>
                          <a:pt x="66008" y="116967"/>
                          <a:pt x="127254" y="116967"/>
                          <a:pt x="164878" y="95059"/>
                        </a:cubicBezTo>
                        <a:cubicBezTo>
                          <a:pt x="202597" y="73342"/>
                          <a:pt x="202597" y="38005"/>
                          <a:pt x="164878" y="16288"/>
                        </a:cubicBezTo>
                        <a:cubicBezTo>
                          <a:pt x="127254" y="-5429"/>
                          <a:pt x="66103" y="-5429"/>
                          <a:pt x="28289" y="16288"/>
                        </a:cubicBezTo>
                        <a:cubicBezTo>
                          <a:pt x="-9430" y="38005"/>
                          <a:pt x="-9430" y="73342"/>
                          <a:pt x="28289" y="9505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1" name="Google Shape;5531;p61">
                    <a:extLst>
                      <a:ext uri="{FF2B5EF4-FFF2-40B4-BE49-F238E27FC236}">
                        <a16:creationId xmlns:a16="http://schemas.microsoft.com/office/drawing/2014/main" id="{31E3076D-1AC7-85D2-60A4-1A7516E6B7E1}"/>
                      </a:ext>
                    </a:extLst>
                  </p:cNvPr>
                  <p:cNvSpPr/>
                  <p:nvPr/>
                </p:nvSpPr>
                <p:spPr>
                  <a:xfrm>
                    <a:off x="3815537" y="5017004"/>
                    <a:ext cx="182403" cy="105251"/>
                  </a:xfrm>
                  <a:custGeom>
                    <a:avLst/>
                    <a:gdLst/>
                    <a:ahLst/>
                    <a:cxnLst/>
                    <a:rect l="l" t="t" r="r" b="b"/>
                    <a:pathLst>
                      <a:path w="182403" h="105251" extrusionOk="0">
                        <a:moveTo>
                          <a:pt x="26718" y="89749"/>
                        </a:moveTo>
                        <a:cubicBezTo>
                          <a:pt x="62341" y="110419"/>
                          <a:pt x="120158" y="110419"/>
                          <a:pt x="155686" y="89749"/>
                        </a:cubicBezTo>
                        <a:cubicBezTo>
                          <a:pt x="191310" y="69271"/>
                          <a:pt x="191310" y="35838"/>
                          <a:pt x="155686" y="15359"/>
                        </a:cubicBezTo>
                        <a:cubicBezTo>
                          <a:pt x="120158" y="-5120"/>
                          <a:pt x="62341" y="-5120"/>
                          <a:pt x="26718" y="15359"/>
                        </a:cubicBezTo>
                        <a:cubicBezTo>
                          <a:pt x="-8906" y="35933"/>
                          <a:pt x="-8906" y="69271"/>
                          <a:pt x="26718" y="8974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2" name="Google Shape;5532;p61">
                    <a:extLst>
                      <a:ext uri="{FF2B5EF4-FFF2-40B4-BE49-F238E27FC236}">
                        <a16:creationId xmlns:a16="http://schemas.microsoft.com/office/drawing/2014/main" id="{D8D090C0-ADD7-B31D-1FF8-E84C4327100D}"/>
                      </a:ext>
                    </a:extLst>
                  </p:cNvPr>
                  <p:cNvSpPr/>
                  <p:nvPr/>
                </p:nvSpPr>
                <p:spPr>
                  <a:xfrm>
                    <a:off x="3820824" y="5019862"/>
                    <a:ext cx="171807" cy="99250"/>
                  </a:xfrm>
                  <a:custGeom>
                    <a:avLst/>
                    <a:gdLst/>
                    <a:ahLst/>
                    <a:cxnLst/>
                    <a:rect l="l" t="t" r="r" b="b"/>
                    <a:pathLst>
                      <a:path w="171807" h="99250" extrusionOk="0">
                        <a:moveTo>
                          <a:pt x="25146" y="84606"/>
                        </a:moveTo>
                        <a:cubicBezTo>
                          <a:pt x="58769"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3" name="Google Shape;5533;p61">
                    <a:extLst>
                      <a:ext uri="{FF2B5EF4-FFF2-40B4-BE49-F238E27FC236}">
                        <a16:creationId xmlns:a16="http://schemas.microsoft.com/office/drawing/2014/main" id="{B7E00BE6-F4E3-6057-6B4E-B281DAA1343C}"/>
                      </a:ext>
                    </a:extLst>
                  </p:cNvPr>
                  <p:cNvSpPr/>
                  <p:nvPr/>
                </p:nvSpPr>
                <p:spPr>
                  <a:xfrm>
                    <a:off x="3825681" y="5022743"/>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2004"/>
                          <a:pt x="138493" y="13716"/>
                        </a:cubicBezTo>
                        <a:cubicBezTo>
                          <a:pt x="106870" y="-4572"/>
                          <a:pt x="55435" y="-4572"/>
                          <a:pt x="23717" y="13716"/>
                        </a:cubicBezTo>
                        <a:cubicBezTo>
                          <a:pt x="-7906" y="32004"/>
                          <a:pt x="-7906" y="61627"/>
                          <a:pt x="23717" y="7991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4" name="Google Shape;5534;p61">
                    <a:extLst>
                      <a:ext uri="{FF2B5EF4-FFF2-40B4-BE49-F238E27FC236}">
                        <a16:creationId xmlns:a16="http://schemas.microsoft.com/office/drawing/2014/main" id="{738BCCB5-44A3-0E92-0628-B588C2D3113C}"/>
                      </a:ext>
                    </a:extLst>
                  </p:cNvPr>
                  <p:cNvSpPr/>
                  <p:nvPr/>
                </p:nvSpPr>
                <p:spPr>
                  <a:xfrm>
                    <a:off x="3830539" y="5025505"/>
                    <a:ext cx="152304" cy="87892"/>
                  </a:xfrm>
                  <a:custGeom>
                    <a:avLst/>
                    <a:gdLst/>
                    <a:ahLst/>
                    <a:cxnLst/>
                    <a:rect l="l" t="t" r="r" b="b"/>
                    <a:pathLst>
                      <a:path w="152304" h="87892" extrusionOk="0">
                        <a:moveTo>
                          <a:pt x="22288" y="74962"/>
                        </a:moveTo>
                        <a:cubicBezTo>
                          <a:pt x="52102" y="92202"/>
                          <a:pt x="100298" y="92202"/>
                          <a:pt x="130016" y="74962"/>
                        </a:cubicBezTo>
                        <a:cubicBezTo>
                          <a:pt x="159734" y="57817"/>
                          <a:pt x="159734" y="30004"/>
                          <a:pt x="130016" y="12859"/>
                        </a:cubicBezTo>
                        <a:cubicBezTo>
                          <a:pt x="100298" y="-4286"/>
                          <a:pt x="52102" y="-4286"/>
                          <a:pt x="22288" y="12859"/>
                        </a:cubicBezTo>
                        <a:cubicBezTo>
                          <a:pt x="-7429" y="30004"/>
                          <a:pt x="-7429" y="57817"/>
                          <a:pt x="22288" y="74962"/>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5" name="Google Shape;5535;p61">
                    <a:extLst>
                      <a:ext uri="{FF2B5EF4-FFF2-40B4-BE49-F238E27FC236}">
                        <a16:creationId xmlns:a16="http://schemas.microsoft.com/office/drawing/2014/main" id="{B13D622F-A5BD-5E29-E15A-D46BE6B696A1}"/>
                      </a:ext>
                    </a:extLst>
                  </p:cNvPr>
                  <p:cNvSpPr/>
                  <p:nvPr/>
                </p:nvSpPr>
                <p:spPr>
                  <a:xfrm>
                    <a:off x="3834801" y="5028125"/>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6" name="Google Shape;5536;p61">
                    <a:extLst>
                      <a:ext uri="{FF2B5EF4-FFF2-40B4-BE49-F238E27FC236}">
                        <a16:creationId xmlns:a16="http://schemas.microsoft.com/office/drawing/2014/main" id="{E08F86DA-F400-862B-C75C-47D1E5D41E52}"/>
                      </a:ext>
                    </a:extLst>
                  </p:cNvPr>
                  <p:cNvSpPr/>
                  <p:nvPr/>
                </p:nvSpPr>
                <p:spPr>
                  <a:xfrm>
                    <a:off x="3841921" y="5032387"/>
                    <a:ext cx="129635" cy="74794"/>
                  </a:xfrm>
                  <a:custGeom>
                    <a:avLst/>
                    <a:gdLst/>
                    <a:ahLst/>
                    <a:cxnLst/>
                    <a:rect l="l" t="t" r="r" b="b"/>
                    <a:pathLst>
                      <a:path w="129635" h="74794" extrusionOk="0">
                        <a:moveTo>
                          <a:pt x="19002" y="63794"/>
                        </a:moveTo>
                        <a:cubicBezTo>
                          <a:pt x="44339" y="78462"/>
                          <a:pt x="85392" y="78462"/>
                          <a:pt x="110633" y="63794"/>
                        </a:cubicBezTo>
                        <a:cubicBezTo>
                          <a:pt x="135969" y="49220"/>
                          <a:pt x="135969" y="25503"/>
                          <a:pt x="110633" y="10930"/>
                        </a:cubicBezTo>
                        <a:cubicBezTo>
                          <a:pt x="85392" y="-3643"/>
                          <a:pt x="44339" y="-3643"/>
                          <a:pt x="19002" y="10930"/>
                        </a:cubicBezTo>
                        <a:cubicBezTo>
                          <a:pt x="-6334" y="25503"/>
                          <a:pt x="-6334" y="49220"/>
                          <a:pt x="19002" y="637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7" name="Google Shape;5537;p61">
                    <a:extLst>
                      <a:ext uri="{FF2B5EF4-FFF2-40B4-BE49-F238E27FC236}">
                        <a16:creationId xmlns:a16="http://schemas.microsoft.com/office/drawing/2014/main" id="{C59B4D60-397C-1262-625E-1BB906AFFAE1}"/>
                      </a:ext>
                    </a:extLst>
                  </p:cNvPr>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38" name="Google Shape;5538;p61">
                  <a:extLst>
                    <a:ext uri="{FF2B5EF4-FFF2-40B4-BE49-F238E27FC236}">
                      <a16:creationId xmlns:a16="http://schemas.microsoft.com/office/drawing/2014/main" id="{EA5CF0F9-DE4E-828A-7A50-BA353887B13B}"/>
                    </a:ext>
                  </a:extLst>
                </p:cNvPr>
                <p:cNvGrpSpPr/>
                <p:nvPr/>
              </p:nvGrpSpPr>
              <p:grpSpPr>
                <a:xfrm>
                  <a:off x="3703857" y="4939685"/>
                  <a:ext cx="405669" cy="247649"/>
                  <a:chOff x="3703857" y="4939685"/>
                  <a:chExt cx="405669" cy="247649"/>
                </a:xfrm>
              </p:grpSpPr>
              <p:sp>
                <p:nvSpPr>
                  <p:cNvPr id="5539" name="Google Shape;5539;p61">
                    <a:extLst>
                      <a:ext uri="{FF2B5EF4-FFF2-40B4-BE49-F238E27FC236}">
                        <a16:creationId xmlns:a16="http://schemas.microsoft.com/office/drawing/2014/main" id="{4947D820-0DDC-FA2B-3027-57F2B73116E7}"/>
                      </a:ext>
                    </a:extLst>
                  </p:cNvPr>
                  <p:cNvSpPr/>
                  <p:nvPr/>
                </p:nvSpPr>
                <p:spPr>
                  <a:xfrm>
                    <a:off x="3703857" y="4953115"/>
                    <a:ext cx="405574" cy="234219"/>
                  </a:xfrm>
                  <a:custGeom>
                    <a:avLst/>
                    <a:gdLst/>
                    <a:ahLst/>
                    <a:cxnLst/>
                    <a:rect l="l" t="t" r="r" b="b"/>
                    <a:pathLst>
                      <a:path w="405574" h="234219"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824"/>
                        </a:lnTo>
                        <a:lnTo>
                          <a:pt x="0" y="117824"/>
                        </a:lnTo>
                        <a:cubicBezTo>
                          <a:pt x="381" y="147542"/>
                          <a:pt x="20098" y="177165"/>
                          <a:pt x="59341" y="199930"/>
                        </a:cubicBezTo>
                        <a:cubicBezTo>
                          <a:pt x="138589" y="245650"/>
                          <a:pt x="266986" y="245650"/>
                          <a:pt x="346138" y="199930"/>
                        </a:cubicBezTo>
                        <a:cubicBezTo>
                          <a:pt x="385763" y="177070"/>
                          <a:pt x="405574" y="147066"/>
                          <a:pt x="405574" y="117157"/>
                        </a:cubicBezTo>
                        <a:lnTo>
                          <a:pt x="405574" y="103823"/>
                        </a:lnTo>
                        <a:lnTo>
                          <a:pt x="404241" y="103823"/>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910"/>
                        </a:cubicBezTo>
                        <a:close/>
                        <a:moveTo>
                          <a:pt x="40957" y="126873"/>
                        </a:moveTo>
                        <a:cubicBezTo>
                          <a:pt x="31432" y="126873"/>
                          <a:pt x="23717" y="122396"/>
                          <a:pt x="23717" y="116967"/>
                        </a:cubicBezTo>
                        <a:cubicBezTo>
                          <a:pt x="23717" y="111538"/>
                          <a:pt x="31432" y="107061"/>
                          <a:pt x="40957" y="107061"/>
                        </a:cubicBezTo>
                        <a:lnTo>
                          <a:pt x="111062" y="107061"/>
                        </a:lnTo>
                        <a:cubicBezTo>
                          <a:pt x="120587" y="107061"/>
                          <a:pt x="128302" y="111538"/>
                          <a:pt x="128302" y="116967"/>
                        </a:cubicBezTo>
                        <a:cubicBezTo>
                          <a:pt x="128302" y="122396"/>
                          <a:pt x="120587" y="126873"/>
                          <a:pt x="111062" y="126873"/>
                        </a:cubicBezTo>
                        <a:lnTo>
                          <a:pt x="40957" y="126873"/>
                        </a:lnTo>
                        <a:close/>
                        <a:moveTo>
                          <a:pt x="150114" y="161354"/>
                        </a:moveTo>
                        <a:lnTo>
                          <a:pt x="100489" y="190024"/>
                        </a:lnTo>
                        <a:cubicBezTo>
                          <a:pt x="93726" y="193929"/>
                          <a:pt x="82867" y="193929"/>
                          <a:pt x="76105" y="190024"/>
                        </a:cubicBezTo>
                        <a:cubicBezTo>
                          <a:pt x="69342" y="186119"/>
                          <a:pt x="69342" y="179832"/>
                          <a:pt x="76105" y="176022"/>
                        </a:cubicBezTo>
                        <a:lnTo>
                          <a:pt x="125730" y="147352"/>
                        </a:lnTo>
                        <a:cubicBezTo>
                          <a:pt x="132493" y="143447"/>
                          <a:pt x="143351" y="143447"/>
                          <a:pt x="150019" y="147352"/>
                        </a:cubicBezTo>
                        <a:cubicBezTo>
                          <a:pt x="156781" y="151257"/>
                          <a:pt x="156781" y="157544"/>
                          <a:pt x="150019" y="161354"/>
                        </a:cubicBezTo>
                        <a:close/>
                        <a:moveTo>
                          <a:pt x="185547" y="23431"/>
                        </a:moveTo>
                        <a:cubicBezTo>
                          <a:pt x="185547" y="17907"/>
                          <a:pt x="193262" y="13525"/>
                          <a:pt x="202787" y="13525"/>
                        </a:cubicBezTo>
                        <a:cubicBezTo>
                          <a:pt x="212312" y="13525"/>
                          <a:pt x="220027" y="18002"/>
                          <a:pt x="220027" y="23431"/>
                        </a:cubicBezTo>
                        <a:lnTo>
                          <a:pt x="220027" y="63913"/>
                        </a:lnTo>
                        <a:cubicBezTo>
                          <a:pt x="220027" y="69437"/>
                          <a:pt x="212312" y="73819"/>
                          <a:pt x="202787" y="73819"/>
                        </a:cubicBezTo>
                        <a:cubicBezTo>
                          <a:pt x="193262" y="73819"/>
                          <a:pt x="185547" y="69342"/>
                          <a:pt x="185547" y="63913"/>
                        </a:cubicBezTo>
                        <a:lnTo>
                          <a:pt x="185547" y="23431"/>
                        </a:lnTo>
                        <a:close/>
                        <a:moveTo>
                          <a:pt x="202787" y="220218"/>
                        </a:moveTo>
                        <a:cubicBezTo>
                          <a:pt x="193262" y="220218"/>
                          <a:pt x="185547" y="215741"/>
                          <a:pt x="185547" y="210312"/>
                        </a:cubicBezTo>
                        <a:lnTo>
                          <a:pt x="185547" y="169831"/>
                        </a:lnTo>
                        <a:cubicBezTo>
                          <a:pt x="185547" y="164306"/>
                          <a:pt x="193262" y="159925"/>
                          <a:pt x="202787" y="159925"/>
                        </a:cubicBezTo>
                        <a:cubicBezTo>
                          <a:pt x="212312" y="159925"/>
                          <a:pt x="220027" y="164402"/>
                          <a:pt x="220027" y="169831"/>
                        </a:cubicBezTo>
                        <a:lnTo>
                          <a:pt x="220027" y="210312"/>
                        </a:lnTo>
                        <a:cubicBezTo>
                          <a:pt x="220027" y="215837"/>
                          <a:pt x="212312" y="220218"/>
                          <a:pt x="202787" y="220218"/>
                        </a:cubicBezTo>
                        <a:close/>
                        <a:moveTo>
                          <a:pt x="255460" y="72390"/>
                        </a:moveTo>
                        <a:lnTo>
                          <a:pt x="305086" y="43720"/>
                        </a:lnTo>
                        <a:cubicBezTo>
                          <a:pt x="311848" y="39815"/>
                          <a:pt x="322707" y="39815"/>
                          <a:pt x="329374" y="43720"/>
                        </a:cubicBezTo>
                        <a:cubicBezTo>
                          <a:pt x="336137" y="47625"/>
                          <a:pt x="336137" y="53912"/>
                          <a:pt x="329374" y="57722"/>
                        </a:cubicBezTo>
                        <a:lnTo>
                          <a:pt x="279749" y="86392"/>
                        </a:lnTo>
                        <a:cubicBezTo>
                          <a:pt x="272987" y="90297"/>
                          <a:pt x="262128" y="90297"/>
                          <a:pt x="255460" y="86392"/>
                        </a:cubicBezTo>
                        <a:cubicBezTo>
                          <a:pt x="248698" y="82487"/>
                          <a:pt x="248698" y="76200"/>
                          <a:pt x="255460" y="72390"/>
                        </a:cubicBezTo>
                        <a:close/>
                        <a:moveTo>
                          <a:pt x="329374" y="189929"/>
                        </a:moveTo>
                        <a:cubicBezTo>
                          <a:pt x="322612" y="193834"/>
                          <a:pt x="311753" y="193834"/>
                          <a:pt x="305086" y="189929"/>
                        </a:cubicBezTo>
                        <a:lnTo>
                          <a:pt x="255460" y="161258"/>
                        </a:lnTo>
                        <a:cubicBezTo>
                          <a:pt x="248698" y="157353"/>
                          <a:pt x="248698" y="151066"/>
                          <a:pt x="255460" y="147256"/>
                        </a:cubicBezTo>
                        <a:cubicBezTo>
                          <a:pt x="262223" y="143351"/>
                          <a:pt x="273082" y="143351"/>
                          <a:pt x="279749" y="147256"/>
                        </a:cubicBezTo>
                        <a:lnTo>
                          <a:pt x="329374" y="175927"/>
                        </a:lnTo>
                        <a:cubicBezTo>
                          <a:pt x="336137" y="179832"/>
                          <a:pt x="336137" y="186119"/>
                          <a:pt x="329374" y="189929"/>
                        </a:cubicBezTo>
                        <a:close/>
                        <a:moveTo>
                          <a:pt x="364617" y="126778"/>
                        </a:moveTo>
                        <a:lnTo>
                          <a:pt x="294418" y="126778"/>
                        </a:lnTo>
                        <a:cubicBezTo>
                          <a:pt x="284893" y="126778"/>
                          <a:pt x="277177" y="122301"/>
                          <a:pt x="277177" y="116872"/>
                        </a:cubicBezTo>
                        <a:cubicBezTo>
                          <a:pt x="277177" y="111442"/>
                          <a:pt x="284893" y="106966"/>
                          <a:pt x="294418" y="106966"/>
                        </a:cubicBezTo>
                        <a:lnTo>
                          <a:pt x="364617" y="106966"/>
                        </a:lnTo>
                        <a:cubicBezTo>
                          <a:pt x="374142" y="106966"/>
                          <a:pt x="381857" y="111442"/>
                          <a:pt x="381857" y="116872"/>
                        </a:cubicBezTo>
                        <a:cubicBezTo>
                          <a:pt x="381857" y="122301"/>
                          <a:pt x="374142" y="126778"/>
                          <a:pt x="364617" y="126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0" name="Google Shape;5540;p61">
                    <a:extLst>
                      <a:ext uri="{FF2B5EF4-FFF2-40B4-BE49-F238E27FC236}">
                        <a16:creationId xmlns:a16="http://schemas.microsoft.com/office/drawing/2014/main" id="{8B046994-F50E-39B7-B51D-69C8FD5C78D2}"/>
                      </a:ext>
                    </a:extLst>
                  </p:cNvPr>
                  <p:cNvSpPr/>
                  <p:nvPr/>
                </p:nvSpPr>
                <p:spPr>
                  <a:xfrm>
                    <a:off x="3703928" y="4939685"/>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105"/>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8"/>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117"/>
                        </a:cubicBezTo>
                        <a:lnTo>
                          <a:pt x="125658" y="147447"/>
                        </a:lnTo>
                        <a:cubicBezTo>
                          <a:pt x="132421" y="143542"/>
                          <a:pt x="143280" y="143542"/>
                          <a:pt x="149947" y="147447"/>
                        </a:cubicBezTo>
                        <a:cubicBezTo>
                          <a:pt x="156710" y="151352"/>
                          <a:pt x="156710" y="157639"/>
                          <a:pt x="149947" y="161544"/>
                        </a:cubicBezTo>
                        <a:lnTo>
                          <a:pt x="100322" y="190214"/>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9"/>
                        </a:moveTo>
                        <a:cubicBezTo>
                          <a:pt x="193096" y="220409"/>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9"/>
                          <a:pt x="202621" y="220409"/>
                        </a:cubicBezTo>
                        <a:close/>
                        <a:moveTo>
                          <a:pt x="304919" y="190119"/>
                        </a:moveTo>
                        <a:lnTo>
                          <a:pt x="255294" y="161449"/>
                        </a:lnTo>
                        <a:cubicBezTo>
                          <a:pt x="248531" y="157544"/>
                          <a:pt x="248531" y="151257"/>
                          <a:pt x="255294" y="147352"/>
                        </a:cubicBezTo>
                        <a:cubicBezTo>
                          <a:pt x="262057" y="143447"/>
                          <a:pt x="272915" y="143447"/>
                          <a:pt x="279583" y="147352"/>
                        </a:cubicBezTo>
                        <a:lnTo>
                          <a:pt x="329208" y="176022"/>
                        </a:lnTo>
                        <a:cubicBezTo>
                          <a:pt x="335971" y="179927"/>
                          <a:pt x="335971" y="186214"/>
                          <a:pt x="329208" y="190024"/>
                        </a:cubicBezTo>
                        <a:cubicBezTo>
                          <a:pt x="322445" y="193929"/>
                          <a:pt x="311587" y="193929"/>
                          <a:pt x="304919"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1" name="Google Shape;5541;p61">
                    <a:extLst>
                      <a:ext uri="{FF2B5EF4-FFF2-40B4-BE49-F238E27FC236}">
                        <a16:creationId xmlns:a16="http://schemas.microsoft.com/office/drawing/2014/main" id="{5B51382F-44E2-BC32-B86D-0CD21361CB5A}"/>
                      </a:ext>
                    </a:extLst>
                  </p:cNvPr>
                  <p:cNvSpPr/>
                  <p:nvPr/>
                </p:nvSpPr>
                <p:spPr>
                  <a:xfrm>
                    <a:off x="3849512" y="5023791"/>
                    <a:ext cx="114454" cy="46386"/>
                  </a:xfrm>
                  <a:custGeom>
                    <a:avLst/>
                    <a:gdLst/>
                    <a:ahLst/>
                    <a:cxnLst/>
                    <a:rect l="l" t="t" r="r" b="b"/>
                    <a:pathLst>
                      <a:path w="114454" h="46386" extrusionOk="0">
                        <a:moveTo>
                          <a:pt x="109615" y="46387"/>
                        </a:moveTo>
                        <a:cubicBezTo>
                          <a:pt x="106852" y="42767"/>
                          <a:pt x="102852" y="39338"/>
                          <a:pt x="97708" y="36385"/>
                        </a:cubicBezTo>
                        <a:cubicBezTo>
                          <a:pt x="75325" y="23432"/>
                          <a:pt x="39130" y="23432"/>
                          <a:pt x="16746" y="36385"/>
                        </a:cubicBezTo>
                        <a:cubicBezTo>
                          <a:pt x="11602" y="39338"/>
                          <a:pt x="7602" y="42767"/>
                          <a:pt x="4840" y="46387"/>
                        </a:cubicBezTo>
                        <a:cubicBezTo>
                          <a:pt x="-4400" y="34290"/>
                          <a:pt x="-399" y="19622"/>
                          <a:pt x="16746" y="9716"/>
                        </a:cubicBezTo>
                        <a:cubicBezTo>
                          <a:pt x="39130" y="-3239"/>
                          <a:pt x="75325" y="-3239"/>
                          <a:pt x="97708" y="9716"/>
                        </a:cubicBezTo>
                        <a:cubicBezTo>
                          <a:pt x="114853"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2" name="Google Shape;5542;p61">
                    <a:extLst>
                      <a:ext uri="{FF2B5EF4-FFF2-40B4-BE49-F238E27FC236}">
                        <a16:creationId xmlns:a16="http://schemas.microsoft.com/office/drawing/2014/main" id="{CCD1889B-603E-9FC0-549A-9743CB456AA1}"/>
                      </a:ext>
                    </a:extLst>
                  </p:cNvPr>
                  <p:cNvSpPr/>
                  <p:nvPr/>
                </p:nvSpPr>
                <p:spPr>
                  <a:xfrm>
                    <a:off x="3854351" y="5050461"/>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5543" name="Google Shape;5543;p61">
              <a:extLst>
                <a:ext uri="{FF2B5EF4-FFF2-40B4-BE49-F238E27FC236}">
                  <a16:creationId xmlns:a16="http://schemas.microsoft.com/office/drawing/2014/main" id="{F3A89BB8-7B62-726B-E5F3-0669C8F4CABD}"/>
                </a:ext>
              </a:extLst>
            </p:cNvPr>
            <p:cNvGrpSpPr/>
            <p:nvPr/>
          </p:nvGrpSpPr>
          <p:grpSpPr>
            <a:xfrm>
              <a:off x="6719934" y="4528768"/>
              <a:ext cx="639842" cy="559831"/>
              <a:chOff x="4037470" y="4779094"/>
              <a:chExt cx="422171" cy="369379"/>
            </a:xfrm>
          </p:grpSpPr>
          <p:sp>
            <p:nvSpPr>
              <p:cNvPr id="5544" name="Google Shape;5544;p61">
                <a:extLst>
                  <a:ext uri="{FF2B5EF4-FFF2-40B4-BE49-F238E27FC236}">
                    <a16:creationId xmlns:a16="http://schemas.microsoft.com/office/drawing/2014/main" id="{41CF72B3-AAA7-F91C-2B7D-449E4707EED6}"/>
                  </a:ext>
                </a:extLst>
              </p:cNvPr>
              <p:cNvSpPr/>
              <p:nvPr/>
            </p:nvSpPr>
            <p:spPr>
              <a:xfrm>
                <a:off x="4037470" y="4904728"/>
                <a:ext cx="422171" cy="243745"/>
              </a:xfrm>
              <a:custGeom>
                <a:avLst/>
                <a:gdLst/>
                <a:ahLst/>
                <a:cxnLst/>
                <a:rect l="l" t="t" r="r" b="b"/>
                <a:pathLst>
                  <a:path w="422171" h="243745" extrusionOk="0">
                    <a:moveTo>
                      <a:pt x="360378" y="208026"/>
                    </a:moveTo>
                    <a:cubicBezTo>
                      <a:pt x="277892" y="255651"/>
                      <a:pt x="144256" y="255651"/>
                      <a:pt x="61865" y="208026"/>
                    </a:cubicBezTo>
                    <a:cubicBezTo>
                      <a:pt x="-20622" y="160401"/>
                      <a:pt x="-20622" y="83249"/>
                      <a:pt x="61865" y="35719"/>
                    </a:cubicBezTo>
                    <a:cubicBezTo>
                      <a:pt x="144256" y="-11906"/>
                      <a:pt x="277987" y="-11906"/>
                      <a:pt x="360378" y="35719"/>
                    </a:cubicBezTo>
                    <a:cubicBezTo>
                      <a:pt x="442770" y="83344"/>
                      <a:pt x="442770"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545" name="Google Shape;5545;p61">
                <a:extLst>
                  <a:ext uri="{FF2B5EF4-FFF2-40B4-BE49-F238E27FC236}">
                    <a16:creationId xmlns:a16="http://schemas.microsoft.com/office/drawing/2014/main" id="{FBA2E2A8-DCF9-B41E-A516-F3B859BAE4CD}"/>
                  </a:ext>
                </a:extLst>
              </p:cNvPr>
              <p:cNvGrpSpPr/>
              <p:nvPr/>
            </p:nvGrpSpPr>
            <p:grpSpPr>
              <a:xfrm>
                <a:off x="4045709" y="4892537"/>
                <a:ext cx="405669" cy="247649"/>
                <a:chOff x="4045709" y="4892537"/>
                <a:chExt cx="405669" cy="247649"/>
              </a:xfrm>
            </p:grpSpPr>
            <p:sp>
              <p:nvSpPr>
                <p:cNvPr id="5546" name="Google Shape;5546;p61">
                  <a:extLst>
                    <a:ext uri="{FF2B5EF4-FFF2-40B4-BE49-F238E27FC236}">
                      <a16:creationId xmlns:a16="http://schemas.microsoft.com/office/drawing/2014/main" id="{D2C30778-BF5D-74D7-5DB0-BA95B311E4E0}"/>
                    </a:ext>
                  </a:extLst>
                </p:cNvPr>
                <p:cNvSpPr/>
                <p:nvPr/>
              </p:nvSpPr>
              <p:spPr>
                <a:xfrm>
                  <a:off x="4045709" y="4905871"/>
                  <a:ext cx="405669" cy="234315"/>
                </a:xfrm>
                <a:custGeom>
                  <a:avLst/>
                  <a:gdLst/>
                  <a:ahLst/>
                  <a:cxnLst/>
                  <a:rect l="l" t="t" r="r" b="b"/>
                  <a:pathLst>
                    <a:path w="405669" h="234315" extrusionOk="0">
                      <a:moveTo>
                        <a:pt x="404336" y="103727"/>
                      </a:moveTo>
                      <a:cubicBezTo>
                        <a:pt x="399288" y="78391"/>
                        <a:pt x="379952" y="53721"/>
                        <a:pt x="346234" y="34290"/>
                      </a:cubicBezTo>
                      <a:cubicBezTo>
                        <a:pt x="267081" y="-11430"/>
                        <a:pt x="138589" y="-11430"/>
                        <a:pt x="59436" y="34290"/>
                      </a:cubicBezTo>
                      <a:cubicBezTo>
                        <a:pt x="25527" y="53911"/>
                        <a:pt x="6096" y="78676"/>
                        <a:pt x="1238" y="104299"/>
                      </a:cubicBezTo>
                      <a:lnTo>
                        <a:pt x="0" y="103823"/>
                      </a:lnTo>
                      <a:lnTo>
                        <a:pt x="0" y="117919"/>
                      </a:lnTo>
                      <a:lnTo>
                        <a:pt x="0" y="117919"/>
                      </a:lnTo>
                      <a:cubicBezTo>
                        <a:pt x="381" y="147638"/>
                        <a:pt x="20098" y="177260"/>
                        <a:pt x="59436" y="200025"/>
                      </a:cubicBezTo>
                      <a:cubicBezTo>
                        <a:pt x="138589" y="245745"/>
                        <a:pt x="267081" y="245745"/>
                        <a:pt x="346234" y="200025"/>
                      </a:cubicBezTo>
                      <a:cubicBezTo>
                        <a:pt x="385858" y="177165"/>
                        <a:pt x="405670" y="147161"/>
                        <a:pt x="405670" y="117253"/>
                      </a:cubicBezTo>
                      <a:lnTo>
                        <a:pt x="405670" y="103918"/>
                      </a:lnTo>
                      <a:lnTo>
                        <a:pt x="404336" y="103918"/>
                      </a:lnTo>
                      <a:close/>
                      <a:moveTo>
                        <a:pt x="76200" y="43910"/>
                      </a:moveTo>
                      <a:cubicBezTo>
                        <a:pt x="82963" y="40005"/>
                        <a:pt x="93821" y="40005"/>
                        <a:pt x="100584" y="43910"/>
                      </a:cubicBezTo>
                      <a:lnTo>
                        <a:pt x="150209" y="72581"/>
                      </a:lnTo>
                      <a:cubicBezTo>
                        <a:pt x="156877" y="76486"/>
                        <a:pt x="156877" y="82772"/>
                        <a:pt x="150209" y="86677"/>
                      </a:cubicBezTo>
                      <a:cubicBezTo>
                        <a:pt x="143446" y="90583"/>
                        <a:pt x="132588" y="90583"/>
                        <a:pt x="125825" y="86677"/>
                      </a:cubicBezTo>
                      <a:lnTo>
                        <a:pt x="76200" y="58007"/>
                      </a:lnTo>
                      <a:cubicBezTo>
                        <a:pt x="69533" y="54102"/>
                        <a:pt x="69533" y="47816"/>
                        <a:pt x="76200" y="44006"/>
                      </a:cubicBezTo>
                      <a:close/>
                      <a:moveTo>
                        <a:pt x="40958" y="126968"/>
                      </a:moveTo>
                      <a:cubicBezTo>
                        <a:pt x="31433" y="126968"/>
                        <a:pt x="23717" y="122492"/>
                        <a:pt x="23717" y="117062"/>
                      </a:cubicBezTo>
                      <a:cubicBezTo>
                        <a:pt x="23717" y="111633"/>
                        <a:pt x="31433" y="107156"/>
                        <a:pt x="40958" y="107156"/>
                      </a:cubicBezTo>
                      <a:lnTo>
                        <a:pt x="111062" y="107156"/>
                      </a:lnTo>
                      <a:cubicBezTo>
                        <a:pt x="120587" y="107156"/>
                        <a:pt x="128302" y="111633"/>
                        <a:pt x="128302" y="117062"/>
                      </a:cubicBezTo>
                      <a:cubicBezTo>
                        <a:pt x="128302" y="122492"/>
                        <a:pt x="120587" y="126968"/>
                        <a:pt x="111062" y="126968"/>
                      </a:cubicBezTo>
                      <a:lnTo>
                        <a:pt x="40958" y="126968"/>
                      </a:lnTo>
                      <a:close/>
                      <a:moveTo>
                        <a:pt x="150114" y="161449"/>
                      </a:moveTo>
                      <a:lnTo>
                        <a:pt x="100489" y="190119"/>
                      </a:lnTo>
                      <a:cubicBezTo>
                        <a:pt x="93821" y="194024"/>
                        <a:pt x="82868" y="194024"/>
                        <a:pt x="76105" y="190119"/>
                      </a:cubicBezTo>
                      <a:cubicBezTo>
                        <a:pt x="69437" y="186214"/>
                        <a:pt x="69437" y="179927"/>
                        <a:pt x="76105" y="176117"/>
                      </a:cubicBezTo>
                      <a:lnTo>
                        <a:pt x="125730" y="147447"/>
                      </a:lnTo>
                      <a:cubicBezTo>
                        <a:pt x="132493" y="143542"/>
                        <a:pt x="143351" y="143542"/>
                        <a:pt x="150114" y="147447"/>
                      </a:cubicBezTo>
                      <a:cubicBezTo>
                        <a:pt x="156877" y="151352"/>
                        <a:pt x="156781" y="157639"/>
                        <a:pt x="150114" y="161544"/>
                      </a:cubicBezTo>
                      <a:close/>
                      <a:moveTo>
                        <a:pt x="185547" y="23527"/>
                      </a:moveTo>
                      <a:cubicBezTo>
                        <a:pt x="185547" y="18002"/>
                        <a:pt x="193262" y="13621"/>
                        <a:pt x="202787" y="13621"/>
                      </a:cubicBezTo>
                      <a:cubicBezTo>
                        <a:pt x="212312" y="13621"/>
                        <a:pt x="220028" y="18098"/>
                        <a:pt x="219932" y="23527"/>
                      </a:cubicBezTo>
                      <a:lnTo>
                        <a:pt x="219932" y="64008"/>
                      </a:lnTo>
                      <a:cubicBezTo>
                        <a:pt x="219932" y="69533"/>
                        <a:pt x="212217" y="73914"/>
                        <a:pt x="202787" y="73914"/>
                      </a:cubicBezTo>
                      <a:cubicBezTo>
                        <a:pt x="193358" y="73914"/>
                        <a:pt x="185547" y="69437"/>
                        <a:pt x="185547" y="64008"/>
                      </a:cubicBezTo>
                      <a:lnTo>
                        <a:pt x="185547" y="23527"/>
                      </a:lnTo>
                      <a:close/>
                      <a:moveTo>
                        <a:pt x="202787" y="220313"/>
                      </a:moveTo>
                      <a:cubicBezTo>
                        <a:pt x="193262" y="220313"/>
                        <a:pt x="185547" y="215836"/>
                        <a:pt x="185547" y="210407"/>
                      </a:cubicBezTo>
                      <a:lnTo>
                        <a:pt x="185547" y="169926"/>
                      </a:lnTo>
                      <a:cubicBezTo>
                        <a:pt x="185547" y="164401"/>
                        <a:pt x="193262" y="160020"/>
                        <a:pt x="202787" y="160020"/>
                      </a:cubicBezTo>
                      <a:cubicBezTo>
                        <a:pt x="212312" y="160020"/>
                        <a:pt x="220028" y="164497"/>
                        <a:pt x="220028" y="169926"/>
                      </a:cubicBezTo>
                      <a:lnTo>
                        <a:pt x="220028" y="210407"/>
                      </a:lnTo>
                      <a:cubicBezTo>
                        <a:pt x="220028" y="215836"/>
                        <a:pt x="212312" y="220313"/>
                        <a:pt x="202787" y="220313"/>
                      </a:cubicBezTo>
                      <a:close/>
                      <a:moveTo>
                        <a:pt x="255461" y="72485"/>
                      </a:moveTo>
                      <a:lnTo>
                        <a:pt x="305086" y="43815"/>
                      </a:lnTo>
                      <a:cubicBezTo>
                        <a:pt x="311848" y="39910"/>
                        <a:pt x="322707" y="39910"/>
                        <a:pt x="329375" y="43815"/>
                      </a:cubicBezTo>
                      <a:cubicBezTo>
                        <a:pt x="336137" y="47720"/>
                        <a:pt x="336137" y="54007"/>
                        <a:pt x="329375" y="57817"/>
                      </a:cubicBezTo>
                      <a:lnTo>
                        <a:pt x="279749" y="86487"/>
                      </a:lnTo>
                      <a:cubicBezTo>
                        <a:pt x="272987" y="90392"/>
                        <a:pt x="262128" y="90392"/>
                        <a:pt x="255365" y="86487"/>
                      </a:cubicBezTo>
                      <a:cubicBezTo>
                        <a:pt x="248698" y="82582"/>
                        <a:pt x="248698" y="76295"/>
                        <a:pt x="255365" y="72390"/>
                      </a:cubicBezTo>
                      <a:close/>
                      <a:moveTo>
                        <a:pt x="329375" y="190024"/>
                      </a:moveTo>
                      <a:cubicBezTo>
                        <a:pt x="322707" y="193929"/>
                        <a:pt x="311753" y="193929"/>
                        <a:pt x="305086" y="190024"/>
                      </a:cubicBezTo>
                      <a:lnTo>
                        <a:pt x="255461" y="161354"/>
                      </a:lnTo>
                      <a:cubicBezTo>
                        <a:pt x="248698" y="157448"/>
                        <a:pt x="248698" y="151162"/>
                        <a:pt x="255461" y="147257"/>
                      </a:cubicBezTo>
                      <a:cubicBezTo>
                        <a:pt x="262128" y="143351"/>
                        <a:pt x="273082" y="143351"/>
                        <a:pt x="279749" y="147257"/>
                      </a:cubicBezTo>
                      <a:lnTo>
                        <a:pt x="329375" y="175927"/>
                      </a:lnTo>
                      <a:cubicBezTo>
                        <a:pt x="336137" y="179832"/>
                        <a:pt x="336137" y="186118"/>
                        <a:pt x="329375" y="189929"/>
                      </a:cubicBezTo>
                      <a:close/>
                      <a:moveTo>
                        <a:pt x="364617" y="126873"/>
                      </a:moveTo>
                      <a:lnTo>
                        <a:pt x="294418" y="126873"/>
                      </a:lnTo>
                      <a:cubicBezTo>
                        <a:pt x="284893" y="126873"/>
                        <a:pt x="277178" y="122396"/>
                        <a:pt x="277178" y="116967"/>
                      </a:cubicBezTo>
                      <a:cubicBezTo>
                        <a:pt x="277178"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7" name="Google Shape;5547;p61">
                  <a:extLst>
                    <a:ext uri="{FF2B5EF4-FFF2-40B4-BE49-F238E27FC236}">
                      <a16:creationId xmlns:a16="http://schemas.microsoft.com/office/drawing/2014/main" id="{8EE9433C-0FC0-47F2-8B00-B10B27720068}"/>
                    </a:ext>
                  </a:extLst>
                </p:cNvPr>
                <p:cNvSpPr/>
                <p:nvPr/>
              </p:nvSpPr>
              <p:spPr>
                <a:xfrm>
                  <a:off x="4045709" y="4892537"/>
                  <a:ext cx="405598" cy="234219"/>
                </a:xfrm>
                <a:custGeom>
                  <a:avLst/>
                  <a:gdLst/>
                  <a:ahLst/>
                  <a:cxnLst/>
                  <a:rect l="l" t="t" r="r" b="b"/>
                  <a:pathLst>
                    <a:path w="405598" h="234219" extrusionOk="0">
                      <a:moveTo>
                        <a:pt x="346234" y="34290"/>
                      </a:moveTo>
                      <a:cubicBezTo>
                        <a:pt x="267081" y="-11430"/>
                        <a:pt x="138589" y="-11430"/>
                        <a:pt x="59436" y="34290"/>
                      </a:cubicBezTo>
                      <a:cubicBezTo>
                        <a:pt x="-19812" y="80010"/>
                        <a:pt x="-19812" y="154115"/>
                        <a:pt x="59436" y="199930"/>
                      </a:cubicBezTo>
                      <a:cubicBezTo>
                        <a:pt x="138589" y="245650"/>
                        <a:pt x="267081" y="245650"/>
                        <a:pt x="346234" y="199930"/>
                      </a:cubicBezTo>
                      <a:cubicBezTo>
                        <a:pt x="425386" y="154210"/>
                        <a:pt x="425386" y="80105"/>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773"/>
                      </a:cubicBezTo>
                      <a:cubicBezTo>
                        <a:pt x="143446" y="90678"/>
                        <a:pt x="132588" y="90678"/>
                        <a:pt x="125825" y="86773"/>
                      </a:cubicBezTo>
                      <a:lnTo>
                        <a:pt x="76200" y="58102"/>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677"/>
                      </a:moveTo>
                      <a:cubicBezTo>
                        <a:pt x="273082" y="90583"/>
                        <a:pt x="262223" y="90583"/>
                        <a:pt x="255461" y="86677"/>
                      </a:cubicBezTo>
                      <a:cubicBezTo>
                        <a:pt x="248793" y="82772"/>
                        <a:pt x="248793" y="76486"/>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156"/>
                      </a:moveTo>
                      <a:lnTo>
                        <a:pt x="364712" y="107156"/>
                      </a:lnTo>
                      <a:cubicBezTo>
                        <a:pt x="374237" y="107156"/>
                        <a:pt x="381953" y="111633"/>
                        <a:pt x="381953" y="117062"/>
                      </a:cubicBezTo>
                      <a:cubicBezTo>
                        <a:pt x="381953" y="122492"/>
                        <a:pt x="374237" y="126968"/>
                        <a:pt x="364712" y="126968"/>
                      </a:cubicBezTo>
                      <a:lnTo>
                        <a:pt x="294513" y="126968"/>
                      </a:lnTo>
                      <a:cubicBezTo>
                        <a:pt x="284988" y="126968"/>
                        <a:pt x="277273" y="122492"/>
                        <a:pt x="277273" y="117062"/>
                      </a:cubicBezTo>
                      <a:cubicBezTo>
                        <a:pt x="277273" y="111633"/>
                        <a:pt x="284988" y="107156"/>
                        <a:pt x="294513" y="107156"/>
                      </a:cubicBezTo>
                      <a:close/>
                      <a:moveTo>
                        <a:pt x="202883" y="220504"/>
                      </a:moveTo>
                      <a:cubicBezTo>
                        <a:pt x="193358" y="220504"/>
                        <a:pt x="185642" y="216027"/>
                        <a:pt x="185642" y="210598"/>
                      </a:cubicBezTo>
                      <a:lnTo>
                        <a:pt x="185642" y="170117"/>
                      </a:lnTo>
                      <a:cubicBezTo>
                        <a:pt x="185642" y="164592"/>
                        <a:pt x="193358" y="160210"/>
                        <a:pt x="202883" y="160210"/>
                      </a:cubicBezTo>
                      <a:cubicBezTo>
                        <a:pt x="212408" y="160210"/>
                        <a:pt x="220123" y="164687"/>
                        <a:pt x="220123" y="170117"/>
                      </a:cubicBezTo>
                      <a:lnTo>
                        <a:pt x="220123" y="210598"/>
                      </a:lnTo>
                      <a:cubicBezTo>
                        <a:pt x="220123" y="216122"/>
                        <a:pt x="212408" y="220504"/>
                        <a:pt x="202883" y="220504"/>
                      </a:cubicBezTo>
                      <a:close/>
                      <a:moveTo>
                        <a:pt x="305181" y="190214"/>
                      </a:moveTo>
                      <a:lnTo>
                        <a:pt x="255556" y="161544"/>
                      </a:lnTo>
                      <a:cubicBezTo>
                        <a:pt x="248793" y="157639"/>
                        <a:pt x="248793" y="151352"/>
                        <a:pt x="255556" y="147542"/>
                      </a:cubicBezTo>
                      <a:cubicBezTo>
                        <a:pt x="262223" y="143637"/>
                        <a:pt x="273177" y="143637"/>
                        <a:pt x="279844" y="147542"/>
                      </a:cubicBezTo>
                      <a:lnTo>
                        <a:pt x="329470" y="176212"/>
                      </a:lnTo>
                      <a:cubicBezTo>
                        <a:pt x="336233" y="180118"/>
                        <a:pt x="336233" y="186404"/>
                        <a:pt x="329470" y="190214"/>
                      </a:cubicBezTo>
                      <a:cubicBezTo>
                        <a:pt x="322802" y="194119"/>
                        <a:pt x="311848" y="194119"/>
                        <a:pt x="305181"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8" name="Google Shape;5548;p61">
                  <a:extLst>
                    <a:ext uri="{FF2B5EF4-FFF2-40B4-BE49-F238E27FC236}">
                      <a16:creationId xmlns:a16="http://schemas.microsoft.com/office/drawing/2014/main" id="{08750F3D-F031-67A5-4A3C-9B569D2161AD}"/>
                    </a:ext>
                  </a:extLst>
                </p:cNvPr>
                <p:cNvSpPr/>
                <p:nvPr/>
              </p:nvSpPr>
              <p:spPr>
                <a:xfrm>
                  <a:off x="4191364" y="4976547"/>
                  <a:ext cx="114454" cy="46386"/>
                </a:xfrm>
                <a:custGeom>
                  <a:avLst/>
                  <a:gdLst/>
                  <a:ahLst/>
                  <a:cxnLst/>
                  <a:rect l="l" t="t" r="r" b="b"/>
                  <a:pathLst>
                    <a:path w="114454" h="46386" extrusionOk="0">
                      <a:moveTo>
                        <a:pt x="109615" y="46387"/>
                      </a:moveTo>
                      <a:cubicBezTo>
                        <a:pt x="106852" y="42767"/>
                        <a:pt x="102852" y="39338"/>
                        <a:pt x="97709" y="36290"/>
                      </a:cubicBezTo>
                      <a:cubicBezTo>
                        <a:pt x="75325" y="23336"/>
                        <a:pt x="39130" y="23336"/>
                        <a:pt x="16746" y="36290"/>
                      </a:cubicBezTo>
                      <a:cubicBezTo>
                        <a:pt x="11602" y="39243"/>
                        <a:pt x="7602" y="42672"/>
                        <a:pt x="4840" y="46387"/>
                      </a:cubicBezTo>
                      <a:cubicBezTo>
                        <a:pt x="-4400" y="34290"/>
                        <a:pt x="-399" y="19621"/>
                        <a:pt x="16746" y="9716"/>
                      </a:cubicBezTo>
                      <a:cubicBezTo>
                        <a:pt x="39130" y="-3239"/>
                        <a:pt x="75325" y="-3239"/>
                        <a:pt x="97709" y="9716"/>
                      </a:cubicBezTo>
                      <a:cubicBezTo>
                        <a:pt x="114853" y="19621"/>
                        <a:pt x="118854" y="34290"/>
                        <a:pt x="109615" y="46387"/>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9" name="Google Shape;5549;p61">
                  <a:extLst>
                    <a:ext uri="{FF2B5EF4-FFF2-40B4-BE49-F238E27FC236}">
                      <a16:creationId xmlns:a16="http://schemas.microsoft.com/office/drawing/2014/main" id="{8AEFDDF3-2428-18D6-D7E3-C931D80ABBA3}"/>
                    </a:ext>
                  </a:extLst>
                </p:cNvPr>
                <p:cNvSpPr/>
                <p:nvPr/>
              </p:nvSpPr>
              <p:spPr>
                <a:xfrm>
                  <a:off x="4196204" y="5003122"/>
                  <a:ext cx="104775" cy="39528"/>
                </a:xfrm>
                <a:custGeom>
                  <a:avLst/>
                  <a:gdLst/>
                  <a:ahLst/>
                  <a:cxnLst/>
                  <a:rect l="l" t="t" r="r" b="b"/>
                  <a:pathLst>
                    <a:path w="104775" h="39528" extrusionOk="0">
                      <a:moveTo>
                        <a:pt x="104775" y="19812"/>
                      </a:moveTo>
                      <a:cubicBezTo>
                        <a:pt x="102013" y="23431"/>
                        <a:pt x="98012" y="26861"/>
                        <a:pt x="92869" y="29813"/>
                      </a:cubicBezTo>
                      <a:cubicBezTo>
                        <a:pt x="70485" y="42767"/>
                        <a:pt x="34290" y="42767"/>
                        <a:pt x="11906" y="29813"/>
                      </a:cubicBezTo>
                      <a:cubicBezTo>
                        <a:pt x="6763" y="26861"/>
                        <a:pt x="2762" y="23431"/>
                        <a:pt x="0" y="19812"/>
                      </a:cubicBezTo>
                      <a:cubicBezTo>
                        <a:pt x="2762" y="16192"/>
                        <a:pt x="6763" y="12763"/>
                        <a:pt x="11906" y="9715"/>
                      </a:cubicBezTo>
                      <a:cubicBezTo>
                        <a:pt x="34290" y="-3238"/>
                        <a:pt x="70485" y="-3238"/>
                        <a:pt x="92869" y="9715"/>
                      </a:cubicBezTo>
                      <a:cubicBezTo>
                        <a:pt x="98012" y="12668"/>
                        <a:pt x="102013" y="16097"/>
                        <a:pt x="104775" y="19812"/>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50" name="Google Shape;5550;p61">
                <a:extLst>
                  <a:ext uri="{FF2B5EF4-FFF2-40B4-BE49-F238E27FC236}">
                    <a16:creationId xmlns:a16="http://schemas.microsoft.com/office/drawing/2014/main" id="{A307C382-5DAF-04A0-F669-33110A63D026}"/>
                  </a:ext>
                </a:extLst>
              </p:cNvPr>
              <p:cNvGrpSpPr/>
              <p:nvPr/>
            </p:nvGrpSpPr>
            <p:grpSpPr>
              <a:xfrm>
                <a:off x="4069212" y="4805192"/>
                <a:ext cx="358735" cy="305895"/>
                <a:chOff x="4069212" y="4805192"/>
                <a:chExt cx="358735" cy="305895"/>
              </a:xfrm>
            </p:grpSpPr>
            <p:sp>
              <p:nvSpPr>
                <p:cNvPr id="5551" name="Google Shape;5551;p61">
                  <a:extLst>
                    <a:ext uri="{FF2B5EF4-FFF2-40B4-BE49-F238E27FC236}">
                      <a16:creationId xmlns:a16="http://schemas.microsoft.com/office/drawing/2014/main" id="{F855E93C-5078-09DB-23BE-5834C8A54562}"/>
                    </a:ext>
                  </a:extLst>
                </p:cNvPr>
                <p:cNvSpPr/>
                <p:nvPr/>
              </p:nvSpPr>
              <p:spPr>
                <a:xfrm>
                  <a:off x="4069235" y="4908824"/>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2" y="212407"/>
                        <a:pt x="52388" y="171831"/>
                      </a:cubicBezTo>
                      <a:cubicBezTo>
                        <a:pt x="17336" y="151733"/>
                        <a:pt x="0" y="125063"/>
                        <a:pt x="0" y="98393"/>
                      </a:cubicBezTo>
                      <a:lnTo>
                        <a:pt x="0" y="0"/>
                      </a:lnTo>
                      <a:lnTo>
                        <a:pt x="3587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2" name="Google Shape;5552;p61">
                  <a:extLst>
                    <a:ext uri="{FF2B5EF4-FFF2-40B4-BE49-F238E27FC236}">
                      <a16:creationId xmlns:a16="http://schemas.microsoft.com/office/drawing/2014/main" id="{57695677-4228-F88B-1CCF-E9CEDECCCCC9}"/>
                    </a:ext>
                  </a:extLst>
                </p:cNvPr>
                <p:cNvSpPr/>
                <p:nvPr/>
              </p:nvSpPr>
              <p:spPr>
                <a:xfrm>
                  <a:off x="4069235" y="4921492"/>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3" name="Google Shape;5553;p61">
                  <a:extLst>
                    <a:ext uri="{FF2B5EF4-FFF2-40B4-BE49-F238E27FC236}">
                      <a16:creationId xmlns:a16="http://schemas.microsoft.com/office/drawing/2014/main" id="{C3A0F89C-E6AC-454D-37AE-FE97F4702990}"/>
                    </a:ext>
                  </a:extLst>
                </p:cNvPr>
                <p:cNvSpPr/>
                <p:nvPr/>
              </p:nvSpPr>
              <p:spPr>
                <a:xfrm>
                  <a:off x="4069235" y="493873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4" name="Google Shape;5554;p61">
                  <a:extLst>
                    <a:ext uri="{FF2B5EF4-FFF2-40B4-BE49-F238E27FC236}">
                      <a16:creationId xmlns:a16="http://schemas.microsoft.com/office/drawing/2014/main" id="{00241206-A705-2CC9-C25E-B0B8E4455502}"/>
                    </a:ext>
                  </a:extLst>
                </p:cNvPr>
                <p:cNvSpPr/>
                <p:nvPr/>
              </p:nvSpPr>
              <p:spPr>
                <a:xfrm>
                  <a:off x="4069235" y="4955878"/>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5" name="Google Shape;5555;p61">
                  <a:extLst>
                    <a:ext uri="{FF2B5EF4-FFF2-40B4-BE49-F238E27FC236}">
                      <a16:creationId xmlns:a16="http://schemas.microsoft.com/office/drawing/2014/main" id="{62A382BF-7151-E1B2-CB28-DAC1015767C8}"/>
                    </a:ext>
                  </a:extLst>
                </p:cNvPr>
                <p:cNvSpPr/>
                <p:nvPr/>
              </p:nvSpPr>
              <p:spPr>
                <a:xfrm>
                  <a:off x="4069235" y="4973118"/>
                  <a:ext cx="358711" cy="110632"/>
                </a:xfrm>
                <a:custGeom>
                  <a:avLst/>
                  <a:gdLst/>
                  <a:ahLst/>
                  <a:cxnLst/>
                  <a:rect l="l" t="t" r="r" b="b"/>
                  <a:pathLst>
                    <a:path w="358711" h="110632" extrusionOk="0">
                      <a:moveTo>
                        <a:pt x="358712" y="0"/>
                      </a:moveTo>
                      <a:cubicBezTo>
                        <a:pt x="358712" y="26479"/>
                        <a:pt x="341090" y="52864"/>
                        <a:pt x="306134" y="73057"/>
                      </a:cubicBezTo>
                      <a:cubicBezTo>
                        <a:pt x="236220" y="113824"/>
                        <a:pt x="122587" y="113824"/>
                        <a:pt x="52483" y="73057"/>
                      </a:cubicBezTo>
                      <a:cubicBezTo>
                        <a:pt x="18288" y="53340"/>
                        <a:pt x="762" y="27622"/>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6" name="Google Shape;5556;p61">
                  <a:extLst>
                    <a:ext uri="{FF2B5EF4-FFF2-40B4-BE49-F238E27FC236}">
                      <a16:creationId xmlns:a16="http://schemas.microsoft.com/office/drawing/2014/main" id="{8FCC828A-989D-1824-5381-2C45614C0672}"/>
                    </a:ext>
                  </a:extLst>
                </p:cNvPr>
                <p:cNvSpPr/>
                <p:nvPr/>
              </p:nvSpPr>
              <p:spPr>
                <a:xfrm>
                  <a:off x="4069235" y="499026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622"/>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7" name="Google Shape;5557;p61">
                  <a:extLst>
                    <a:ext uri="{FF2B5EF4-FFF2-40B4-BE49-F238E27FC236}">
                      <a16:creationId xmlns:a16="http://schemas.microsoft.com/office/drawing/2014/main" id="{633DFE4F-3217-3BB7-EC46-40769A8B2E4B}"/>
                    </a:ext>
                  </a:extLst>
                </p:cNvPr>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8" name="Google Shape;5558;p61">
                  <a:extLst>
                    <a:ext uri="{FF2B5EF4-FFF2-40B4-BE49-F238E27FC236}">
                      <a16:creationId xmlns:a16="http://schemas.microsoft.com/office/drawing/2014/main" id="{61228098-3737-0A0E-63D6-2D844CD69954}"/>
                    </a:ext>
                  </a:extLst>
                </p:cNvPr>
                <p:cNvSpPr/>
                <p:nvPr/>
              </p:nvSpPr>
              <p:spPr>
                <a:xfrm>
                  <a:off x="4083356" y="4813360"/>
                  <a:ext cx="330445" cy="190857"/>
                </a:xfrm>
                <a:custGeom>
                  <a:avLst/>
                  <a:gdLst/>
                  <a:ahLst/>
                  <a:cxnLst/>
                  <a:rect l="l" t="t" r="r" b="b"/>
                  <a:pathLst>
                    <a:path w="330445" h="190857" extrusionOk="0">
                      <a:moveTo>
                        <a:pt x="48363" y="162711"/>
                      </a:moveTo>
                      <a:cubicBezTo>
                        <a:pt x="112943" y="200239"/>
                        <a:pt x="217623" y="200239"/>
                        <a:pt x="282011" y="162711"/>
                      </a:cubicBezTo>
                      <a:cubicBezTo>
                        <a:pt x="346591" y="125563"/>
                        <a:pt x="346591" y="65080"/>
                        <a:pt x="282011" y="27932"/>
                      </a:cubicBezTo>
                      <a:cubicBezTo>
                        <a:pt x="217623" y="-9311"/>
                        <a:pt x="112943" y="-9311"/>
                        <a:pt x="48363" y="27932"/>
                      </a:cubicBezTo>
                      <a:cubicBezTo>
                        <a:pt x="-16121" y="65080"/>
                        <a:pt x="-16121" y="125563"/>
                        <a:pt x="48363" y="16271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9" name="Google Shape;5559;p61">
                  <a:extLst>
                    <a:ext uri="{FF2B5EF4-FFF2-40B4-BE49-F238E27FC236}">
                      <a16:creationId xmlns:a16="http://schemas.microsoft.com/office/drawing/2014/main" id="{19876FC8-6988-25B5-085D-531E75715373}"/>
                    </a:ext>
                  </a:extLst>
                </p:cNvPr>
                <p:cNvSpPr/>
                <p:nvPr/>
              </p:nvSpPr>
              <p:spPr>
                <a:xfrm>
                  <a:off x="4094024" y="4819504"/>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0" name="Google Shape;5560;p61">
                  <a:extLst>
                    <a:ext uri="{FF2B5EF4-FFF2-40B4-BE49-F238E27FC236}">
                      <a16:creationId xmlns:a16="http://schemas.microsoft.com/office/drawing/2014/main" id="{C3B9213F-53D4-F6EE-FCBC-C33854C176CA}"/>
                    </a:ext>
                  </a:extLst>
                </p:cNvPr>
                <p:cNvSpPr/>
                <p:nvPr/>
              </p:nvSpPr>
              <p:spPr>
                <a:xfrm>
                  <a:off x="4102621" y="4824933"/>
                  <a:ext cx="291917" cy="168568"/>
                </a:xfrm>
                <a:custGeom>
                  <a:avLst/>
                  <a:gdLst/>
                  <a:ahLst/>
                  <a:cxnLst/>
                  <a:rect l="l" t="t" r="r" b="b"/>
                  <a:pathLst>
                    <a:path w="291917" h="168568" extrusionOk="0">
                      <a:moveTo>
                        <a:pt x="42719" y="143709"/>
                      </a:moveTo>
                      <a:cubicBezTo>
                        <a:pt x="99774" y="176855"/>
                        <a:pt x="192262" y="176855"/>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1" name="Google Shape;5561;p61">
                  <a:extLst>
                    <a:ext uri="{FF2B5EF4-FFF2-40B4-BE49-F238E27FC236}">
                      <a16:creationId xmlns:a16="http://schemas.microsoft.com/office/drawing/2014/main" id="{81F7DE42-62B7-9544-47DA-234CA6D2F272}"/>
                    </a:ext>
                  </a:extLst>
                </p:cNvPr>
                <p:cNvSpPr/>
                <p:nvPr/>
              </p:nvSpPr>
              <p:spPr>
                <a:xfrm>
                  <a:off x="4111550" y="4829672"/>
                  <a:ext cx="273962" cy="158329"/>
                </a:xfrm>
                <a:custGeom>
                  <a:avLst/>
                  <a:gdLst/>
                  <a:ahLst/>
                  <a:cxnLst/>
                  <a:rect l="l" t="t" r="r" b="b"/>
                  <a:pathLst>
                    <a:path w="273962" h="158329" extrusionOk="0">
                      <a:moveTo>
                        <a:pt x="40076" y="134969"/>
                      </a:moveTo>
                      <a:cubicBezTo>
                        <a:pt x="93607" y="166116"/>
                        <a:pt x="180475" y="166116"/>
                        <a:pt x="233815" y="134969"/>
                      </a:cubicBezTo>
                      <a:cubicBezTo>
                        <a:pt x="287346" y="104108"/>
                        <a:pt x="287346" y="54007"/>
                        <a:pt x="233815" y="23146"/>
                      </a:cubicBezTo>
                      <a:cubicBezTo>
                        <a:pt x="180475" y="-7715"/>
                        <a:pt x="93607" y="-7715"/>
                        <a:pt x="40076" y="23146"/>
                      </a:cubicBezTo>
                      <a:cubicBezTo>
                        <a:pt x="-13359" y="54007"/>
                        <a:pt x="-13359" y="104108"/>
                        <a:pt x="40076" y="13496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2" name="Google Shape;5562;p61">
                  <a:extLst>
                    <a:ext uri="{FF2B5EF4-FFF2-40B4-BE49-F238E27FC236}">
                      <a16:creationId xmlns:a16="http://schemas.microsoft.com/office/drawing/2014/main" id="{21A419BA-0EF2-01AB-34E2-B87B013CBF65}"/>
                    </a:ext>
                  </a:extLst>
                </p:cNvPr>
                <p:cNvSpPr/>
                <p:nvPr/>
              </p:nvSpPr>
              <p:spPr>
                <a:xfrm>
                  <a:off x="4119194" y="4834386"/>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3" name="Google Shape;5563;p61">
                  <a:extLst>
                    <a:ext uri="{FF2B5EF4-FFF2-40B4-BE49-F238E27FC236}">
                      <a16:creationId xmlns:a16="http://schemas.microsoft.com/office/drawing/2014/main" id="{08055805-C254-4C76-B49D-7558A9B33C57}"/>
                    </a:ext>
                  </a:extLst>
                </p:cNvPr>
                <p:cNvSpPr/>
                <p:nvPr/>
              </p:nvSpPr>
              <p:spPr>
                <a:xfrm>
                  <a:off x="4126743" y="4838434"/>
                  <a:ext cx="243673" cy="140803"/>
                </a:xfrm>
                <a:custGeom>
                  <a:avLst/>
                  <a:gdLst/>
                  <a:ahLst/>
                  <a:cxnLst/>
                  <a:rect l="l" t="t" r="r" b="b"/>
                  <a:pathLst>
                    <a:path w="243673" h="140803" extrusionOk="0">
                      <a:moveTo>
                        <a:pt x="35647" y="120015"/>
                      </a:moveTo>
                      <a:cubicBezTo>
                        <a:pt x="83272" y="147733"/>
                        <a:pt x="160520" y="147733"/>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4" name="Google Shape;5564;p61">
                  <a:extLst>
                    <a:ext uri="{FF2B5EF4-FFF2-40B4-BE49-F238E27FC236}">
                      <a16:creationId xmlns:a16="http://schemas.microsoft.com/office/drawing/2014/main" id="{6372C429-D091-24CD-077C-FFD6C1EF3E7C}"/>
                    </a:ext>
                  </a:extLst>
                </p:cNvPr>
                <p:cNvSpPr/>
                <p:nvPr/>
              </p:nvSpPr>
              <p:spPr>
                <a:xfrm>
                  <a:off x="4133505" y="4842626"/>
                  <a:ext cx="230147" cy="132921"/>
                </a:xfrm>
                <a:custGeom>
                  <a:avLst/>
                  <a:gdLst/>
                  <a:ahLst/>
                  <a:cxnLst/>
                  <a:rect l="l" t="t" r="r" b="b"/>
                  <a:pathLst>
                    <a:path w="230147" h="132921" extrusionOk="0">
                      <a:moveTo>
                        <a:pt x="33647" y="113347"/>
                      </a:moveTo>
                      <a:cubicBezTo>
                        <a:pt x="78605" y="139446"/>
                        <a:pt x="151567" y="139446"/>
                        <a:pt x="196429" y="113347"/>
                      </a:cubicBezTo>
                      <a:cubicBezTo>
                        <a:pt x="241387" y="87439"/>
                        <a:pt x="241387" y="45339"/>
                        <a:pt x="196429" y="19431"/>
                      </a:cubicBezTo>
                      <a:cubicBezTo>
                        <a:pt x="151567" y="-6477"/>
                        <a:pt x="78700" y="-6477"/>
                        <a:pt x="33647" y="19431"/>
                      </a:cubicBezTo>
                      <a:cubicBezTo>
                        <a:pt x="-11216" y="45339"/>
                        <a:pt x="-11216" y="87439"/>
                        <a:pt x="33647" y="11334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5" name="Google Shape;5565;p61">
                  <a:extLst>
                    <a:ext uri="{FF2B5EF4-FFF2-40B4-BE49-F238E27FC236}">
                      <a16:creationId xmlns:a16="http://schemas.microsoft.com/office/drawing/2014/main" id="{A82F6F29-68A1-C7A9-DD34-634606155ED8}"/>
                    </a:ext>
                  </a:extLst>
                </p:cNvPr>
                <p:cNvSpPr/>
                <p:nvPr/>
              </p:nvSpPr>
              <p:spPr>
                <a:xfrm>
                  <a:off x="4140459" y="4846507"/>
                  <a:ext cx="216074" cy="124682"/>
                </a:xfrm>
                <a:custGeom>
                  <a:avLst/>
                  <a:gdLst/>
                  <a:ahLst/>
                  <a:cxnLst/>
                  <a:rect l="l" t="t" r="r" b="b"/>
                  <a:pathLst>
                    <a:path w="216074" h="124682" extrusionOk="0">
                      <a:moveTo>
                        <a:pt x="31647" y="106323"/>
                      </a:moveTo>
                      <a:cubicBezTo>
                        <a:pt x="73843" y="130802"/>
                        <a:pt x="142327" y="130802"/>
                        <a:pt x="184428" y="106323"/>
                      </a:cubicBezTo>
                      <a:cubicBezTo>
                        <a:pt x="226623" y="82034"/>
                        <a:pt x="226623" y="42505"/>
                        <a:pt x="184428" y="18217"/>
                      </a:cubicBezTo>
                      <a:cubicBezTo>
                        <a:pt x="142327" y="-6072"/>
                        <a:pt x="73843" y="-6072"/>
                        <a:pt x="31647" y="18217"/>
                      </a:cubicBezTo>
                      <a:cubicBezTo>
                        <a:pt x="-10549" y="42505"/>
                        <a:pt x="-10549" y="82034"/>
                        <a:pt x="31647" y="106323"/>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6" name="Google Shape;5566;p61">
                  <a:extLst>
                    <a:ext uri="{FF2B5EF4-FFF2-40B4-BE49-F238E27FC236}">
                      <a16:creationId xmlns:a16="http://schemas.microsoft.com/office/drawing/2014/main" id="{22580A07-C5BB-9C32-8D4C-1B60717A7027}"/>
                    </a:ext>
                  </a:extLst>
                </p:cNvPr>
                <p:cNvSpPr/>
                <p:nvPr/>
              </p:nvSpPr>
              <p:spPr>
                <a:xfrm>
                  <a:off x="4146531" y="4850174"/>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7" name="Google Shape;5567;p61">
                  <a:extLst>
                    <a:ext uri="{FF2B5EF4-FFF2-40B4-BE49-F238E27FC236}">
                      <a16:creationId xmlns:a16="http://schemas.microsoft.com/office/drawing/2014/main" id="{9900275D-F485-6AEF-91E2-BAFA7319A372}"/>
                    </a:ext>
                  </a:extLst>
                </p:cNvPr>
                <p:cNvSpPr/>
                <p:nvPr/>
              </p:nvSpPr>
              <p:spPr>
                <a:xfrm>
                  <a:off x="4152008" y="4853103"/>
                  <a:ext cx="193166" cy="111490"/>
                </a:xfrm>
                <a:custGeom>
                  <a:avLst/>
                  <a:gdLst/>
                  <a:ahLst/>
                  <a:cxnLst/>
                  <a:rect l="l" t="t" r="r" b="b"/>
                  <a:pathLst>
                    <a:path w="193166" h="111490" extrusionOk="0">
                      <a:moveTo>
                        <a:pt x="28289" y="95060"/>
                      </a:moveTo>
                      <a:cubicBezTo>
                        <a:pt x="66008" y="116967"/>
                        <a:pt x="127254" y="116967"/>
                        <a:pt x="164878" y="95060"/>
                      </a:cubicBezTo>
                      <a:cubicBezTo>
                        <a:pt x="202597" y="73342"/>
                        <a:pt x="202597" y="38005"/>
                        <a:pt x="164878" y="16288"/>
                      </a:cubicBezTo>
                      <a:cubicBezTo>
                        <a:pt x="127254" y="-5429"/>
                        <a:pt x="66103" y="-5429"/>
                        <a:pt x="28289" y="16288"/>
                      </a:cubicBezTo>
                      <a:cubicBezTo>
                        <a:pt x="-9430" y="38005"/>
                        <a:pt x="-9430" y="73342"/>
                        <a:pt x="28289" y="9506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8" name="Google Shape;5568;p61">
                  <a:extLst>
                    <a:ext uri="{FF2B5EF4-FFF2-40B4-BE49-F238E27FC236}">
                      <a16:creationId xmlns:a16="http://schemas.microsoft.com/office/drawing/2014/main" id="{DC4B9DF9-6628-3FEB-2601-283412AC4D20}"/>
                    </a:ext>
                  </a:extLst>
                </p:cNvPr>
                <p:cNvSpPr/>
                <p:nvPr/>
              </p:nvSpPr>
              <p:spPr>
                <a:xfrm>
                  <a:off x="4157294" y="4856341"/>
                  <a:ext cx="182475" cy="105322"/>
                </a:xfrm>
                <a:custGeom>
                  <a:avLst/>
                  <a:gdLst/>
                  <a:ahLst/>
                  <a:cxnLst/>
                  <a:rect l="l" t="t" r="r" b="b"/>
                  <a:pathLst>
                    <a:path w="182475" h="105322" extrusionOk="0">
                      <a:moveTo>
                        <a:pt x="26718" y="89821"/>
                      </a:moveTo>
                      <a:cubicBezTo>
                        <a:pt x="62341" y="110490"/>
                        <a:pt x="120158" y="110490"/>
                        <a:pt x="155686" y="89821"/>
                      </a:cubicBezTo>
                      <a:cubicBezTo>
                        <a:pt x="191405" y="69342"/>
                        <a:pt x="191405" y="35909"/>
                        <a:pt x="155686" y="15431"/>
                      </a:cubicBezTo>
                      <a:cubicBezTo>
                        <a:pt x="120158" y="-5144"/>
                        <a:pt x="62341" y="-5144"/>
                        <a:pt x="26718" y="15431"/>
                      </a:cubicBezTo>
                      <a:cubicBezTo>
                        <a:pt x="-8906" y="35909"/>
                        <a:pt x="-8906" y="69342"/>
                        <a:pt x="26718" y="8982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9" name="Google Shape;5569;p61">
                  <a:extLst>
                    <a:ext uri="{FF2B5EF4-FFF2-40B4-BE49-F238E27FC236}">
                      <a16:creationId xmlns:a16="http://schemas.microsoft.com/office/drawing/2014/main" id="{659C22BF-227F-7B9D-0D4E-1ACCA5FB0C18}"/>
                    </a:ext>
                  </a:extLst>
                </p:cNvPr>
                <p:cNvSpPr/>
                <p:nvPr/>
              </p:nvSpPr>
              <p:spPr>
                <a:xfrm>
                  <a:off x="4162676" y="4859175"/>
                  <a:ext cx="171831" cy="99250"/>
                </a:xfrm>
                <a:custGeom>
                  <a:avLst/>
                  <a:gdLst/>
                  <a:ahLst/>
                  <a:cxnLst/>
                  <a:rect l="l" t="t" r="r" b="b"/>
                  <a:pathLst>
                    <a:path w="171831" h="99250" extrusionOk="0">
                      <a:moveTo>
                        <a:pt x="25146" y="84606"/>
                      </a:moveTo>
                      <a:cubicBezTo>
                        <a:pt x="58769" y="104132"/>
                        <a:pt x="113157" y="104132"/>
                        <a:pt x="146685" y="84606"/>
                      </a:cubicBezTo>
                      <a:cubicBezTo>
                        <a:pt x="180213" y="65270"/>
                        <a:pt x="180213" y="33838"/>
                        <a:pt x="146685" y="14502"/>
                      </a:cubicBezTo>
                      <a:cubicBezTo>
                        <a:pt x="113252" y="-4834"/>
                        <a:pt x="58769" y="-4834"/>
                        <a:pt x="25146" y="14502"/>
                      </a:cubicBezTo>
                      <a:cubicBezTo>
                        <a:pt x="-8382" y="33838"/>
                        <a:pt x="-8382" y="65270"/>
                        <a:pt x="25146" y="8460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0" name="Google Shape;5570;p61">
                  <a:extLst>
                    <a:ext uri="{FF2B5EF4-FFF2-40B4-BE49-F238E27FC236}">
                      <a16:creationId xmlns:a16="http://schemas.microsoft.com/office/drawing/2014/main" id="{DF23A26C-8B60-C8B1-7567-C3E2C5E7AE57}"/>
                    </a:ext>
                  </a:extLst>
                </p:cNvPr>
                <p:cNvSpPr/>
                <p:nvPr/>
              </p:nvSpPr>
              <p:spPr>
                <a:xfrm>
                  <a:off x="4167438" y="4862152"/>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1909"/>
                        <a:pt x="138493" y="13716"/>
                      </a:cubicBezTo>
                      <a:cubicBezTo>
                        <a:pt x="106870" y="-4572"/>
                        <a:pt x="55435" y="-4572"/>
                        <a:pt x="23717" y="13716"/>
                      </a:cubicBezTo>
                      <a:cubicBezTo>
                        <a:pt x="-7906" y="32004"/>
                        <a:pt x="-7906" y="61627"/>
                        <a:pt x="23717" y="7991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1" name="Google Shape;5571;p61">
                  <a:extLst>
                    <a:ext uri="{FF2B5EF4-FFF2-40B4-BE49-F238E27FC236}">
                      <a16:creationId xmlns:a16="http://schemas.microsoft.com/office/drawing/2014/main" id="{683733EF-FEE7-BFEA-6ECD-CB6512224C3E}"/>
                    </a:ext>
                  </a:extLst>
                </p:cNvPr>
                <p:cNvSpPr/>
                <p:nvPr/>
              </p:nvSpPr>
              <p:spPr>
                <a:xfrm>
                  <a:off x="4172391" y="4864819"/>
                  <a:ext cx="152376" cy="87963"/>
                </a:xfrm>
                <a:custGeom>
                  <a:avLst/>
                  <a:gdLst/>
                  <a:ahLst/>
                  <a:cxnLst/>
                  <a:rect l="l" t="t" r="r" b="b"/>
                  <a:pathLst>
                    <a:path w="152376" h="87963" extrusionOk="0">
                      <a:moveTo>
                        <a:pt x="22288" y="74962"/>
                      </a:moveTo>
                      <a:cubicBezTo>
                        <a:pt x="52102" y="92297"/>
                        <a:pt x="100298" y="92297"/>
                        <a:pt x="130016" y="74962"/>
                      </a:cubicBezTo>
                      <a:cubicBezTo>
                        <a:pt x="159829" y="57817"/>
                        <a:pt x="159829" y="30004"/>
                        <a:pt x="130016" y="12859"/>
                      </a:cubicBezTo>
                      <a:cubicBezTo>
                        <a:pt x="100298" y="-4286"/>
                        <a:pt x="52102" y="-4286"/>
                        <a:pt x="22288" y="12859"/>
                      </a:cubicBezTo>
                      <a:cubicBezTo>
                        <a:pt x="-7429" y="30004"/>
                        <a:pt x="-7429" y="57817"/>
                        <a:pt x="22288" y="74962"/>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2" name="Google Shape;5572;p61">
                  <a:extLst>
                    <a:ext uri="{FF2B5EF4-FFF2-40B4-BE49-F238E27FC236}">
                      <a16:creationId xmlns:a16="http://schemas.microsoft.com/office/drawing/2014/main" id="{CC492A15-4533-DE0D-357B-CFA0FCD5FA25}"/>
                    </a:ext>
                  </a:extLst>
                </p:cNvPr>
                <p:cNvSpPr/>
                <p:nvPr/>
              </p:nvSpPr>
              <p:spPr>
                <a:xfrm>
                  <a:off x="4176654" y="4867438"/>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3" name="Google Shape;5573;p61">
                  <a:extLst>
                    <a:ext uri="{FF2B5EF4-FFF2-40B4-BE49-F238E27FC236}">
                      <a16:creationId xmlns:a16="http://schemas.microsoft.com/office/drawing/2014/main" id="{C7A408DB-F0FE-4015-98D1-B9AE78F4506F}"/>
                    </a:ext>
                  </a:extLst>
                </p:cNvPr>
                <p:cNvSpPr/>
                <p:nvPr/>
              </p:nvSpPr>
              <p:spPr>
                <a:xfrm>
                  <a:off x="4183678" y="4871796"/>
                  <a:ext cx="129635" cy="74866"/>
                </a:xfrm>
                <a:custGeom>
                  <a:avLst/>
                  <a:gdLst/>
                  <a:ahLst/>
                  <a:cxnLst/>
                  <a:rect l="l" t="t" r="r" b="b"/>
                  <a:pathLst>
                    <a:path w="129635" h="74866" extrusionOk="0">
                      <a:moveTo>
                        <a:pt x="19002" y="63794"/>
                      </a:moveTo>
                      <a:cubicBezTo>
                        <a:pt x="44339" y="78557"/>
                        <a:pt x="85392" y="78557"/>
                        <a:pt x="110633" y="63794"/>
                      </a:cubicBezTo>
                      <a:cubicBezTo>
                        <a:pt x="135969" y="49221"/>
                        <a:pt x="135969" y="25503"/>
                        <a:pt x="110633" y="10930"/>
                      </a:cubicBezTo>
                      <a:cubicBezTo>
                        <a:pt x="85392" y="-3643"/>
                        <a:pt x="44339" y="-3643"/>
                        <a:pt x="19002" y="10930"/>
                      </a:cubicBezTo>
                      <a:cubicBezTo>
                        <a:pt x="-6334" y="25503"/>
                        <a:pt x="-6334" y="49221"/>
                        <a:pt x="19002" y="63794"/>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4" name="Google Shape;5574;p61">
                  <a:extLst>
                    <a:ext uri="{FF2B5EF4-FFF2-40B4-BE49-F238E27FC236}">
                      <a16:creationId xmlns:a16="http://schemas.microsoft.com/office/drawing/2014/main" id="{F1172A15-30AE-C640-ED09-A0B3C4CC6C36}"/>
                    </a:ext>
                  </a:extLst>
                </p:cNvPr>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75" name="Google Shape;5575;p61">
                <a:extLst>
                  <a:ext uri="{FF2B5EF4-FFF2-40B4-BE49-F238E27FC236}">
                    <a16:creationId xmlns:a16="http://schemas.microsoft.com/office/drawing/2014/main" id="{0F45626D-5759-CD9E-9B73-82D8C9E86C5C}"/>
                  </a:ext>
                </a:extLst>
              </p:cNvPr>
              <p:cNvGrpSpPr/>
              <p:nvPr/>
            </p:nvGrpSpPr>
            <p:grpSpPr>
              <a:xfrm>
                <a:off x="4045709" y="4779094"/>
                <a:ext cx="405669" cy="247363"/>
                <a:chOff x="4045709" y="4779094"/>
                <a:chExt cx="405669" cy="247363"/>
              </a:xfrm>
            </p:grpSpPr>
            <p:sp>
              <p:nvSpPr>
                <p:cNvPr id="5576" name="Google Shape;5576;p61">
                  <a:extLst>
                    <a:ext uri="{FF2B5EF4-FFF2-40B4-BE49-F238E27FC236}">
                      <a16:creationId xmlns:a16="http://schemas.microsoft.com/office/drawing/2014/main" id="{6C7AECF2-C362-00F3-9513-EDFDD582193E}"/>
                    </a:ext>
                  </a:extLst>
                </p:cNvPr>
                <p:cNvSpPr/>
                <p:nvPr/>
              </p:nvSpPr>
              <p:spPr>
                <a:xfrm>
                  <a:off x="4045709" y="4792333"/>
                  <a:ext cx="405669" cy="234124"/>
                </a:xfrm>
                <a:custGeom>
                  <a:avLst/>
                  <a:gdLst/>
                  <a:ahLst/>
                  <a:cxnLst/>
                  <a:rect l="l" t="t" r="r" b="b"/>
                  <a:pathLst>
                    <a:path w="405669" h="234124" extrusionOk="0">
                      <a:moveTo>
                        <a:pt x="404336" y="103823"/>
                      </a:moveTo>
                      <a:cubicBezTo>
                        <a:pt x="399288" y="78391"/>
                        <a:pt x="379952" y="53816"/>
                        <a:pt x="346234" y="34290"/>
                      </a:cubicBezTo>
                      <a:cubicBezTo>
                        <a:pt x="267081" y="-11430"/>
                        <a:pt x="138589" y="-11430"/>
                        <a:pt x="59436" y="34290"/>
                      </a:cubicBezTo>
                      <a:cubicBezTo>
                        <a:pt x="25527" y="53912"/>
                        <a:pt x="6096" y="78677"/>
                        <a:pt x="1238" y="104299"/>
                      </a:cubicBezTo>
                      <a:lnTo>
                        <a:pt x="0" y="103823"/>
                      </a:lnTo>
                      <a:lnTo>
                        <a:pt x="0" y="117824"/>
                      </a:lnTo>
                      <a:lnTo>
                        <a:pt x="0" y="117824"/>
                      </a:lnTo>
                      <a:cubicBezTo>
                        <a:pt x="381" y="147542"/>
                        <a:pt x="20098" y="177165"/>
                        <a:pt x="59436" y="199835"/>
                      </a:cubicBezTo>
                      <a:cubicBezTo>
                        <a:pt x="138589" y="245555"/>
                        <a:pt x="267081" y="245555"/>
                        <a:pt x="346234" y="199835"/>
                      </a:cubicBezTo>
                      <a:cubicBezTo>
                        <a:pt x="385858" y="176974"/>
                        <a:pt x="405670" y="147066"/>
                        <a:pt x="405670" y="117062"/>
                      </a:cubicBezTo>
                      <a:lnTo>
                        <a:pt x="405670" y="103727"/>
                      </a:lnTo>
                      <a:lnTo>
                        <a:pt x="404336" y="103727"/>
                      </a:lnTo>
                      <a:close/>
                      <a:moveTo>
                        <a:pt x="76200" y="44006"/>
                      </a:moveTo>
                      <a:cubicBezTo>
                        <a:pt x="82963" y="40100"/>
                        <a:pt x="93821" y="40100"/>
                        <a:pt x="100584" y="44006"/>
                      </a:cubicBezTo>
                      <a:lnTo>
                        <a:pt x="150209" y="72676"/>
                      </a:lnTo>
                      <a:cubicBezTo>
                        <a:pt x="156877" y="76581"/>
                        <a:pt x="156877" y="82868"/>
                        <a:pt x="150209" y="86773"/>
                      </a:cubicBezTo>
                      <a:cubicBezTo>
                        <a:pt x="143446" y="90678"/>
                        <a:pt x="132588" y="90678"/>
                        <a:pt x="125825" y="86773"/>
                      </a:cubicBezTo>
                      <a:lnTo>
                        <a:pt x="76200" y="58103"/>
                      </a:lnTo>
                      <a:cubicBezTo>
                        <a:pt x="69533" y="54197"/>
                        <a:pt x="69533" y="47911"/>
                        <a:pt x="76200" y="44101"/>
                      </a:cubicBezTo>
                      <a:close/>
                      <a:moveTo>
                        <a:pt x="40958" y="127064"/>
                      </a:moveTo>
                      <a:cubicBezTo>
                        <a:pt x="31433" y="127064"/>
                        <a:pt x="23717" y="122587"/>
                        <a:pt x="23717" y="117157"/>
                      </a:cubicBezTo>
                      <a:cubicBezTo>
                        <a:pt x="23717" y="111728"/>
                        <a:pt x="31433" y="107252"/>
                        <a:pt x="40958" y="107252"/>
                      </a:cubicBezTo>
                      <a:lnTo>
                        <a:pt x="111062" y="107252"/>
                      </a:lnTo>
                      <a:cubicBezTo>
                        <a:pt x="120587" y="107252"/>
                        <a:pt x="128302" y="111728"/>
                        <a:pt x="128302" y="117157"/>
                      </a:cubicBezTo>
                      <a:cubicBezTo>
                        <a:pt x="128302" y="122587"/>
                        <a:pt x="120587" y="127064"/>
                        <a:pt x="111062" y="127064"/>
                      </a:cubicBezTo>
                      <a:lnTo>
                        <a:pt x="40958" y="127064"/>
                      </a:lnTo>
                      <a:close/>
                      <a:moveTo>
                        <a:pt x="150114" y="161544"/>
                      </a:moveTo>
                      <a:lnTo>
                        <a:pt x="100489" y="190214"/>
                      </a:lnTo>
                      <a:cubicBezTo>
                        <a:pt x="93821" y="194120"/>
                        <a:pt x="82868" y="194120"/>
                        <a:pt x="76105" y="190214"/>
                      </a:cubicBezTo>
                      <a:cubicBezTo>
                        <a:pt x="69437" y="186309"/>
                        <a:pt x="69437" y="180023"/>
                        <a:pt x="76105" y="176213"/>
                      </a:cubicBezTo>
                      <a:lnTo>
                        <a:pt x="125730" y="147542"/>
                      </a:lnTo>
                      <a:cubicBezTo>
                        <a:pt x="132493" y="143637"/>
                        <a:pt x="143351" y="143637"/>
                        <a:pt x="150114" y="147542"/>
                      </a:cubicBezTo>
                      <a:cubicBezTo>
                        <a:pt x="156877" y="151448"/>
                        <a:pt x="156781" y="157734"/>
                        <a:pt x="150114" y="161544"/>
                      </a:cubicBezTo>
                      <a:close/>
                      <a:moveTo>
                        <a:pt x="185547" y="23622"/>
                      </a:moveTo>
                      <a:cubicBezTo>
                        <a:pt x="185547" y="18098"/>
                        <a:pt x="193262" y="13716"/>
                        <a:pt x="202787" y="13716"/>
                      </a:cubicBezTo>
                      <a:cubicBezTo>
                        <a:pt x="212312" y="13716"/>
                        <a:pt x="220028" y="18193"/>
                        <a:pt x="219932" y="23622"/>
                      </a:cubicBezTo>
                      <a:lnTo>
                        <a:pt x="219932" y="64103"/>
                      </a:lnTo>
                      <a:cubicBezTo>
                        <a:pt x="219932" y="69532"/>
                        <a:pt x="212217" y="74009"/>
                        <a:pt x="202787" y="74009"/>
                      </a:cubicBezTo>
                      <a:cubicBezTo>
                        <a:pt x="193358" y="74009"/>
                        <a:pt x="185547" y="69532"/>
                        <a:pt x="185547" y="64103"/>
                      </a:cubicBezTo>
                      <a:lnTo>
                        <a:pt x="185547" y="23622"/>
                      </a:lnTo>
                      <a:close/>
                      <a:moveTo>
                        <a:pt x="202787" y="220409"/>
                      </a:moveTo>
                      <a:cubicBezTo>
                        <a:pt x="193262" y="220409"/>
                        <a:pt x="185547" y="215932"/>
                        <a:pt x="185547" y="210503"/>
                      </a:cubicBezTo>
                      <a:lnTo>
                        <a:pt x="185547" y="170021"/>
                      </a:lnTo>
                      <a:cubicBezTo>
                        <a:pt x="185547" y="164497"/>
                        <a:pt x="193262" y="160115"/>
                        <a:pt x="202787" y="160115"/>
                      </a:cubicBezTo>
                      <a:cubicBezTo>
                        <a:pt x="212312" y="160115"/>
                        <a:pt x="220028" y="164592"/>
                        <a:pt x="220028" y="170021"/>
                      </a:cubicBezTo>
                      <a:lnTo>
                        <a:pt x="220028" y="210503"/>
                      </a:lnTo>
                      <a:cubicBezTo>
                        <a:pt x="220028" y="216027"/>
                        <a:pt x="212312" y="220409"/>
                        <a:pt x="202787" y="220409"/>
                      </a:cubicBezTo>
                      <a:close/>
                      <a:moveTo>
                        <a:pt x="255461" y="72581"/>
                      </a:moveTo>
                      <a:lnTo>
                        <a:pt x="305086" y="43910"/>
                      </a:lnTo>
                      <a:cubicBezTo>
                        <a:pt x="311848" y="40005"/>
                        <a:pt x="322707" y="40005"/>
                        <a:pt x="329375" y="43910"/>
                      </a:cubicBezTo>
                      <a:cubicBezTo>
                        <a:pt x="336137" y="47815"/>
                        <a:pt x="336137" y="54102"/>
                        <a:pt x="329375" y="57912"/>
                      </a:cubicBezTo>
                      <a:lnTo>
                        <a:pt x="279749" y="86582"/>
                      </a:lnTo>
                      <a:cubicBezTo>
                        <a:pt x="272987" y="90488"/>
                        <a:pt x="262128" y="90488"/>
                        <a:pt x="255365" y="86582"/>
                      </a:cubicBezTo>
                      <a:cubicBezTo>
                        <a:pt x="248698" y="82677"/>
                        <a:pt x="248698" y="76390"/>
                        <a:pt x="255365" y="72485"/>
                      </a:cubicBezTo>
                      <a:close/>
                      <a:moveTo>
                        <a:pt x="329375" y="190119"/>
                      </a:moveTo>
                      <a:cubicBezTo>
                        <a:pt x="322707" y="194024"/>
                        <a:pt x="311753" y="194024"/>
                        <a:pt x="305086" y="190119"/>
                      </a:cubicBezTo>
                      <a:lnTo>
                        <a:pt x="255461" y="161449"/>
                      </a:lnTo>
                      <a:cubicBezTo>
                        <a:pt x="248698" y="157544"/>
                        <a:pt x="248698" y="151257"/>
                        <a:pt x="255461" y="147447"/>
                      </a:cubicBezTo>
                      <a:cubicBezTo>
                        <a:pt x="262128" y="143542"/>
                        <a:pt x="273082" y="143542"/>
                        <a:pt x="279749" y="147447"/>
                      </a:cubicBezTo>
                      <a:lnTo>
                        <a:pt x="329375" y="176117"/>
                      </a:lnTo>
                      <a:cubicBezTo>
                        <a:pt x="336137" y="180023"/>
                        <a:pt x="336137" y="186309"/>
                        <a:pt x="329375" y="190119"/>
                      </a:cubicBezTo>
                      <a:close/>
                      <a:moveTo>
                        <a:pt x="364617" y="126968"/>
                      </a:moveTo>
                      <a:lnTo>
                        <a:pt x="294418" y="126968"/>
                      </a:lnTo>
                      <a:cubicBezTo>
                        <a:pt x="284893" y="126968"/>
                        <a:pt x="277178" y="122492"/>
                        <a:pt x="277178" y="117062"/>
                      </a:cubicBezTo>
                      <a:cubicBezTo>
                        <a:pt x="277178" y="111633"/>
                        <a:pt x="284893" y="107156"/>
                        <a:pt x="294418" y="107156"/>
                      </a:cubicBezTo>
                      <a:lnTo>
                        <a:pt x="364617" y="107156"/>
                      </a:lnTo>
                      <a:cubicBezTo>
                        <a:pt x="374142" y="107156"/>
                        <a:pt x="381857" y="111633"/>
                        <a:pt x="381857" y="117062"/>
                      </a:cubicBezTo>
                      <a:cubicBezTo>
                        <a:pt x="381857" y="122492"/>
                        <a:pt x="374142" y="126968"/>
                        <a:pt x="364617"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7" name="Google Shape;5577;p61">
                  <a:extLst>
                    <a:ext uri="{FF2B5EF4-FFF2-40B4-BE49-F238E27FC236}">
                      <a16:creationId xmlns:a16="http://schemas.microsoft.com/office/drawing/2014/main" id="{2CADF7E6-F99D-1463-A5E1-EA955C4184D3}"/>
                    </a:ext>
                  </a:extLst>
                </p:cNvPr>
                <p:cNvSpPr/>
                <p:nvPr/>
              </p:nvSpPr>
              <p:spPr>
                <a:xfrm>
                  <a:off x="4045709" y="4779094"/>
                  <a:ext cx="405598" cy="234124"/>
                </a:xfrm>
                <a:custGeom>
                  <a:avLst/>
                  <a:gdLst/>
                  <a:ahLst/>
                  <a:cxnLst/>
                  <a:rect l="l" t="t" r="r" b="b"/>
                  <a:pathLst>
                    <a:path w="405598" h="234124" extrusionOk="0">
                      <a:moveTo>
                        <a:pt x="346234" y="34290"/>
                      </a:moveTo>
                      <a:cubicBezTo>
                        <a:pt x="267081" y="-11430"/>
                        <a:pt x="138589" y="-11430"/>
                        <a:pt x="59436" y="34290"/>
                      </a:cubicBezTo>
                      <a:cubicBezTo>
                        <a:pt x="-19812" y="80010"/>
                        <a:pt x="-19812" y="154115"/>
                        <a:pt x="59436" y="199834"/>
                      </a:cubicBezTo>
                      <a:cubicBezTo>
                        <a:pt x="138589" y="245555"/>
                        <a:pt x="267081" y="245555"/>
                        <a:pt x="346234" y="199834"/>
                      </a:cubicBezTo>
                      <a:cubicBezTo>
                        <a:pt x="425386" y="154115"/>
                        <a:pt x="425386" y="80010"/>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677"/>
                      </a:cubicBezTo>
                      <a:cubicBezTo>
                        <a:pt x="143446" y="90583"/>
                        <a:pt x="132588" y="90583"/>
                        <a:pt x="125825" y="86677"/>
                      </a:cubicBezTo>
                      <a:lnTo>
                        <a:pt x="76200" y="58007"/>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582"/>
                      </a:moveTo>
                      <a:cubicBezTo>
                        <a:pt x="273082" y="90488"/>
                        <a:pt x="262223" y="90488"/>
                        <a:pt x="255461" y="86582"/>
                      </a:cubicBezTo>
                      <a:cubicBezTo>
                        <a:pt x="248793" y="82677"/>
                        <a:pt x="248793" y="76391"/>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061"/>
                      </a:moveTo>
                      <a:lnTo>
                        <a:pt x="364712" y="107061"/>
                      </a:lnTo>
                      <a:cubicBezTo>
                        <a:pt x="374237" y="107061"/>
                        <a:pt x="381953" y="111538"/>
                        <a:pt x="381953" y="116967"/>
                      </a:cubicBezTo>
                      <a:cubicBezTo>
                        <a:pt x="381953" y="122396"/>
                        <a:pt x="374237" y="126873"/>
                        <a:pt x="364712" y="126873"/>
                      </a:cubicBezTo>
                      <a:lnTo>
                        <a:pt x="294513" y="126873"/>
                      </a:lnTo>
                      <a:cubicBezTo>
                        <a:pt x="284988" y="126873"/>
                        <a:pt x="277273" y="122396"/>
                        <a:pt x="277273" y="116967"/>
                      </a:cubicBezTo>
                      <a:cubicBezTo>
                        <a:pt x="277273" y="111538"/>
                        <a:pt x="284988" y="107061"/>
                        <a:pt x="294513" y="107061"/>
                      </a:cubicBezTo>
                      <a:close/>
                      <a:moveTo>
                        <a:pt x="202883" y="220409"/>
                      </a:moveTo>
                      <a:cubicBezTo>
                        <a:pt x="193358" y="220409"/>
                        <a:pt x="185642" y="215932"/>
                        <a:pt x="185642" y="210502"/>
                      </a:cubicBezTo>
                      <a:lnTo>
                        <a:pt x="185642" y="170021"/>
                      </a:lnTo>
                      <a:cubicBezTo>
                        <a:pt x="185642" y="164497"/>
                        <a:pt x="193358" y="160115"/>
                        <a:pt x="202883" y="160115"/>
                      </a:cubicBezTo>
                      <a:cubicBezTo>
                        <a:pt x="212408" y="160115"/>
                        <a:pt x="220123" y="164592"/>
                        <a:pt x="220123" y="170021"/>
                      </a:cubicBezTo>
                      <a:lnTo>
                        <a:pt x="220123" y="210502"/>
                      </a:lnTo>
                      <a:cubicBezTo>
                        <a:pt x="220123" y="216027"/>
                        <a:pt x="212408" y="220409"/>
                        <a:pt x="202883" y="220409"/>
                      </a:cubicBezTo>
                      <a:close/>
                      <a:moveTo>
                        <a:pt x="305181" y="190119"/>
                      </a:moveTo>
                      <a:lnTo>
                        <a:pt x="255556" y="161449"/>
                      </a:lnTo>
                      <a:cubicBezTo>
                        <a:pt x="248793" y="157543"/>
                        <a:pt x="248793" y="151257"/>
                        <a:pt x="255556" y="147447"/>
                      </a:cubicBezTo>
                      <a:cubicBezTo>
                        <a:pt x="262223" y="143542"/>
                        <a:pt x="273177" y="143542"/>
                        <a:pt x="279844" y="147447"/>
                      </a:cubicBezTo>
                      <a:lnTo>
                        <a:pt x="329470" y="176117"/>
                      </a:lnTo>
                      <a:cubicBezTo>
                        <a:pt x="336233" y="180023"/>
                        <a:pt x="336233" y="186309"/>
                        <a:pt x="329470" y="190119"/>
                      </a:cubicBezTo>
                      <a:cubicBezTo>
                        <a:pt x="322802" y="194024"/>
                        <a:pt x="311848" y="194024"/>
                        <a:pt x="305181"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8" name="Google Shape;5578;p61">
                  <a:extLst>
                    <a:ext uri="{FF2B5EF4-FFF2-40B4-BE49-F238E27FC236}">
                      <a16:creationId xmlns:a16="http://schemas.microsoft.com/office/drawing/2014/main" id="{8F668FA6-17C6-E897-421D-19D2FB5105AB}"/>
                    </a:ext>
                  </a:extLst>
                </p:cNvPr>
                <p:cNvSpPr/>
                <p:nvPr/>
              </p:nvSpPr>
              <p:spPr>
                <a:xfrm>
                  <a:off x="4191364" y="4863176"/>
                  <a:ext cx="114454" cy="46315"/>
                </a:xfrm>
                <a:custGeom>
                  <a:avLst/>
                  <a:gdLst/>
                  <a:ahLst/>
                  <a:cxnLst/>
                  <a:rect l="l" t="t" r="r" b="b"/>
                  <a:pathLst>
                    <a:path w="114454" h="46315" extrusionOk="0">
                      <a:moveTo>
                        <a:pt x="109615" y="46315"/>
                      </a:moveTo>
                      <a:cubicBezTo>
                        <a:pt x="106852" y="42696"/>
                        <a:pt x="102852" y="39267"/>
                        <a:pt x="97709" y="36219"/>
                      </a:cubicBezTo>
                      <a:cubicBezTo>
                        <a:pt x="75325" y="23360"/>
                        <a:pt x="39130" y="23360"/>
                        <a:pt x="16746" y="36219"/>
                      </a:cubicBezTo>
                      <a:cubicBezTo>
                        <a:pt x="11602" y="39171"/>
                        <a:pt x="7602" y="42601"/>
                        <a:pt x="4840" y="46315"/>
                      </a:cubicBezTo>
                      <a:cubicBezTo>
                        <a:pt x="-4400" y="34218"/>
                        <a:pt x="-399" y="19550"/>
                        <a:pt x="16746" y="9644"/>
                      </a:cubicBezTo>
                      <a:cubicBezTo>
                        <a:pt x="39130" y="-3215"/>
                        <a:pt x="75325" y="-3215"/>
                        <a:pt x="97709" y="9644"/>
                      </a:cubicBezTo>
                      <a:cubicBezTo>
                        <a:pt x="114853" y="19550"/>
                        <a:pt x="118854" y="34218"/>
                        <a:pt x="109615" y="4631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9" name="Google Shape;5579;p61">
                  <a:extLst>
                    <a:ext uri="{FF2B5EF4-FFF2-40B4-BE49-F238E27FC236}">
                      <a16:creationId xmlns:a16="http://schemas.microsoft.com/office/drawing/2014/main" id="{067C6905-53C4-93BF-CE14-F75834D4AD1C}"/>
                    </a:ext>
                  </a:extLst>
                </p:cNvPr>
                <p:cNvSpPr/>
                <p:nvPr/>
              </p:nvSpPr>
              <p:spPr>
                <a:xfrm>
                  <a:off x="4196204" y="4889751"/>
                  <a:ext cx="104775" cy="39481"/>
                </a:xfrm>
                <a:custGeom>
                  <a:avLst/>
                  <a:gdLst/>
                  <a:ahLst/>
                  <a:cxnLst/>
                  <a:rect l="l" t="t" r="r" b="b"/>
                  <a:pathLst>
                    <a:path w="104775" h="39481" extrusionOk="0">
                      <a:moveTo>
                        <a:pt x="104775" y="19740"/>
                      </a:moveTo>
                      <a:cubicBezTo>
                        <a:pt x="102013" y="23360"/>
                        <a:pt x="98012" y="26789"/>
                        <a:pt x="92869" y="29837"/>
                      </a:cubicBezTo>
                      <a:cubicBezTo>
                        <a:pt x="70485" y="42696"/>
                        <a:pt x="34290" y="42696"/>
                        <a:pt x="11906" y="29837"/>
                      </a:cubicBezTo>
                      <a:cubicBezTo>
                        <a:pt x="6763" y="26884"/>
                        <a:pt x="2762" y="23455"/>
                        <a:pt x="0" y="19740"/>
                      </a:cubicBezTo>
                      <a:cubicBezTo>
                        <a:pt x="2762" y="16121"/>
                        <a:pt x="6763" y="12692"/>
                        <a:pt x="11906" y="9644"/>
                      </a:cubicBezTo>
                      <a:cubicBezTo>
                        <a:pt x="34290" y="-3215"/>
                        <a:pt x="70485" y="-3215"/>
                        <a:pt x="92869" y="9644"/>
                      </a:cubicBezTo>
                      <a:cubicBezTo>
                        <a:pt x="98012" y="12597"/>
                        <a:pt x="102013" y="16026"/>
                        <a:pt x="104775" y="197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
        <p:nvSpPr>
          <p:cNvPr id="8" name="Google Shape;4730;p56">
            <a:extLst>
              <a:ext uri="{FF2B5EF4-FFF2-40B4-BE49-F238E27FC236}">
                <a16:creationId xmlns:a16="http://schemas.microsoft.com/office/drawing/2014/main" id="{2E7E9A49-3C3A-4773-7392-4BBB7638382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US" dirty="0"/>
              <a:t>Main Features</a:t>
            </a:r>
            <a:endParaRPr dirty="0"/>
          </a:p>
        </p:txBody>
      </p:sp>
      <p:grpSp>
        <p:nvGrpSpPr>
          <p:cNvPr id="2" name="Google Shape;3684;p47">
            <a:extLst>
              <a:ext uri="{FF2B5EF4-FFF2-40B4-BE49-F238E27FC236}">
                <a16:creationId xmlns:a16="http://schemas.microsoft.com/office/drawing/2014/main" id="{F3D7792A-203F-7D0F-2649-B448D0B3CE18}"/>
              </a:ext>
            </a:extLst>
          </p:cNvPr>
          <p:cNvGrpSpPr/>
          <p:nvPr/>
        </p:nvGrpSpPr>
        <p:grpSpPr>
          <a:xfrm>
            <a:off x="6722535" y="1885520"/>
            <a:ext cx="1701465" cy="1712164"/>
            <a:chOff x="462975" y="2410512"/>
            <a:chExt cx="802767" cy="807815"/>
          </a:xfrm>
        </p:grpSpPr>
        <p:grpSp>
          <p:nvGrpSpPr>
            <p:cNvPr id="3" name="Google Shape;3685;p47">
              <a:extLst>
                <a:ext uri="{FF2B5EF4-FFF2-40B4-BE49-F238E27FC236}">
                  <a16:creationId xmlns:a16="http://schemas.microsoft.com/office/drawing/2014/main" id="{32F0B9DC-DE66-26CC-905C-4E0D8EAFDA62}"/>
                </a:ext>
              </a:extLst>
            </p:cNvPr>
            <p:cNvGrpSpPr/>
            <p:nvPr/>
          </p:nvGrpSpPr>
          <p:grpSpPr>
            <a:xfrm>
              <a:off x="963609" y="2747411"/>
              <a:ext cx="161067" cy="194215"/>
              <a:chOff x="963609" y="2747411"/>
              <a:chExt cx="161067" cy="194215"/>
            </a:xfrm>
          </p:grpSpPr>
          <p:sp>
            <p:nvSpPr>
              <p:cNvPr id="5666" name="Google Shape;3686;p47">
                <a:extLst>
                  <a:ext uri="{FF2B5EF4-FFF2-40B4-BE49-F238E27FC236}">
                    <a16:creationId xmlns:a16="http://schemas.microsoft.com/office/drawing/2014/main" id="{11DB3699-C307-5286-17A6-9E5F6BF2F6D2}"/>
                  </a:ext>
                </a:extLst>
              </p:cNvPr>
              <p:cNvSpPr/>
              <p:nvPr/>
            </p:nvSpPr>
            <p:spPr>
              <a:xfrm>
                <a:off x="963609" y="2787512"/>
                <a:ext cx="91725" cy="154114"/>
              </a:xfrm>
              <a:custGeom>
                <a:avLst/>
                <a:gdLst/>
                <a:ahLst/>
                <a:cxnLst/>
                <a:rect l="l" t="t" r="r" b="b"/>
                <a:pathLst>
                  <a:path w="91725" h="154114" extrusionOk="0">
                    <a:moveTo>
                      <a:pt x="0" y="0"/>
                    </a:moveTo>
                    <a:lnTo>
                      <a:pt x="0" y="101155"/>
                    </a:lnTo>
                    <a:lnTo>
                      <a:pt x="91726" y="154114"/>
                    </a:lnTo>
                    <a:lnTo>
                      <a:pt x="91726" y="52864"/>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7" name="Google Shape;3687;p47">
                <a:extLst>
                  <a:ext uri="{FF2B5EF4-FFF2-40B4-BE49-F238E27FC236}">
                    <a16:creationId xmlns:a16="http://schemas.microsoft.com/office/drawing/2014/main" id="{F2F1C063-4DD4-5DBB-0D89-BCAA447B4C57}"/>
                  </a:ext>
                </a:extLst>
              </p:cNvPr>
              <p:cNvSpPr/>
              <p:nvPr/>
            </p:nvSpPr>
            <p:spPr>
              <a:xfrm>
                <a:off x="963609" y="2747411"/>
                <a:ext cx="161067" cy="92964"/>
              </a:xfrm>
              <a:custGeom>
                <a:avLst/>
                <a:gdLst/>
                <a:ahLst/>
                <a:cxnLst/>
                <a:rect l="l" t="t" r="r" b="b"/>
                <a:pathLst>
                  <a:path w="161067" h="92964" extrusionOk="0">
                    <a:moveTo>
                      <a:pt x="0" y="40100"/>
                    </a:moveTo>
                    <a:lnTo>
                      <a:pt x="69437" y="0"/>
                    </a:lnTo>
                    <a:lnTo>
                      <a:pt x="161068" y="52959"/>
                    </a:lnTo>
                    <a:lnTo>
                      <a:pt x="91726" y="92964"/>
                    </a:lnTo>
                    <a:lnTo>
                      <a:pt x="0" y="4010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8" name="Google Shape;3688;p47">
                <a:extLst>
                  <a:ext uri="{FF2B5EF4-FFF2-40B4-BE49-F238E27FC236}">
                    <a16:creationId xmlns:a16="http://schemas.microsoft.com/office/drawing/2014/main" id="{D5CA46E6-C858-243C-D1C5-8DBB80A87052}"/>
                  </a:ext>
                </a:extLst>
              </p:cNvPr>
              <p:cNvSpPr/>
              <p:nvPr/>
            </p:nvSpPr>
            <p:spPr>
              <a:xfrm>
                <a:off x="1055335" y="2800370"/>
                <a:ext cx="69341" cy="141255"/>
              </a:xfrm>
              <a:custGeom>
                <a:avLst/>
                <a:gdLst/>
                <a:ahLst/>
                <a:cxnLst/>
                <a:rect l="l" t="t" r="r" b="b"/>
                <a:pathLst>
                  <a:path w="69341" h="141255" extrusionOk="0">
                    <a:moveTo>
                      <a:pt x="0" y="40005"/>
                    </a:moveTo>
                    <a:lnTo>
                      <a:pt x="69342" y="0"/>
                    </a:lnTo>
                    <a:lnTo>
                      <a:pt x="69342" y="73247"/>
                    </a:lnTo>
                    <a:lnTo>
                      <a:pt x="53340" y="110490"/>
                    </a:lnTo>
                    <a:lnTo>
                      <a:pt x="0" y="141256"/>
                    </a:lnTo>
                    <a:lnTo>
                      <a:pt x="0" y="4000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 name="Google Shape;3689;p47">
              <a:extLst>
                <a:ext uri="{FF2B5EF4-FFF2-40B4-BE49-F238E27FC236}">
                  <a16:creationId xmlns:a16="http://schemas.microsoft.com/office/drawing/2014/main" id="{0DDA6C4C-8BC6-DAFB-DDEE-10BCF935B9E0}"/>
                </a:ext>
              </a:extLst>
            </p:cNvPr>
            <p:cNvGrpSpPr/>
            <p:nvPr/>
          </p:nvGrpSpPr>
          <p:grpSpPr>
            <a:xfrm>
              <a:off x="462975" y="2730266"/>
              <a:ext cx="743807" cy="488061"/>
              <a:chOff x="462975" y="2730266"/>
              <a:chExt cx="743807" cy="488061"/>
            </a:xfrm>
          </p:grpSpPr>
          <p:grpSp>
            <p:nvGrpSpPr>
              <p:cNvPr id="5658" name="Google Shape;3690;p47">
                <a:extLst>
                  <a:ext uri="{FF2B5EF4-FFF2-40B4-BE49-F238E27FC236}">
                    <a16:creationId xmlns:a16="http://schemas.microsoft.com/office/drawing/2014/main" id="{A258AEE9-76FD-31AE-5A7B-5266A01E4060}"/>
                  </a:ext>
                </a:extLst>
              </p:cNvPr>
              <p:cNvGrpSpPr/>
              <p:nvPr/>
            </p:nvGrpSpPr>
            <p:grpSpPr>
              <a:xfrm>
                <a:off x="462975" y="2731981"/>
                <a:ext cx="743807" cy="486346"/>
                <a:chOff x="462975" y="2731981"/>
                <a:chExt cx="743807" cy="486346"/>
              </a:xfrm>
            </p:grpSpPr>
            <p:sp>
              <p:nvSpPr>
                <p:cNvPr id="5663" name="Google Shape;3691;p47">
                  <a:extLst>
                    <a:ext uri="{FF2B5EF4-FFF2-40B4-BE49-F238E27FC236}">
                      <a16:creationId xmlns:a16="http://schemas.microsoft.com/office/drawing/2014/main" id="{83A3F2B0-9569-A2FA-7A20-926D4AB0917F}"/>
                    </a:ext>
                  </a:extLst>
                </p:cNvPr>
                <p:cNvSpPr/>
                <p:nvPr/>
              </p:nvSpPr>
              <p:spPr>
                <a:xfrm>
                  <a:off x="462975" y="2921338"/>
                  <a:ext cx="415861" cy="296989"/>
                </a:xfrm>
                <a:custGeom>
                  <a:avLst/>
                  <a:gdLst/>
                  <a:ahLst/>
                  <a:cxnLst/>
                  <a:rect l="l" t="t" r="r" b="b"/>
                  <a:pathLst>
                    <a:path w="415861" h="296989" extrusionOk="0">
                      <a:moveTo>
                        <a:pt x="415862" y="296989"/>
                      </a:moveTo>
                      <a:lnTo>
                        <a:pt x="0" y="56959"/>
                      </a:lnTo>
                      <a:lnTo>
                        <a:pt x="0" y="0"/>
                      </a:lnTo>
                      <a:lnTo>
                        <a:pt x="415862" y="240125"/>
                      </a:lnTo>
                      <a:lnTo>
                        <a:pt x="415862" y="29698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4" name="Google Shape;3692;p47">
                  <a:extLst>
                    <a:ext uri="{FF2B5EF4-FFF2-40B4-BE49-F238E27FC236}">
                      <a16:creationId xmlns:a16="http://schemas.microsoft.com/office/drawing/2014/main" id="{0770C287-AAA9-EBB4-5187-84A0BD249D5A}"/>
                    </a:ext>
                  </a:extLst>
                </p:cNvPr>
                <p:cNvSpPr/>
                <p:nvPr/>
              </p:nvSpPr>
              <p:spPr>
                <a:xfrm>
                  <a:off x="878837" y="2972106"/>
                  <a:ext cx="327945" cy="246221"/>
                </a:xfrm>
                <a:custGeom>
                  <a:avLst/>
                  <a:gdLst/>
                  <a:ahLst/>
                  <a:cxnLst/>
                  <a:rect l="l" t="t" r="r" b="b"/>
                  <a:pathLst>
                    <a:path w="327945" h="246221" extrusionOk="0">
                      <a:moveTo>
                        <a:pt x="0" y="246221"/>
                      </a:moveTo>
                      <a:lnTo>
                        <a:pt x="0" y="189357"/>
                      </a:lnTo>
                      <a:lnTo>
                        <a:pt x="327946" y="0"/>
                      </a:lnTo>
                      <a:lnTo>
                        <a:pt x="327946" y="56960"/>
                      </a:lnTo>
                      <a:lnTo>
                        <a:pt x="0" y="24622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5" name="Google Shape;3693;p47">
                  <a:extLst>
                    <a:ext uri="{FF2B5EF4-FFF2-40B4-BE49-F238E27FC236}">
                      <a16:creationId xmlns:a16="http://schemas.microsoft.com/office/drawing/2014/main" id="{6E117C04-8DD2-A349-8538-B007B3BBDC12}"/>
                    </a:ext>
                  </a:extLst>
                </p:cNvPr>
                <p:cNvSpPr/>
                <p:nvPr/>
              </p:nvSpPr>
              <p:spPr>
                <a:xfrm>
                  <a:off x="462975" y="2731981"/>
                  <a:ext cx="743807" cy="429482"/>
                </a:xfrm>
                <a:custGeom>
                  <a:avLst/>
                  <a:gdLst/>
                  <a:ahLst/>
                  <a:cxnLst/>
                  <a:rect l="l" t="t" r="r" b="b"/>
                  <a:pathLst>
                    <a:path w="743807" h="429482" extrusionOk="0">
                      <a:moveTo>
                        <a:pt x="415862" y="429482"/>
                      </a:moveTo>
                      <a:lnTo>
                        <a:pt x="0" y="189357"/>
                      </a:lnTo>
                      <a:lnTo>
                        <a:pt x="327851" y="0"/>
                      </a:lnTo>
                      <a:lnTo>
                        <a:pt x="743807" y="240125"/>
                      </a:lnTo>
                      <a:lnTo>
                        <a:pt x="415862" y="42948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59" name="Google Shape;3694;p47">
                <a:extLst>
                  <a:ext uri="{FF2B5EF4-FFF2-40B4-BE49-F238E27FC236}">
                    <a16:creationId xmlns:a16="http://schemas.microsoft.com/office/drawing/2014/main" id="{FF7D74B1-105C-F4A7-2CA3-A147BD10A5A8}"/>
                  </a:ext>
                </a:extLst>
              </p:cNvPr>
              <p:cNvGrpSpPr/>
              <p:nvPr/>
            </p:nvGrpSpPr>
            <p:grpSpPr>
              <a:xfrm>
                <a:off x="501075" y="2730266"/>
                <a:ext cx="695325" cy="405479"/>
                <a:chOff x="501075" y="2730266"/>
                <a:chExt cx="695325" cy="405479"/>
              </a:xfrm>
            </p:grpSpPr>
            <p:sp>
              <p:nvSpPr>
                <p:cNvPr id="5660" name="Google Shape;3695;p47">
                  <a:extLst>
                    <a:ext uri="{FF2B5EF4-FFF2-40B4-BE49-F238E27FC236}">
                      <a16:creationId xmlns:a16="http://schemas.microsoft.com/office/drawing/2014/main" id="{1A670059-C53A-755F-226C-791A4F52052C}"/>
                    </a:ext>
                  </a:extLst>
                </p:cNvPr>
                <p:cNvSpPr/>
                <p:nvPr/>
              </p:nvSpPr>
              <p:spPr>
                <a:xfrm>
                  <a:off x="501075" y="2753888"/>
                  <a:ext cx="695325" cy="381857"/>
                </a:xfrm>
                <a:custGeom>
                  <a:avLst/>
                  <a:gdLst/>
                  <a:ahLst/>
                  <a:cxnLst/>
                  <a:rect l="l" t="t" r="r" b="b"/>
                  <a:pathLst>
                    <a:path w="695325" h="381857" extrusionOk="0">
                      <a:moveTo>
                        <a:pt x="677799" y="202121"/>
                      </a:moveTo>
                      <a:lnTo>
                        <a:pt x="327660" y="0"/>
                      </a:lnTo>
                      <a:lnTo>
                        <a:pt x="272510" y="0"/>
                      </a:lnTo>
                      <a:lnTo>
                        <a:pt x="0" y="157258"/>
                      </a:lnTo>
                      <a:lnTo>
                        <a:pt x="0" y="177546"/>
                      </a:lnTo>
                      <a:lnTo>
                        <a:pt x="353949" y="381857"/>
                      </a:lnTo>
                      <a:lnTo>
                        <a:pt x="401574" y="381857"/>
                      </a:lnTo>
                      <a:lnTo>
                        <a:pt x="695325" y="212217"/>
                      </a:lnTo>
                      <a:lnTo>
                        <a:pt x="695325" y="204502"/>
                      </a:lnTo>
                      <a:lnTo>
                        <a:pt x="677799" y="20212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1" name="Google Shape;3696;p47">
                  <a:extLst>
                    <a:ext uri="{FF2B5EF4-FFF2-40B4-BE49-F238E27FC236}">
                      <a16:creationId xmlns:a16="http://schemas.microsoft.com/office/drawing/2014/main" id="{3FD7487D-7C4C-7125-7064-EF71CAECE296}"/>
                    </a:ext>
                  </a:extLst>
                </p:cNvPr>
                <p:cNvSpPr/>
                <p:nvPr/>
              </p:nvSpPr>
              <p:spPr>
                <a:xfrm>
                  <a:off x="501075" y="2730266"/>
                  <a:ext cx="695325" cy="397764"/>
                </a:xfrm>
                <a:custGeom>
                  <a:avLst/>
                  <a:gdLst/>
                  <a:ahLst/>
                  <a:cxnLst/>
                  <a:rect l="l" t="t" r="r" b="b"/>
                  <a:pathLst>
                    <a:path w="695325" h="397764" extrusionOk="0">
                      <a:moveTo>
                        <a:pt x="300038" y="0"/>
                      </a:moveTo>
                      <a:lnTo>
                        <a:pt x="0" y="173165"/>
                      </a:lnTo>
                      <a:lnTo>
                        <a:pt x="0" y="193453"/>
                      </a:lnTo>
                      <a:lnTo>
                        <a:pt x="353949" y="397764"/>
                      </a:lnTo>
                      <a:lnTo>
                        <a:pt x="401574" y="397764"/>
                      </a:lnTo>
                      <a:lnTo>
                        <a:pt x="695325" y="228124"/>
                      </a:lnTo>
                      <a:lnTo>
                        <a:pt x="30003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2" name="Google Shape;3697;p47">
                  <a:extLst>
                    <a:ext uri="{FF2B5EF4-FFF2-40B4-BE49-F238E27FC236}">
                      <a16:creationId xmlns:a16="http://schemas.microsoft.com/office/drawing/2014/main" id="{E4F08F8E-A763-FCC5-CE05-7E26139FFC4C}"/>
                    </a:ext>
                  </a:extLst>
                </p:cNvPr>
                <p:cNvSpPr/>
                <p:nvPr/>
              </p:nvSpPr>
              <p:spPr>
                <a:xfrm>
                  <a:off x="512410" y="2743316"/>
                  <a:ext cx="661320" cy="373379"/>
                </a:xfrm>
                <a:custGeom>
                  <a:avLst/>
                  <a:gdLst/>
                  <a:ahLst/>
                  <a:cxnLst/>
                  <a:rect l="l" t="t" r="r" b="b"/>
                  <a:pathLst>
                    <a:path w="661320" h="373379" extrusionOk="0">
                      <a:moveTo>
                        <a:pt x="288703" y="0"/>
                      </a:moveTo>
                      <a:lnTo>
                        <a:pt x="0" y="166688"/>
                      </a:lnTo>
                      <a:lnTo>
                        <a:pt x="0" y="173831"/>
                      </a:lnTo>
                      <a:lnTo>
                        <a:pt x="345662" y="373380"/>
                      </a:lnTo>
                      <a:lnTo>
                        <a:pt x="387191" y="373380"/>
                      </a:lnTo>
                      <a:lnTo>
                        <a:pt x="661321" y="215075"/>
                      </a:lnTo>
                      <a:lnTo>
                        <a:pt x="288703"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 name="Google Shape;3698;p47">
              <a:extLst>
                <a:ext uri="{FF2B5EF4-FFF2-40B4-BE49-F238E27FC236}">
                  <a16:creationId xmlns:a16="http://schemas.microsoft.com/office/drawing/2014/main" id="{CB1D7BF3-2801-3DE3-49A5-842AD8A09B9D}"/>
                </a:ext>
              </a:extLst>
            </p:cNvPr>
            <p:cNvGrpSpPr/>
            <p:nvPr/>
          </p:nvGrpSpPr>
          <p:grpSpPr>
            <a:xfrm>
              <a:off x="983802" y="2826945"/>
              <a:ext cx="65150" cy="63913"/>
              <a:chOff x="983802" y="2826945"/>
              <a:chExt cx="65150" cy="63913"/>
            </a:xfrm>
          </p:grpSpPr>
          <p:sp>
            <p:nvSpPr>
              <p:cNvPr id="5655" name="Google Shape;3699;p47">
                <a:extLst>
                  <a:ext uri="{FF2B5EF4-FFF2-40B4-BE49-F238E27FC236}">
                    <a16:creationId xmlns:a16="http://schemas.microsoft.com/office/drawing/2014/main" id="{559889C2-7F40-8FEF-875A-77247CA050D6}"/>
                  </a:ext>
                </a:extLst>
              </p:cNvPr>
              <p:cNvSpPr/>
              <p:nvPr/>
            </p:nvSpPr>
            <p:spPr>
              <a:xfrm>
                <a:off x="983802" y="2857616"/>
                <a:ext cx="34766" cy="33242"/>
              </a:xfrm>
              <a:custGeom>
                <a:avLst/>
                <a:gdLst/>
                <a:ahLst/>
                <a:cxnLst/>
                <a:rect l="l" t="t" r="r" b="b"/>
                <a:pathLst>
                  <a:path w="34766" h="33242" extrusionOk="0">
                    <a:moveTo>
                      <a:pt x="0" y="0"/>
                    </a:moveTo>
                    <a:lnTo>
                      <a:pt x="0" y="13144"/>
                    </a:lnTo>
                    <a:lnTo>
                      <a:pt x="34766" y="33242"/>
                    </a:lnTo>
                    <a:lnTo>
                      <a:pt x="34766" y="20098"/>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56" name="Google Shape;3700;p47">
                <a:extLst>
                  <a:ext uri="{FF2B5EF4-FFF2-40B4-BE49-F238E27FC236}">
                    <a16:creationId xmlns:a16="http://schemas.microsoft.com/office/drawing/2014/main" id="{AE751971-9E38-E1AA-EF86-DEB0EA8B1B79}"/>
                  </a:ext>
                </a:extLst>
              </p:cNvPr>
              <p:cNvSpPr/>
              <p:nvPr/>
            </p:nvSpPr>
            <p:spPr>
              <a:xfrm>
                <a:off x="983802" y="2826945"/>
                <a:ext cx="65150" cy="50768"/>
              </a:xfrm>
              <a:custGeom>
                <a:avLst/>
                <a:gdLst/>
                <a:ahLst/>
                <a:cxnLst/>
                <a:rect l="l" t="t" r="r" b="b"/>
                <a:pathLst>
                  <a:path w="65150" h="50768" extrusionOk="0">
                    <a:moveTo>
                      <a:pt x="0" y="30671"/>
                    </a:moveTo>
                    <a:lnTo>
                      <a:pt x="30385" y="0"/>
                    </a:lnTo>
                    <a:lnTo>
                      <a:pt x="65151" y="20098"/>
                    </a:lnTo>
                    <a:lnTo>
                      <a:pt x="34766" y="50768"/>
                    </a:lnTo>
                    <a:lnTo>
                      <a:pt x="0" y="3067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57" name="Google Shape;3701;p47">
                <a:extLst>
                  <a:ext uri="{FF2B5EF4-FFF2-40B4-BE49-F238E27FC236}">
                    <a16:creationId xmlns:a16="http://schemas.microsoft.com/office/drawing/2014/main" id="{ECE274C7-EABE-E0AE-0193-286628CE971D}"/>
                  </a:ext>
                </a:extLst>
              </p:cNvPr>
              <p:cNvSpPr/>
              <p:nvPr/>
            </p:nvSpPr>
            <p:spPr>
              <a:xfrm>
                <a:off x="1018568" y="2847043"/>
                <a:ext cx="30384" cy="43814"/>
              </a:xfrm>
              <a:custGeom>
                <a:avLst/>
                <a:gdLst/>
                <a:ahLst/>
                <a:cxnLst/>
                <a:rect l="l" t="t" r="r" b="b"/>
                <a:pathLst>
                  <a:path w="30384" h="43814" extrusionOk="0">
                    <a:moveTo>
                      <a:pt x="0" y="30671"/>
                    </a:moveTo>
                    <a:lnTo>
                      <a:pt x="30385" y="0"/>
                    </a:lnTo>
                    <a:lnTo>
                      <a:pt x="30385" y="26289"/>
                    </a:lnTo>
                    <a:lnTo>
                      <a:pt x="0" y="43815"/>
                    </a:lnTo>
                    <a:lnTo>
                      <a:pt x="0" y="3067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 name="Google Shape;3702;p47">
              <a:extLst>
                <a:ext uri="{FF2B5EF4-FFF2-40B4-BE49-F238E27FC236}">
                  <a16:creationId xmlns:a16="http://schemas.microsoft.com/office/drawing/2014/main" id="{023F7C0C-53C6-9155-12A3-027691BA266F}"/>
                </a:ext>
              </a:extLst>
            </p:cNvPr>
            <p:cNvGrpSpPr/>
            <p:nvPr/>
          </p:nvGrpSpPr>
          <p:grpSpPr>
            <a:xfrm>
              <a:off x="993899" y="2410512"/>
              <a:ext cx="263175" cy="411861"/>
              <a:chOff x="993899" y="2410512"/>
              <a:chExt cx="263175" cy="411861"/>
            </a:xfrm>
          </p:grpSpPr>
          <p:grpSp>
            <p:nvGrpSpPr>
              <p:cNvPr id="5603" name="Google Shape;3703;p47">
                <a:extLst>
                  <a:ext uri="{FF2B5EF4-FFF2-40B4-BE49-F238E27FC236}">
                    <a16:creationId xmlns:a16="http://schemas.microsoft.com/office/drawing/2014/main" id="{2D38F92E-9E05-E960-25B1-C567EE7476C3}"/>
                  </a:ext>
                </a:extLst>
              </p:cNvPr>
              <p:cNvGrpSpPr/>
              <p:nvPr/>
            </p:nvGrpSpPr>
            <p:grpSpPr>
              <a:xfrm>
                <a:off x="993899" y="2732933"/>
                <a:ext cx="100202" cy="89440"/>
                <a:chOff x="993899" y="2732933"/>
                <a:chExt cx="100202" cy="89440"/>
              </a:xfrm>
            </p:grpSpPr>
            <p:sp>
              <p:nvSpPr>
                <p:cNvPr id="5652" name="Google Shape;3704;p47">
                  <a:extLst>
                    <a:ext uri="{FF2B5EF4-FFF2-40B4-BE49-F238E27FC236}">
                      <a16:creationId xmlns:a16="http://schemas.microsoft.com/office/drawing/2014/main" id="{CF794BD9-0468-16E3-7483-07EE07A30117}"/>
                    </a:ext>
                  </a:extLst>
                </p:cNvPr>
                <p:cNvSpPr/>
                <p:nvPr/>
              </p:nvSpPr>
              <p:spPr>
                <a:xfrm>
                  <a:off x="1048382" y="2764461"/>
                  <a:ext cx="45719" cy="57912"/>
                </a:xfrm>
                <a:custGeom>
                  <a:avLst/>
                  <a:gdLst/>
                  <a:ahLst/>
                  <a:cxnLst/>
                  <a:rect l="l" t="t" r="r" b="b"/>
                  <a:pathLst>
                    <a:path w="45719" h="57912" extrusionOk="0">
                      <a:moveTo>
                        <a:pt x="0" y="57912"/>
                      </a:moveTo>
                      <a:lnTo>
                        <a:pt x="45720" y="31432"/>
                      </a:lnTo>
                      <a:lnTo>
                        <a:pt x="45720" y="0"/>
                      </a:lnTo>
                      <a:lnTo>
                        <a:pt x="0" y="26479"/>
                      </a:lnTo>
                      <a:lnTo>
                        <a:pt x="0" y="57912"/>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53" name="Google Shape;3705;p47">
                  <a:extLst>
                    <a:ext uri="{FF2B5EF4-FFF2-40B4-BE49-F238E27FC236}">
                      <a16:creationId xmlns:a16="http://schemas.microsoft.com/office/drawing/2014/main" id="{3736ED69-BA37-A2B1-3261-DD9896C25DDB}"/>
                    </a:ext>
                  </a:extLst>
                </p:cNvPr>
                <p:cNvSpPr/>
                <p:nvPr/>
              </p:nvSpPr>
              <p:spPr>
                <a:xfrm>
                  <a:off x="993899" y="2759508"/>
                  <a:ext cx="54483" cy="62865"/>
                </a:xfrm>
                <a:custGeom>
                  <a:avLst/>
                  <a:gdLst/>
                  <a:ahLst/>
                  <a:cxnLst/>
                  <a:rect l="l" t="t" r="r" b="b"/>
                  <a:pathLst>
                    <a:path w="54483" h="62865" extrusionOk="0">
                      <a:moveTo>
                        <a:pt x="54483" y="62865"/>
                      </a:moveTo>
                      <a:lnTo>
                        <a:pt x="54483" y="31433"/>
                      </a:lnTo>
                      <a:lnTo>
                        <a:pt x="0" y="0"/>
                      </a:lnTo>
                      <a:lnTo>
                        <a:pt x="0" y="31433"/>
                      </a:lnTo>
                      <a:lnTo>
                        <a:pt x="54483" y="6286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54" name="Google Shape;3706;p47">
                  <a:extLst>
                    <a:ext uri="{FF2B5EF4-FFF2-40B4-BE49-F238E27FC236}">
                      <a16:creationId xmlns:a16="http://schemas.microsoft.com/office/drawing/2014/main" id="{61FFD790-40CA-2BA3-5907-4BAE60B6277F}"/>
                    </a:ext>
                  </a:extLst>
                </p:cNvPr>
                <p:cNvSpPr/>
                <p:nvPr/>
              </p:nvSpPr>
              <p:spPr>
                <a:xfrm>
                  <a:off x="993899" y="2732933"/>
                  <a:ext cx="100202" cy="58007"/>
                </a:xfrm>
                <a:custGeom>
                  <a:avLst/>
                  <a:gdLst/>
                  <a:ahLst/>
                  <a:cxnLst/>
                  <a:rect l="l" t="t" r="r" b="b"/>
                  <a:pathLst>
                    <a:path w="100202" h="58007" extrusionOk="0">
                      <a:moveTo>
                        <a:pt x="54483" y="58007"/>
                      </a:moveTo>
                      <a:lnTo>
                        <a:pt x="100203" y="31528"/>
                      </a:lnTo>
                      <a:lnTo>
                        <a:pt x="45720" y="0"/>
                      </a:lnTo>
                      <a:lnTo>
                        <a:pt x="0" y="26575"/>
                      </a:lnTo>
                      <a:lnTo>
                        <a:pt x="54483" y="58007"/>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04" name="Google Shape;3707;p47">
                <a:extLst>
                  <a:ext uri="{FF2B5EF4-FFF2-40B4-BE49-F238E27FC236}">
                    <a16:creationId xmlns:a16="http://schemas.microsoft.com/office/drawing/2014/main" id="{D71E8B82-CD37-3A2E-235A-04FF1A3C65C0}"/>
                  </a:ext>
                </a:extLst>
              </p:cNvPr>
              <p:cNvGrpSpPr/>
              <p:nvPr/>
            </p:nvGrpSpPr>
            <p:grpSpPr>
              <a:xfrm>
                <a:off x="1003328" y="2699310"/>
                <a:ext cx="80010" cy="86297"/>
                <a:chOff x="1003328" y="2699310"/>
                <a:chExt cx="80010" cy="86297"/>
              </a:xfrm>
            </p:grpSpPr>
            <p:grpSp>
              <p:nvGrpSpPr>
                <p:cNvPr id="5638" name="Google Shape;3708;p47">
                  <a:extLst>
                    <a:ext uri="{FF2B5EF4-FFF2-40B4-BE49-F238E27FC236}">
                      <a16:creationId xmlns:a16="http://schemas.microsoft.com/office/drawing/2014/main" id="{2AD5108D-EDF5-EAE5-68E1-393374C3B875}"/>
                    </a:ext>
                  </a:extLst>
                </p:cNvPr>
                <p:cNvGrpSpPr/>
                <p:nvPr/>
              </p:nvGrpSpPr>
              <p:grpSpPr>
                <a:xfrm>
                  <a:off x="1003328" y="2699310"/>
                  <a:ext cx="39338" cy="62865"/>
                  <a:chOff x="1003328" y="2699310"/>
                  <a:chExt cx="39338" cy="62865"/>
                </a:xfrm>
              </p:grpSpPr>
              <p:sp>
                <p:nvSpPr>
                  <p:cNvPr id="5646" name="Google Shape;3709;p47">
                    <a:extLst>
                      <a:ext uri="{FF2B5EF4-FFF2-40B4-BE49-F238E27FC236}">
                        <a16:creationId xmlns:a16="http://schemas.microsoft.com/office/drawing/2014/main" id="{B95D03FE-5AD4-6AE5-F990-0DFFFC29CB1A}"/>
                      </a:ext>
                    </a:extLst>
                  </p:cNvPr>
                  <p:cNvSpPr/>
                  <p:nvPr/>
                </p:nvSpPr>
                <p:spPr>
                  <a:xfrm>
                    <a:off x="1003328" y="2717979"/>
                    <a:ext cx="7048" cy="44195"/>
                  </a:xfrm>
                  <a:custGeom>
                    <a:avLst/>
                    <a:gdLst/>
                    <a:ahLst/>
                    <a:cxnLst/>
                    <a:rect l="l" t="t" r="r" b="b"/>
                    <a:pathLst>
                      <a:path w="7048" h="44195" extrusionOk="0">
                        <a:moveTo>
                          <a:pt x="0" y="0"/>
                        </a:moveTo>
                        <a:lnTo>
                          <a:pt x="0" y="40100"/>
                        </a:lnTo>
                        <a:lnTo>
                          <a:pt x="7048" y="44196"/>
                        </a:lnTo>
                        <a:lnTo>
                          <a:pt x="7048" y="409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47" name="Google Shape;3710;p47">
                    <a:extLst>
                      <a:ext uri="{FF2B5EF4-FFF2-40B4-BE49-F238E27FC236}">
                        <a16:creationId xmlns:a16="http://schemas.microsoft.com/office/drawing/2014/main" id="{A5FADF14-F9F4-6605-E142-9D55895F2E78}"/>
                      </a:ext>
                    </a:extLst>
                  </p:cNvPr>
                  <p:cNvSpPr/>
                  <p:nvPr/>
                </p:nvSpPr>
                <p:spPr>
                  <a:xfrm>
                    <a:off x="1003328" y="2699310"/>
                    <a:ext cx="39338" cy="22764"/>
                  </a:xfrm>
                  <a:custGeom>
                    <a:avLst/>
                    <a:gdLst/>
                    <a:ahLst/>
                    <a:cxnLst/>
                    <a:rect l="l" t="t" r="r" b="b"/>
                    <a:pathLst>
                      <a:path w="39338" h="22764" extrusionOk="0">
                        <a:moveTo>
                          <a:pt x="0" y="18669"/>
                        </a:moveTo>
                        <a:lnTo>
                          <a:pt x="7048" y="22765"/>
                        </a:lnTo>
                        <a:lnTo>
                          <a:pt x="39338" y="4096"/>
                        </a:lnTo>
                        <a:lnTo>
                          <a:pt x="32290" y="0"/>
                        </a:lnTo>
                        <a:lnTo>
                          <a:pt x="0" y="1866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48" name="Google Shape;3711;p47">
                    <a:extLst>
                      <a:ext uri="{FF2B5EF4-FFF2-40B4-BE49-F238E27FC236}">
                        <a16:creationId xmlns:a16="http://schemas.microsoft.com/office/drawing/2014/main" id="{21ECA1D1-F281-B816-BE5E-25D21F6067CF}"/>
                      </a:ext>
                    </a:extLst>
                  </p:cNvPr>
                  <p:cNvSpPr/>
                  <p:nvPr/>
                </p:nvSpPr>
                <p:spPr>
                  <a:xfrm>
                    <a:off x="1010377" y="2703406"/>
                    <a:ext cx="32289" cy="58769"/>
                  </a:xfrm>
                  <a:custGeom>
                    <a:avLst/>
                    <a:gdLst/>
                    <a:ahLst/>
                    <a:cxnLst/>
                    <a:rect l="l" t="t" r="r" b="b"/>
                    <a:pathLst>
                      <a:path w="32289" h="58769" extrusionOk="0">
                        <a:moveTo>
                          <a:pt x="0" y="18669"/>
                        </a:moveTo>
                        <a:lnTo>
                          <a:pt x="0" y="58769"/>
                        </a:lnTo>
                        <a:lnTo>
                          <a:pt x="32290" y="40196"/>
                        </a:lnTo>
                        <a:lnTo>
                          <a:pt x="32290" y="0"/>
                        </a:lnTo>
                        <a:lnTo>
                          <a:pt x="0" y="1866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49" name="Google Shape;3712;p47">
                    <a:extLst>
                      <a:ext uri="{FF2B5EF4-FFF2-40B4-BE49-F238E27FC236}">
                        <a16:creationId xmlns:a16="http://schemas.microsoft.com/office/drawing/2014/main" id="{C602B66C-53C9-597C-3F0A-EB119FD47FFA}"/>
                      </a:ext>
                    </a:extLst>
                  </p:cNvPr>
                  <p:cNvSpPr/>
                  <p:nvPr/>
                </p:nvSpPr>
                <p:spPr>
                  <a:xfrm>
                    <a:off x="1021521" y="2709883"/>
                    <a:ext cx="10001" cy="45815"/>
                  </a:xfrm>
                  <a:custGeom>
                    <a:avLst/>
                    <a:gdLst/>
                    <a:ahLst/>
                    <a:cxnLst/>
                    <a:rect l="l" t="t" r="r" b="b"/>
                    <a:pathLst>
                      <a:path w="10001" h="45815" extrusionOk="0">
                        <a:moveTo>
                          <a:pt x="0" y="5810"/>
                        </a:moveTo>
                        <a:lnTo>
                          <a:pt x="0" y="45815"/>
                        </a:lnTo>
                        <a:lnTo>
                          <a:pt x="10001" y="40100"/>
                        </a:lnTo>
                        <a:lnTo>
                          <a:pt x="10001" y="0"/>
                        </a:lnTo>
                        <a:lnTo>
                          <a:pt x="0" y="581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50" name="Google Shape;3713;p47">
                    <a:extLst>
                      <a:ext uri="{FF2B5EF4-FFF2-40B4-BE49-F238E27FC236}">
                        <a16:creationId xmlns:a16="http://schemas.microsoft.com/office/drawing/2014/main" id="{169F1948-B2EF-4FA0-0035-B700CD4785F0}"/>
                      </a:ext>
                    </a:extLst>
                  </p:cNvPr>
                  <p:cNvSpPr/>
                  <p:nvPr/>
                </p:nvSpPr>
                <p:spPr>
                  <a:xfrm>
                    <a:off x="1023141" y="2712550"/>
                    <a:ext cx="6858" cy="40195"/>
                  </a:xfrm>
                  <a:custGeom>
                    <a:avLst/>
                    <a:gdLst/>
                    <a:ahLst/>
                    <a:cxnLst/>
                    <a:rect l="l" t="t" r="r" b="b"/>
                    <a:pathLst>
                      <a:path w="6858" h="40195" extrusionOk="0">
                        <a:moveTo>
                          <a:pt x="6858" y="0"/>
                        </a:moveTo>
                        <a:lnTo>
                          <a:pt x="4953" y="1048"/>
                        </a:lnTo>
                        <a:lnTo>
                          <a:pt x="4953" y="35147"/>
                        </a:lnTo>
                        <a:lnTo>
                          <a:pt x="0" y="38005"/>
                        </a:lnTo>
                        <a:lnTo>
                          <a:pt x="0" y="40196"/>
                        </a:lnTo>
                        <a:lnTo>
                          <a:pt x="6858" y="36290"/>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51" name="Google Shape;3714;p47">
                    <a:extLst>
                      <a:ext uri="{FF2B5EF4-FFF2-40B4-BE49-F238E27FC236}">
                        <a16:creationId xmlns:a16="http://schemas.microsoft.com/office/drawing/2014/main" id="{9B67295A-782D-081C-B77B-4CC460BAC76D}"/>
                      </a:ext>
                    </a:extLst>
                  </p:cNvPr>
                  <p:cNvSpPr/>
                  <p:nvPr/>
                </p:nvSpPr>
                <p:spPr>
                  <a:xfrm>
                    <a:off x="1023141" y="2713597"/>
                    <a:ext cx="4952" cy="36957"/>
                  </a:xfrm>
                  <a:custGeom>
                    <a:avLst/>
                    <a:gdLst/>
                    <a:ahLst/>
                    <a:cxnLst/>
                    <a:rect l="l" t="t" r="r" b="b"/>
                    <a:pathLst>
                      <a:path w="4952" h="36957" extrusionOk="0">
                        <a:moveTo>
                          <a:pt x="4953" y="0"/>
                        </a:moveTo>
                        <a:lnTo>
                          <a:pt x="0" y="2858"/>
                        </a:lnTo>
                        <a:lnTo>
                          <a:pt x="0" y="36957"/>
                        </a:lnTo>
                        <a:lnTo>
                          <a:pt x="4953" y="34100"/>
                        </a:lnTo>
                        <a:lnTo>
                          <a:pt x="4953"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39" name="Google Shape;3715;p47">
                  <a:extLst>
                    <a:ext uri="{FF2B5EF4-FFF2-40B4-BE49-F238E27FC236}">
                      <a16:creationId xmlns:a16="http://schemas.microsoft.com/office/drawing/2014/main" id="{58239CA1-1ECD-03F8-EA8D-B8BE634243D9}"/>
                    </a:ext>
                  </a:extLst>
                </p:cNvPr>
                <p:cNvGrpSpPr/>
                <p:nvPr/>
              </p:nvGrpSpPr>
              <p:grpSpPr>
                <a:xfrm>
                  <a:off x="1044095" y="2722837"/>
                  <a:ext cx="39243" cy="62770"/>
                  <a:chOff x="1044095" y="2722837"/>
                  <a:chExt cx="39243" cy="62770"/>
                </a:xfrm>
              </p:grpSpPr>
              <p:sp>
                <p:nvSpPr>
                  <p:cNvPr id="5640" name="Google Shape;3716;p47">
                    <a:extLst>
                      <a:ext uri="{FF2B5EF4-FFF2-40B4-BE49-F238E27FC236}">
                        <a16:creationId xmlns:a16="http://schemas.microsoft.com/office/drawing/2014/main" id="{AFB3859A-5645-5527-68EF-C8CBD27CC3A9}"/>
                      </a:ext>
                    </a:extLst>
                  </p:cNvPr>
                  <p:cNvSpPr/>
                  <p:nvPr/>
                </p:nvSpPr>
                <p:spPr>
                  <a:xfrm>
                    <a:off x="1044095" y="2741411"/>
                    <a:ext cx="7048" cy="44195"/>
                  </a:xfrm>
                  <a:custGeom>
                    <a:avLst/>
                    <a:gdLst/>
                    <a:ahLst/>
                    <a:cxnLst/>
                    <a:rect l="l" t="t" r="r" b="b"/>
                    <a:pathLst>
                      <a:path w="7048" h="44195" extrusionOk="0">
                        <a:moveTo>
                          <a:pt x="0" y="0"/>
                        </a:moveTo>
                        <a:lnTo>
                          <a:pt x="0" y="40100"/>
                        </a:lnTo>
                        <a:lnTo>
                          <a:pt x="7049" y="44196"/>
                        </a:lnTo>
                        <a:lnTo>
                          <a:pt x="7049" y="409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41" name="Google Shape;3717;p47">
                    <a:extLst>
                      <a:ext uri="{FF2B5EF4-FFF2-40B4-BE49-F238E27FC236}">
                        <a16:creationId xmlns:a16="http://schemas.microsoft.com/office/drawing/2014/main" id="{F357E312-5586-3203-1A05-160748A87057}"/>
                      </a:ext>
                    </a:extLst>
                  </p:cNvPr>
                  <p:cNvSpPr/>
                  <p:nvPr/>
                </p:nvSpPr>
                <p:spPr>
                  <a:xfrm>
                    <a:off x="1044095" y="2722837"/>
                    <a:ext cx="39243" cy="22669"/>
                  </a:xfrm>
                  <a:custGeom>
                    <a:avLst/>
                    <a:gdLst/>
                    <a:ahLst/>
                    <a:cxnLst/>
                    <a:rect l="l" t="t" r="r" b="b"/>
                    <a:pathLst>
                      <a:path w="39243" h="22669" extrusionOk="0">
                        <a:moveTo>
                          <a:pt x="0" y="18574"/>
                        </a:moveTo>
                        <a:lnTo>
                          <a:pt x="7049" y="22670"/>
                        </a:lnTo>
                        <a:lnTo>
                          <a:pt x="39243" y="4096"/>
                        </a:lnTo>
                        <a:lnTo>
                          <a:pt x="32195" y="0"/>
                        </a:lnTo>
                        <a:lnTo>
                          <a:pt x="0" y="18574"/>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42" name="Google Shape;3718;p47">
                    <a:extLst>
                      <a:ext uri="{FF2B5EF4-FFF2-40B4-BE49-F238E27FC236}">
                        <a16:creationId xmlns:a16="http://schemas.microsoft.com/office/drawing/2014/main" id="{7F619AF8-E6CB-AAFB-6231-022FD84C4FFA}"/>
                      </a:ext>
                    </a:extLst>
                  </p:cNvPr>
                  <p:cNvSpPr/>
                  <p:nvPr/>
                </p:nvSpPr>
                <p:spPr>
                  <a:xfrm>
                    <a:off x="1051144" y="2726933"/>
                    <a:ext cx="32194" cy="58674"/>
                  </a:xfrm>
                  <a:custGeom>
                    <a:avLst/>
                    <a:gdLst/>
                    <a:ahLst/>
                    <a:cxnLst/>
                    <a:rect l="l" t="t" r="r" b="b"/>
                    <a:pathLst>
                      <a:path w="32194" h="58674" extrusionOk="0">
                        <a:moveTo>
                          <a:pt x="0" y="18574"/>
                        </a:moveTo>
                        <a:lnTo>
                          <a:pt x="0" y="58674"/>
                        </a:lnTo>
                        <a:lnTo>
                          <a:pt x="32194" y="40100"/>
                        </a:lnTo>
                        <a:lnTo>
                          <a:pt x="32194" y="0"/>
                        </a:lnTo>
                        <a:lnTo>
                          <a:pt x="0" y="1857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43" name="Google Shape;3719;p47">
                    <a:extLst>
                      <a:ext uri="{FF2B5EF4-FFF2-40B4-BE49-F238E27FC236}">
                        <a16:creationId xmlns:a16="http://schemas.microsoft.com/office/drawing/2014/main" id="{E002BF4F-8F91-B248-6374-71BAE123C588}"/>
                      </a:ext>
                    </a:extLst>
                  </p:cNvPr>
                  <p:cNvSpPr/>
                  <p:nvPr/>
                </p:nvSpPr>
                <p:spPr>
                  <a:xfrm>
                    <a:off x="1062193" y="2733409"/>
                    <a:ext cx="10001" cy="45815"/>
                  </a:xfrm>
                  <a:custGeom>
                    <a:avLst/>
                    <a:gdLst/>
                    <a:ahLst/>
                    <a:cxnLst/>
                    <a:rect l="l" t="t" r="r" b="b"/>
                    <a:pathLst>
                      <a:path w="10001" h="45815" extrusionOk="0">
                        <a:moveTo>
                          <a:pt x="0" y="5715"/>
                        </a:moveTo>
                        <a:lnTo>
                          <a:pt x="0" y="45815"/>
                        </a:lnTo>
                        <a:lnTo>
                          <a:pt x="10001" y="40005"/>
                        </a:lnTo>
                        <a:lnTo>
                          <a:pt x="10001" y="0"/>
                        </a:lnTo>
                        <a:lnTo>
                          <a:pt x="0" y="571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44" name="Google Shape;3720;p47">
                    <a:extLst>
                      <a:ext uri="{FF2B5EF4-FFF2-40B4-BE49-F238E27FC236}">
                        <a16:creationId xmlns:a16="http://schemas.microsoft.com/office/drawing/2014/main" id="{BC0F9844-83DB-EE01-2341-175C3D5B8F41}"/>
                      </a:ext>
                    </a:extLst>
                  </p:cNvPr>
                  <p:cNvSpPr/>
                  <p:nvPr/>
                </p:nvSpPr>
                <p:spPr>
                  <a:xfrm>
                    <a:off x="1063812" y="2735981"/>
                    <a:ext cx="6858" cy="40290"/>
                  </a:xfrm>
                  <a:custGeom>
                    <a:avLst/>
                    <a:gdLst/>
                    <a:ahLst/>
                    <a:cxnLst/>
                    <a:rect l="l" t="t" r="r" b="b"/>
                    <a:pathLst>
                      <a:path w="6858" h="40290" extrusionOk="0">
                        <a:moveTo>
                          <a:pt x="6858" y="0"/>
                        </a:moveTo>
                        <a:lnTo>
                          <a:pt x="5048" y="1143"/>
                        </a:lnTo>
                        <a:lnTo>
                          <a:pt x="5048" y="35242"/>
                        </a:lnTo>
                        <a:lnTo>
                          <a:pt x="0" y="38100"/>
                        </a:lnTo>
                        <a:lnTo>
                          <a:pt x="0" y="40291"/>
                        </a:lnTo>
                        <a:lnTo>
                          <a:pt x="6858" y="36290"/>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45" name="Google Shape;3721;p47">
                    <a:extLst>
                      <a:ext uri="{FF2B5EF4-FFF2-40B4-BE49-F238E27FC236}">
                        <a16:creationId xmlns:a16="http://schemas.microsoft.com/office/drawing/2014/main" id="{858FE9F9-1BC0-12B0-1B45-8FA455A88606}"/>
                      </a:ext>
                    </a:extLst>
                  </p:cNvPr>
                  <p:cNvSpPr/>
                  <p:nvPr/>
                </p:nvSpPr>
                <p:spPr>
                  <a:xfrm>
                    <a:off x="1063812" y="2737124"/>
                    <a:ext cx="5048" cy="36957"/>
                  </a:xfrm>
                  <a:custGeom>
                    <a:avLst/>
                    <a:gdLst/>
                    <a:ahLst/>
                    <a:cxnLst/>
                    <a:rect l="l" t="t" r="r" b="b"/>
                    <a:pathLst>
                      <a:path w="5048" h="36957" extrusionOk="0">
                        <a:moveTo>
                          <a:pt x="5048" y="0"/>
                        </a:moveTo>
                        <a:lnTo>
                          <a:pt x="0" y="2858"/>
                        </a:lnTo>
                        <a:lnTo>
                          <a:pt x="0" y="36957"/>
                        </a:lnTo>
                        <a:lnTo>
                          <a:pt x="5048" y="34100"/>
                        </a:lnTo>
                        <a:lnTo>
                          <a:pt x="5048"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605" name="Google Shape;3722;p47">
                <a:extLst>
                  <a:ext uri="{FF2B5EF4-FFF2-40B4-BE49-F238E27FC236}">
                    <a16:creationId xmlns:a16="http://schemas.microsoft.com/office/drawing/2014/main" id="{44A5EC3A-7AC1-B228-D711-B91EE076D27F}"/>
                  </a:ext>
                </a:extLst>
              </p:cNvPr>
              <p:cNvGrpSpPr/>
              <p:nvPr/>
            </p:nvGrpSpPr>
            <p:grpSpPr>
              <a:xfrm>
                <a:off x="1186970" y="2523288"/>
                <a:ext cx="70104" cy="102013"/>
                <a:chOff x="1186970" y="2523288"/>
                <a:chExt cx="70104" cy="102013"/>
              </a:xfrm>
            </p:grpSpPr>
            <p:sp>
              <p:nvSpPr>
                <p:cNvPr id="5635" name="Google Shape;3723;p47">
                  <a:extLst>
                    <a:ext uri="{FF2B5EF4-FFF2-40B4-BE49-F238E27FC236}">
                      <a16:creationId xmlns:a16="http://schemas.microsoft.com/office/drawing/2014/main" id="{414F0A97-0E55-B30E-F052-B8691642F4C1}"/>
                    </a:ext>
                  </a:extLst>
                </p:cNvPr>
                <p:cNvSpPr/>
                <p:nvPr/>
              </p:nvSpPr>
              <p:spPr>
                <a:xfrm>
                  <a:off x="1241453" y="2554816"/>
                  <a:ext cx="15620" cy="70485"/>
                </a:xfrm>
                <a:custGeom>
                  <a:avLst/>
                  <a:gdLst/>
                  <a:ahLst/>
                  <a:cxnLst/>
                  <a:rect l="l" t="t" r="r" b="b"/>
                  <a:pathLst>
                    <a:path w="15620" h="70485" extrusionOk="0">
                      <a:moveTo>
                        <a:pt x="0" y="70485"/>
                      </a:moveTo>
                      <a:lnTo>
                        <a:pt x="15621" y="61436"/>
                      </a:lnTo>
                      <a:lnTo>
                        <a:pt x="15621" y="0"/>
                      </a:lnTo>
                      <a:lnTo>
                        <a:pt x="0" y="8954"/>
                      </a:lnTo>
                      <a:lnTo>
                        <a:pt x="0" y="7048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6" name="Google Shape;3724;p47">
                  <a:extLst>
                    <a:ext uri="{FF2B5EF4-FFF2-40B4-BE49-F238E27FC236}">
                      <a16:creationId xmlns:a16="http://schemas.microsoft.com/office/drawing/2014/main" id="{F5CF62EB-8FC3-E62F-B2BD-1178A924B760}"/>
                    </a:ext>
                  </a:extLst>
                </p:cNvPr>
                <p:cNvSpPr/>
                <p:nvPr/>
              </p:nvSpPr>
              <p:spPr>
                <a:xfrm>
                  <a:off x="1186970" y="2532337"/>
                  <a:ext cx="54483" cy="92964"/>
                </a:xfrm>
                <a:custGeom>
                  <a:avLst/>
                  <a:gdLst/>
                  <a:ahLst/>
                  <a:cxnLst/>
                  <a:rect l="l" t="t" r="r" b="b"/>
                  <a:pathLst>
                    <a:path w="54483" h="92964" extrusionOk="0">
                      <a:moveTo>
                        <a:pt x="54483" y="92964"/>
                      </a:moveTo>
                      <a:lnTo>
                        <a:pt x="54483" y="31433"/>
                      </a:lnTo>
                      <a:lnTo>
                        <a:pt x="0" y="0"/>
                      </a:lnTo>
                      <a:lnTo>
                        <a:pt x="0" y="61436"/>
                      </a:lnTo>
                      <a:lnTo>
                        <a:pt x="54483" y="9296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7" name="Google Shape;3725;p47">
                  <a:extLst>
                    <a:ext uri="{FF2B5EF4-FFF2-40B4-BE49-F238E27FC236}">
                      <a16:creationId xmlns:a16="http://schemas.microsoft.com/office/drawing/2014/main" id="{64BEBCC0-0E38-97FF-47A8-B64011924A27}"/>
                    </a:ext>
                  </a:extLst>
                </p:cNvPr>
                <p:cNvSpPr/>
                <p:nvPr/>
              </p:nvSpPr>
              <p:spPr>
                <a:xfrm>
                  <a:off x="1186970" y="2523288"/>
                  <a:ext cx="70104" cy="40481"/>
                </a:xfrm>
                <a:custGeom>
                  <a:avLst/>
                  <a:gdLst/>
                  <a:ahLst/>
                  <a:cxnLst/>
                  <a:rect l="l" t="t" r="r" b="b"/>
                  <a:pathLst>
                    <a:path w="70104" h="40481" extrusionOk="0">
                      <a:moveTo>
                        <a:pt x="54483" y="40481"/>
                      </a:moveTo>
                      <a:lnTo>
                        <a:pt x="70104" y="31528"/>
                      </a:lnTo>
                      <a:lnTo>
                        <a:pt x="15526" y="0"/>
                      </a:lnTo>
                      <a:lnTo>
                        <a:pt x="0" y="9049"/>
                      </a:lnTo>
                      <a:lnTo>
                        <a:pt x="54483" y="4048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06" name="Google Shape;3726;p47">
                <a:extLst>
                  <a:ext uri="{FF2B5EF4-FFF2-40B4-BE49-F238E27FC236}">
                    <a16:creationId xmlns:a16="http://schemas.microsoft.com/office/drawing/2014/main" id="{5F123DE4-B1AE-0ED6-F9C7-B90E39442120}"/>
                  </a:ext>
                </a:extLst>
              </p:cNvPr>
              <p:cNvGrpSpPr/>
              <p:nvPr/>
            </p:nvGrpSpPr>
            <p:grpSpPr>
              <a:xfrm>
                <a:off x="1043429" y="2553482"/>
                <a:ext cx="192500" cy="137635"/>
                <a:chOff x="1043429" y="2553482"/>
                <a:chExt cx="192500" cy="137635"/>
              </a:xfrm>
            </p:grpSpPr>
            <p:sp>
              <p:nvSpPr>
                <p:cNvPr id="5629" name="Google Shape;3727;p47">
                  <a:extLst>
                    <a:ext uri="{FF2B5EF4-FFF2-40B4-BE49-F238E27FC236}">
                      <a16:creationId xmlns:a16="http://schemas.microsoft.com/office/drawing/2014/main" id="{89225DB2-D386-5B35-2371-171E50995C55}"/>
                    </a:ext>
                  </a:extLst>
                </p:cNvPr>
                <p:cNvSpPr/>
                <p:nvPr/>
              </p:nvSpPr>
              <p:spPr>
                <a:xfrm>
                  <a:off x="1087910" y="2579104"/>
                  <a:ext cx="148018" cy="112013"/>
                </a:xfrm>
                <a:custGeom>
                  <a:avLst/>
                  <a:gdLst/>
                  <a:ahLst/>
                  <a:cxnLst/>
                  <a:rect l="l" t="t" r="r" b="b"/>
                  <a:pathLst>
                    <a:path w="148018" h="112013" extrusionOk="0">
                      <a:moveTo>
                        <a:pt x="0" y="112014"/>
                      </a:moveTo>
                      <a:lnTo>
                        <a:pt x="148019" y="26479"/>
                      </a:lnTo>
                      <a:lnTo>
                        <a:pt x="148019" y="0"/>
                      </a:lnTo>
                      <a:lnTo>
                        <a:pt x="0" y="85534"/>
                      </a:lnTo>
                      <a:lnTo>
                        <a:pt x="0" y="11201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0" name="Google Shape;3728;p47">
                  <a:extLst>
                    <a:ext uri="{FF2B5EF4-FFF2-40B4-BE49-F238E27FC236}">
                      <a16:creationId xmlns:a16="http://schemas.microsoft.com/office/drawing/2014/main" id="{3A40CF68-AE27-5389-A482-9F93FD0B4480}"/>
                    </a:ext>
                  </a:extLst>
                </p:cNvPr>
                <p:cNvSpPr/>
                <p:nvPr/>
              </p:nvSpPr>
              <p:spPr>
                <a:xfrm>
                  <a:off x="1043429" y="2638921"/>
                  <a:ext cx="44481" cy="52196"/>
                </a:xfrm>
                <a:custGeom>
                  <a:avLst/>
                  <a:gdLst/>
                  <a:ahLst/>
                  <a:cxnLst/>
                  <a:rect l="l" t="t" r="r" b="b"/>
                  <a:pathLst>
                    <a:path w="44481" h="52196" extrusionOk="0">
                      <a:moveTo>
                        <a:pt x="44482" y="52197"/>
                      </a:moveTo>
                      <a:lnTo>
                        <a:pt x="44482" y="25717"/>
                      </a:lnTo>
                      <a:lnTo>
                        <a:pt x="0" y="0"/>
                      </a:lnTo>
                      <a:lnTo>
                        <a:pt x="0" y="26479"/>
                      </a:lnTo>
                      <a:lnTo>
                        <a:pt x="44482" y="52197"/>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1" name="Google Shape;3729;p47">
                  <a:extLst>
                    <a:ext uri="{FF2B5EF4-FFF2-40B4-BE49-F238E27FC236}">
                      <a16:creationId xmlns:a16="http://schemas.microsoft.com/office/drawing/2014/main" id="{DF6B6D0F-AABE-8B23-6DAC-89089E4ED49D}"/>
                    </a:ext>
                  </a:extLst>
                </p:cNvPr>
                <p:cNvSpPr/>
                <p:nvPr/>
              </p:nvSpPr>
              <p:spPr>
                <a:xfrm>
                  <a:off x="1043429" y="2553482"/>
                  <a:ext cx="192500" cy="111156"/>
                </a:xfrm>
                <a:custGeom>
                  <a:avLst/>
                  <a:gdLst/>
                  <a:ahLst/>
                  <a:cxnLst/>
                  <a:rect l="l" t="t" r="r" b="b"/>
                  <a:pathLst>
                    <a:path w="192500" h="111156" extrusionOk="0">
                      <a:moveTo>
                        <a:pt x="44482" y="111157"/>
                      </a:moveTo>
                      <a:lnTo>
                        <a:pt x="192500" y="25622"/>
                      </a:lnTo>
                      <a:lnTo>
                        <a:pt x="148019" y="0"/>
                      </a:lnTo>
                      <a:lnTo>
                        <a:pt x="0" y="85439"/>
                      </a:lnTo>
                      <a:lnTo>
                        <a:pt x="44482" y="11115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2" name="Google Shape;3730;p47">
                  <a:extLst>
                    <a:ext uri="{FF2B5EF4-FFF2-40B4-BE49-F238E27FC236}">
                      <a16:creationId xmlns:a16="http://schemas.microsoft.com/office/drawing/2014/main" id="{40A501B7-F61D-4B1F-C23B-712CC240A8CE}"/>
                    </a:ext>
                  </a:extLst>
                </p:cNvPr>
                <p:cNvSpPr/>
                <p:nvPr/>
              </p:nvSpPr>
              <p:spPr>
                <a:xfrm>
                  <a:off x="1058859" y="2562341"/>
                  <a:ext cx="161829" cy="93440"/>
                </a:xfrm>
                <a:custGeom>
                  <a:avLst/>
                  <a:gdLst/>
                  <a:ahLst/>
                  <a:cxnLst/>
                  <a:rect l="l" t="t" r="r" b="b"/>
                  <a:pathLst>
                    <a:path w="161829" h="93440" extrusionOk="0">
                      <a:moveTo>
                        <a:pt x="13716" y="93440"/>
                      </a:moveTo>
                      <a:lnTo>
                        <a:pt x="161830" y="8001"/>
                      </a:lnTo>
                      <a:lnTo>
                        <a:pt x="148019" y="0"/>
                      </a:lnTo>
                      <a:lnTo>
                        <a:pt x="0" y="85439"/>
                      </a:lnTo>
                      <a:lnTo>
                        <a:pt x="13716" y="9344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3" name="Google Shape;3731;p47">
                  <a:extLst>
                    <a:ext uri="{FF2B5EF4-FFF2-40B4-BE49-F238E27FC236}">
                      <a16:creationId xmlns:a16="http://schemas.microsoft.com/office/drawing/2014/main" id="{610075DB-5CB0-6F07-D930-62AA14862AEB}"/>
                    </a:ext>
                  </a:extLst>
                </p:cNvPr>
                <p:cNvSpPr/>
                <p:nvPr/>
              </p:nvSpPr>
              <p:spPr>
                <a:xfrm>
                  <a:off x="1063050" y="2564912"/>
                  <a:ext cx="152971" cy="84391"/>
                </a:xfrm>
                <a:custGeom>
                  <a:avLst/>
                  <a:gdLst/>
                  <a:ahLst/>
                  <a:cxnLst/>
                  <a:rect l="l" t="t" r="r" b="b"/>
                  <a:pathLst>
                    <a:path w="152971" h="84391" extrusionOk="0">
                      <a:moveTo>
                        <a:pt x="0" y="82868"/>
                      </a:moveTo>
                      <a:lnTo>
                        <a:pt x="2572" y="84392"/>
                      </a:lnTo>
                      <a:lnTo>
                        <a:pt x="143446" y="3048"/>
                      </a:lnTo>
                      <a:lnTo>
                        <a:pt x="150304" y="6953"/>
                      </a:lnTo>
                      <a:lnTo>
                        <a:pt x="152971" y="5525"/>
                      </a:lnTo>
                      <a:lnTo>
                        <a:pt x="143446" y="0"/>
                      </a:lnTo>
                      <a:lnTo>
                        <a:pt x="0" y="828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4" name="Google Shape;3732;p47">
                  <a:extLst>
                    <a:ext uri="{FF2B5EF4-FFF2-40B4-BE49-F238E27FC236}">
                      <a16:creationId xmlns:a16="http://schemas.microsoft.com/office/drawing/2014/main" id="{A4028676-5C63-1226-C108-91112D56FF68}"/>
                    </a:ext>
                  </a:extLst>
                </p:cNvPr>
                <p:cNvSpPr/>
                <p:nvPr/>
              </p:nvSpPr>
              <p:spPr>
                <a:xfrm>
                  <a:off x="1065622" y="2567960"/>
                  <a:ext cx="147732" cy="85248"/>
                </a:xfrm>
                <a:custGeom>
                  <a:avLst/>
                  <a:gdLst/>
                  <a:ahLst/>
                  <a:cxnLst/>
                  <a:rect l="l" t="t" r="r" b="b"/>
                  <a:pathLst>
                    <a:path w="147732" h="85248" extrusionOk="0">
                      <a:moveTo>
                        <a:pt x="0" y="81343"/>
                      </a:moveTo>
                      <a:lnTo>
                        <a:pt x="6858" y="85249"/>
                      </a:lnTo>
                      <a:lnTo>
                        <a:pt x="147733" y="3905"/>
                      </a:lnTo>
                      <a:lnTo>
                        <a:pt x="140875" y="0"/>
                      </a:lnTo>
                      <a:lnTo>
                        <a:pt x="0" y="8134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07" name="Google Shape;3733;p47">
                <a:extLst>
                  <a:ext uri="{FF2B5EF4-FFF2-40B4-BE49-F238E27FC236}">
                    <a16:creationId xmlns:a16="http://schemas.microsoft.com/office/drawing/2014/main" id="{FEE86BE0-6EEE-A139-12C8-212DB21B43B6}"/>
                  </a:ext>
                </a:extLst>
              </p:cNvPr>
              <p:cNvGrpSpPr/>
              <p:nvPr/>
            </p:nvGrpSpPr>
            <p:grpSpPr>
              <a:xfrm>
                <a:off x="993899" y="2617395"/>
                <a:ext cx="100202" cy="134207"/>
                <a:chOff x="993899" y="2617395"/>
                <a:chExt cx="100202" cy="134207"/>
              </a:xfrm>
            </p:grpSpPr>
            <p:sp>
              <p:nvSpPr>
                <p:cNvPr id="5626" name="Google Shape;3734;p47">
                  <a:extLst>
                    <a:ext uri="{FF2B5EF4-FFF2-40B4-BE49-F238E27FC236}">
                      <a16:creationId xmlns:a16="http://schemas.microsoft.com/office/drawing/2014/main" id="{582E0CF8-1655-C23D-ED7C-8285330385CD}"/>
                    </a:ext>
                  </a:extLst>
                </p:cNvPr>
                <p:cNvSpPr/>
                <p:nvPr/>
              </p:nvSpPr>
              <p:spPr>
                <a:xfrm>
                  <a:off x="1048382" y="2648828"/>
                  <a:ext cx="45719" cy="102774"/>
                </a:xfrm>
                <a:custGeom>
                  <a:avLst/>
                  <a:gdLst/>
                  <a:ahLst/>
                  <a:cxnLst/>
                  <a:rect l="l" t="t" r="r" b="b"/>
                  <a:pathLst>
                    <a:path w="45719" h="102774" extrusionOk="0">
                      <a:moveTo>
                        <a:pt x="0" y="102775"/>
                      </a:moveTo>
                      <a:lnTo>
                        <a:pt x="45720" y="76200"/>
                      </a:lnTo>
                      <a:lnTo>
                        <a:pt x="45720" y="0"/>
                      </a:lnTo>
                      <a:lnTo>
                        <a:pt x="0" y="26479"/>
                      </a:lnTo>
                      <a:lnTo>
                        <a:pt x="0" y="10277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27" name="Google Shape;3735;p47">
                  <a:extLst>
                    <a:ext uri="{FF2B5EF4-FFF2-40B4-BE49-F238E27FC236}">
                      <a16:creationId xmlns:a16="http://schemas.microsoft.com/office/drawing/2014/main" id="{484F89C4-12E6-F027-4172-9D0E0F92123C}"/>
                    </a:ext>
                  </a:extLst>
                </p:cNvPr>
                <p:cNvSpPr/>
                <p:nvPr/>
              </p:nvSpPr>
              <p:spPr>
                <a:xfrm>
                  <a:off x="993899" y="2643875"/>
                  <a:ext cx="54483" cy="107727"/>
                </a:xfrm>
                <a:custGeom>
                  <a:avLst/>
                  <a:gdLst/>
                  <a:ahLst/>
                  <a:cxnLst/>
                  <a:rect l="l" t="t" r="r" b="b"/>
                  <a:pathLst>
                    <a:path w="54483" h="107727" extrusionOk="0">
                      <a:moveTo>
                        <a:pt x="54483" y="107728"/>
                      </a:moveTo>
                      <a:lnTo>
                        <a:pt x="54483" y="31433"/>
                      </a:lnTo>
                      <a:lnTo>
                        <a:pt x="0" y="0"/>
                      </a:lnTo>
                      <a:lnTo>
                        <a:pt x="0" y="76200"/>
                      </a:lnTo>
                      <a:lnTo>
                        <a:pt x="54483" y="10772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28" name="Google Shape;3736;p47">
                  <a:extLst>
                    <a:ext uri="{FF2B5EF4-FFF2-40B4-BE49-F238E27FC236}">
                      <a16:creationId xmlns:a16="http://schemas.microsoft.com/office/drawing/2014/main" id="{2895CE03-E0D5-1B92-B82D-A7088D8E507C}"/>
                    </a:ext>
                  </a:extLst>
                </p:cNvPr>
                <p:cNvSpPr/>
                <p:nvPr/>
              </p:nvSpPr>
              <p:spPr>
                <a:xfrm>
                  <a:off x="993899" y="2617395"/>
                  <a:ext cx="100202" cy="57912"/>
                </a:xfrm>
                <a:custGeom>
                  <a:avLst/>
                  <a:gdLst/>
                  <a:ahLst/>
                  <a:cxnLst/>
                  <a:rect l="l" t="t" r="r" b="b"/>
                  <a:pathLst>
                    <a:path w="100202" h="57912" extrusionOk="0">
                      <a:moveTo>
                        <a:pt x="54483" y="57912"/>
                      </a:moveTo>
                      <a:lnTo>
                        <a:pt x="100203" y="31433"/>
                      </a:lnTo>
                      <a:lnTo>
                        <a:pt x="45720" y="0"/>
                      </a:lnTo>
                      <a:lnTo>
                        <a:pt x="0" y="26479"/>
                      </a:lnTo>
                      <a:lnTo>
                        <a:pt x="54483" y="57912"/>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08" name="Google Shape;3737;p47">
                <a:extLst>
                  <a:ext uri="{FF2B5EF4-FFF2-40B4-BE49-F238E27FC236}">
                    <a16:creationId xmlns:a16="http://schemas.microsoft.com/office/drawing/2014/main" id="{16FFF2A4-9C05-F957-FAEC-7F21F88E6410}"/>
                  </a:ext>
                </a:extLst>
              </p:cNvPr>
              <p:cNvGrpSpPr/>
              <p:nvPr/>
            </p:nvGrpSpPr>
            <p:grpSpPr>
              <a:xfrm>
                <a:off x="1003328" y="2425942"/>
                <a:ext cx="39338" cy="220504"/>
                <a:chOff x="1003328" y="2425942"/>
                <a:chExt cx="39338" cy="220504"/>
              </a:xfrm>
            </p:grpSpPr>
            <p:sp>
              <p:nvSpPr>
                <p:cNvPr id="5620" name="Google Shape;3738;p47">
                  <a:extLst>
                    <a:ext uri="{FF2B5EF4-FFF2-40B4-BE49-F238E27FC236}">
                      <a16:creationId xmlns:a16="http://schemas.microsoft.com/office/drawing/2014/main" id="{AC75A9AF-E02A-A70E-6839-9C69122C5ED0}"/>
                    </a:ext>
                  </a:extLst>
                </p:cNvPr>
                <p:cNvSpPr/>
                <p:nvPr/>
              </p:nvSpPr>
              <p:spPr>
                <a:xfrm>
                  <a:off x="1003328" y="2444516"/>
                  <a:ext cx="7143" cy="201930"/>
                </a:xfrm>
                <a:custGeom>
                  <a:avLst/>
                  <a:gdLst/>
                  <a:ahLst/>
                  <a:cxnLst/>
                  <a:rect l="l" t="t" r="r" b="b"/>
                  <a:pathLst>
                    <a:path w="7143" h="201930" extrusionOk="0">
                      <a:moveTo>
                        <a:pt x="0" y="0"/>
                      </a:moveTo>
                      <a:lnTo>
                        <a:pt x="0" y="197834"/>
                      </a:lnTo>
                      <a:lnTo>
                        <a:pt x="7144" y="201930"/>
                      </a:lnTo>
                      <a:lnTo>
                        <a:pt x="7144" y="409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21" name="Google Shape;3739;p47">
                  <a:extLst>
                    <a:ext uri="{FF2B5EF4-FFF2-40B4-BE49-F238E27FC236}">
                      <a16:creationId xmlns:a16="http://schemas.microsoft.com/office/drawing/2014/main" id="{35F45218-DAF0-FF38-D858-66BF4703AF6B}"/>
                    </a:ext>
                  </a:extLst>
                </p:cNvPr>
                <p:cNvSpPr/>
                <p:nvPr/>
              </p:nvSpPr>
              <p:spPr>
                <a:xfrm>
                  <a:off x="1003328" y="2425942"/>
                  <a:ext cx="39338" cy="22669"/>
                </a:xfrm>
                <a:custGeom>
                  <a:avLst/>
                  <a:gdLst/>
                  <a:ahLst/>
                  <a:cxnLst/>
                  <a:rect l="l" t="t" r="r" b="b"/>
                  <a:pathLst>
                    <a:path w="39338" h="22669" extrusionOk="0">
                      <a:moveTo>
                        <a:pt x="0" y="18574"/>
                      </a:moveTo>
                      <a:lnTo>
                        <a:pt x="7144" y="22670"/>
                      </a:lnTo>
                      <a:lnTo>
                        <a:pt x="39338" y="4096"/>
                      </a:lnTo>
                      <a:lnTo>
                        <a:pt x="32290" y="0"/>
                      </a:lnTo>
                      <a:lnTo>
                        <a:pt x="0" y="18574"/>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22" name="Google Shape;3740;p47">
                  <a:extLst>
                    <a:ext uri="{FF2B5EF4-FFF2-40B4-BE49-F238E27FC236}">
                      <a16:creationId xmlns:a16="http://schemas.microsoft.com/office/drawing/2014/main" id="{25B5DB7D-6BFC-97D7-154D-1522FA5C0857}"/>
                    </a:ext>
                  </a:extLst>
                </p:cNvPr>
                <p:cNvSpPr/>
                <p:nvPr/>
              </p:nvSpPr>
              <p:spPr>
                <a:xfrm>
                  <a:off x="1010472" y="2430038"/>
                  <a:ext cx="32194" cy="216408"/>
                </a:xfrm>
                <a:custGeom>
                  <a:avLst/>
                  <a:gdLst/>
                  <a:ahLst/>
                  <a:cxnLst/>
                  <a:rect l="l" t="t" r="r" b="b"/>
                  <a:pathLst>
                    <a:path w="32194" h="216408" extrusionOk="0">
                      <a:moveTo>
                        <a:pt x="0" y="18574"/>
                      </a:moveTo>
                      <a:lnTo>
                        <a:pt x="0" y="216408"/>
                      </a:lnTo>
                      <a:lnTo>
                        <a:pt x="32194" y="197834"/>
                      </a:lnTo>
                      <a:lnTo>
                        <a:pt x="32194" y="0"/>
                      </a:lnTo>
                      <a:lnTo>
                        <a:pt x="0" y="1857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23" name="Google Shape;3741;p47">
                  <a:extLst>
                    <a:ext uri="{FF2B5EF4-FFF2-40B4-BE49-F238E27FC236}">
                      <a16:creationId xmlns:a16="http://schemas.microsoft.com/office/drawing/2014/main" id="{4CF09B6B-45E9-75AE-AEC2-A0150FE37FA7}"/>
                    </a:ext>
                  </a:extLst>
                </p:cNvPr>
                <p:cNvSpPr/>
                <p:nvPr/>
              </p:nvSpPr>
              <p:spPr>
                <a:xfrm>
                  <a:off x="1021521" y="2436420"/>
                  <a:ext cx="10001" cy="203644"/>
                </a:xfrm>
                <a:custGeom>
                  <a:avLst/>
                  <a:gdLst/>
                  <a:ahLst/>
                  <a:cxnLst/>
                  <a:rect l="l" t="t" r="r" b="b"/>
                  <a:pathLst>
                    <a:path w="10001" h="203644" extrusionOk="0">
                      <a:moveTo>
                        <a:pt x="0" y="5810"/>
                      </a:moveTo>
                      <a:lnTo>
                        <a:pt x="0" y="203645"/>
                      </a:lnTo>
                      <a:lnTo>
                        <a:pt x="10001" y="197929"/>
                      </a:lnTo>
                      <a:lnTo>
                        <a:pt x="10001" y="0"/>
                      </a:lnTo>
                      <a:lnTo>
                        <a:pt x="0" y="581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24" name="Google Shape;3742;p47">
                  <a:extLst>
                    <a:ext uri="{FF2B5EF4-FFF2-40B4-BE49-F238E27FC236}">
                      <a16:creationId xmlns:a16="http://schemas.microsoft.com/office/drawing/2014/main" id="{14FA555E-FB55-9EC7-22E3-39526CB28680}"/>
                    </a:ext>
                  </a:extLst>
                </p:cNvPr>
                <p:cNvSpPr/>
                <p:nvPr/>
              </p:nvSpPr>
              <p:spPr>
                <a:xfrm>
                  <a:off x="1023141" y="2439087"/>
                  <a:ext cx="6858" cy="198024"/>
                </a:xfrm>
                <a:custGeom>
                  <a:avLst/>
                  <a:gdLst/>
                  <a:ahLst/>
                  <a:cxnLst/>
                  <a:rect l="l" t="t" r="r" b="b"/>
                  <a:pathLst>
                    <a:path w="6858" h="198024" extrusionOk="0">
                      <a:moveTo>
                        <a:pt x="6858" y="0"/>
                      </a:moveTo>
                      <a:lnTo>
                        <a:pt x="4953" y="1143"/>
                      </a:lnTo>
                      <a:lnTo>
                        <a:pt x="4953" y="192881"/>
                      </a:lnTo>
                      <a:lnTo>
                        <a:pt x="0" y="195834"/>
                      </a:lnTo>
                      <a:lnTo>
                        <a:pt x="0" y="198025"/>
                      </a:lnTo>
                      <a:lnTo>
                        <a:pt x="6858" y="194024"/>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25" name="Google Shape;3743;p47">
                  <a:extLst>
                    <a:ext uri="{FF2B5EF4-FFF2-40B4-BE49-F238E27FC236}">
                      <a16:creationId xmlns:a16="http://schemas.microsoft.com/office/drawing/2014/main" id="{3A0F6455-EC12-974C-BCED-D7FA14704EF6}"/>
                    </a:ext>
                  </a:extLst>
                </p:cNvPr>
                <p:cNvSpPr/>
                <p:nvPr/>
              </p:nvSpPr>
              <p:spPr>
                <a:xfrm>
                  <a:off x="1023141" y="2440230"/>
                  <a:ext cx="4952" cy="194691"/>
                </a:xfrm>
                <a:custGeom>
                  <a:avLst/>
                  <a:gdLst/>
                  <a:ahLst/>
                  <a:cxnLst/>
                  <a:rect l="l" t="t" r="r" b="b"/>
                  <a:pathLst>
                    <a:path w="4952" h="194691" extrusionOk="0">
                      <a:moveTo>
                        <a:pt x="4953" y="0"/>
                      </a:moveTo>
                      <a:lnTo>
                        <a:pt x="0" y="2858"/>
                      </a:lnTo>
                      <a:lnTo>
                        <a:pt x="0" y="194691"/>
                      </a:lnTo>
                      <a:lnTo>
                        <a:pt x="4953" y="191738"/>
                      </a:lnTo>
                      <a:lnTo>
                        <a:pt x="4953"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09" name="Google Shape;3744;p47">
                <a:extLst>
                  <a:ext uri="{FF2B5EF4-FFF2-40B4-BE49-F238E27FC236}">
                    <a16:creationId xmlns:a16="http://schemas.microsoft.com/office/drawing/2014/main" id="{C5414BFB-2155-6A30-88F8-B4F7B94B9DAF}"/>
                  </a:ext>
                </a:extLst>
              </p:cNvPr>
              <p:cNvGrpSpPr/>
              <p:nvPr/>
            </p:nvGrpSpPr>
            <p:grpSpPr>
              <a:xfrm>
                <a:off x="1044095" y="2449469"/>
                <a:ext cx="39243" cy="220504"/>
                <a:chOff x="1044095" y="2449469"/>
                <a:chExt cx="39243" cy="220504"/>
              </a:xfrm>
            </p:grpSpPr>
            <p:sp>
              <p:nvSpPr>
                <p:cNvPr id="5614" name="Google Shape;3745;p47">
                  <a:extLst>
                    <a:ext uri="{FF2B5EF4-FFF2-40B4-BE49-F238E27FC236}">
                      <a16:creationId xmlns:a16="http://schemas.microsoft.com/office/drawing/2014/main" id="{9D3433C7-CB52-A2F4-29E6-7C62D19DA6A5}"/>
                    </a:ext>
                  </a:extLst>
                </p:cNvPr>
                <p:cNvSpPr/>
                <p:nvPr/>
              </p:nvSpPr>
              <p:spPr>
                <a:xfrm>
                  <a:off x="1044095" y="2468043"/>
                  <a:ext cx="7048" cy="201930"/>
                </a:xfrm>
                <a:custGeom>
                  <a:avLst/>
                  <a:gdLst/>
                  <a:ahLst/>
                  <a:cxnLst/>
                  <a:rect l="l" t="t" r="r" b="b"/>
                  <a:pathLst>
                    <a:path w="7048" h="201930" extrusionOk="0">
                      <a:moveTo>
                        <a:pt x="0" y="0"/>
                      </a:moveTo>
                      <a:lnTo>
                        <a:pt x="0" y="197834"/>
                      </a:lnTo>
                      <a:lnTo>
                        <a:pt x="7049" y="201930"/>
                      </a:lnTo>
                      <a:lnTo>
                        <a:pt x="7049" y="409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5" name="Google Shape;3746;p47">
                  <a:extLst>
                    <a:ext uri="{FF2B5EF4-FFF2-40B4-BE49-F238E27FC236}">
                      <a16:creationId xmlns:a16="http://schemas.microsoft.com/office/drawing/2014/main" id="{5C2EB27F-7BD8-8BBA-37CE-85C3AC37C176}"/>
                    </a:ext>
                  </a:extLst>
                </p:cNvPr>
                <p:cNvSpPr/>
                <p:nvPr/>
              </p:nvSpPr>
              <p:spPr>
                <a:xfrm>
                  <a:off x="1044095" y="2449469"/>
                  <a:ext cx="39243" cy="22669"/>
                </a:xfrm>
                <a:custGeom>
                  <a:avLst/>
                  <a:gdLst/>
                  <a:ahLst/>
                  <a:cxnLst/>
                  <a:rect l="l" t="t" r="r" b="b"/>
                  <a:pathLst>
                    <a:path w="39243" h="22669" extrusionOk="0">
                      <a:moveTo>
                        <a:pt x="0" y="18574"/>
                      </a:moveTo>
                      <a:lnTo>
                        <a:pt x="7049" y="22670"/>
                      </a:lnTo>
                      <a:lnTo>
                        <a:pt x="39243" y="4096"/>
                      </a:lnTo>
                      <a:lnTo>
                        <a:pt x="32195" y="0"/>
                      </a:lnTo>
                      <a:lnTo>
                        <a:pt x="0" y="18574"/>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6" name="Google Shape;3747;p47">
                  <a:extLst>
                    <a:ext uri="{FF2B5EF4-FFF2-40B4-BE49-F238E27FC236}">
                      <a16:creationId xmlns:a16="http://schemas.microsoft.com/office/drawing/2014/main" id="{89A53F7C-7E29-4E61-C499-ABF5BA4C7CDA}"/>
                    </a:ext>
                  </a:extLst>
                </p:cNvPr>
                <p:cNvSpPr/>
                <p:nvPr/>
              </p:nvSpPr>
              <p:spPr>
                <a:xfrm>
                  <a:off x="1051144" y="2453565"/>
                  <a:ext cx="32194" cy="216408"/>
                </a:xfrm>
                <a:custGeom>
                  <a:avLst/>
                  <a:gdLst/>
                  <a:ahLst/>
                  <a:cxnLst/>
                  <a:rect l="l" t="t" r="r" b="b"/>
                  <a:pathLst>
                    <a:path w="32194" h="216408" extrusionOk="0">
                      <a:moveTo>
                        <a:pt x="0" y="18574"/>
                      </a:moveTo>
                      <a:lnTo>
                        <a:pt x="0" y="216408"/>
                      </a:lnTo>
                      <a:lnTo>
                        <a:pt x="32194" y="197834"/>
                      </a:lnTo>
                      <a:lnTo>
                        <a:pt x="32194" y="0"/>
                      </a:lnTo>
                      <a:lnTo>
                        <a:pt x="0" y="1857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7" name="Google Shape;3748;p47">
                  <a:extLst>
                    <a:ext uri="{FF2B5EF4-FFF2-40B4-BE49-F238E27FC236}">
                      <a16:creationId xmlns:a16="http://schemas.microsoft.com/office/drawing/2014/main" id="{ECA737F7-34A9-C085-6E9B-AB16C3600243}"/>
                    </a:ext>
                  </a:extLst>
                </p:cNvPr>
                <p:cNvSpPr/>
                <p:nvPr/>
              </p:nvSpPr>
              <p:spPr>
                <a:xfrm>
                  <a:off x="1062193" y="2459947"/>
                  <a:ext cx="10001" cy="203644"/>
                </a:xfrm>
                <a:custGeom>
                  <a:avLst/>
                  <a:gdLst/>
                  <a:ahLst/>
                  <a:cxnLst/>
                  <a:rect l="l" t="t" r="r" b="b"/>
                  <a:pathLst>
                    <a:path w="10001" h="203644" extrusionOk="0">
                      <a:moveTo>
                        <a:pt x="0" y="5810"/>
                      </a:moveTo>
                      <a:lnTo>
                        <a:pt x="0" y="203644"/>
                      </a:lnTo>
                      <a:lnTo>
                        <a:pt x="10001" y="197834"/>
                      </a:lnTo>
                      <a:lnTo>
                        <a:pt x="10001" y="0"/>
                      </a:lnTo>
                      <a:lnTo>
                        <a:pt x="0" y="581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8" name="Google Shape;3749;p47">
                  <a:extLst>
                    <a:ext uri="{FF2B5EF4-FFF2-40B4-BE49-F238E27FC236}">
                      <a16:creationId xmlns:a16="http://schemas.microsoft.com/office/drawing/2014/main" id="{D5046233-CC07-C75F-B1B0-E4D31F2794C3}"/>
                    </a:ext>
                  </a:extLst>
                </p:cNvPr>
                <p:cNvSpPr/>
                <p:nvPr/>
              </p:nvSpPr>
              <p:spPr>
                <a:xfrm>
                  <a:off x="1063812" y="2462614"/>
                  <a:ext cx="6858" cy="197929"/>
                </a:xfrm>
                <a:custGeom>
                  <a:avLst/>
                  <a:gdLst/>
                  <a:ahLst/>
                  <a:cxnLst/>
                  <a:rect l="l" t="t" r="r" b="b"/>
                  <a:pathLst>
                    <a:path w="6858" h="197929" extrusionOk="0">
                      <a:moveTo>
                        <a:pt x="6858" y="0"/>
                      </a:moveTo>
                      <a:lnTo>
                        <a:pt x="5048" y="1048"/>
                      </a:lnTo>
                      <a:lnTo>
                        <a:pt x="5048" y="192881"/>
                      </a:lnTo>
                      <a:lnTo>
                        <a:pt x="0" y="195834"/>
                      </a:lnTo>
                      <a:lnTo>
                        <a:pt x="0" y="197929"/>
                      </a:lnTo>
                      <a:lnTo>
                        <a:pt x="6858" y="194024"/>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9" name="Google Shape;3750;p47">
                  <a:extLst>
                    <a:ext uri="{FF2B5EF4-FFF2-40B4-BE49-F238E27FC236}">
                      <a16:creationId xmlns:a16="http://schemas.microsoft.com/office/drawing/2014/main" id="{7460543A-F240-CD8F-082B-16615288B665}"/>
                    </a:ext>
                  </a:extLst>
                </p:cNvPr>
                <p:cNvSpPr/>
                <p:nvPr/>
              </p:nvSpPr>
              <p:spPr>
                <a:xfrm>
                  <a:off x="1063812" y="2463662"/>
                  <a:ext cx="5048" cy="194786"/>
                </a:xfrm>
                <a:custGeom>
                  <a:avLst/>
                  <a:gdLst/>
                  <a:ahLst/>
                  <a:cxnLst/>
                  <a:rect l="l" t="t" r="r" b="b"/>
                  <a:pathLst>
                    <a:path w="5048" h="194786" extrusionOk="0">
                      <a:moveTo>
                        <a:pt x="5048" y="0"/>
                      </a:moveTo>
                      <a:lnTo>
                        <a:pt x="0" y="2953"/>
                      </a:lnTo>
                      <a:lnTo>
                        <a:pt x="0" y="194786"/>
                      </a:lnTo>
                      <a:lnTo>
                        <a:pt x="5048" y="191834"/>
                      </a:lnTo>
                      <a:lnTo>
                        <a:pt x="5048"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10" name="Google Shape;3751;p47">
                <a:extLst>
                  <a:ext uri="{FF2B5EF4-FFF2-40B4-BE49-F238E27FC236}">
                    <a16:creationId xmlns:a16="http://schemas.microsoft.com/office/drawing/2014/main" id="{20971597-4530-7AF2-357C-F5313090EDC9}"/>
                  </a:ext>
                </a:extLst>
              </p:cNvPr>
              <p:cNvGrpSpPr/>
              <p:nvPr/>
            </p:nvGrpSpPr>
            <p:grpSpPr>
              <a:xfrm>
                <a:off x="1003328" y="2410512"/>
                <a:ext cx="80010" cy="61627"/>
                <a:chOff x="1003328" y="2410512"/>
                <a:chExt cx="80010" cy="61627"/>
              </a:xfrm>
            </p:grpSpPr>
            <p:sp>
              <p:nvSpPr>
                <p:cNvPr id="5611" name="Google Shape;3752;p47">
                  <a:extLst>
                    <a:ext uri="{FF2B5EF4-FFF2-40B4-BE49-F238E27FC236}">
                      <a16:creationId xmlns:a16="http://schemas.microsoft.com/office/drawing/2014/main" id="{05AC500D-8EB0-FF3E-EE12-33E3507B498F}"/>
                    </a:ext>
                  </a:extLst>
                </p:cNvPr>
                <p:cNvSpPr/>
                <p:nvPr/>
              </p:nvSpPr>
              <p:spPr>
                <a:xfrm>
                  <a:off x="1003328" y="2429086"/>
                  <a:ext cx="47815" cy="43053"/>
                </a:xfrm>
                <a:custGeom>
                  <a:avLst/>
                  <a:gdLst/>
                  <a:ahLst/>
                  <a:cxnLst/>
                  <a:rect l="l" t="t" r="r" b="b"/>
                  <a:pathLst>
                    <a:path w="47815" h="43053" extrusionOk="0">
                      <a:moveTo>
                        <a:pt x="47816" y="43053"/>
                      </a:moveTo>
                      <a:lnTo>
                        <a:pt x="0" y="15431"/>
                      </a:lnTo>
                      <a:lnTo>
                        <a:pt x="0" y="0"/>
                      </a:lnTo>
                      <a:lnTo>
                        <a:pt x="47816" y="27623"/>
                      </a:lnTo>
                      <a:lnTo>
                        <a:pt x="47816" y="4305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2" name="Google Shape;3753;p47">
                  <a:extLst>
                    <a:ext uri="{FF2B5EF4-FFF2-40B4-BE49-F238E27FC236}">
                      <a16:creationId xmlns:a16="http://schemas.microsoft.com/office/drawing/2014/main" id="{72922915-FA6A-F74F-697E-023926294D73}"/>
                    </a:ext>
                  </a:extLst>
                </p:cNvPr>
                <p:cNvSpPr/>
                <p:nvPr/>
              </p:nvSpPr>
              <p:spPr>
                <a:xfrm>
                  <a:off x="1051144" y="2438039"/>
                  <a:ext cx="32194" cy="34099"/>
                </a:xfrm>
                <a:custGeom>
                  <a:avLst/>
                  <a:gdLst/>
                  <a:ahLst/>
                  <a:cxnLst/>
                  <a:rect l="l" t="t" r="r" b="b"/>
                  <a:pathLst>
                    <a:path w="32194" h="34099" extrusionOk="0">
                      <a:moveTo>
                        <a:pt x="0" y="34100"/>
                      </a:moveTo>
                      <a:lnTo>
                        <a:pt x="0" y="18669"/>
                      </a:lnTo>
                      <a:lnTo>
                        <a:pt x="32194" y="0"/>
                      </a:lnTo>
                      <a:lnTo>
                        <a:pt x="32194" y="15526"/>
                      </a:lnTo>
                      <a:lnTo>
                        <a:pt x="0" y="341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3" name="Google Shape;3754;p47">
                  <a:extLst>
                    <a:ext uri="{FF2B5EF4-FFF2-40B4-BE49-F238E27FC236}">
                      <a16:creationId xmlns:a16="http://schemas.microsoft.com/office/drawing/2014/main" id="{938EC89B-F8FF-5566-EB0A-10A468799337}"/>
                    </a:ext>
                  </a:extLst>
                </p:cNvPr>
                <p:cNvSpPr/>
                <p:nvPr/>
              </p:nvSpPr>
              <p:spPr>
                <a:xfrm>
                  <a:off x="1003328" y="2410512"/>
                  <a:ext cx="80010" cy="46196"/>
                </a:xfrm>
                <a:custGeom>
                  <a:avLst/>
                  <a:gdLst/>
                  <a:ahLst/>
                  <a:cxnLst/>
                  <a:rect l="l" t="t" r="r" b="b"/>
                  <a:pathLst>
                    <a:path w="80010" h="46196" extrusionOk="0">
                      <a:moveTo>
                        <a:pt x="47816" y="46196"/>
                      </a:moveTo>
                      <a:lnTo>
                        <a:pt x="0" y="18574"/>
                      </a:lnTo>
                      <a:lnTo>
                        <a:pt x="32290" y="0"/>
                      </a:lnTo>
                      <a:lnTo>
                        <a:pt x="80010" y="27527"/>
                      </a:lnTo>
                      <a:lnTo>
                        <a:pt x="47816" y="461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 name="Google Shape;3755;p47">
              <a:extLst>
                <a:ext uri="{FF2B5EF4-FFF2-40B4-BE49-F238E27FC236}">
                  <a16:creationId xmlns:a16="http://schemas.microsoft.com/office/drawing/2014/main" id="{945B915E-0010-FF6B-7AB6-B617BDACD17A}"/>
                </a:ext>
              </a:extLst>
            </p:cNvPr>
            <p:cNvGrpSpPr/>
            <p:nvPr/>
          </p:nvGrpSpPr>
          <p:grpSpPr>
            <a:xfrm>
              <a:off x="601945" y="2730266"/>
              <a:ext cx="465867" cy="335661"/>
              <a:chOff x="601945" y="2730266"/>
              <a:chExt cx="465867" cy="335661"/>
            </a:xfrm>
          </p:grpSpPr>
          <p:sp>
            <p:nvSpPr>
              <p:cNvPr id="5581" name="Google Shape;3756;p47">
                <a:extLst>
                  <a:ext uri="{FF2B5EF4-FFF2-40B4-BE49-F238E27FC236}">
                    <a16:creationId xmlns:a16="http://schemas.microsoft.com/office/drawing/2014/main" id="{B842BD8B-7BD5-ED38-8FBE-04A0EB472B7C}"/>
                  </a:ext>
                </a:extLst>
              </p:cNvPr>
              <p:cNvSpPr/>
              <p:nvPr/>
            </p:nvSpPr>
            <p:spPr>
              <a:xfrm>
                <a:off x="601945" y="2797132"/>
                <a:ext cx="465867" cy="268795"/>
              </a:xfrm>
              <a:custGeom>
                <a:avLst/>
                <a:gdLst/>
                <a:ahLst/>
                <a:cxnLst/>
                <a:rect l="l" t="t" r="r" b="b"/>
                <a:pathLst>
                  <a:path w="465867" h="268795" extrusionOk="0">
                    <a:moveTo>
                      <a:pt x="333566" y="268796"/>
                    </a:moveTo>
                    <a:lnTo>
                      <a:pt x="465868" y="192405"/>
                    </a:lnTo>
                    <a:lnTo>
                      <a:pt x="132207" y="0"/>
                    </a:lnTo>
                    <a:lnTo>
                      <a:pt x="0" y="76391"/>
                    </a:lnTo>
                    <a:lnTo>
                      <a:pt x="333566" y="268796"/>
                    </a:ln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2" name="Google Shape;3757;p47">
                <a:extLst>
                  <a:ext uri="{FF2B5EF4-FFF2-40B4-BE49-F238E27FC236}">
                    <a16:creationId xmlns:a16="http://schemas.microsoft.com/office/drawing/2014/main" id="{D5A00D3C-6647-0548-84DD-6C23922CABBF}"/>
                  </a:ext>
                </a:extLst>
              </p:cNvPr>
              <p:cNvSpPr/>
              <p:nvPr/>
            </p:nvSpPr>
            <p:spPr>
              <a:xfrm>
                <a:off x="645093" y="2779511"/>
                <a:ext cx="117252" cy="83248"/>
              </a:xfrm>
              <a:custGeom>
                <a:avLst/>
                <a:gdLst/>
                <a:ahLst/>
                <a:cxnLst/>
                <a:rect l="l" t="t" r="r" b="b"/>
                <a:pathLst>
                  <a:path w="117252" h="83248" extrusionOk="0">
                    <a:moveTo>
                      <a:pt x="39910" y="83248"/>
                    </a:moveTo>
                    <a:lnTo>
                      <a:pt x="0" y="52578"/>
                    </a:lnTo>
                    <a:lnTo>
                      <a:pt x="85916" y="0"/>
                    </a:lnTo>
                    <a:lnTo>
                      <a:pt x="96298" y="18288"/>
                    </a:lnTo>
                    <a:lnTo>
                      <a:pt x="117253" y="38576"/>
                    </a:lnTo>
                    <a:lnTo>
                      <a:pt x="39910" y="83248"/>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3" name="Google Shape;3758;p47">
                <a:extLst>
                  <a:ext uri="{FF2B5EF4-FFF2-40B4-BE49-F238E27FC236}">
                    <a16:creationId xmlns:a16="http://schemas.microsoft.com/office/drawing/2014/main" id="{D4BF01F8-1E81-69CA-D7F7-341963E37654}"/>
                  </a:ext>
                </a:extLst>
              </p:cNvPr>
              <p:cNvSpPr/>
              <p:nvPr/>
            </p:nvSpPr>
            <p:spPr>
              <a:xfrm>
                <a:off x="856263" y="2779511"/>
                <a:ext cx="105727" cy="146208"/>
              </a:xfrm>
              <a:custGeom>
                <a:avLst/>
                <a:gdLst/>
                <a:ahLst/>
                <a:cxnLst/>
                <a:rect l="l" t="t" r="r" b="b"/>
                <a:pathLst>
                  <a:path w="105727" h="146208" extrusionOk="0">
                    <a:moveTo>
                      <a:pt x="5715" y="80963"/>
                    </a:moveTo>
                    <a:lnTo>
                      <a:pt x="7525" y="21336"/>
                    </a:lnTo>
                    <a:lnTo>
                      <a:pt x="12001" y="0"/>
                    </a:lnTo>
                    <a:lnTo>
                      <a:pt x="4572" y="0"/>
                    </a:lnTo>
                    <a:lnTo>
                      <a:pt x="0" y="19907"/>
                    </a:lnTo>
                    <a:lnTo>
                      <a:pt x="0" y="84582"/>
                    </a:lnTo>
                    <a:lnTo>
                      <a:pt x="103822" y="146209"/>
                    </a:lnTo>
                    <a:lnTo>
                      <a:pt x="105728" y="138684"/>
                    </a:lnTo>
                    <a:lnTo>
                      <a:pt x="5715" y="809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4" name="Google Shape;3759;p47">
                <a:extLst>
                  <a:ext uri="{FF2B5EF4-FFF2-40B4-BE49-F238E27FC236}">
                    <a16:creationId xmlns:a16="http://schemas.microsoft.com/office/drawing/2014/main" id="{0B7C4013-D24C-A490-A026-38FF9E556E51}"/>
                  </a:ext>
                </a:extLst>
              </p:cNvPr>
              <p:cNvSpPr/>
              <p:nvPr/>
            </p:nvSpPr>
            <p:spPr>
              <a:xfrm>
                <a:off x="733104" y="2730266"/>
                <a:ext cx="330803" cy="243459"/>
              </a:xfrm>
              <a:custGeom>
                <a:avLst/>
                <a:gdLst/>
                <a:ahLst/>
                <a:cxnLst/>
                <a:rect l="l" t="t" r="r" b="b"/>
                <a:pathLst>
                  <a:path w="330803" h="243459" extrusionOk="0">
                    <a:moveTo>
                      <a:pt x="329756" y="225266"/>
                    </a:moveTo>
                    <a:lnTo>
                      <a:pt x="329756" y="225266"/>
                    </a:lnTo>
                    <a:cubicBezTo>
                      <a:pt x="329756" y="225266"/>
                      <a:pt x="319945" y="219647"/>
                      <a:pt x="319945" y="219647"/>
                    </a:cubicBezTo>
                    <a:lnTo>
                      <a:pt x="317945" y="204026"/>
                    </a:lnTo>
                    <a:lnTo>
                      <a:pt x="327279" y="209455"/>
                    </a:lnTo>
                    <a:lnTo>
                      <a:pt x="327279" y="209455"/>
                    </a:lnTo>
                    <a:cubicBezTo>
                      <a:pt x="327279" y="209455"/>
                      <a:pt x="326231" y="202406"/>
                      <a:pt x="326231" y="202406"/>
                    </a:cubicBezTo>
                    <a:lnTo>
                      <a:pt x="228791" y="128016"/>
                    </a:lnTo>
                    <a:lnTo>
                      <a:pt x="171641" y="56769"/>
                    </a:lnTo>
                    <a:lnTo>
                      <a:pt x="73343" y="0"/>
                    </a:lnTo>
                    <a:lnTo>
                      <a:pt x="36481" y="42291"/>
                    </a:lnTo>
                    <a:lnTo>
                      <a:pt x="0" y="9144"/>
                    </a:lnTo>
                    <a:lnTo>
                      <a:pt x="0" y="60674"/>
                    </a:lnTo>
                    <a:lnTo>
                      <a:pt x="18478" y="77438"/>
                    </a:lnTo>
                    <a:lnTo>
                      <a:pt x="32766" y="85725"/>
                    </a:lnTo>
                    <a:cubicBezTo>
                      <a:pt x="32766" y="66389"/>
                      <a:pt x="46387" y="58483"/>
                      <a:pt x="63151" y="68199"/>
                    </a:cubicBezTo>
                    <a:cubicBezTo>
                      <a:pt x="79915" y="77915"/>
                      <a:pt x="93536" y="101441"/>
                      <a:pt x="93536" y="120777"/>
                    </a:cubicBezTo>
                    <a:lnTo>
                      <a:pt x="236506" y="203359"/>
                    </a:lnTo>
                    <a:cubicBezTo>
                      <a:pt x="236506" y="184023"/>
                      <a:pt x="250126" y="176117"/>
                      <a:pt x="266891" y="185833"/>
                    </a:cubicBezTo>
                    <a:cubicBezTo>
                      <a:pt x="283655" y="195548"/>
                      <a:pt x="297275" y="219075"/>
                      <a:pt x="297275" y="238411"/>
                    </a:cubicBezTo>
                    <a:lnTo>
                      <a:pt x="306038" y="243459"/>
                    </a:lnTo>
                    <a:lnTo>
                      <a:pt x="315468" y="224028"/>
                    </a:lnTo>
                    <a:lnTo>
                      <a:pt x="330803" y="232886"/>
                    </a:lnTo>
                    <a:lnTo>
                      <a:pt x="329660" y="225362"/>
                    </a:lnTo>
                    <a:close/>
                    <a:moveTo>
                      <a:pt x="224980" y="191738"/>
                    </a:moveTo>
                    <a:lnTo>
                      <a:pt x="127349" y="135350"/>
                    </a:lnTo>
                    <a:lnTo>
                      <a:pt x="124682" y="133731"/>
                    </a:lnTo>
                    <a:lnTo>
                      <a:pt x="126873" y="69628"/>
                    </a:lnTo>
                    <a:lnTo>
                      <a:pt x="115538" y="30480"/>
                    </a:lnTo>
                    <a:lnTo>
                      <a:pt x="173069" y="63722"/>
                    </a:lnTo>
                    <a:lnTo>
                      <a:pt x="224980" y="124682"/>
                    </a:lnTo>
                    <a:lnTo>
                      <a:pt x="224980" y="124873"/>
                    </a:lnTo>
                    <a:cubicBezTo>
                      <a:pt x="224980" y="124873"/>
                      <a:pt x="224980" y="191643"/>
                      <a:pt x="224980" y="191643"/>
                    </a:cubicBezTo>
                    <a:close/>
                    <a:moveTo>
                      <a:pt x="238697" y="152019"/>
                    </a:moveTo>
                    <a:lnTo>
                      <a:pt x="233267" y="148876"/>
                    </a:lnTo>
                    <a:cubicBezTo>
                      <a:pt x="232220" y="148304"/>
                      <a:pt x="231458" y="146876"/>
                      <a:pt x="231458" y="145733"/>
                    </a:cubicBezTo>
                    <a:cubicBezTo>
                      <a:pt x="231458" y="144590"/>
                      <a:pt x="232315" y="144113"/>
                      <a:pt x="233267" y="144685"/>
                    </a:cubicBezTo>
                    <a:lnTo>
                      <a:pt x="238697" y="147828"/>
                    </a:lnTo>
                    <a:cubicBezTo>
                      <a:pt x="239744" y="148400"/>
                      <a:pt x="240506" y="149828"/>
                      <a:pt x="240506" y="150971"/>
                    </a:cubicBezTo>
                    <a:cubicBezTo>
                      <a:pt x="240506" y="152114"/>
                      <a:pt x="239649" y="152591"/>
                      <a:pt x="238697" y="15201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5" name="Google Shape;3760;p47">
                <a:extLst>
                  <a:ext uri="{FF2B5EF4-FFF2-40B4-BE49-F238E27FC236}">
                    <a16:creationId xmlns:a16="http://schemas.microsoft.com/office/drawing/2014/main" id="{F125E668-EC92-C776-F471-B4FC62C7E73D}"/>
                  </a:ext>
                </a:extLst>
              </p:cNvPr>
              <p:cNvSpPr/>
              <p:nvPr/>
            </p:nvSpPr>
            <p:spPr>
              <a:xfrm>
                <a:off x="840546" y="2960676"/>
                <a:ext cx="32004" cy="45053"/>
              </a:xfrm>
              <a:custGeom>
                <a:avLst/>
                <a:gdLst/>
                <a:ahLst/>
                <a:cxnLst/>
                <a:rect l="l" t="t" r="r" b="b"/>
                <a:pathLst>
                  <a:path w="32004" h="45053" extrusionOk="0">
                    <a:moveTo>
                      <a:pt x="4096" y="45053"/>
                    </a:moveTo>
                    <a:lnTo>
                      <a:pt x="32004" y="28956"/>
                    </a:lnTo>
                    <a:lnTo>
                      <a:pt x="32004" y="0"/>
                    </a:lnTo>
                    <a:lnTo>
                      <a:pt x="4096" y="16097"/>
                    </a:lnTo>
                    <a:lnTo>
                      <a:pt x="0" y="30194"/>
                    </a:lnTo>
                    <a:lnTo>
                      <a:pt x="4096" y="450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6" name="Google Shape;3761;p47">
                <a:extLst>
                  <a:ext uri="{FF2B5EF4-FFF2-40B4-BE49-F238E27FC236}">
                    <a16:creationId xmlns:a16="http://schemas.microsoft.com/office/drawing/2014/main" id="{08A4B303-C752-CB33-4E74-661E31B87984}"/>
                  </a:ext>
                </a:extLst>
              </p:cNvPr>
              <p:cNvSpPr/>
              <p:nvPr/>
            </p:nvSpPr>
            <p:spPr>
              <a:xfrm>
                <a:off x="636806" y="2843137"/>
                <a:ext cx="32004" cy="44958"/>
              </a:xfrm>
              <a:custGeom>
                <a:avLst/>
                <a:gdLst/>
                <a:ahLst/>
                <a:cxnLst/>
                <a:rect l="l" t="t" r="r" b="b"/>
                <a:pathLst>
                  <a:path w="32004" h="44958" extrusionOk="0">
                    <a:moveTo>
                      <a:pt x="4191" y="44958"/>
                    </a:moveTo>
                    <a:lnTo>
                      <a:pt x="32004" y="28956"/>
                    </a:lnTo>
                    <a:lnTo>
                      <a:pt x="32004" y="0"/>
                    </a:lnTo>
                    <a:lnTo>
                      <a:pt x="4191" y="16002"/>
                    </a:lnTo>
                    <a:lnTo>
                      <a:pt x="0" y="30099"/>
                    </a:lnTo>
                    <a:lnTo>
                      <a:pt x="4191" y="44958"/>
                    </a:lnTo>
                    <a:close/>
                  </a:path>
                </a:pathLst>
              </a:custGeom>
              <a:solidFill>
                <a:srgbClr val="12121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7" name="Google Shape;3762;p47">
                <a:extLst>
                  <a:ext uri="{FF2B5EF4-FFF2-40B4-BE49-F238E27FC236}">
                    <a16:creationId xmlns:a16="http://schemas.microsoft.com/office/drawing/2014/main" id="{7A746FD6-5F21-7DB8-2B3A-FC0542111516}"/>
                  </a:ext>
                </a:extLst>
              </p:cNvPr>
              <p:cNvSpPr/>
              <p:nvPr/>
            </p:nvSpPr>
            <p:spPr>
              <a:xfrm>
                <a:off x="608231" y="2739410"/>
                <a:ext cx="183356" cy="92678"/>
              </a:xfrm>
              <a:custGeom>
                <a:avLst/>
                <a:gdLst/>
                <a:ahLst/>
                <a:cxnLst/>
                <a:rect l="l" t="t" r="r" b="b"/>
                <a:pathLst>
                  <a:path w="183356" h="92678" extrusionOk="0">
                    <a:moveTo>
                      <a:pt x="58293" y="92678"/>
                    </a:moveTo>
                    <a:lnTo>
                      <a:pt x="183356" y="20479"/>
                    </a:lnTo>
                    <a:lnTo>
                      <a:pt x="124968" y="0"/>
                    </a:lnTo>
                    <a:lnTo>
                      <a:pt x="0" y="72200"/>
                    </a:lnTo>
                    <a:lnTo>
                      <a:pt x="58293" y="9267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8" name="Google Shape;3763;p47">
                <a:extLst>
                  <a:ext uri="{FF2B5EF4-FFF2-40B4-BE49-F238E27FC236}">
                    <a16:creationId xmlns:a16="http://schemas.microsoft.com/office/drawing/2014/main" id="{B1FFED87-D2B5-A05A-0469-322CDB476548}"/>
                  </a:ext>
                </a:extLst>
              </p:cNvPr>
              <p:cNvSpPr/>
              <p:nvPr/>
            </p:nvSpPr>
            <p:spPr>
              <a:xfrm>
                <a:off x="848643" y="2873332"/>
                <a:ext cx="111061" cy="112299"/>
              </a:xfrm>
              <a:custGeom>
                <a:avLst/>
                <a:gdLst/>
                <a:ahLst/>
                <a:cxnLst/>
                <a:rect l="l" t="t" r="r" b="b"/>
                <a:pathLst>
                  <a:path w="111061" h="112299" extrusionOk="0">
                    <a:moveTo>
                      <a:pt x="0" y="63532"/>
                    </a:moveTo>
                    <a:lnTo>
                      <a:pt x="0" y="112300"/>
                    </a:lnTo>
                    <a:cubicBezTo>
                      <a:pt x="0" y="112300"/>
                      <a:pt x="111061" y="48196"/>
                      <a:pt x="111061" y="48196"/>
                    </a:cubicBezTo>
                    <a:lnTo>
                      <a:pt x="111061" y="0"/>
                    </a:lnTo>
                    <a:lnTo>
                      <a:pt x="0" y="63627"/>
                    </a:lnTo>
                    <a:close/>
                    <a:moveTo>
                      <a:pt x="80963" y="30575"/>
                    </a:moveTo>
                    <a:cubicBezTo>
                      <a:pt x="80963" y="32575"/>
                      <a:pt x="79534" y="35147"/>
                      <a:pt x="77724" y="36195"/>
                    </a:cubicBezTo>
                    <a:lnTo>
                      <a:pt x="76295" y="36957"/>
                    </a:lnTo>
                    <a:cubicBezTo>
                      <a:pt x="74486" y="38005"/>
                      <a:pt x="72771" y="40672"/>
                      <a:pt x="72295" y="42863"/>
                    </a:cubicBezTo>
                    <a:lnTo>
                      <a:pt x="66961" y="64675"/>
                    </a:lnTo>
                    <a:cubicBezTo>
                      <a:pt x="66580" y="66866"/>
                      <a:pt x="64770" y="69533"/>
                      <a:pt x="62960" y="70580"/>
                    </a:cubicBezTo>
                    <a:lnTo>
                      <a:pt x="48482" y="78962"/>
                    </a:lnTo>
                    <a:cubicBezTo>
                      <a:pt x="46672" y="80010"/>
                      <a:pt x="44958" y="79438"/>
                      <a:pt x="44482" y="77629"/>
                    </a:cubicBezTo>
                    <a:lnTo>
                      <a:pt x="39148" y="62008"/>
                    </a:lnTo>
                    <a:cubicBezTo>
                      <a:pt x="38767" y="60293"/>
                      <a:pt x="36957" y="59722"/>
                      <a:pt x="35147" y="60674"/>
                    </a:cubicBezTo>
                    <a:lnTo>
                      <a:pt x="33718" y="61436"/>
                    </a:lnTo>
                    <a:cubicBezTo>
                      <a:pt x="31909" y="62484"/>
                      <a:pt x="30480" y="61627"/>
                      <a:pt x="30480" y="59531"/>
                    </a:cubicBezTo>
                    <a:lnTo>
                      <a:pt x="30480" y="53150"/>
                    </a:lnTo>
                    <a:cubicBezTo>
                      <a:pt x="30480" y="51149"/>
                      <a:pt x="31909" y="48578"/>
                      <a:pt x="33718" y="47530"/>
                    </a:cubicBezTo>
                    <a:lnTo>
                      <a:pt x="77629" y="22193"/>
                    </a:lnTo>
                    <a:cubicBezTo>
                      <a:pt x="79439" y="21146"/>
                      <a:pt x="80867" y="22003"/>
                      <a:pt x="80867" y="24003"/>
                    </a:cubicBezTo>
                    <a:lnTo>
                      <a:pt x="80867" y="3048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9" name="Google Shape;3764;p47">
                <a:extLst>
                  <a:ext uri="{FF2B5EF4-FFF2-40B4-BE49-F238E27FC236}">
                    <a16:creationId xmlns:a16="http://schemas.microsoft.com/office/drawing/2014/main" id="{5D68870C-EABA-C02E-CFB9-D768AF14B651}"/>
                  </a:ext>
                </a:extLst>
              </p:cNvPr>
              <p:cNvSpPr/>
              <p:nvPr/>
            </p:nvSpPr>
            <p:spPr>
              <a:xfrm>
                <a:off x="851214" y="2871808"/>
                <a:ext cx="111061" cy="115252"/>
              </a:xfrm>
              <a:custGeom>
                <a:avLst/>
                <a:gdLst/>
                <a:ahLst/>
                <a:cxnLst/>
                <a:rect l="l" t="t" r="r" b="b"/>
                <a:pathLst>
                  <a:path w="111061" h="115252" extrusionOk="0">
                    <a:moveTo>
                      <a:pt x="0" y="64008"/>
                    </a:moveTo>
                    <a:lnTo>
                      <a:pt x="0" y="115253"/>
                    </a:lnTo>
                    <a:lnTo>
                      <a:pt x="111062" y="51149"/>
                    </a:lnTo>
                    <a:lnTo>
                      <a:pt x="111062" y="0"/>
                    </a:lnTo>
                    <a:lnTo>
                      <a:pt x="0" y="64103"/>
                    </a:lnTo>
                    <a:close/>
                    <a:moveTo>
                      <a:pt x="80963" y="33433"/>
                    </a:moveTo>
                    <a:cubicBezTo>
                      <a:pt x="80963" y="35433"/>
                      <a:pt x="79534" y="38005"/>
                      <a:pt x="77724" y="39053"/>
                    </a:cubicBezTo>
                    <a:lnTo>
                      <a:pt x="76295" y="39815"/>
                    </a:lnTo>
                    <a:cubicBezTo>
                      <a:pt x="74486" y="40862"/>
                      <a:pt x="72771" y="43529"/>
                      <a:pt x="72295" y="45720"/>
                    </a:cubicBezTo>
                    <a:lnTo>
                      <a:pt x="66961" y="67532"/>
                    </a:lnTo>
                    <a:cubicBezTo>
                      <a:pt x="66484" y="69723"/>
                      <a:pt x="64770" y="72390"/>
                      <a:pt x="62960" y="73438"/>
                    </a:cubicBezTo>
                    <a:lnTo>
                      <a:pt x="48482" y="81820"/>
                    </a:lnTo>
                    <a:cubicBezTo>
                      <a:pt x="46672" y="82868"/>
                      <a:pt x="44958" y="82296"/>
                      <a:pt x="44482" y="80486"/>
                    </a:cubicBezTo>
                    <a:lnTo>
                      <a:pt x="39148" y="64865"/>
                    </a:lnTo>
                    <a:cubicBezTo>
                      <a:pt x="38767" y="63151"/>
                      <a:pt x="36957" y="62579"/>
                      <a:pt x="35147" y="63532"/>
                    </a:cubicBezTo>
                    <a:lnTo>
                      <a:pt x="33814" y="64294"/>
                    </a:lnTo>
                    <a:cubicBezTo>
                      <a:pt x="32004" y="65342"/>
                      <a:pt x="30575" y="64484"/>
                      <a:pt x="30575" y="62484"/>
                    </a:cubicBezTo>
                    <a:lnTo>
                      <a:pt x="30575" y="56007"/>
                    </a:lnTo>
                    <a:cubicBezTo>
                      <a:pt x="30575" y="54007"/>
                      <a:pt x="32004" y="51435"/>
                      <a:pt x="33814" y="50483"/>
                    </a:cubicBezTo>
                    <a:lnTo>
                      <a:pt x="77724" y="25146"/>
                    </a:lnTo>
                    <a:cubicBezTo>
                      <a:pt x="79534" y="24098"/>
                      <a:pt x="80963" y="24956"/>
                      <a:pt x="80963" y="26956"/>
                    </a:cubicBezTo>
                    <a:lnTo>
                      <a:pt x="80963" y="3343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590" name="Google Shape;3765;p47">
                <a:extLst>
                  <a:ext uri="{FF2B5EF4-FFF2-40B4-BE49-F238E27FC236}">
                    <a16:creationId xmlns:a16="http://schemas.microsoft.com/office/drawing/2014/main" id="{B804875F-D9DA-A717-4E1B-CF931EA97907}"/>
                  </a:ext>
                </a:extLst>
              </p:cNvPr>
              <p:cNvGrpSpPr/>
              <p:nvPr/>
            </p:nvGrpSpPr>
            <p:grpSpPr>
              <a:xfrm>
                <a:off x="941702" y="2911865"/>
                <a:ext cx="88677" cy="72719"/>
                <a:chOff x="941702" y="2911865"/>
                <a:chExt cx="88677" cy="72719"/>
              </a:xfrm>
            </p:grpSpPr>
            <p:sp>
              <p:nvSpPr>
                <p:cNvPr id="5601" name="Google Shape;3766;p47">
                  <a:extLst>
                    <a:ext uri="{FF2B5EF4-FFF2-40B4-BE49-F238E27FC236}">
                      <a16:creationId xmlns:a16="http://schemas.microsoft.com/office/drawing/2014/main" id="{3C49ED72-003E-FB75-5C0A-A5675AC8DEEA}"/>
                    </a:ext>
                  </a:extLst>
                </p:cNvPr>
                <p:cNvSpPr/>
                <p:nvPr/>
              </p:nvSpPr>
              <p:spPr>
                <a:xfrm>
                  <a:off x="941702" y="2927418"/>
                  <a:ext cx="28860" cy="22208"/>
                </a:xfrm>
                <a:custGeom>
                  <a:avLst/>
                  <a:gdLst/>
                  <a:ahLst/>
                  <a:cxnLst/>
                  <a:rect l="l" t="t" r="r" b="b"/>
                  <a:pathLst>
                    <a:path w="28860" h="22208" extrusionOk="0">
                      <a:moveTo>
                        <a:pt x="191" y="22209"/>
                      </a:moveTo>
                      <a:lnTo>
                        <a:pt x="28004" y="6111"/>
                      </a:lnTo>
                      <a:cubicBezTo>
                        <a:pt x="28004" y="5159"/>
                        <a:pt x="28004" y="4302"/>
                        <a:pt x="28004" y="3349"/>
                      </a:cubicBezTo>
                      <a:cubicBezTo>
                        <a:pt x="28004" y="3349"/>
                        <a:pt x="28861" y="2777"/>
                        <a:pt x="28861" y="2777"/>
                      </a:cubicBezTo>
                      <a:cubicBezTo>
                        <a:pt x="13240" y="-4843"/>
                        <a:pt x="0" y="3730"/>
                        <a:pt x="0" y="222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02" name="Google Shape;3767;p47">
                  <a:extLst>
                    <a:ext uri="{FF2B5EF4-FFF2-40B4-BE49-F238E27FC236}">
                      <a16:creationId xmlns:a16="http://schemas.microsoft.com/office/drawing/2014/main" id="{D1A30CB2-C93D-F195-17F2-1CDBE254714F}"/>
                    </a:ext>
                  </a:extLst>
                </p:cNvPr>
                <p:cNvSpPr/>
                <p:nvPr/>
              </p:nvSpPr>
              <p:spPr>
                <a:xfrm>
                  <a:off x="951608" y="2911865"/>
                  <a:ext cx="78771" cy="72719"/>
                </a:xfrm>
                <a:custGeom>
                  <a:avLst/>
                  <a:gdLst/>
                  <a:ahLst/>
                  <a:cxnLst/>
                  <a:rect l="l" t="t" r="r" b="b"/>
                  <a:pathLst>
                    <a:path w="78771" h="72719" extrusionOk="0">
                      <a:moveTo>
                        <a:pt x="48482" y="4139"/>
                      </a:moveTo>
                      <a:cubicBezTo>
                        <a:pt x="40100" y="-719"/>
                        <a:pt x="32575" y="-1100"/>
                        <a:pt x="27051" y="1948"/>
                      </a:cubicBezTo>
                      <a:lnTo>
                        <a:pt x="27051" y="1948"/>
                      </a:lnTo>
                      <a:cubicBezTo>
                        <a:pt x="27051" y="1948"/>
                        <a:pt x="26765" y="2044"/>
                        <a:pt x="26765" y="2044"/>
                      </a:cubicBezTo>
                      <a:cubicBezTo>
                        <a:pt x="26765" y="2044"/>
                        <a:pt x="26765" y="2044"/>
                        <a:pt x="26765" y="2044"/>
                      </a:cubicBezTo>
                      <a:lnTo>
                        <a:pt x="0" y="17474"/>
                      </a:lnTo>
                      <a:cubicBezTo>
                        <a:pt x="2191" y="16331"/>
                        <a:pt x="8477" y="14140"/>
                        <a:pt x="18098" y="18808"/>
                      </a:cubicBezTo>
                      <a:lnTo>
                        <a:pt x="18098" y="18808"/>
                      </a:lnTo>
                      <a:cubicBezTo>
                        <a:pt x="18860" y="19188"/>
                        <a:pt x="19717" y="19665"/>
                        <a:pt x="20574" y="20141"/>
                      </a:cubicBezTo>
                      <a:cubicBezTo>
                        <a:pt x="21050" y="20427"/>
                        <a:pt x="21527" y="20713"/>
                        <a:pt x="22003" y="20998"/>
                      </a:cubicBezTo>
                      <a:cubicBezTo>
                        <a:pt x="22098" y="20998"/>
                        <a:pt x="22289" y="21189"/>
                        <a:pt x="22384" y="21284"/>
                      </a:cubicBezTo>
                      <a:cubicBezTo>
                        <a:pt x="22765" y="21475"/>
                        <a:pt x="23050" y="21760"/>
                        <a:pt x="23431" y="21951"/>
                      </a:cubicBezTo>
                      <a:cubicBezTo>
                        <a:pt x="23622" y="22141"/>
                        <a:pt x="23908" y="22237"/>
                        <a:pt x="24098" y="22427"/>
                      </a:cubicBezTo>
                      <a:cubicBezTo>
                        <a:pt x="39243" y="33190"/>
                        <a:pt x="50959" y="54812"/>
                        <a:pt x="50959" y="72719"/>
                      </a:cubicBezTo>
                      <a:lnTo>
                        <a:pt x="78772" y="56622"/>
                      </a:lnTo>
                      <a:cubicBezTo>
                        <a:pt x="78772" y="37286"/>
                        <a:pt x="65151" y="13664"/>
                        <a:pt x="48387" y="40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591" name="Google Shape;3768;p47">
                <a:extLst>
                  <a:ext uri="{FF2B5EF4-FFF2-40B4-BE49-F238E27FC236}">
                    <a16:creationId xmlns:a16="http://schemas.microsoft.com/office/drawing/2014/main" id="{4B4F9EFE-F56B-E7E2-AF83-DC5BAC97E342}"/>
                  </a:ext>
                </a:extLst>
              </p:cNvPr>
              <p:cNvSpPr/>
              <p:nvPr/>
            </p:nvSpPr>
            <p:spPr>
              <a:xfrm>
                <a:off x="731009" y="2816372"/>
                <a:ext cx="105822" cy="181641"/>
              </a:xfrm>
              <a:custGeom>
                <a:avLst/>
                <a:gdLst/>
                <a:ahLst/>
                <a:cxnLst/>
                <a:rect l="l" t="t" r="r" b="b"/>
                <a:pathLst>
                  <a:path w="105822" h="181641" extrusionOk="0">
                    <a:moveTo>
                      <a:pt x="105823" y="174117"/>
                    </a:moveTo>
                    <a:lnTo>
                      <a:pt x="5715" y="116396"/>
                    </a:lnTo>
                    <a:lnTo>
                      <a:pt x="7525" y="56864"/>
                    </a:lnTo>
                    <a:lnTo>
                      <a:pt x="18669" y="3429"/>
                    </a:lnTo>
                    <a:lnTo>
                      <a:pt x="12764" y="0"/>
                    </a:lnTo>
                    <a:lnTo>
                      <a:pt x="0" y="55340"/>
                    </a:lnTo>
                    <a:lnTo>
                      <a:pt x="0" y="120015"/>
                    </a:lnTo>
                    <a:lnTo>
                      <a:pt x="103823" y="181642"/>
                    </a:lnTo>
                    <a:lnTo>
                      <a:pt x="105823" y="17411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2" name="Google Shape;3769;p47">
                <a:extLst>
                  <a:ext uri="{FF2B5EF4-FFF2-40B4-BE49-F238E27FC236}">
                    <a16:creationId xmlns:a16="http://schemas.microsoft.com/office/drawing/2014/main" id="{A80B7EC0-C3CC-DB1A-744D-53E3AD9D08F4}"/>
                  </a:ext>
                </a:extLst>
              </p:cNvPr>
              <p:cNvSpPr/>
              <p:nvPr/>
            </p:nvSpPr>
            <p:spPr>
              <a:xfrm>
                <a:off x="608041" y="2789797"/>
                <a:ext cx="330803" cy="256032"/>
              </a:xfrm>
              <a:custGeom>
                <a:avLst/>
                <a:gdLst/>
                <a:ahLst/>
                <a:cxnLst/>
                <a:rect l="l" t="t" r="r" b="b"/>
                <a:pathLst>
                  <a:path w="330803" h="256032" extrusionOk="0">
                    <a:moveTo>
                      <a:pt x="329756" y="237935"/>
                    </a:moveTo>
                    <a:lnTo>
                      <a:pt x="329756" y="237935"/>
                    </a:lnTo>
                    <a:cubicBezTo>
                      <a:pt x="329756" y="237935"/>
                      <a:pt x="319945" y="232315"/>
                      <a:pt x="319945" y="232315"/>
                    </a:cubicBezTo>
                    <a:lnTo>
                      <a:pt x="317945" y="216694"/>
                    </a:lnTo>
                    <a:lnTo>
                      <a:pt x="327279" y="222123"/>
                    </a:lnTo>
                    <a:lnTo>
                      <a:pt x="327279" y="222123"/>
                    </a:lnTo>
                    <a:lnTo>
                      <a:pt x="326231" y="215075"/>
                    </a:lnTo>
                    <a:lnTo>
                      <a:pt x="228791" y="140684"/>
                    </a:lnTo>
                    <a:lnTo>
                      <a:pt x="193548" y="56769"/>
                    </a:lnTo>
                    <a:lnTo>
                      <a:pt x="95250" y="0"/>
                    </a:lnTo>
                    <a:lnTo>
                      <a:pt x="58388" y="42291"/>
                    </a:lnTo>
                    <a:lnTo>
                      <a:pt x="0" y="21812"/>
                    </a:lnTo>
                    <a:lnTo>
                      <a:pt x="0" y="62198"/>
                    </a:lnTo>
                    <a:lnTo>
                      <a:pt x="18479" y="90107"/>
                    </a:lnTo>
                    <a:lnTo>
                      <a:pt x="32766" y="98393"/>
                    </a:lnTo>
                    <a:cubicBezTo>
                      <a:pt x="32766" y="79058"/>
                      <a:pt x="46387" y="71152"/>
                      <a:pt x="63151" y="80867"/>
                    </a:cubicBezTo>
                    <a:cubicBezTo>
                      <a:pt x="79915" y="90583"/>
                      <a:pt x="93536" y="114110"/>
                      <a:pt x="93536" y="133445"/>
                    </a:cubicBezTo>
                    <a:lnTo>
                      <a:pt x="236506" y="215932"/>
                    </a:lnTo>
                    <a:cubicBezTo>
                      <a:pt x="236506" y="196596"/>
                      <a:pt x="250127" y="188690"/>
                      <a:pt x="266891" y="198406"/>
                    </a:cubicBezTo>
                    <a:cubicBezTo>
                      <a:pt x="283655" y="208121"/>
                      <a:pt x="297275" y="231648"/>
                      <a:pt x="297275" y="250984"/>
                    </a:cubicBezTo>
                    <a:lnTo>
                      <a:pt x="306038" y="256032"/>
                    </a:lnTo>
                    <a:lnTo>
                      <a:pt x="315468" y="236601"/>
                    </a:lnTo>
                    <a:lnTo>
                      <a:pt x="330803" y="245459"/>
                    </a:lnTo>
                    <a:lnTo>
                      <a:pt x="329660" y="237935"/>
                    </a:lnTo>
                    <a:close/>
                    <a:moveTo>
                      <a:pt x="69437" y="44958"/>
                    </a:moveTo>
                    <a:lnTo>
                      <a:pt x="100394" y="9239"/>
                    </a:lnTo>
                    <a:lnTo>
                      <a:pt x="133255" y="28194"/>
                    </a:lnTo>
                    <a:lnTo>
                      <a:pt x="122968" y="75819"/>
                    </a:lnTo>
                    <a:lnTo>
                      <a:pt x="69342" y="44863"/>
                    </a:lnTo>
                    <a:close/>
                    <a:moveTo>
                      <a:pt x="224981" y="204407"/>
                    </a:moveTo>
                    <a:lnTo>
                      <a:pt x="127349" y="148019"/>
                    </a:lnTo>
                    <a:lnTo>
                      <a:pt x="124682" y="146399"/>
                    </a:lnTo>
                    <a:lnTo>
                      <a:pt x="126873" y="82296"/>
                    </a:lnTo>
                    <a:lnTo>
                      <a:pt x="137446" y="30480"/>
                    </a:lnTo>
                    <a:lnTo>
                      <a:pt x="194977" y="63722"/>
                    </a:lnTo>
                    <a:lnTo>
                      <a:pt x="224981" y="137351"/>
                    </a:lnTo>
                    <a:lnTo>
                      <a:pt x="224981" y="137541"/>
                    </a:lnTo>
                    <a:cubicBezTo>
                      <a:pt x="224981" y="137541"/>
                      <a:pt x="224981" y="204311"/>
                      <a:pt x="224981" y="204311"/>
                    </a:cubicBezTo>
                    <a:close/>
                    <a:moveTo>
                      <a:pt x="238697" y="164687"/>
                    </a:moveTo>
                    <a:lnTo>
                      <a:pt x="233267" y="161544"/>
                    </a:lnTo>
                    <a:cubicBezTo>
                      <a:pt x="232220" y="160973"/>
                      <a:pt x="231458" y="159544"/>
                      <a:pt x="231458" y="158401"/>
                    </a:cubicBezTo>
                    <a:cubicBezTo>
                      <a:pt x="231458" y="157258"/>
                      <a:pt x="232315" y="156782"/>
                      <a:pt x="233267" y="157353"/>
                    </a:cubicBezTo>
                    <a:lnTo>
                      <a:pt x="238697" y="160496"/>
                    </a:lnTo>
                    <a:cubicBezTo>
                      <a:pt x="239744" y="161068"/>
                      <a:pt x="240506" y="162497"/>
                      <a:pt x="240506" y="163640"/>
                    </a:cubicBezTo>
                    <a:cubicBezTo>
                      <a:pt x="240506" y="164783"/>
                      <a:pt x="239649" y="165259"/>
                      <a:pt x="238697" y="16468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3" name="Google Shape;3770;p47">
                <a:extLst>
                  <a:ext uri="{FF2B5EF4-FFF2-40B4-BE49-F238E27FC236}">
                    <a16:creationId xmlns:a16="http://schemas.microsoft.com/office/drawing/2014/main" id="{65622CA6-9ECE-907E-A518-1EF92E552B01}"/>
                  </a:ext>
                </a:extLst>
              </p:cNvPr>
              <p:cNvSpPr/>
              <p:nvPr/>
            </p:nvSpPr>
            <p:spPr>
              <a:xfrm>
                <a:off x="674240" y="2798370"/>
                <a:ext cx="56768" cy="70580"/>
              </a:xfrm>
              <a:custGeom>
                <a:avLst/>
                <a:gdLst/>
                <a:ahLst/>
                <a:cxnLst/>
                <a:rect l="l" t="t" r="r" b="b"/>
                <a:pathLst>
                  <a:path w="56768" h="70580" extrusionOk="0">
                    <a:moveTo>
                      <a:pt x="0" y="38195"/>
                    </a:moveTo>
                    <a:lnTo>
                      <a:pt x="56102" y="70580"/>
                    </a:lnTo>
                    <a:lnTo>
                      <a:pt x="56769" y="67246"/>
                    </a:lnTo>
                    <a:lnTo>
                      <a:pt x="3239" y="36290"/>
                    </a:lnTo>
                    <a:lnTo>
                      <a:pt x="34195" y="667"/>
                    </a:lnTo>
                    <a:lnTo>
                      <a:pt x="33147" y="0"/>
                    </a:lnTo>
                    <a:lnTo>
                      <a:pt x="0" y="3819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4" name="Google Shape;3771;p47">
                <a:extLst>
                  <a:ext uri="{FF2B5EF4-FFF2-40B4-BE49-F238E27FC236}">
                    <a16:creationId xmlns:a16="http://schemas.microsoft.com/office/drawing/2014/main" id="{921E444A-10C6-45EE-CE9E-80CFFE49A1AC}"/>
                  </a:ext>
                </a:extLst>
              </p:cNvPr>
              <p:cNvSpPr/>
              <p:nvPr/>
            </p:nvSpPr>
            <p:spPr>
              <a:xfrm>
                <a:off x="857120" y="2904764"/>
                <a:ext cx="34194" cy="18002"/>
              </a:xfrm>
              <a:custGeom>
                <a:avLst/>
                <a:gdLst/>
                <a:ahLst/>
                <a:cxnLst/>
                <a:rect l="l" t="t" r="r" b="b"/>
                <a:pathLst>
                  <a:path w="34194" h="18002" extrusionOk="0">
                    <a:moveTo>
                      <a:pt x="1143" y="18002"/>
                    </a:moveTo>
                    <a:lnTo>
                      <a:pt x="25241" y="4000"/>
                    </a:lnTo>
                    <a:lnTo>
                      <a:pt x="31718" y="8572"/>
                    </a:lnTo>
                    <a:lnTo>
                      <a:pt x="34195" y="6382"/>
                    </a:lnTo>
                    <a:lnTo>
                      <a:pt x="25527" y="0"/>
                    </a:lnTo>
                    <a:lnTo>
                      <a:pt x="0" y="14859"/>
                    </a:lnTo>
                    <a:lnTo>
                      <a:pt x="1143" y="1800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5" name="Google Shape;3772;p47">
                <a:extLst>
                  <a:ext uri="{FF2B5EF4-FFF2-40B4-BE49-F238E27FC236}">
                    <a16:creationId xmlns:a16="http://schemas.microsoft.com/office/drawing/2014/main" id="{D5756BAB-8B24-A7BB-1099-7C250B1DB9D5}"/>
                  </a:ext>
                </a:extLst>
              </p:cNvPr>
              <p:cNvSpPr/>
              <p:nvPr/>
            </p:nvSpPr>
            <p:spPr>
              <a:xfrm>
                <a:off x="920175" y="2868474"/>
                <a:ext cx="34194" cy="18002"/>
              </a:xfrm>
              <a:custGeom>
                <a:avLst/>
                <a:gdLst/>
                <a:ahLst/>
                <a:cxnLst/>
                <a:rect l="l" t="t" r="r" b="b"/>
                <a:pathLst>
                  <a:path w="34194" h="18002" extrusionOk="0">
                    <a:moveTo>
                      <a:pt x="1143" y="18002"/>
                    </a:moveTo>
                    <a:lnTo>
                      <a:pt x="25241" y="3905"/>
                    </a:lnTo>
                    <a:lnTo>
                      <a:pt x="31718" y="8572"/>
                    </a:lnTo>
                    <a:lnTo>
                      <a:pt x="34195" y="6287"/>
                    </a:lnTo>
                    <a:lnTo>
                      <a:pt x="25622" y="0"/>
                    </a:lnTo>
                    <a:lnTo>
                      <a:pt x="0" y="14859"/>
                    </a:lnTo>
                    <a:lnTo>
                      <a:pt x="1143" y="1800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6" name="Google Shape;3773;p47">
                <a:extLst>
                  <a:ext uri="{FF2B5EF4-FFF2-40B4-BE49-F238E27FC236}">
                    <a16:creationId xmlns:a16="http://schemas.microsoft.com/office/drawing/2014/main" id="{E695D592-8D83-863F-04F8-49D9FF584C58}"/>
                  </a:ext>
                </a:extLst>
              </p:cNvPr>
              <p:cNvSpPr/>
              <p:nvPr/>
            </p:nvSpPr>
            <p:spPr>
              <a:xfrm>
                <a:off x="836831" y="2858282"/>
                <a:ext cx="222503" cy="146589"/>
              </a:xfrm>
              <a:custGeom>
                <a:avLst/>
                <a:gdLst/>
                <a:ahLst/>
                <a:cxnLst/>
                <a:rect l="l" t="t" r="r" b="b"/>
                <a:pathLst>
                  <a:path w="222503" h="146589" extrusionOk="0">
                    <a:moveTo>
                      <a:pt x="125063" y="0"/>
                    </a:moveTo>
                    <a:lnTo>
                      <a:pt x="0" y="72200"/>
                    </a:lnTo>
                    <a:lnTo>
                      <a:pt x="97441" y="146590"/>
                    </a:lnTo>
                    <a:lnTo>
                      <a:pt x="222504" y="74390"/>
                    </a:lnTo>
                    <a:lnTo>
                      <a:pt x="125063" y="0"/>
                    </a:lnTo>
                    <a:close/>
                    <a:moveTo>
                      <a:pt x="108109" y="11811"/>
                    </a:moveTo>
                    <a:lnTo>
                      <a:pt x="115919" y="17526"/>
                    </a:lnTo>
                    <a:lnTo>
                      <a:pt x="92107" y="31242"/>
                    </a:lnTo>
                    <a:lnTo>
                      <a:pt x="84296" y="25527"/>
                    </a:lnTo>
                    <a:lnTo>
                      <a:pt x="108109" y="11811"/>
                    </a:lnTo>
                    <a:close/>
                    <a:moveTo>
                      <a:pt x="45053" y="48292"/>
                    </a:moveTo>
                    <a:lnTo>
                      <a:pt x="52864" y="54007"/>
                    </a:lnTo>
                    <a:lnTo>
                      <a:pt x="29051" y="67723"/>
                    </a:lnTo>
                    <a:lnTo>
                      <a:pt x="21241" y="62008"/>
                    </a:lnTo>
                    <a:lnTo>
                      <a:pt x="45053" y="48292"/>
                    </a:lnTo>
                    <a:close/>
                    <a:moveTo>
                      <a:pt x="17812" y="77153"/>
                    </a:moveTo>
                    <a:lnTo>
                      <a:pt x="129540" y="12668"/>
                    </a:lnTo>
                    <a:lnTo>
                      <a:pt x="213455" y="76867"/>
                    </a:lnTo>
                    <a:lnTo>
                      <a:pt x="101727" y="141351"/>
                    </a:lnTo>
                    <a:lnTo>
                      <a:pt x="17717" y="7715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7" name="Google Shape;3774;p47">
                <a:extLst>
                  <a:ext uri="{FF2B5EF4-FFF2-40B4-BE49-F238E27FC236}">
                    <a16:creationId xmlns:a16="http://schemas.microsoft.com/office/drawing/2014/main" id="{33F98842-E143-78BD-76C5-B827A02F207D}"/>
                  </a:ext>
                </a:extLst>
              </p:cNvPr>
              <p:cNvSpPr/>
              <p:nvPr/>
            </p:nvSpPr>
            <p:spPr>
              <a:xfrm>
                <a:off x="934368" y="2932672"/>
                <a:ext cx="129635" cy="102584"/>
              </a:xfrm>
              <a:custGeom>
                <a:avLst/>
                <a:gdLst/>
                <a:ahLst/>
                <a:cxnLst/>
                <a:rect l="l" t="t" r="r" b="b"/>
                <a:pathLst>
                  <a:path w="129635" h="102584" extrusionOk="0">
                    <a:moveTo>
                      <a:pt x="128492" y="22860"/>
                    </a:moveTo>
                    <a:lnTo>
                      <a:pt x="103823" y="37052"/>
                    </a:lnTo>
                    <a:lnTo>
                      <a:pt x="101441" y="21241"/>
                    </a:lnTo>
                    <a:lnTo>
                      <a:pt x="126111" y="7049"/>
                    </a:lnTo>
                    <a:lnTo>
                      <a:pt x="125063" y="0"/>
                    </a:lnTo>
                    <a:lnTo>
                      <a:pt x="0" y="72200"/>
                    </a:lnTo>
                    <a:lnTo>
                      <a:pt x="1048" y="79248"/>
                    </a:lnTo>
                    <a:lnTo>
                      <a:pt x="25717" y="65056"/>
                    </a:lnTo>
                    <a:lnTo>
                      <a:pt x="28099" y="80867"/>
                    </a:lnTo>
                    <a:lnTo>
                      <a:pt x="3429" y="95060"/>
                    </a:lnTo>
                    <a:lnTo>
                      <a:pt x="4572" y="102584"/>
                    </a:lnTo>
                    <a:lnTo>
                      <a:pt x="129635" y="30385"/>
                    </a:lnTo>
                    <a:lnTo>
                      <a:pt x="128492" y="22860"/>
                    </a:lnTo>
                    <a:lnTo>
                      <a:pt x="128492" y="22860"/>
                    </a:lnTo>
                    <a:close/>
                    <a:moveTo>
                      <a:pt x="34385" y="82296"/>
                    </a:moveTo>
                    <a:lnTo>
                      <a:pt x="30766" y="58579"/>
                    </a:lnTo>
                    <a:lnTo>
                      <a:pt x="96012" y="20955"/>
                    </a:lnTo>
                    <a:lnTo>
                      <a:pt x="99631" y="44672"/>
                    </a:lnTo>
                    <a:lnTo>
                      <a:pt x="34385" y="8229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8" name="Google Shape;3775;p47">
                <a:extLst>
                  <a:ext uri="{FF2B5EF4-FFF2-40B4-BE49-F238E27FC236}">
                    <a16:creationId xmlns:a16="http://schemas.microsoft.com/office/drawing/2014/main" id="{5E10C6CE-3B84-7950-F736-BCB92CBBED0F}"/>
                  </a:ext>
                </a:extLst>
              </p:cNvPr>
              <p:cNvSpPr/>
              <p:nvPr/>
            </p:nvSpPr>
            <p:spPr>
              <a:xfrm>
                <a:off x="703386" y="2730266"/>
                <a:ext cx="201358" cy="116300"/>
              </a:xfrm>
              <a:custGeom>
                <a:avLst/>
                <a:gdLst/>
                <a:ahLst/>
                <a:cxnLst/>
                <a:rect l="l" t="t" r="r" b="b"/>
                <a:pathLst>
                  <a:path w="201358" h="116300" extrusionOk="0">
                    <a:moveTo>
                      <a:pt x="98298" y="116300"/>
                    </a:moveTo>
                    <a:lnTo>
                      <a:pt x="201359" y="56674"/>
                    </a:lnTo>
                    <a:lnTo>
                      <a:pt x="103156" y="0"/>
                    </a:lnTo>
                    <a:lnTo>
                      <a:pt x="0" y="59531"/>
                    </a:lnTo>
                    <a:lnTo>
                      <a:pt x="98298" y="11630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9" name="Google Shape;3776;p47">
                <a:extLst>
                  <a:ext uri="{FF2B5EF4-FFF2-40B4-BE49-F238E27FC236}">
                    <a16:creationId xmlns:a16="http://schemas.microsoft.com/office/drawing/2014/main" id="{60DDECA0-67BC-2A36-B663-DAC085830876}"/>
                  </a:ext>
                </a:extLst>
              </p:cNvPr>
              <p:cNvSpPr/>
              <p:nvPr/>
            </p:nvSpPr>
            <p:spPr>
              <a:xfrm>
                <a:off x="801589" y="2786940"/>
                <a:ext cx="160305" cy="143446"/>
              </a:xfrm>
              <a:custGeom>
                <a:avLst/>
                <a:gdLst/>
                <a:ahLst/>
                <a:cxnLst/>
                <a:rect l="l" t="t" r="r" b="b"/>
                <a:pathLst>
                  <a:path w="160305" h="143446" extrusionOk="0">
                    <a:moveTo>
                      <a:pt x="103156" y="0"/>
                    </a:moveTo>
                    <a:lnTo>
                      <a:pt x="0" y="59531"/>
                    </a:lnTo>
                    <a:lnTo>
                      <a:pt x="35243" y="143446"/>
                    </a:lnTo>
                    <a:lnTo>
                      <a:pt x="160306" y="71247"/>
                    </a:lnTo>
                    <a:lnTo>
                      <a:pt x="103156" y="0"/>
                    </a:lnTo>
                    <a:close/>
                    <a:moveTo>
                      <a:pt x="35147" y="134493"/>
                    </a:moveTo>
                    <a:lnTo>
                      <a:pt x="4953" y="62579"/>
                    </a:lnTo>
                    <a:lnTo>
                      <a:pt x="101346" y="6953"/>
                    </a:lnTo>
                    <a:lnTo>
                      <a:pt x="150304" y="68008"/>
                    </a:lnTo>
                    <a:lnTo>
                      <a:pt x="35147" y="13449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00" name="Google Shape;3777;p47">
                <a:extLst>
                  <a:ext uri="{FF2B5EF4-FFF2-40B4-BE49-F238E27FC236}">
                    <a16:creationId xmlns:a16="http://schemas.microsoft.com/office/drawing/2014/main" id="{6237E0A3-D180-CE50-C831-2F3EB510BC2A}"/>
                  </a:ext>
                </a:extLst>
              </p:cNvPr>
              <p:cNvSpPr/>
              <p:nvPr/>
            </p:nvSpPr>
            <p:spPr>
              <a:xfrm>
                <a:off x="836831" y="2793036"/>
                <a:ext cx="119348" cy="132397"/>
              </a:xfrm>
              <a:custGeom>
                <a:avLst/>
                <a:gdLst/>
                <a:ahLst/>
                <a:cxnLst/>
                <a:rect l="l" t="t" r="r" b="b"/>
                <a:pathLst>
                  <a:path w="119348" h="132397" extrusionOk="0">
                    <a:moveTo>
                      <a:pt x="0" y="128492"/>
                    </a:moveTo>
                    <a:lnTo>
                      <a:pt x="1619" y="132397"/>
                    </a:lnTo>
                    <a:lnTo>
                      <a:pt x="119348" y="64389"/>
                    </a:lnTo>
                    <a:lnTo>
                      <a:pt x="67628" y="0"/>
                    </a:lnTo>
                    <a:lnTo>
                      <a:pt x="66103" y="952"/>
                    </a:lnTo>
                    <a:lnTo>
                      <a:pt x="115062" y="62008"/>
                    </a:lnTo>
                    <a:lnTo>
                      <a:pt x="0" y="12849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 name="Google Shape;3778;p47">
              <a:extLst>
                <a:ext uri="{FF2B5EF4-FFF2-40B4-BE49-F238E27FC236}">
                  <a16:creationId xmlns:a16="http://schemas.microsoft.com/office/drawing/2014/main" id="{DD0560C6-75AB-E0E9-5B22-312EEF669431}"/>
                </a:ext>
              </a:extLst>
            </p:cNvPr>
            <p:cNvGrpSpPr/>
            <p:nvPr/>
          </p:nvGrpSpPr>
          <p:grpSpPr>
            <a:xfrm>
              <a:off x="803875" y="2664829"/>
              <a:ext cx="239077" cy="212194"/>
              <a:chOff x="803875" y="2664829"/>
              <a:chExt cx="239077" cy="212194"/>
            </a:xfrm>
          </p:grpSpPr>
          <p:grpSp>
            <p:nvGrpSpPr>
              <p:cNvPr id="36" name="Google Shape;3779;p47">
                <a:extLst>
                  <a:ext uri="{FF2B5EF4-FFF2-40B4-BE49-F238E27FC236}">
                    <a16:creationId xmlns:a16="http://schemas.microsoft.com/office/drawing/2014/main" id="{F1338B95-C313-C4A6-7A25-558167E77B7C}"/>
                  </a:ext>
                </a:extLst>
              </p:cNvPr>
              <p:cNvGrpSpPr/>
              <p:nvPr/>
            </p:nvGrpSpPr>
            <p:grpSpPr>
              <a:xfrm>
                <a:off x="876265" y="2664829"/>
                <a:ext cx="166687" cy="122682"/>
                <a:chOff x="876265" y="2664829"/>
                <a:chExt cx="166687" cy="122682"/>
              </a:xfrm>
            </p:grpSpPr>
            <p:sp>
              <p:nvSpPr>
                <p:cNvPr id="5451" name="Google Shape;3780;p47">
                  <a:extLst>
                    <a:ext uri="{FF2B5EF4-FFF2-40B4-BE49-F238E27FC236}">
                      <a16:creationId xmlns:a16="http://schemas.microsoft.com/office/drawing/2014/main" id="{F0ED672A-9C48-1106-1901-699679EEA8EF}"/>
                    </a:ext>
                  </a:extLst>
                </p:cNvPr>
                <p:cNvSpPr/>
                <p:nvPr/>
              </p:nvSpPr>
              <p:spPr>
                <a:xfrm>
                  <a:off x="920842" y="2690547"/>
                  <a:ext cx="122110" cy="96964"/>
                </a:xfrm>
                <a:custGeom>
                  <a:avLst/>
                  <a:gdLst/>
                  <a:ahLst/>
                  <a:cxnLst/>
                  <a:rect l="l" t="t" r="r" b="b"/>
                  <a:pathLst>
                    <a:path w="122110" h="96964" extrusionOk="0">
                      <a:moveTo>
                        <a:pt x="0" y="96965"/>
                      </a:moveTo>
                      <a:lnTo>
                        <a:pt x="122111" y="26479"/>
                      </a:lnTo>
                      <a:lnTo>
                        <a:pt x="122111" y="0"/>
                      </a:lnTo>
                      <a:lnTo>
                        <a:pt x="0" y="70580"/>
                      </a:lnTo>
                      <a:lnTo>
                        <a:pt x="0" y="9696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52" name="Google Shape;3781;p47">
                  <a:extLst>
                    <a:ext uri="{FF2B5EF4-FFF2-40B4-BE49-F238E27FC236}">
                      <a16:creationId xmlns:a16="http://schemas.microsoft.com/office/drawing/2014/main" id="{5A25BD39-3DAD-A233-D71B-6894ABD92A14}"/>
                    </a:ext>
                  </a:extLst>
                </p:cNvPr>
                <p:cNvSpPr/>
                <p:nvPr/>
              </p:nvSpPr>
              <p:spPr>
                <a:xfrm>
                  <a:off x="876265" y="2735410"/>
                  <a:ext cx="44577" cy="52101"/>
                </a:xfrm>
                <a:custGeom>
                  <a:avLst/>
                  <a:gdLst/>
                  <a:ahLst/>
                  <a:cxnLst/>
                  <a:rect l="l" t="t" r="r" b="b"/>
                  <a:pathLst>
                    <a:path w="44577" h="52101" extrusionOk="0">
                      <a:moveTo>
                        <a:pt x="44577" y="52102"/>
                      </a:moveTo>
                      <a:lnTo>
                        <a:pt x="44577" y="25717"/>
                      </a:lnTo>
                      <a:lnTo>
                        <a:pt x="0" y="0"/>
                      </a:lnTo>
                      <a:lnTo>
                        <a:pt x="0" y="26479"/>
                      </a:lnTo>
                      <a:lnTo>
                        <a:pt x="44577" y="52102"/>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53" name="Google Shape;3782;p47">
                  <a:extLst>
                    <a:ext uri="{FF2B5EF4-FFF2-40B4-BE49-F238E27FC236}">
                      <a16:creationId xmlns:a16="http://schemas.microsoft.com/office/drawing/2014/main" id="{B128B7F3-4D31-D67D-96E3-09F41F2821C2}"/>
                    </a:ext>
                  </a:extLst>
                </p:cNvPr>
                <p:cNvSpPr/>
                <p:nvPr/>
              </p:nvSpPr>
              <p:spPr>
                <a:xfrm>
                  <a:off x="876265" y="2664829"/>
                  <a:ext cx="166687" cy="96297"/>
                </a:xfrm>
                <a:custGeom>
                  <a:avLst/>
                  <a:gdLst/>
                  <a:ahLst/>
                  <a:cxnLst/>
                  <a:rect l="l" t="t" r="r" b="b"/>
                  <a:pathLst>
                    <a:path w="166687" h="96297" extrusionOk="0">
                      <a:moveTo>
                        <a:pt x="44577" y="96298"/>
                      </a:moveTo>
                      <a:lnTo>
                        <a:pt x="166688" y="25717"/>
                      </a:lnTo>
                      <a:lnTo>
                        <a:pt x="122206" y="0"/>
                      </a:lnTo>
                      <a:lnTo>
                        <a:pt x="0" y="70580"/>
                      </a:lnTo>
                      <a:lnTo>
                        <a:pt x="44577" y="9629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54" name="Google Shape;3783;p47">
                  <a:extLst>
                    <a:ext uri="{FF2B5EF4-FFF2-40B4-BE49-F238E27FC236}">
                      <a16:creationId xmlns:a16="http://schemas.microsoft.com/office/drawing/2014/main" id="{3318068A-82D7-7A44-E99B-24DEB8E39357}"/>
                    </a:ext>
                  </a:extLst>
                </p:cNvPr>
                <p:cNvSpPr/>
                <p:nvPr/>
              </p:nvSpPr>
              <p:spPr>
                <a:xfrm>
                  <a:off x="891791" y="2673783"/>
                  <a:ext cx="135921" cy="78486"/>
                </a:xfrm>
                <a:custGeom>
                  <a:avLst/>
                  <a:gdLst/>
                  <a:ahLst/>
                  <a:cxnLst/>
                  <a:rect l="l" t="t" r="r" b="b"/>
                  <a:pathLst>
                    <a:path w="135921" h="78486" extrusionOk="0">
                      <a:moveTo>
                        <a:pt x="13811" y="78486"/>
                      </a:moveTo>
                      <a:lnTo>
                        <a:pt x="135922" y="7906"/>
                      </a:lnTo>
                      <a:lnTo>
                        <a:pt x="122111" y="0"/>
                      </a:lnTo>
                      <a:lnTo>
                        <a:pt x="0" y="70485"/>
                      </a:lnTo>
                      <a:lnTo>
                        <a:pt x="13811" y="784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61" name="Google Shape;3784;p47">
                  <a:extLst>
                    <a:ext uri="{FF2B5EF4-FFF2-40B4-BE49-F238E27FC236}">
                      <a16:creationId xmlns:a16="http://schemas.microsoft.com/office/drawing/2014/main" id="{B0873736-4E18-5ECB-F73E-33F4EDAF9CDF}"/>
                    </a:ext>
                  </a:extLst>
                </p:cNvPr>
                <p:cNvSpPr/>
                <p:nvPr/>
              </p:nvSpPr>
              <p:spPr>
                <a:xfrm>
                  <a:off x="895982" y="2676355"/>
                  <a:ext cx="126968" cy="69341"/>
                </a:xfrm>
                <a:custGeom>
                  <a:avLst/>
                  <a:gdLst/>
                  <a:ahLst/>
                  <a:cxnLst/>
                  <a:rect l="l" t="t" r="r" b="b"/>
                  <a:pathLst>
                    <a:path w="126968" h="69341" extrusionOk="0">
                      <a:moveTo>
                        <a:pt x="0" y="67913"/>
                      </a:moveTo>
                      <a:lnTo>
                        <a:pt x="2572" y="69342"/>
                      </a:lnTo>
                      <a:lnTo>
                        <a:pt x="117539" y="3048"/>
                      </a:lnTo>
                      <a:lnTo>
                        <a:pt x="124492" y="7048"/>
                      </a:lnTo>
                      <a:lnTo>
                        <a:pt x="126968" y="5525"/>
                      </a:lnTo>
                      <a:lnTo>
                        <a:pt x="117539" y="0"/>
                      </a:lnTo>
                      <a:lnTo>
                        <a:pt x="0" y="6791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0" name="Google Shape;3785;p47">
                  <a:extLst>
                    <a:ext uri="{FF2B5EF4-FFF2-40B4-BE49-F238E27FC236}">
                      <a16:creationId xmlns:a16="http://schemas.microsoft.com/office/drawing/2014/main" id="{F5568226-F6EE-5CD4-03C3-4075010585FC}"/>
                    </a:ext>
                  </a:extLst>
                </p:cNvPr>
                <p:cNvSpPr/>
                <p:nvPr/>
              </p:nvSpPr>
              <p:spPr>
                <a:xfrm>
                  <a:off x="898553" y="2679403"/>
                  <a:ext cx="121920" cy="70294"/>
                </a:xfrm>
                <a:custGeom>
                  <a:avLst/>
                  <a:gdLst/>
                  <a:ahLst/>
                  <a:cxnLst/>
                  <a:rect l="l" t="t" r="r" b="b"/>
                  <a:pathLst>
                    <a:path w="121920" h="70294" extrusionOk="0">
                      <a:moveTo>
                        <a:pt x="0" y="66294"/>
                      </a:moveTo>
                      <a:lnTo>
                        <a:pt x="6858" y="70295"/>
                      </a:lnTo>
                      <a:lnTo>
                        <a:pt x="121920" y="4000"/>
                      </a:lnTo>
                      <a:lnTo>
                        <a:pt x="114967" y="0"/>
                      </a:lnTo>
                      <a:lnTo>
                        <a:pt x="0" y="6629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 name="Google Shape;3786;p47">
                <a:extLst>
                  <a:ext uri="{FF2B5EF4-FFF2-40B4-BE49-F238E27FC236}">
                    <a16:creationId xmlns:a16="http://schemas.microsoft.com/office/drawing/2014/main" id="{7E934605-8453-D844-899B-0E2011ED7EC4}"/>
                  </a:ext>
                </a:extLst>
              </p:cNvPr>
              <p:cNvGrpSpPr/>
              <p:nvPr/>
            </p:nvGrpSpPr>
            <p:grpSpPr>
              <a:xfrm>
                <a:off x="841308" y="2781130"/>
                <a:ext cx="46005" cy="95893"/>
                <a:chOff x="841308" y="2781130"/>
                <a:chExt cx="46005" cy="95893"/>
              </a:xfrm>
            </p:grpSpPr>
            <p:grpSp>
              <p:nvGrpSpPr>
                <p:cNvPr id="50" name="Google Shape;3787;p47">
                  <a:extLst>
                    <a:ext uri="{FF2B5EF4-FFF2-40B4-BE49-F238E27FC236}">
                      <a16:creationId xmlns:a16="http://schemas.microsoft.com/office/drawing/2014/main" id="{1C4E488D-4953-E62E-A985-1B10248EEBA4}"/>
                    </a:ext>
                  </a:extLst>
                </p:cNvPr>
                <p:cNvGrpSpPr/>
                <p:nvPr/>
              </p:nvGrpSpPr>
              <p:grpSpPr>
                <a:xfrm>
                  <a:off x="860263" y="2857282"/>
                  <a:ext cx="8191" cy="19741"/>
                  <a:chOff x="860263" y="2857282"/>
                  <a:chExt cx="8191" cy="19741"/>
                </a:xfrm>
              </p:grpSpPr>
              <p:sp>
                <p:nvSpPr>
                  <p:cNvPr id="5448" name="Google Shape;3788;p47">
                    <a:extLst>
                      <a:ext uri="{FF2B5EF4-FFF2-40B4-BE49-F238E27FC236}">
                        <a16:creationId xmlns:a16="http://schemas.microsoft.com/office/drawing/2014/main" id="{39CA2C82-F214-4F22-D00B-F857F920BAB1}"/>
                      </a:ext>
                    </a:extLst>
                  </p:cNvPr>
                  <p:cNvSpPr/>
                  <p:nvPr/>
                </p:nvSpPr>
                <p:spPr>
                  <a:xfrm>
                    <a:off x="862001" y="2872498"/>
                    <a:ext cx="4429" cy="2524"/>
                  </a:xfrm>
                  <a:custGeom>
                    <a:avLst/>
                    <a:gdLst/>
                    <a:ahLst/>
                    <a:cxnLst/>
                    <a:rect l="l" t="t" r="r" b="b"/>
                    <a:pathLst>
                      <a:path w="4429" h="2524" extrusionOk="0">
                        <a:moveTo>
                          <a:pt x="643" y="2167"/>
                        </a:moveTo>
                        <a:cubicBezTo>
                          <a:pt x="1500" y="2643"/>
                          <a:pt x="2929" y="2643"/>
                          <a:pt x="3786" y="2167"/>
                        </a:cubicBezTo>
                        <a:cubicBezTo>
                          <a:pt x="4643" y="1691"/>
                          <a:pt x="4643" y="833"/>
                          <a:pt x="3786" y="357"/>
                        </a:cubicBezTo>
                        <a:cubicBezTo>
                          <a:pt x="2929" y="-119"/>
                          <a:pt x="1500" y="-119"/>
                          <a:pt x="643" y="357"/>
                        </a:cubicBezTo>
                        <a:cubicBezTo>
                          <a:pt x="-214" y="833"/>
                          <a:pt x="-214" y="1691"/>
                          <a:pt x="643" y="2167"/>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49" name="Google Shape;3789;p47">
                    <a:extLst>
                      <a:ext uri="{FF2B5EF4-FFF2-40B4-BE49-F238E27FC236}">
                        <a16:creationId xmlns:a16="http://schemas.microsoft.com/office/drawing/2014/main" id="{DD9793C6-7DCB-CE17-DEB5-BF631BB540C6}"/>
                      </a:ext>
                    </a:extLst>
                  </p:cNvPr>
                  <p:cNvSpPr/>
                  <p:nvPr/>
                </p:nvSpPr>
                <p:spPr>
                  <a:xfrm>
                    <a:off x="860358" y="2859616"/>
                    <a:ext cx="8096" cy="17407"/>
                  </a:xfrm>
                  <a:custGeom>
                    <a:avLst/>
                    <a:gdLst/>
                    <a:ahLst/>
                    <a:cxnLst/>
                    <a:rect l="l" t="t" r="r" b="b"/>
                    <a:pathLst>
                      <a:path w="8096" h="17407" extrusionOk="0">
                        <a:moveTo>
                          <a:pt x="8001" y="0"/>
                        </a:moveTo>
                        <a:lnTo>
                          <a:pt x="8001" y="15145"/>
                        </a:lnTo>
                        <a:lnTo>
                          <a:pt x="8001" y="15145"/>
                        </a:lnTo>
                        <a:cubicBezTo>
                          <a:pt x="8001" y="15716"/>
                          <a:pt x="7620" y="16288"/>
                          <a:pt x="6858" y="16764"/>
                        </a:cubicBezTo>
                        <a:cubicBezTo>
                          <a:pt x="5334" y="17621"/>
                          <a:pt x="2762" y="17621"/>
                          <a:pt x="1143" y="16764"/>
                        </a:cubicBezTo>
                        <a:cubicBezTo>
                          <a:pt x="381" y="16288"/>
                          <a:pt x="0" y="15716"/>
                          <a:pt x="0" y="15145"/>
                        </a:cubicBezTo>
                        <a:lnTo>
                          <a:pt x="0" y="0"/>
                        </a:lnTo>
                        <a:lnTo>
                          <a:pt x="8096"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50" name="Google Shape;3790;p47">
                    <a:extLst>
                      <a:ext uri="{FF2B5EF4-FFF2-40B4-BE49-F238E27FC236}">
                        <a16:creationId xmlns:a16="http://schemas.microsoft.com/office/drawing/2014/main" id="{EEA7BD56-359E-614F-E403-6E3F9A6418DB}"/>
                      </a:ext>
                    </a:extLst>
                  </p:cNvPr>
                  <p:cNvSpPr/>
                  <p:nvPr/>
                </p:nvSpPr>
                <p:spPr>
                  <a:xfrm>
                    <a:off x="860263" y="2857282"/>
                    <a:ext cx="8072" cy="4595"/>
                  </a:xfrm>
                  <a:custGeom>
                    <a:avLst/>
                    <a:gdLst/>
                    <a:ahLst/>
                    <a:cxnLst/>
                    <a:rect l="l" t="t" r="r" b="b"/>
                    <a:pathLst>
                      <a:path w="8072" h="4595" extrusionOk="0">
                        <a:moveTo>
                          <a:pt x="1143" y="3953"/>
                        </a:moveTo>
                        <a:cubicBezTo>
                          <a:pt x="2762" y="4810"/>
                          <a:pt x="5239" y="4810"/>
                          <a:pt x="6858" y="3953"/>
                        </a:cubicBezTo>
                        <a:cubicBezTo>
                          <a:pt x="8477" y="3000"/>
                          <a:pt x="8477" y="1572"/>
                          <a:pt x="6858" y="714"/>
                        </a:cubicBezTo>
                        <a:cubicBezTo>
                          <a:pt x="5334" y="-238"/>
                          <a:pt x="2762" y="-238"/>
                          <a:pt x="1143" y="714"/>
                        </a:cubicBezTo>
                        <a:cubicBezTo>
                          <a:pt x="-381" y="1572"/>
                          <a:pt x="-381" y="3096"/>
                          <a:pt x="1143" y="3953"/>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 name="Google Shape;3791;p47">
                  <a:extLst>
                    <a:ext uri="{FF2B5EF4-FFF2-40B4-BE49-F238E27FC236}">
                      <a16:creationId xmlns:a16="http://schemas.microsoft.com/office/drawing/2014/main" id="{82848698-1DC2-67E9-8DD5-F3EA4A24EA93}"/>
                    </a:ext>
                  </a:extLst>
                </p:cNvPr>
                <p:cNvGrpSpPr/>
                <p:nvPr/>
              </p:nvGrpSpPr>
              <p:grpSpPr>
                <a:xfrm>
                  <a:off x="852548" y="2848852"/>
                  <a:ext cx="23621" cy="17145"/>
                  <a:chOff x="852548" y="2848852"/>
                  <a:chExt cx="23621" cy="17145"/>
                </a:xfrm>
              </p:grpSpPr>
              <p:sp>
                <p:nvSpPr>
                  <p:cNvPr id="5446" name="Google Shape;3792;p47">
                    <a:extLst>
                      <a:ext uri="{FF2B5EF4-FFF2-40B4-BE49-F238E27FC236}">
                        <a16:creationId xmlns:a16="http://schemas.microsoft.com/office/drawing/2014/main" id="{0950A8DD-8788-CF7F-22F9-0163FA238B26}"/>
                      </a:ext>
                    </a:extLst>
                  </p:cNvPr>
                  <p:cNvSpPr/>
                  <p:nvPr/>
                </p:nvSpPr>
                <p:spPr>
                  <a:xfrm>
                    <a:off x="852548" y="2855711"/>
                    <a:ext cx="23621" cy="10286"/>
                  </a:xfrm>
                  <a:custGeom>
                    <a:avLst/>
                    <a:gdLst/>
                    <a:ahLst/>
                    <a:cxnLst/>
                    <a:rect l="l" t="t" r="r" b="b"/>
                    <a:pathLst>
                      <a:path w="23621" h="10286" extrusionOk="0">
                        <a:moveTo>
                          <a:pt x="23527" y="0"/>
                        </a:moveTo>
                        <a:lnTo>
                          <a:pt x="23527" y="3429"/>
                        </a:lnTo>
                        <a:lnTo>
                          <a:pt x="23527" y="3429"/>
                        </a:lnTo>
                        <a:cubicBezTo>
                          <a:pt x="23527" y="5239"/>
                          <a:pt x="22384" y="6858"/>
                          <a:pt x="20098" y="8287"/>
                        </a:cubicBezTo>
                        <a:cubicBezTo>
                          <a:pt x="15526" y="10954"/>
                          <a:pt x="8001" y="10954"/>
                          <a:pt x="3429" y="8287"/>
                        </a:cubicBezTo>
                        <a:cubicBezTo>
                          <a:pt x="1143" y="6953"/>
                          <a:pt x="0" y="5239"/>
                          <a:pt x="0" y="3429"/>
                        </a:cubicBezTo>
                        <a:lnTo>
                          <a:pt x="0" y="0"/>
                        </a:lnTo>
                        <a:lnTo>
                          <a:pt x="2362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47" name="Google Shape;3793;p47">
                    <a:extLst>
                      <a:ext uri="{FF2B5EF4-FFF2-40B4-BE49-F238E27FC236}">
                        <a16:creationId xmlns:a16="http://schemas.microsoft.com/office/drawing/2014/main" id="{289638CA-FEB1-A02C-2BF7-49EA5C113F8F}"/>
                      </a:ext>
                    </a:extLst>
                  </p:cNvPr>
                  <p:cNvSpPr/>
                  <p:nvPr/>
                </p:nvSpPr>
                <p:spPr>
                  <a:xfrm>
                    <a:off x="852548" y="2848852"/>
                    <a:ext cx="23526" cy="13620"/>
                  </a:xfrm>
                  <a:custGeom>
                    <a:avLst/>
                    <a:gdLst/>
                    <a:ahLst/>
                    <a:cxnLst/>
                    <a:rect l="l" t="t" r="r" b="b"/>
                    <a:pathLst>
                      <a:path w="23526" h="13620" extrusionOk="0">
                        <a:moveTo>
                          <a:pt x="3429" y="11621"/>
                        </a:moveTo>
                        <a:cubicBezTo>
                          <a:pt x="8001" y="14288"/>
                          <a:pt x="15526" y="14288"/>
                          <a:pt x="20098" y="11621"/>
                        </a:cubicBezTo>
                        <a:cubicBezTo>
                          <a:pt x="24670" y="8953"/>
                          <a:pt x="24670" y="4667"/>
                          <a:pt x="20098" y="2000"/>
                        </a:cubicBezTo>
                        <a:cubicBezTo>
                          <a:pt x="15526" y="-667"/>
                          <a:pt x="8001" y="-667"/>
                          <a:pt x="3429" y="2000"/>
                        </a:cubicBezTo>
                        <a:cubicBezTo>
                          <a:pt x="-1143" y="4667"/>
                          <a:pt x="-1143" y="8953"/>
                          <a:pt x="3429" y="1162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2" name="Google Shape;3794;p47">
                  <a:extLst>
                    <a:ext uri="{FF2B5EF4-FFF2-40B4-BE49-F238E27FC236}">
                      <a16:creationId xmlns:a16="http://schemas.microsoft.com/office/drawing/2014/main" id="{7A06B610-460A-6365-9CD7-1AB95DB249DF}"/>
                    </a:ext>
                  </a:extLst>
                </p:cNvPr>
                <p:cNvGrpSpPr/>
                <p:nvPr/>
              </p:nvGrpSpPr>
              <p:grpSpPr>
                <a:xfrm>
                  <a:off x="855762" y="2831255"/>
                  <a:ext cx="17168" cy="28645"/>
                  <a:chOff x="855762" y="2831255"/>
                  <a:chExt cx="17168" cy="28645"/>
                </a:xfrm>
              </p:grpSpPr>
              <p:sp>
                <p:nvSpPr>
                  <p:cNvPr id="5444" name="Google Shape;3795;p47">
                    <a:extLst>
                      <a:ext uri="{FF2B5EF4-FFF2-40B4-BE49-F238E27FC236}">
                        <a16:creationId xmlns:a16="http://schemas.microsoft.com/office/drawing/2014/main" id="{FD3E8AD4-179B-BF2B-29A7-5EE39BAE8997}"/>
                      </a:ext>
                    </a:extLst>
                  </p:cNvPr>
                  <p:cNvSpPr/>
                  <p:nvPr/>
                </p:nvSpPr>
                <p:spPr>
                  <a:xfrm>
                    <a:off x="855786" y="2836279"/>
                    <a:ext cx="17144" cy="23621"/>
                  </a:xfrm>
                  <a:custGeom>
                    <a:avLst/>
                    <a:gdLst/>
                    <a:ahLst/>
                    <a:cxnLst/>
                    <a:rect l="l" t="t" r="r" b="b"/>
                    <a:pathLst>
                      <a:path w="17144" h="23621" extrusionOk="0">
                        <a:moveTo>
                          <a:pt x="17050" y="0"/>
                        </a:moveTo>
                        <a:lnTo>
                          <a:pt x="17050" y="18764"/>
                        </a:lnTo>
                        <a:lnTo>
                          <a:pt x="17050" y="18764"/>
                        </a:lnTo>
                        <a:cubicBezTo>
                          <a:pt x="17050" y="20003"/>
                          <a:pt x="16192" y="21241"/>
                          <a:pt x="14573" y="22193"/>
                        </a:cubicBezTo>
                        <a:cubicBezTo>
                          <a:pt x="11240" y="24098"/>
                          <a:pt x="5810" y="24098"/>
                          <a:pt x="2476" y="22193"/>
                        </a:cubicBezTo>
                        <a:cubicBezTo>
                          <a:pt x="857" y="21241"/>
                          <a:pt x="0" y="19907"/>
                          <a:pt x="0" y="18764"/>
                        </a:cubicBezTo>
                        <a:lnTo>
                          <a:pt x="0" y="0"/>
                        </a:lnTo>
                        <a:lnTo>
                          <a:pt x="17145"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45" name="Google Shape;3796;p47">
                    <a:extLst>
                      <a:ext uri="{FF2B5EF4-FFF2-40B4-BE49-F238E27FC236}">
                        <a16:creationId xmlns:a16="http://schemas.microsoft.com/office/drawing/2014/main" id="{BBD8B160-AC93-3DA0-9DAA-891516ACE311}"/>
                      </a:ext>
                    </a:extLst>
                  </p:cNvPr>
                  <p:cNvSpPr/>
                  <p:nvPr/>
                </p:nvSpPr>
                <p:spPr>
                  <a:xfrm>
                    <a:off x="855762" y="2831255"/>
                    <a:ext cx="17097" cy="9882"/>
                  </a:xfrm>
                  <a:custGeom>
                    <a:avLst/>
                    <a:gdLst/>
                    <a:ahLst/>
                    <a:cxnLst/>
                    <a:rect l="l" t="t" r="r" b="b"/>
                    <a:pathLst>
                      <a:path w="17097" h="9882" extrusionOk="0">
                        <a:moveTo>
                          <a:pt x="2500" y="8453"/>
                        </a:moveTo>
                        <a:cubicBezTo>
                          <a:pt x="5834" y="10358"/>
                          <a:pt x="11263" y="10358"/>
                          <a:pt x="14597" y="8453"/>
                        </a:cubicBezTo>
                        <a:cubicBezTo>
                          <a:pt x="17931" y="6548"/>
                          <a:pt x="17931" y="3405"/>
                          <a:pt x="14597" y="1500"/>
                        </a:cubicBezTo>
                        <a:cubicBezTo>
                          <a:pt x="11263" y="-500"/>
                          <a:pt x="5834" y="-500"/>
                          <a:pt x="2500" y="1500"/>
                        </a:cubicBezTo>
                        <a:cubicBezTo>
                          <a:pt x="-833" y="3405"/>
                          <a:pt x="-833" y="6548"/>
                          <a:pt x="2500" y="8453"/>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3" name="Google Shape;3797;p47">
                  <a:extLst>
                    <a:ext uri="{FF2B5EF4-FFF2-40B4-BE49-F238E27FC236}">
                      <a16:creationId xmlns:a16="http://schemas.microsoft.com/office/drawing/2014/main" id="{AB8616B0-7817-9505-9FB0-1EF6C0431247}"/>
                    </a:ext>
                  </a:extLst>
                </p:cNvPr>
                <p:cNvGrpSpPr/>
                <p:nvPr/>
              </p:nvGrpSpPr>
              <p:grpSpPr>
                <a:xfrm>
                  <a:off x="846118" y="2824635"/>
                  <a:ext cx="36433" cy="26146"/>
                  <a:chOff x="846118" y="2824635"/>
                  <a:chExt cx="36433" cy="26146"/>
                </a:xfrm>
              </p:grpSpPr>
              <p:sp>
                <p:nvSpPr>
                  <p:cNvPr id="5442" name="Google Shape;3798;p47">
                    <a:extLst>
                      <a:ext uri="{FF2B5EF4-FFF2-40B4-BE49-F238E27FC236}">
                        <a16:creationId xmlns:a16="http://schemas.microsoft.com/office/drawing/2014/main" id="{28E6D210-1E09-8914-44CB-7AC02124B7E0}"/>
                      </a:ext>
                    </a:extLst>
                  </p:cNvPr>
                  <p:cNvSpPr/>
                  <p:nvPr/>
                </p:nvSpPr>
                <p:spPr>
                  <a:xfrm>
                    <a:off x="846166" y="2835041"/>
                    <a:ext cx="36385" cy="15740"/>
                  </a:xfrm>
                  <a:custGeom>
                    <a:avLst/>
                    <a:gdLst/>
                    <a:ahLst/>
                    <a:cxnLst/>
                    <a:rect l="l" t="t" r="r" b="b"/>
                    <a:pathLst>
                      <a:path w="36385" h="15740" extrusionOk="0">
                        <a:moveTo>
                          <a:pt x="36385" y="0"/>
                        </a:moveTo>
                        <a:lnTo>
                          <a:pt x="36385" y="5239"/>
                        </a:lnTo>
                        <a:lnTo>
                          <a:pt x="36290" y="5239"/>
                        </a:lnTo>
                        <a:cubicBezTo>
                          <a:pt x="36290" y="7906"/>
                          <a:pt x="34481" y="10573"/>
                          <a:pt x="30956" y="12668"/>
                        </a:cubicBezTo>
                        <a:cubicBezTo>
                          <a:pt x="23908" y="16764"/>
                          <a:pt x="12382" y="16764"/>
                          <a:pt x="5334" y="12668"/>
                        </a:cubicBezTo>
                        <a:cubicBezTo>
                          <a:pt x="1810" y="10573"/>
                          <a:pt x="0" y="7906"/>
                          <a:pt x="0" y="5239"/>
                        </a:cubicBezTo>
                        <a:lnTo>
                          <a:pt x="0" y="0"/>
                        </a:lnTo>
                        <a:lnTo>
                          <a:pt x="36385"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43" name="Google Shape;3799;p47">
                    <a:extLst>
                      <a:ext uri="{FF2B5EF4-FFF2-40B4-BE49-F238E27FC236}">
                        <a16:creationId xmlns:a16="http://schemas.microsoft.com/office/drawing/2014/main" id="{3B007C10-9D97-3F0C-0220-8CD9D6D6F99B}"/>
                      </a:ext>
                    </a:extLst>
                  </p:cNvPr>
                  <p:cNvSpPr/>
                  <p:nvPr/>
                </p:nvSpPr>
                <p:spPr>
                  <a:xfrm>
                    <a:off x="846118" y="2824635"/>
                    <a:ext cx="36194" cy="20907"/>
                  </a:xfrm>
                  <a:custGeom>
                    <a:avLst/>
                    <a:gdLst/>
                    <a:ahLst/>
                    <a:cxnLst/>
                    <a:rect l="l" t="t" r="r" b="b"/>
                    <a:pathLst>
                      <a:path w="36194" h="20907" extrusionOk="0">
                        <a:moveTo>
                          <a:pt x="5286" y="17836"/>
                        </a:moveTo>
                        <a:cubicBezTo>
                          <a:pt x="12430" y="21931"/>
                          <a:pt x="23860" y="21931"/>
                          <a:pt x="30909" y="17836"/>
                        </a:cubicBezTo>
                        <a:cubicBezTo>
                          <a:pt x="37957" y="13740"/>
                          <a:pt x="37957" y="7168"/>
                          <a:pt x="30909" y="3072"/>
                        </a:cubicBezTo>
                        <a:cubicBezTo>
                          <a:pt x="23860" y="-1024"/>
                          <a:pt x="12335" y="-1024"/>
                          <a:pt x="5286" y="3072"/>
                        </a:cubicBezTo>
                        <a:cubicBezTo>
                          <a:pt x="-1762" y="7168"/>
                          <a:pt x="-1762" y="13740"/>
                          <a:pt x="5286" y="17836"/>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4" name="Google Shape;3800;p47">
                  <a:extLst>
                    <a:ext uri="{FF2B5EF4-FFF2-40B4-BE49-F238E27FC236}">
                      <a16:creationId xmlns:a16="http://schemas.microsoft.com/office/drawing/2014/main" id="{901200C2-4801-758C-0866-7C77EC68584C}"/>
                    </a:ext>
                  </a:extLst>
                </p:cNvPr>
                <p:cNvGrpSpPr/>
                <p:nvPr/>
              </p:nvGrpSpPr>
              <p:grpSpPr>
                <a:xfrm>
                  <a:off x="850643" y="2810848"/>
                  <a:ext cx="27431" cy="30765"/>
                  <a:chOff x="850643" y="2810848"/>
                  <a:chExt cx="27431" cy="30765"/>
                </a:xfrm>
              </p:grpSpPr>
              <p:sp>
                <p:nvSpPr>
                  <p:cNvPr id="5440" name="Google Shape;3801;p47">
                    <a:extLst>
                      <a:ext uri="{FF2B5EF4-FFF2-40B4-BE49-F238E27FC236}">
                        <a16:creationId xmlns:a16="http://schemas.microsoft.com/office/drawing/2014/main" id="{65E256F2-4058-1C1D-E377-2609C0EA880B}"/>
                      </a:ext>
                    </a:extLst>
                  </p:cNvPr>
                  <p:cNvSpPr/>
                  <p:nvPr/>
                </p:nvSpPr>
                <p:spPr>
                  <a:xfrm>
                    <a:off x="850738" y="2818658"/>
                    <a:ext cx="27336" cy="22955"/>
                  </a:xfrm>
                  <a:custGeom>
                    <a:avLst/>
                    <a:gdLst/>
                    <a:ahLst/>
                    <a:cxnLst/>
                    <a:rect l="l" t="t" r="r" b="b"/>
                    <a:pathLst>
                      <a:path w="27336" h="22955" extrusionOk="0">
                        <a:moveTo>
                          <a:pt x="27242" y="0"/>
                        </a:moveTo>
                        <a:lnTo>
                          <a:pt x="27242" y="15145"/>
                        </a:lnTo>
                        <a:lnTo>
                          <a:pt x="27242" y="15145"/>
                        </a:lnTo>
                        <a:cubicBezTo>
                          <a:pt x="27242" y="17145"/>
                          <a:pt x="25908" y="19145"/>
                          <a:pt x="23241" y="20669"/>
                        </a:cubicBezTo>
                        <a:cubicBezTo>
                          <a:pt x="17907" y="23717"/>
                          <a:pt x="9239" y="23717"/>
                          <a:pt x="4001" y="20669"/>
                        </a:cubicBezTo>
                        <a:cubicBezTo>
                          <a:pt x="1334" y="19145"/>
                          <a:pt x="0" y="17145"/>
                          <a:pt x="0" y="15145"/>
                        </a:cubicBezTo>
                        <a:lnTo>
                          <a:pt x="0" y="0"/>
                        </a:lnTo>
                        <a:lnTo>
                          <a:pt x="2733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41" name="Google Shape;3802;p47">
                    <a:extLst>
                      <a:ext uri="{FF2B5EF4-FFF2-40B4-BE49-F238E27FC236}">
                        <a16:creationId xmlns:a16="http://schemas.microsoft.com/office/drawing/2014/main" id="{D3D74A68-0A09-7241-798E-9F1D50242B30}"/>
                      </a:ext>
                    </a:extLst>
                  </p:cNvPr>
                  <p:cNvSpPr/>
                  <p:nvPr/>
                </p:nvSpPr>
                <p:spPr>
                  <a:xfrm>
                    <a:off x="850643" y="2810848"/>
                    <a:ext cx="27241" cy="15716"/>
                  </a:xfrm>
                  <a:custGeom>
                    <a:avLst/>
                    <a:gdLst/>
                    <a:ahLst/>
                    <a:cxnLst/>
                    <a:rect l="l" t="t" r="r" b="b"/>
                    <a:pathLst>
                      <a:path w="27241" h="15716" extrusionOk="0">
                        <a:moveTo>
                          <a:pt x="4000" y="13430"/>
                        </a:moveTo>
                        <a:cubicBezTo>
                          <a:pt x="9334" y="16478"/>
                          <a:pt x="18002" y="16478"/>
                          <a:pt x="23241" y="13430"/>
                        </a:cubicBezTo>
                        <a:cubicBezTo>
                          <a:pt x="28575" y="10287"/>
                          <a:pt x="28575" y="5334"/>
                          <a:pt x="23241" y="2286"/>
                        </a:cubicBezTo>
                        <a:cubicBezTo>
                          <a:pt x="17907" y="-762"/>
                          <a:pt x="9239" y="-762"/>
                          <a:pt x="4000" y="2286"/>
                        </a:cubicBezTo>
                        <a:cubicBezTo>
                          <a:pt x="-1333" y="5334"/>
                          <a:pt x="-1333" y="10382"/>
                          <a:pt x="4000" y="13430"/>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 name="Google Shape;3803;p47">
                  <a:extLst>
                    <a:ext uri="{FF2B5EF4-FFF2-40B4-BE49-F238E27FC236}">
                      <a16:creationId xmlns:a16="http://schemas.microsoft.com/office/drawing/2014/main" id="{69B2BCA9-16C5-A58D-FB4A-412E4DF5B497}"/>
                    </a:ext>
                  </a:extLst>
                </p:cNvPr>
                <p:cNvGrpSpPr/>
                <p:nvPr/>
              </p:nvGrpSpPr>
              <p:grpSpPr>
                <a:xfrm>
                  <a:off x="841308" y="2796132"/>
                  <a:ext cx="46005" cy="33051"/>
                  <a:chOff x="841308" y="2796132"/>
                  <a:chExt cx="46005" cy="33051"/>
                </a:xfrm>
              </p:grpSpPr>
              <p:sp>
                <p:nvSpPr>
                  <p:cNvPr id="62" name="Google Shape;3804;p47">
                    <a:extLst>
                      <a:ext uri="{FF2B5EF4-FFF2-40B4-BE49-F238E27FC236}">
                        <a16:creationId xmlns:a16="http://schemas.microsoft.com/office/drawing/2014/main" id="{E8F0C436-F415-ECAE-5D23-9CC4528E6801}"/>
                      </a:ext>
                    </a:extLst>
                  </p:cNvPr>
                  <p:cNvSpPr/>
                  <p:nvPr/>
                </p:nvSpPr>
                <p:spPr>
                  <a:xfrm>
                    <a:off x="841308" y="2809324"/>
                    <a:ext cx="46005" cy="19859"/>
                  </a:xfrm>
                  <a:custGeom>
                    <a:avLst/>
                    <a:gdLst/>
                    <a:ahLst/>
                    <a:cxnLst/>
                    <a:rect l="l" t="t" r="r" b="b"/>
                    <a:pathLst>
                      <a:path w="46005" h="19859" extrusionOk="0">
                        <a:moveTo>
                          <a:pt x="46006" y="0"/>
                        </a:moveTo>
                        <a:lnTo>
                          <a:pt x="46006" y="6667"/>
                        </a:lnTo>
                        <a:lnTo>
                          <a:pt x="45910" y="6667"/>
                        </a:lnTo>
                        <a:cubicBezTo>
                          <a:pt x="45910" y="10001"/>
                          <a:pt x="43624" y="13430"/>
                          <a:pt x="39243" y="16002"/>
                        </a:cubicBezTo>
                        <a:cubicBezTo>
                          <a:pt x="30290" y="21146"/>
                          <a:pt x="15716" y="21146"/>
                          <a:pt x="6763" y="16002"/>
                        </a:cubicBezTo>
                        <a:cubicBezTo>
                          <a:pt x="2286" y="13430"/>
                          <a:pt x="0" y="10001"/>
                          <a:pt x="0" y="6667"/>
                        </a:cubicBezTo>
                        <a:lnTo>
                          <a:pt x="0" y="0"/>
                        </a:lnTo>
                        <a:lnTo>
                          <a:pt x="4600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3805;p47">
                    <a:extLst>
                      <a:ext uri="{FF2B5EF4-FFF2-40B4-BE49-F238E27FC236}">
                        <a16:creationId xmlns:a16="http://schemas.microsoft.com/office/drawing/2014/main" id="{3452E542-0CC4-583E-9B0E-BF3B9443313B}"/>
                      </a:ext>
                    </a:extLst>
                  </p:cNvPr>
                  <p:cNvSpPr/>
                  <p:nvPr/>
                </p:nvSpPr>
                <p:spPr>
                  <a:xfrm>
                    <a:off x="841356" y="2796132"/>
                    <a:ext cx="45910" cy="26479"/>
                  </a:xfrm>
                  <a:custGeom>
                    <a:avLst/>
                    <a:gdLst/>
                    <a:ahLst/>
                    <a:cxnLst/>
                    <a:rect l="l" t="t" r="r" b="b"/>
                    <a:pathLst>
                      <a:path w="45910" h="26479" extrusionOk="0">
                        <a:moveTo>
                          <a:pt x="6715" y="22622"/>
                        </a:moveTo>
                        <a:cubicBezTo>
                          <a:pt x="15669" y="27765"/>
                          <a:pt x="30242" y="27765"/>
                          <a:pt x="39195" y="22622"/>
                        </a:cubicBezTo>
                        <a:cubicBezTo>
                          <a:pt x="48149" y="17383"/>
                          <a:pt x="48149" y="9096"/>
                          <a:pt x="39195" y="3858"/>
                        </a:cubicBezTo>
                        <a:cubicBezTo>
                          <a:pt x="30242" y="-1286"/>
                          <a:pt x="15669" y="-1286"/>
                          <a:pt x="6715" y="3858"/>
                        </a:cubicBezTo>
                        <a:cubicBezTo>
                          <a:pt x="-2238" y="9001"/>
                          <a:pt x="-2238" y="17383"/>
                          <a:pt x="6715" y="2262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 name="Google Shape;3806;p47">
                  <a:extLst>
                    <a:ext uri="{FF2B5EF4-FFF2-40B4-BE49-F238E27FC236}">
                      <a16:creationId xmlns:a16="http://schemas.microsoft.com/office/drawing/2014/main" id="{0C2E58F0-2FBF-EBE3-8B4F-D6D6B1FD3BDA}"/>
                    </a:ext>
                  </a:extLst>
                </p:cNvPr>
                <p:cNvGrpSpPr/>
                <p:nvPr/>
              </p:nvGrpSpPr>
              <p:grpSpPr>
                <a:xfrm>
                  <a:off x="846356" y="2784797"/>
                  <a:ext cx="35814" cy="33052"/>
                  <a:chOff x="846356" y="2784797"/>
                  <a:chExt cx="35814" cy="33052"/>
                </a:xfrm>
              </p:grpSpPr>
              <p:sp>
                <p:nvSpPr>
                  <p:cNvPr id="60" name="Google Shape;3807;p47">
                    <a:extLst>
                      <a:ext uri="{FF2B5EF4-FFF2-40B4-BE49-F238E27FC236}">
                        <a16:creationId xmlns:a16="http://schemas.microsoft.com/office/drawing/2014/main" id="{53129E65-AF72-29DD-291F-BA65B9465C56}"/>
                      </a:ext>
                    </a:extLst>
                  </p:cNvPr>
                  <p:cNvSpPr/>
                  <p:nvPr/>
                </p:nvSpPr>
                <p:spPr>
                  <a:xfrm>
                    <a:off x="846356" y="2795132"/>
                    <a:ext cx="35814" cy="22717"/>
                  </a:xfrm>
                  <a:custGeom>
                    <a:avLst/>
                    <a:gdLst/>
                    <a:ahLst/>
                    <a:cxnLst/>
                    <a:rect l="l" t="t" r="r" b="b"/>
                    <a:pathLst>
                      <a:path w="35814" h="22717" extrusionOk="0">
                        <a:moveTo>
                          <a:pt x="35814" y="0"/>
                        </a:moveTo>
                        <a:lnTo>
                          <a:pt x="35814" y="12478"/>
                        </a:lnTo>
                        <a:lnTo>
                          <a:pt x="35719" y="12478"/>
                        </a:lnTo>
                        <a:cubicBezTo>
                          <a:pt x="35719" y="15145"/>
                          <a:pt x="34004" y="17717"/>
                          <a:pt x="30480" y="19717"/>
                        </a:cubicBezTo>
                        <a:cubicBezTo>
                          <a:pt x="23527" y="23717"/>
                          <a:pt x="12192" y="23717"/>
                          <a:pt x="5239" y="19717"/>
                        </a:cubicBezTo>
                        <a:cubicBezTo>
                          <a:pt x="1810" y="17717"/>
                          <a:pt x="0" y="15049"/>
                          <a:pt x="0" y="12478"/>
                        </a:cubicBezTo>
                        <a:lnTo>
                          <a:pt x="0" y="0"/>
                        </a:lnTo>
                        <a:lnTo>
                          <a:pt x="35719"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3808;p47">
                    <a:extLst>
                      <a:ext uri="{FF2B5EF4-FFF2-40B4-BE49-F238E27FC236}">
                        <a16:creationId xmlns:a16="http://schemas.microsoft.com/office/drawing/2014/main" id="{107D8907-90E5-5F00-A6C5-2F12DABF3F82}"/>
                      </a:ext>
                    </a:extLst>
                  </p:cNvPr>
                  <p:cNvSpPr/>
                  <p:nvPr/>
                </p:nvSpPr>
                <p:spPr>
                  <a:xfrm>
                    <a:off x="846476" y="2784797"/>
                    <a:ext cx="35671" cy="20573"/>
                  </a:xfrm>
                  <a:custGeom>
                    <a:avLst/>
                    <a:gdLst/>
                    <a:ahLst/>
                    <a:cxnLst/>
                    <a:rect l="l" t="t" r="r" b="b"/>
                    <a:pathLst>
                      <a:path w="35671" h="20573" extrusionOk="0">
                        <a:moveTo>
                          <a:pt x="5215" y="17574"/>
                        </a:moveTo>
                        <a:cubicBezTo>
                          <a:pt x="12168" y="21574"/>
                          <a:pt x="23408" y="21574"/>
                          <a:pt x="30456" y="17574"/>
                        </a:cubicBezTo>
                        <a:cubicBezTo>
                          <a:pt x="37409" y="13573"/>
                          <a:pt x="37409" y="7001"/>
                          <a:pt x="30456" y="3000"/>
                        </a:cubicBezTo>
                        <a:cubicBezTo>
                          <a:pt x="23503" y="-1000"/>
                          <a:pt x="12168" y="-1000"/>
                          <a:pt x="5215" y="3000"/>
                        </a:cubicBezTo>
                        <a:cubicBezTo>
                          <a:pt x="-1738" y="7001"/>
                          <a:pt x="-1738" y="13478"/>
                          <a:pt x="5215" y="17574"/>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7" name="Google Shape;3809;p47">
                  <a:extLst>
                    <a:ext uri="{FF2B5EF4-FFF2-40B4-BE49-F238E27FC236}">
                      <a16:creationId xmlns:a16="http://schemas.microsoft.com/office/drawing/2014/main" id="{E6B04DE4-072B-E2B7-8679-A2E6C4B5CF86}"/>
                    </a:ext>
                  </a:extLst>
                </p:cNvPr>
                <p:cNvGrpSpPr/>
                <p:nvPr/>
              </p:nvGrpSpPr>
              <p:grpSpPr>
                <a:xfrm>
                  <a:off x="849262" y="2781130"/>
                  <a:ext cx="30240" cy="21812"/>
                  <a:chOff x="849262" y="2781130"/>
                  <a:chExt cx="30240" cy="21812"/>
                </a:xfrm>
              </p:grpSpPr>
              <p:sp>
                <p:nvSpPr>
                  <p:cNvPr id="58" name="Google Shape;3810;p47">
                    <a:extLst>
                      <a:ext uri="{FF2B5EF4-FFF2-40B4-BE49-F238E27FC236}">
                        <a16:creationId xmlns:a16="http://schemas.microsoft.com/office/drawing/2014/main" id="{4316EB3C-68DB-6CA5-DA77-A39966E1FEAA}"/>
                      </a:ext>
                    </a:extLst>
                  </p:cNvPr>
                  <p:cNvSpPr/>
                  <p:nvPr/>
                </p:nvSpPr>
                <p:spPr>
                  <a:xfrm>
                    <a:off x="849404" y="2789893"/>
                    <a:ext cx="30098" cy="13049"/>
                  </a:xfrm>
                  <a:custGeom>
                    <a:avLst/>
                    <a:gdLst/>
                    <a:ahLst/>
                    <a:cxnLst/>
                    <a:rect l="l" t="t" r="r" b="b"/>
                    <a:pathLst>
                      <a:path w="30098" h="13049" extrusionOk="0">
                        <a:moveTo>
                          <a:pt x="30004" y="0"/>
                        </a:moveTo>
                        <a:lnTo>
                          <a:pt x="30004" y="4381"/>
                        </a:lnTo>
                        <a:lnTo>
                          <a:pt x="30004" y="4381"/>
                        </a:lnTo>
                        <a:cubicBezTo>
                          <a:pt x="30004" y="6572"/>
                          <a:pt x="28575" y="8858"/>
                          <a:pt x="25622" y="10477"/>
                        </a:cubicBezTo>
                        <a:cubicBezTo>
                          <a:pt x="19717" y="13906"/>
                          <a:pt x="10192" y="13906"/>
                          <a:pt x="4381" y="10477"/>
                        </a:cubicBezTo>
                        <a:cubicBezTo>
                          <a:pt x="1429" y="8763"/>
                          <a:pt x="0" y="6572"/>
                          <a:pt x="0" y="4381"/>
                        </a:cubicBezTo>
                        <a:lnTo>
                          <a:pt x="0" y="0"/>
                        </a:lnTo>
                        <a:lnTo>
                          <a:pt x="30099"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3811;p47">
                    <a:extLst>
                      <a:ext uri="{FF2B5EF4-FFF2-40B4-BE49-F238E27FC236}">
                        <a16:creationId xmlns:a16="http://schemas.microsoft.com/office/drawing/2014/main" id="{8375F1EE-B839-1335-F837-12DAD37BAC87}"/>
                      </a:ext>
                    </a:extLst>
                  </p:cNvPr>
                  <p:cNvSpPr/>
                  <p:nvPr/>
                </p:nvSpPr>
                <p:spPr>
                  <a:xfrm>
                    <a:off x="849262" y="2781130"/>
                    <a:ext cx="30098" cy="17430"/>
                  </a:xfrm>
                  <a:custGeom>
                    <a:avLst/>
                    <a:gdLst/>
                    <a:ahLst/>
                    <a:cxnLst/>
                    <a:rect l="l" t="t" r="r" b="b"/>
                    <a:pathLst>
                      <a:path w="30098" h="17430" extrusionOk="0">
                        <a:moveTo>
                          <a:pt x="4429" y="14859"/>
                        </a:moveTo>
                        <a:cubicBezTo>
                          <a:pt x="10335" y="18288"/>
                          <a:pt x="19764" y="18288"/>
                          <a:pt x="25670" y="14859"/>
                        </a:cubicBezTo>
                        <a:cubicBezTo>
                          <a:pt x="31575" y="11525"/>
                          <a:pt x="31575" y="6001"/>
                          <a:pt x="25670" y="2572"/>
                        </a:cubicBezTo>
                        <a:cubicBezTo>
                          <a:pt x="19764" y="-857"/>
                          <a:pt x="10239" y="-857"/>
                          <a:pt x="4429" y="2572"/>
                        </a:cubicBezTo>
                        <a:cubicBezTo>
                          <a:pt x="-1476" y="6001"/>
                          <a:pt x="-1476" y="11525"/>
                          <a:pt x="4429" y="1485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8" name="Google Shape;3812;p47">
                <a:extLst>
                  <a:ext uri="{FF2B5EF4-FFF2-40B4-BE49-F238E27FC236}">
                    <a16:creationId xmlns:a16="http://schemas.microsoft.com/office/drawing/2014/main" id="{DA68BA6B-1D54-10BD-7247-3A75EADC0813}"/>
                  </a:ext>
                </a:extLst>
              </p:cNvPr>
              <p:cNvGrpSpPr/>
              <p:nvPr/>
            </p:nvGrpSpPr>
            <p:grpSpPr>
              <a:xfrm>
                <a:off x="803875" y="2720837"/>
                <a:ext cx="122967" cy="108393"/>
                <a:chOff x="803875" y="2720837"/>
                <a:chExt cx="122967" cy="108393"/>
              </a:xfrm>
            </p:grpSpPr>
            <p:sp>
              <p:nvSpPr>
                <p:cNvPr id="47" name="Google Shape;3813;p47">
                  <a:extLst>
                    <a:ext uri="{FF2B5EF4-FFF2-40B4-BE49-F238E27FC236}">
                      <a16:creationId xmlns:a16="http://schemas.microsoft.com/office/drawing/2014/main" id="{E6C43A7F-9C37-8469-9B15-67FD5A6C1A67}"/>
                    </a:ext>
                  </a:extLst>
                </p:cNvPr>
                <p:cNvSpPr/>
                <p:nvPr/>
              </p:nvSpPr>
              <p:spPr>
                <a:xfrm>
                  <a:off x="844451" y="2752269"/>
                  <a:ext cx="82391" cy="76961"/>
                </a:xfrm>
                <a:custGeom>
                  <a:avLst/>
                  <a:gdLst/>
                  <a:ahLst/>
                  <a:cxnLst/>
                  <a:rect l="l" t="t" r="r" b="b"/>
                  <a:pathLst>
                    <a:path w="82391" h="76961" extrusionOk="0">
                      <a:moveTo>
                        <a:pt x="13907" y="76962"/>
                      </a:moveTo>
                      <a:lnTo>
                        <a:pt x="82391" y="37433"/>
                      </a:lnTo>
                      <a:lnTo>
                        <a:pt x="82391" y="0"/>
                      </a:lnTo>
                      <a:lnTo>
                        <a:pt x="0" y="29718"/>
                      </a:lnTo>
                      <a:lnTo>
                        <a:pt x="13907" y="76962"/>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3814;p47">
                  <a:extLst>
                    <a:ext uri="{FF2B5EF4-FFF2-40B4-BE49-F238E27FC236}">
                      <a16:creationId xmlns:a16="http://schemas.microsoft.com/office/drawing/2014/main" id="{2A697EFB-9569-37F2-B259-DA1A9C3D7880}"/>
                    </a:ext>
                  </a:extLst>
                </p:cNvPr>
                <p:cNvSpPr/>
                <p:nvPr/>
              </p:nvSpPr>
              <p:spPr>
                <a:xfrm>
                  <a:off x="803875" y="2760270"/>
                  <a:ext cx="54483" cy="68960"/>
                </a:xfrm>
                <a:custGeom>
                  <a:avLst/>
                  <a:gdLst/>
                  <a:ahLst/>
                  <a:cxnLst/>
                  <a:rect l="l" t="t" r="r" b="b"/>
                  <a:pathLst>
                    <a:path w="54483" h="68960" extrusionOk="0">
                      <a:moveTo>
                        <a:pt x="54483" y="68961"/>
                      </a:moveTo>
                      <a:lnTo>
                        <a:pt x="54483" y="31433"/>
                      </a:lnTo>
                      <a:lnTo>
                        <a:pt x="0" y="0"/>
                      </a:lnTo>
                      <a:lnTo>
                        <a:pt x="0" y="37433"/>
                      </a:lnTo>
                      <a:lnTo>
                        <a:pt x="54483" y="6896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 name="Google Shape;3815;p47">
                  <a:extLst>
                    <a:ext uri="{FF2B5EF4-FFF2-40B4-BE49-F238E27FC236}">
                      <a16:creationId xmlns:a16="http://schemas.microsoft.com/office/drawing/2014/main" id="{85CE8749-28D4-E4FA-6C04-BDCBFB80746E}"/>
                    </a:ext>
                  </a:extLst>
                </p:cNvPr>
                <p:cNvSpPr/>
                <p:nvPr/>
              </p:nvSpPr>
              <p:spPr>
                <a:xfrm>
                  <a:off x="803875" y="2720837"/>
                  <a:ext cx="122967" cy="70866"/>
                </a:xfrm>
                <a:custGeom>
                  <a:avLst/>
                  <a:gdLst/>
                  <a:ahLst/>
                  <a:cxnLst/>
                  <a:rect l="l" t="t" r="r" b="b"/>
                  <a:pathLst>
                    <a:path w="122967" h="70866" extrusionOk="0">
                      <a:moveTo>
                        <a:pt x="54483" y="70866"/>
                      </a:moveTo>
                      <a:lnTo>
                        <a:pt x="122968" y="31433"/>
                      </a:lnTo>
                      <a:lnTo>
                        <a:pt x="68390" y="0"/>
                      </a:lnTo>
                      <a:lnTo>
                        <a:pt x="0" y="39433"/>
                      </a:lnTo>
                      <a:lnTo>
                        <a:pt x="54483" y="7086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 name="Google Shape;3816;p47">
                <a:extLst>
                  <a:ext uri="{FF2B5EF4-FFF2-40B4-BE49-F238E27FC236}">
                    <a16:creationId xmlns:a16="http://schemas.microsoft.com/office/drawing/2014/main" id="{5AA97424-F627-C72B-1E30-68B26C8320DC}"/>
                  </a:ext>
                </a:extLst>
              </p:cNvPr>
              <p:cNvGrpSpPr/>
              <p:nvPr/>
            </p:nvGrpSpPr>
            <p:grpSpPr>
              <a:xfrm>
                <a:off x="841094" y="2710002"/>
                <a:ext cx="46434" cy="61150"/>
                <a:chOff x="841094" y="2710002"/>
                <a:chExt cx="46434" cy="61150"/>
              </a:xfrm>
            </p:grpSpPr>
            <p:grpSp>
              <p:nvGrpSpPr>
                <p:cNvPr id="40" name="Google Shape;3817;p47">
                  <a:extLst>
                    <a:ext uri="{FF2B5EF4-FFF2-40B4-BE49-F238E27FC236}">
                      <a16:creationId xmlns:a16="http://schemas.microsoft.com/office/drawing/2014/main" id="{DE7B8667-3086-3D3F-9A84-1EC4E4F0357B}"/>
                    </a:ext>
                  </a:extLst>
                </p:cNvPr>
                <p:cNvGrpSpPr/>
                <p:nvPr/>
              </p:nvGrpSpPr>
              <p:grpSpPr>
                <a:xfrm>
                  <a:off x="841094" y="2730814"/>
                  <a:ext cx="46434" cy="40338"/>
                  <a:chOff x="841094" y="2730814"/>
                  <a:chExt cx="46434" cy="40338"/>
                </a:xfrm>
              </p:grpSpPr>
              <p:sp>
                <p:nvSpPr>
                  <p:cNvPr id="45" name="Google Shape;3818;p47">
                    <a:extLst>
                      <a:ext uri="{FF2B5EF4-FFF2-40B4-BE49-F238E27FC236}">
                        <a16:creationId xmlns:a16="http://schemas.microsoft.com/office/drawing/2014/main" id="{DA6B0657-FA7F-9A63-AF71-7207F2C1EAC3}"/>
                      </a:ext>
                    </a:extLst>
                  </p:cNvPr>
                  <p:cNvSpPr/>
                  <p:nvPr/>
                </p:nvSpPr>
                <p:spPr>
                  <a:xfrm>
                    <a:off x="841118" y="2744173"/>
                    <a:ext cx="46386" cy="26979"/>
                  </a:xfrm>
                  <a:custGeom>
                    <a:avLst/>
                    <a:gdLst/>
                    <a:ahLst/>
                    <a:cxnLst/>
                    <a:rect l="l" t="t" r="r" b="b"/>
                    <a:pathLst>
                      <a:path w="46386" h="26979" extrusionOk="0">
                        <a:moveTo>
                          <a:pt x="46387" y="0"/>
                        </a:moveTo>
                        <a:lnTo>
                          <a:pt x="46387" y="13621"/>
                        </a:lnTo>
                        <a:cubicBezTo>
                          <a:pt x="46387" y="17050"/>
                          <a:pt x="44101" y="20479"/>
                          <a:pt x="39624" y="23050"/>
                        </a:cubicBezTo>
                        <a:cubicBezTo>
                          <a:pt x="30575" y="28289"/>
                          <a:pt x="15907" y="28289"/>
                          <a:pt x="6763" y="23050"/>
                        </a:cubicBezTo>
                        <a:cubicBezTo>
                          <a:pt x="2286" y="20383"/>
                          <a:pt x="0" y="17050"/>
                          <a:pt x="0" y="13621"/>
                        </a:cubicBezTo>
                        <a:lnTo>
                          <a:pt x="0" y="0"/>
                        </a:lnTo>
                        <a:lnTo>
                          <a:pt x="46387"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3819;p47">
                    <a:extLst>
                      <a:ext uri="{FF2B5EF4-FFF2-40B4-BE49-F238E27FC236}">
                        <a16:creationId xmlns:a16="http://schemas.microsoft.com/office/drawing/2014/main" id="{13E73D93-09F4-714C-F3D3-8A0D47E63B1E}"/>
                      </a:ext>
                    </a:extLst>
                  </p:cNvPr>
                  <p:cNvSpPr/>
                  <p:nvPr/>
                </p:nvSpPr>
                <p:spPr>
                  <a:xfrm>
                    <a:off x="841094" y="2730814"/>
                    <a:ext cx="46434" cy="26812"/>
                  </a:xfrm>
                  <a:custGeom>
                    <a:avLst/>
                    <a:gdLst/>
                    <a:ahLst/>
                    <a:cxnLst/>
                    <a:rect l="l" t="t" r="r" b="b"/>
                    <a:pathLst>
                      <a:path w="46434" h="26812" extrusionOk="0">
                        <a:moveTo>
                          <a:pt x="6787" y="22884"/>
                        </a:moveTo>
                        <a:cubicBezTo>
                          <a:pt x="15931" y="28123"/>
                          <a:pt x="30599" y="28123"/>
                          <a:pt x="39648" y="22884"/>
                        </a:cubicBezTo>
                        <a:cubicBezTo>
                          <a:pt x="48697" y="17645"/>
                          <a:pt x="48697" y="9168"/>
                          <a:pt x="39648" y="3929"/>
                        </a:cubicBezTo>
                        <a:cubicBezTo>
                          <a:pt x="30599" y="-1310"/>
                          <a:pt x="15931" y="-1310"/>
                          <a:pt x="6787" y="3929"/>
                        </a:cubicBezTo>
                        <a:cubicBezTo>
                          <a:pt x="-2262" y="9168"/>
                          <a:pt x="-2262" y="17645"/>
                          <a:pt x="6787" y="2288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1" name="Google Shape;3820;p47">
                  <a:extLst>
                    <a:ext uri="{FF2B5EF4-FFF2-40B4-BE49-F238E27FC236}">
                      <a16:creationId xmlns:a16="http://schemas.microsoft.com/office/drawing/2014/main" id="{0CD59696-32E9-220E-8F83-397CDBD19E84}"/>
                    </a:ext>
                  </a:extLst>
                </p:cNvPr>
                <p:cNvGrpSpPr/>
                <p:nvPr/>
              </p:nvGrpSpPr>
              <p:grpSpPr>
                <a:xfrm>
                  <a:off x="843618" y="2710002"/>
                  <a:ext cx="41315" cy="44909"/>
                  <a:chOff x="843618" y="2710002"/>
                  <a:chExt cx="41315" cy="44909"/>
                </a:xfrm>
              </p:grpSpPr>
              <p:sp>
                <p:nvSpPr>
                  <p:cNvPr id="42" name="Google Shape;3821;p47">
                    <a:extLst>
                      <a:ext uri="{FF2B5EF4-FFF2-40B4-BE49-F238E27FC236}">
                        <a16:creationId xmlns:a16="http://schemas.microsoft.com/office/drawing/2014/main" id="{A8C9812D-D795-92D7-3BA7-517C73198561}"/>
                      </a:ext>
                    </a:extLst>
                  </p:cNvPr>
                  <p:cNvSpPr/>
                  <p:nvPr/>
                </p:nvSpPr>
                <p:spPr>
                  <a:xfrm>
                    <a:off x="843690" y="2721884"/>
                    <a:ext cx="41243" cy="33027"/>
                  </a:xfrm>
                  <a:custGeom>
                    <a:avLst/>
                    <a:gdLst/>
                    <a:ahLst/>
                    <a:cxnLst/>
                    <a:rect l="l" t="t" r="r" b="b"/>
                    <a:pathLst>
                      <a:path w="41243" h="33027" extrusionOk="0">
                        <a:moveTo>
                          <a:pt x="41243" y="0"/>
                        </a:moveTo>
                        <a:lnTo>
                          <a:pt x="41243" y="21050"/>
                        </a:lnTo>
                        <a:cubicBezTo>
                          <a:pt x="41243" y="24098"/>
                          <a:pt x="39243" y="27242"/>
                          <a:pt x="35147" y="29527"/>
                        </a:cubicBezTo>
                        <a:cubicBezTo>
                          <a:pt x="27051" y="34195"/>
                          <a:pt x="14002" y="34195"/>
                          <a:pt x="6001" y="29527"/>
                        </a:cubicBezTo>
                        <a:cubicBezTo>
                          <a:pt x="2000" y="27242"/>
                          <a:pt x="0" y="24193"/>
                          <a:pt x="0" y="21050"/>
                        </a:cubicBezTo>
                        <a:lnTo>
                          <a:pt x="0" y="0"/>
                        </a:lnTo>
                        <a:lnTo>
                          <a:pt x="41243"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3822;p47">
                    <a:extLst>
                      <a:ext uri="{FF2B5EF4-FFF2-40B4-BE49-F238E27FC236}">
                        <a16:creationId xmlns:a16="http://schemas.microsoft.com/office/drawing/2014/main" id="{DCBDBA03-3BD4-8148-680E-166EC9A19F91}"/>
                      </a:ext>
                    </a:extLst>
                  </p:cNvPr>
                  <p:cNvSpPr/>
                  <p:nvPr/>
                </p:nvSpPr>
                <p:spPr>
                  <a:xfrm>
                    <a:off x="843618" y="2710002"/>
                    <a:ext cx="41290" cy="23860"/>
                  </a:xfrm>
                  <a:custGeom>
                    <a:avLst/>
                    <a:gdLst/>
                    <a:ahLst/>
                    <a:cxnLst/>
                    <a:rect l="l" t="t" r="r" b="b"/>
                    <a:pathLst>
                      <a:path w="41290" h="23860" extrusionOk="0">
                        <a:moveTo>
                          <a:pt x="6072" y="20360"/>
                        </a:moveTo>
                        <a:cubicBezTo>
                          <a:pt x="14168" y="25027"/>
                          <a:pt x="27218" y="25027"/>
                          <a:pt x="35219" y="20360"/>
                        </a:cubicBezTo>
                        <a:cubicBezTo>
                          <a:pt x="43315" y="15692"/>
                          <a:pt x="43315" y="8168"/>
                          <a:pt x="35219" y="3500"/>
                        </a:cubicBezTo>
                        <a:cubicBezTo>
                          <a:pt x="27122" y="-1167"/>
                          <a:pt x="14073" y="-1167"/>
                          <a:pt x="6072" y="3500"/>
                        </a:cubicBezTo>
                        <a:cubicBezTo>
                          <a:pt x="-2024" y="8168"/>
                          <a:pt x="-2024" y="15692"/>
                          <a:pt x="6072" y="2036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3823;p47">
                    <a:extLst>
                      <a:ext uri="{FF2B5EF4-FFF2-40B4-BE49-F238E27FC236}">
                        <a16:creationId xmlns:a16="http://schemas.microsoft.com/office/drawing/2014/main" id="{844B35D5-5923-5DCA-8EA7-F6F89D74B711}"/>
                      </a:ext>
                    </a:extLst>
                  </p:cNvPr>
                  <p:cNvSpPr/>
                  <p:nvPr/>
                </p:nvSpPr>
                <p:spPr>
                  <a:xfrm>
                    <a:off x="860096" y="2719455"/>
                    <a:ext cx="8429" cy="4857"/>
                  </a:xfrm>
                  <a:custGeom>
                    <a:avLst/>
                    <a:gdLst/>
                    <a:ahLst/>
                    <a:cxnLst/>
                    <a:rect l="l" t="t" r="r" b="b"/>
                    <a:pathLst>
                      <a:path w="8429" h="4857" extrusionOk="0">
                        <a:moveTo>
                          <a:pt x="1214" y="4143"/>
                        </a:moveTo>
                        <a:cubicBezTo>
                          <a:pt x="2834" y="5096"/>
                          <a:pt x="5501" y="5096"/>
                          <a:pt x="7215" y="4143"/>
                        </a:cubicBezTo>
                        <a:cubicBezTo>
                          <a:pt x="8834" y="3191"/>
                          <a:pt x="8834" y="1667"/>
                          <a:pt x="7215" y="714"/>
                        </a:cubicBezTo>
                        <a:cubicBezTo>
                          <a:pt x="5596" y="-238"/>
                          <a:pt x="2929" y="-238"/>
                          <a:pt x="1214" y="714"/>
                        </a:cubicBezTo>
                        <a:cubicBezTo>
                          <a:pt x="-405" y="1667"/>
                          <a:pt x="-405" y="3191"/>
                          <a:pt x="1214" y="41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1" name="Google Shape;3824;p47">
              <a:extLst>
                <a:ext uri="{FF2B5EF4-FFF2-40B4-BE49-F238E27FC236}">
                  <a16:creationId xmlns:a16="http://schemas.microsoft.com/office/drawing/2014/main" id="{1229527B-D39E-06AD-A50C-455CC55738F2}"/>
                </a:ext>
              </a:extLst>
            </p:cNvPr>
            <p:cNvGrpSpPr/>
            <p:nvPr/>
          </p:nvGrpSpPr>
          <p:grpSpPr>
            <a:xfrm>
              <a:off x="861597" y="2663669"/>
              <a:ext cx="404145" cy="479696"/>
              <a:chOff x="861597" y="2663669"/>
              <a:chExt cx="404145" cy="479696"/>
            </a:xfrm>
          </p:grpSpPr>
          <p:grpSp>
            <p:nvGrpSpPr>
              <p:cNvPr id="12" name="Google Shape;3825;p47">
                <a:extLst>
                  <a:ext uri="{FF2B5EF4-FFF2-40B4-BE49-F238E27FC236}">
                    <a16:creationId xmlns:a16="http://schemas.microsoft.com/office/drawing/2014/main" id="{4C48D940-A485-C037-8675-75861CF0776E}"/>
                  </a:ext>
                </a:extLst>
              </p:cNvPr>
              <p:cNvGrpSpPr/>
              <p:nvPr/>
            </p:nvGrpSpPr>
            <p:grpSpPr>
              <a:xfrm>
                <a:off x="1072194" y="2942959"/>
                <a:ext cx="193548" cy="200406"/>
                <a:chOff x="1072194" y="2942959"/>
                <a:chExt cx="193548" cy="200406"/>
              </a:xfrm>
            </p:grpSpPr>
            <p:sp>
              <p:nvSpPr>
                <p:cNvPr id="32" name="Google Shape;3826;p47">
                  <a:extLst>
                    <a:ext uri="{FF2B5EF4-FFF2-40B4-BE49-F238E27FC236}">
                      <a16:creationId xmlns:a16="http://schemas.microsoft.com/office/drawing/2014/main" id="{CDA451FB-C151-6D15-F475-45B69DC72A12}"/>
                    </a:ext>
                  </a:extLst>
                </p:cNvPr>
                <p:cNvSpPr/>
                <p:nvPr/>
              </p:nvSpPr>
              <p:spPr>
                <a:xfrm>
                  <a:off x="1112866" y="2974487"/>
                  <a:ext cx="152876" cy="168878"/>
                </a:xfrm>
                <a:custGeom>
                  <a:avLst/>
                  <a:gdLst/>
                  <a:ahLst/>
                  <a:cxnLst/>
                  <a:rect l="l" t="t" r="r" b="b"/>
                  <a:pathLst>
                    <a:path w="152876" h="168878" extrusionOk="0">
                      <a:moveTo>
                        <a:pt x="13906" y="168878"/>
                      </a:moveTo>
                      <a:lnTo>
                        <a:pt x="152876" y="88583"/>
                      </a:lnTo>
                      <a:lnTo>
                        <a:pt x="152876" y="0"/>
                      </a:lnTo>
                      <a:lnTo>
                        <a:pt x="0" y="70390"/>
                      </a:lnTo>
                      <a:lnTo>
                        <a:pt x="13906" y="16887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3827;p47">
                  <a:extLst>
                    <a:ext uri="{FF2B5EF4-FFF2-40B4-BE49-F238E27FC236}">
                      <a16:creationId xmlns:a16="http://schemas.microsoft.com/office/drawing/2014/main" id="{C5EB7F77-4858-D11A-A9C2-C7D629C1C517}"/>
                    </a:ext>
                  </a:extLst>
                </p:cNvPr>
                <p:cNvSpPr/>
                <p:nvPr/>
              </p:nvSpPr>
              <p:spPr>
                <a:xfrm>
                  <a:off x="1072194" y="3023160"/>
                  <a:ext cx="54578" cy="120205"/>
                </a:xfrm>
                <a:custGeom>
                  <a:avLst/>
                  <a:gdLst/>
                  <a:ahLst/>
                  <a:cxnLst/>
                  <a:rect l="l" t="t" r="r" b="b"/>
                  <a:pathLst>
                    <a:path w="54578" h="120205" extrusionOk="0">
                      <a:moveTo>
                        <a:pt x="54578" y="120206"/>
                      </a:moveTo>
                      <a:lnTo>
                        <a:pt x="54578" y="31528"/>
                      </a:lnTo>
                      <a:lnTo>
                        <a:pt x="0" y="0"/>
                      </a:lnTo>
                      <a:lnTo>
                        <a:pt x="0" y="88773"/>
                      </a:lnTo>
                      <a:lnTo>
                        <a:pt x="54578" y="12020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3828;p47">
                  <a:extLst>
                    <a:ext uri="{FF2B5EF4-FFF2-40B4-BE49-F238E27FC236}">
                      <a16:creationId xmlns:a16="http://schemas.microsoft.com/office/drawing/2014/main" id="{9A0C63BD-0BBE-AFB4-0D66-147C41CFB1D2}"/>
                    </a:ext>
                  </a:extLst>
                </p:cNvPr>
                <p:cNvSpPr/>
                <p:nvPr/>
              </p:nvSpPr>
              <p:spPr>
                <a:xfrm>
                  <a:off x="1072194" y="2942959"/>
                  <a:ext cx="193547" cy="111728"/>
                </a:xfrm>
                <a:custGeom>
                  <a:avLst/>
                  <a:gdLst/>
                  <a:ahLst/>
                  <a:cxnLst/>
                  <a:rect l="l" t="t" r="r" b="b"/>
                  <a:pathLst>
                    <a:path w="193547" h="111728" extrusionOk="0">
                      <a:moveTo>
                        <a:pt x="54578" y="111728"/>
                      </a:moveTo>
                      <a:lnTo>
                        <a:pt x="193548" y="31528"/>
                      </a:lnTo>
                      <a:lnTo>
                        <a:pt x="138970" y="0"/>
                      </a:lnTo>
                      <a:lnTo>
                        <a:pt x="0" y="80200"/>
                      </a:lnTo>
                      <a:lnTo>
                        <a:pt x="54578" y="11172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3829;p47">
                  <a:extLst>
                    <a:ext uri="{FF2B5EF4-FFF2-40B4-BE49-F238E27FC236}">
                      <a16:creationId xmlns:a16="http://schemas.microsoft.com/office/drawing/2014/main" id="{8D880239-3B75-5CDE-7D59-00E04840A1D3}"/>
                    </a:ext>
                  </a:extLst>
                </p:cNvPr>
                <p:cNvSpPr/>
                <p:nvPr/>
              </p:nvSpPr>
              <p:spPr>
                <a:xfrm>
                  <a:off x="1082291" y="2951532"/>
                  <a:ext cx="173735" cy="97250"/>
                </a:xfrm>
                <a:custGeom>
                  <a:avLst/>
                  <a:gdLst/>
                  <a:ahLst/>
                  <a:cxnLst/>
                  <a:rect l="l" t="t" r="r" b="b"/>
                  <a:pathLst>
                    <a:path w="173735" h="97250" extrusionOk="0">
                      <a:moveTo>
                        <a:pt x="46196" y="97250"/>
                      </a:moveTo>
                      <a:lnTo>
                        <a:pt x="173736" y="23622"/>
                      </a:lnTo>
                      <a:lnTo>
                        <a:pt x="130683" y="0"/>
                      </a:lnTo>
                      <a:lnTo>
                        <a:pt x="0" y="70580"/>
                      </a:lnTo>
                      <a:lnTo>
                        <a:pt x="46196" y="972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 name="Google Shape;3830;p47">
                <a:extLst>
                  <a:ext uri="{FF2B5EF4-FFF2-40B4-BE49-F238E27FC236}">
                    <a16:creationId xmlns:a16="http://schemas.microsoft.com/office/drawing/2014/main" id="{85259A6F-1437-C493-F57A-E8E0A4F07BE4}"/>
                  </a:ext>
                </a:extLst>
              </p:cNvPr>
              <p:cNvGrpSpPr/>
              <p:nvPr/>
            </p:nvGrpSpPr>
            <p:grpSpPr>
              <a:xfrm>
                <a:off x="861597" y="2663669"/>
                <a:ext cx="394334" cy="385208"/>
                <a:chOff x="861597" y="2663669"/>
                <a:chExt cx="394334" cy="385208"/>
              </a:xfrm>
            </p:grpSpPr>
            <p:grpSp>
              <p:nvGrpSpPr>
                <p:cNvPr id="14" name="Google Shape;3831;p47">
                  <a:extLst>
                    <a:ext uri="{FF2B5EF4-FFF2-40B4-BE49-F238E27FC236}">
                      <a16:creationId xmlns:a16="http://schemas.microsoft.com/office/drawing/2014/main" id="{F898E019-90CC-8E39-A349-57C98595862D}"/>
                    </a:ext>
                  </a:extLst>
                </p:cNvPr>
                <p:cNvGrpSpPr/>
                <p:nvPr/>
              </p:nvGrpSpPr>
              <p:grpSpPr>
                <a:xfrm>
                  <a:off x="1082195" y="2902907"/>
                  <a:ext cx="134588" cy="123301"/>
                  <a:chOff x="1082195" y="2902907"/>
                  <a:chExt cx="134588" cy="123301"/>
                </a:xfrm>
              </p:grpSpPr>
              <p:sp>
                <p:nvSpPr>
                  <p:cNvPr id="30" name="Google Shape;3832;p47">
                    <a:extLst>
                      <a:ext uri="{FF2B5EF4-FFF2-40B4-BE49-F238E27FC236}">
                        <a16:creationId xmlns:a16="http://schemas.microsoft.com/office/drawing/2014/main" id="{A194C61E-9DB3-CD74-DD70-313697191F38}"/>
                      </a:ext>
                    </a:extLst>
                  </p:cNvPr>
                  <p:cNvSpPr/>
                  <p:nvPr/>
                </p:nvSpPr>
                <p:spPr>
                  <a:xfrm>
                    <a:off x="1082195" y="2902907"/>
                    <a:ext cx="127635" cy="123300"/>
                  </a:xfrm>
                  <a:custGeom>
                    <a:avLst/>
                    <a:gdLst/>
                    <a:ahLst/>
                    <a:cxnLst/>
                    <a:rect l="l" t="t" r="r" b="b"/>
                    <a:pathLst>
                      <a:path w="127635" h="123300" extrusionOk="0">
                        <a:moveTo>
                          <a:pt x="114300" y="8239"/>
                        </a:moveTo>
                        <a:lnTo>
                          <a:pt x="114872" y="7763"/>
                        </a:lnTo>
                        <a:lnTo>
                          <a:pt x="108680" y="4143"/>
                        </a:lnTo>
                        <a:cubicBezTo>
                          <a:pt x="97155" y="-2429"/>
                          <a:pt x="81248" y="-1381"/>
                          <a:pt x="63818" y="8715"/>
                        </a:cubicBezTo>
                        <a:cubicBezTo>
                          <a:pt x="28575" y="29099"/>
                          <a:pt x="0" y="78534"/>
                          <a:pt x="0" y="119205"/>
                        </a:cubicBezTo>
                        <a:lnTo>
                          <a:pt x="7049" y="123301"/>
                        </a:lnTo>
                        <a:lnTo>
                          <a:pt x="11906" y="112442"/>
                        </a:lnTo>
                        <a:lnTo>
                          <a:pt x="127635" y="45672"/>
                        </a:lnTo>
                        <a:cubicBezTo>
                          <a:pt x="127635" y="28718"/>
                          <a:pt x="122682" y="15954"/>
                          <a:pt x="114300" y="833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3833;p47">
                    <a:extLst>
                      <a:ext uri="{FF2B5EF4-FFF2-40B4-BE49-F238E27FC236}">
                        <a16:creationId xmlns:a16="http://schemas.microsoft.com/office/drawing/2014/main" id="{DF273323-C176-5D86-A248-DFE524DE8E36}"/>
                      </a:ext>
                    </a:extLst>
                  </p:cNvPr>
                  <p:cNvSpPr/>
                  <p:nvPr/>
                </p:nvSpPr>
                <p:spPr>
                  <a:xfrm>
                    <a:off x="1089244" y="2907037"/>
                    <a:ext cx="127539" cy="119171"/>
                  </a:xfrm>
                  <a:custGeom>
                    <a:avLst/>
                    <a:gdLst/>
                    <a:ahLst/>
                    <a:cxnLst/>
                    <a:rect l="l" t="t" r="r" b="b"/>
                    <a:pathLst>
                      <a:path w="127539" h="119171" extrusionOk="0">
                        <a:moveTo>
                          <a:pt x="63817" y="8681"/>
                        </a:moveTo>
                        <a:cubicBezTo>
                          <a:pt x="28575" y="29065"/>
                          <a:pt x="0" y="78499"/>
                          <a:pt x="0" y="119171"/>
                        </a:cubicBezTo>
                        <a:lnTo>
                          <a:pt x="127540" y="45543"/>
                        </a:lnTo>
                        <a:cubicBezTo>
                          <a:pt x="127540" y="4871"/>
                          <a:pt x="98965" y="-11607"/>
                          <a:pt x="63722" y="86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 name="Google Shape;3834;p47">
                  <a:extLst>
                    <a:ext uri="{FF2B5EF4-FFF2-40B4-BE49-F238E27FC236}">
                      <a16:creationId xmlns:a16="http://schemas.microsoft.com/office/drawing/2014/main" id="{A66642A8-069F-70A8-D460-89690C476C01}"/>
                    </a:ext>
                  </a:extLst>
                </p:cNvPr>
                <p:cNvGrpSpPr/>
                <p:nvPr/>
              </p:nvGrpSpPr>
              <p:grpSpPr>
                <a:xfrm>
                  <a:off x="1098960" y="2918450"/>
                  <a:ext cx="141541" cy="120712"/>
                  <a:chOff x="1098960" y="2918450"/>
                  <a:chExt cx="141541" cy="120712"/>
                </a:xfrm>
              </p:grpSpPr>
              <p:sp>
                <p:nvSpPr>
                  <p:cNvPr id="22" name="Google Shape;3835;p47">
                    <a:extLst>
                      <a:ext uri="{FF2B5EF4-FFF2-40B4-BE49-F238E27FC236}">
                        <a16:creationId xmlns:a16="http://schemas.microsoft.com/office/drawing/2014/main" id="{835DFF19-3C67-6AE2-7498-6A4DB22D5B28}"/>
                      </a:ext>
                    </a:extLst>
                  </p:cNvPr>
                  <p:cNvSpPr/>
                  <p:nvPr/>
                </p:nvSpPr>
                <p:spPr>
                  <a:xfrm>
                    <a:off x="1098960" y="2918450"/>
                    <a:ext cx="135540" cy="120712"/>
                  </a:xfrm>
                  <a:custGeom>
                    <a:avLst/>
                    <a:gdLst/>
                    <a:ahLst/>
                    <a:cxnLst/>
                    <a:rect l="l" t="t" r="r" b="b"/>
                    <a:pathLst>
                      <a:path w="135540" h="120712" extrusionOk="0">
                        <a:moveTo>
                          <a:pt x="124206" y="22129"/>
                        </a:moveTo>
                        <a:lnTo>
                          <a:pt x="124682" y="21748"/>
                        </a:lnTo>
                        <a:lnTo>
                          <a:pt x="93154" y="3555"/>
                        </a:lnTo>
                        <a:cubicBezTo>
                          <a:pt x="83248" y="-2065"/>
                          <a:pt x="69723" y="-1208"/>
                          <a:pt x="54673" y="7460"/>
                        </a:cubicBezTo>
                        <a:cubicBezTo>
                          <a:pt x="24479" y="24891"/>
                          <a:pt x="0" y="67277"/>
                          <a:pt x="0" y="102139"/>
                        </a:cubicBezTo>
                        <a:lnTo>
                          <a:pt x="32194" y="120712"/>
                        </a:lnTo>
                        <a:lnTo>
                          <a:pt x="36385" y="111378"/>
                        </a:lnTo>
                        <a:lnTo>
                          <a:pt x="135541" y="54133"/>
                        </a:lnTo>
                        <a:cubicBezTo>
                          <a:pt x="135541" y="39655"/>
                          <a:pt x="131254" y="28701"/>
                          <a:pt x="124111" y="2212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3836;p47">
                    <a:extLst>
                      <a:ext uri="{FF2B5EF4-FFF2-40B4-BE49-F238E27FC236}">
                        <a16:creationId xmlns:a16="http://schemas.microsoft.com/office/drawing/2014/main" id="{4CA9EB29-262A-A9FF-2460-86B6ABE8147C}"/>
                      </a:ext>
                    </a:extLst>
                  </p:cNvPr>
                  <p:cNvSpPr/>
                  <p:nvPr/>
                </p:nvSpPr>
                <p:spPr>
                  <a:xfrm>
                    <a:off x="1100769" y="2919593"/>
                    <a:ext cx="94868" cy="103472"/>
                  </a:xfrm>
                  <a:custGeom>
                    <a:avLst/>
                    <a:gdLst/>
                    <a:ahLst/>
                    <a:cxnLst/>
                    <a:rect l="l" t="t" r="r" b="b"/>
                    <a:pathLst>
                      <a:path w="94868" h="103472" extrusionOk="0">
                        <a:moveTo>
                          <a:pt x="57150" y="8794"/>
                        </a:moveTo>
                        <a:cubicBezTo>
                          <a:pt x="71819" y="316"/>
                          <a:pt x="85058" y="-731"/>
                          <a:pt x="94869" y="4507"/>
                        </a:cubicBezTo>
                        <a:lnTo>
                          <a:pt x="94869" y="4507"/>
                        </a:lnTo>
                        <a:lnTo>
                          <a:pt x="93154" y="3555"/>
                        </a:lnTo>
                        <a:cubicBezTo>
                          <a:pt x="83248" y="-2065"/>
                          <a:pt x="69723" y="-1208"/>
                          <a:pt x="54673" y="7460"/>
                        </a:cubicBezTo>
                        <a:cubicBezTo>
                          <a:pt x="24479" y="24891"/>
                          <a:pt x="0" y="67277"/>
                          <a:pt x="0" y="102139"/>
                        </a:cubicBezTo>
                        <a:lnTo>
                          <a:pt x="2381" y="103472"/>
                        </a:lnTo>
                        <a:cubicBezTo>
                          <a:pt x="2381" y="68611"/>
                          <a:pt x="26860" y="26224"/>
                          <a:pt x="57055" y="87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3837;p47">
                    <a:extLst>
                      <a:ext uri="{FF2B5EF4-FFF2-40B4-BE49-F238E27FC236}">
                        <a16:creationId xmlns:a16="http://schemas.microsoft.com/office/drawing/2014/main" id="{AA818ACD-60C1-90AE-7AC0-C451D589405B}"/>
                      </a:ext>
                    </a:extLst>
                  </p:cNvPr>
                  <p:cNvSpPr/>
                  <p:nvPr/>
                </p:nvSpPr>
                <p:spPr>
                  <a:xfrm>
                    <a:off x="1105151" y="2922069"/>
                    <a:ext cx="94868" cy="103567"/>
                  </a:xfrm>
                  <a:custGeom>
                    <a:avLst/>
                    <a:gdLst/>
                    <a:ahLst/>
                    <a:cxnLst/>
                    <a:rect l="l" t="t" r="r" b="b"/>
                    <a:pathLst>
                      <a:path w="94868" h="103567" extrusionOk="0">
                        <a:moveTo>
                          <a:pt x="57150" y="8794"/>
                        </a:moveTo>
                        <a:cubicBezTo>
                          <a:pt x="71819" y="316"/>
                          <a:pt x="85058" y="-731"/>
                          <a:pt x="94869" y="4507"/>
                        </a:cubicBezTo>
                        <a:lnTo>
                          <a:pt x="94869" y="4507"/>
                        </a:lnTo>
                        <a:lnTo>
                          <a:pt x="93154" y="3555"/>
                        </a:lnTo>
                        <a:cubicBezTo>
                          <a:pt x="83248" y="-2065"/>
                          <a:pt x="69723" y="-1208"/>
                          <a:pt x="54673" y="7460"/>
                        </a:cubicBezTo>
                        <a:cubicBezTo>
                          <a:pt x="24479" y="24891"/>
                          <a:pt x="0" y="67277"/>
                          <a:pt x="0" y="102138"/>
                        </a:cubicBezTo>
                        <a:lnTo>
                          <a:pt x="2381" y="103567"/>
                        </a:lnTo>
                        <a:cubicBezTo>
                          <a:pt x="2381" y="68706"/>
                          <a:pt x="26860"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3838;p47">
                    <a:extLst>
                      <a:ext uri="{FF2B5EF4-FFF2-40B4-BE49-F238E27FC236}">
                        <a16:creationId xmlns:a16="http://schemas.microsoft.com/office/drawing/2014/main" id="{7F12E7D6-BA1E-8497-B053-76FC314D678B}"/>
                      </a:ext>
                    </a:extLst>
                  </p:cNvPr>
                  <p:cNvSpPr/>
                  <p:nvPr/>
                </p:nvSpPr>
                <p:spPr>
                  <a:xfrm>
                    <a:off x="1109437" y="2924546"/>
                    <a:ext cx="94868" cy="103567"/>
                  </a:xfrm>
                  <a:custGeom>
                    <a:avLst/>
                    <a:gdLst/>
                    <a:ahLst/>
                    <a:cxnLst/>
                    <a:rect l="l" t="t" r="r" b="b"/>
                    <a:pathLst>
                      <a:path w="94868" h="103567" extrusionOk="0">
                        <a:moveTo>
                          <a:pt x="57150" y="8794"/>
                        </a:moveTo>
                        <a:cubicBezTo>
                          <a:pt x="71819" y="316"/>
                          <a:pt x="85058" y="-636"/>
                          <a:pt x="94869" y="4507"/>
                        </a:cubicBezTo>
                        <a:lnTo>
                          <a:pt x="94869" y="4507"/>
                        </a:lnTo>
                        <a:lnTo>
                          <a:pt x="93154" y="3555"/>
                        </a:lnTo>
                        <a:cubicBezTo>
                          <a:pt x="83248" y="-2065"/>
                          <a:pt x="69723" y="-1208"/>
                          <a:pt x="54673" y="7460"/>
                        </a:cubicBezTo>
                        <a:cubicBezTo>
                          <a:pt x="24479" y="24891"/>
                          <a:pt x="0" y="67277"/>
                          <a:pt x="0" y="102139"/>
                        </a:cubicBezTo>
                        <a:lnTo>
                          <a:pt x="2381" y="103567"/>
                        </a:lnTo>
                        <a:cubicBezTo>
                          <a:pt x="2381" y="68706"/>
                          <a:pt x="26860"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3839;p47">
                    <a:extLst>
                      <a:ext uri="{FF2B5EF4-FFF2-40B4-BE49-F238E27FC236}">
                        <a16:creationId xmlns:a16="http://schemas.microsoft.com/office/drawing/2014/main" id="{DDB19FC5-E163-12C9-903D-B96ABE31FB85}"/>
                      </a:ext>
                    </a:extLst>
                  </p:cNvPr>
                  <p:cNvSpPr/>
                  <p:nvPr/>
                </p:nvSpPr>
                <p:spPr>
                  <a:xfrm>
                    <a:off x="1113723" y="2927022"/>
                    <a:ext cx="94868" cy="103567"/>
                  </a:xfrm>
                  <a:custGeom>
                    <a:avLst/>
                    <a:gdLst/>
                    <a:ahLst/>
                    <a:cxnLst/>
                    <a:rect l="l" t="t" r="r" b="b"/>
                    <a:pathLst>
                      <a:path w="94868" h="103567" extrusionOk="0">
                        <a:moveTo>
                          <a:pt x="57150" y="8793"/>
                        </a:moveTo>
                        <a:cubicBezTo>
                          <a:pt x="71818" y="316"/>
                          <a:pt x="85058" y="-732"/>
                          <a:pt x="94869" y="4507"/>
                        </a:cubicBezTo>
                        <a:lnTo>
                          <a:pt x="94869" y="4507"/>
                        </a:lnTo>
                        <a:lnTo>
                          <a:pt x="93154" y="3555"/>
                        </a:lnTo>
                        <a:cubicBezTo>
                          <a:pt x="83248" y="-2065"/>
                          <a:pt x="69723" y="-1208"/>
                          <a:pt x="54673" y="7460"/>
                        </a:cubicBezTo>
                        <a:cubicBezTo>
                          <a:pt x="24479" y="24891"/>
                          <a:pt x="0" y="67277"/>
                          <a:pt x="0" y="102139"/>
                        </a:cubicBezTo>
                        <a:lnTo>
                          <a:pt x="2381" y="103567"/>
                        </a:lnTo>
                        <a:cubicBezTo>
                          <a:pt x="2381" y="68706"/>
                          <a:pt x="26860"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3840;p47">
                    <a:extLst>
                      <a:ext uri="{FF2B5EF4-FFF2-40B4-BE49-F238E27FC236}">
                        <a16:creationId xmlns:a16="http://schemas.microsoft.com/office/drawing/2014/main" id="{2AE22E34-0A1A-B6DA-FFD6-EE03D1F605B0}"/>
                      </a:ext>
                    </a:extLst>
                  </p:cNvPr>
                  <p:cNvSpPr/>
                  <p:nvPr/>
                </p:nvSpPr>
                <p:spPr>
                  <a:xfrm>
                    <a:off x="1118105" y="2929499"/>
                    <a:ext cx="94868" cy="103567"/>
                  </a:xfrm>
                  <a:custGeom>
                    <a:avLst/>
                    <a:gdLst/>
                    <a:ahLst/>
                    <a:cxnLst/>
                    <a:rect l="l" t="t" r="r" b="b"/>
                    <a:pathLst>
                      <a:path w="94868" h="103567" extrusionOk="0">
                        <a:moveTo>
                          <a:pt x="57150" y="8794"/>
                        </a:moveTo>
                        <a:cubicBezTo>
                          <a:pt x="71819" y="316"/>
                          <a:pt x="85058" y="-731"/>
                          <a:pt x="94869" y="4507"/>
                        </a:cubicBezTo>
                        <a:lnTo>
                          <a:pt x="94869" y="4507"/>
                        </a:lnTo>
                        <a:lnTo>
                          <a:pt x="93154" y="3555"/>
                        </a:lnTo>
                        <a:cubicBezTo>
                          <a:pt x="83248" y="-2065"/>
                          <a:pt x="69723" y="-1208"/>
                          <a:pt x="54673" y="7460"/>
                        </a:cubicBezTo>
                        <a:cubicBezTo>
                          <a:pt x="24479" y="24891"/>
                          <a:pt x="0" y="67277"/>
                          <a:pt x="0" y="102138"/>
                        </a:cubicBezTo>
                        <a:lnTo>
                          <a:pt x="2381" y="103567"/>
                        </a:lnTo>
                        <a:cubicBezTo>
                          <a:pt x="2381" y="68706"/>
                          <a:pt x="26860"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3841;p47">
                    <a:extLst>
                      <a:ext uri="{FF2B5EF4-FFF2-40B4-BE49-F238E27FC236}">
                        <a16:creationId xmlns:a16="http://schemas.microsoft.com/office/drawing/2014/main" id="{85095C1D-DFAC-F9F3-8472-DCB48F25381C}"/>
                      </a:ext>
                    </a:extLst>
                  </p:cNvPr>
                  <p:cNvSpPr/>
                  <p:nvPr/>
                </p:nvSpPr>
                <p:spPr>
                  <a:xfrm>
                    <a:off x="1122486" y="2932070"/>
                    <a:ext cx="94868" cy="103472"/>
                  </a:xfrm>
                  <a:custGeom>
                    <a:avLst/>
                    <a:gdLst/>
                    <a:ahLst/>
                    <a:cxnLst/>
                    <a:rect l="l" t="t" r="r" b="b"/>
                    <a:pathLst>
                      <a:path w="94868" h="103472" extrusionOk="0">
                        <a:moveTo>
                          <a:pt x="57150" y="8793"/>
                        </a:moveTo>
                        <a:cubicBezTo>
                          <a:pt x="71819" y="316"/>
                          <a:pt x="85058" y="-732"/>
                          <a:pt x="94869" y="4507"/>
                        </a:cubicBezTo>
                        <a:lnTo>
                          <a:pt x="94869" y="4507"/>
                        </a:lnTo>
                        <a:lnTo>
                          <a:pt x="93154" y="3555"/>
                        </a:lnTo>
                        <a:cubicBezTo>
                          <a:pt x="83248" y="-2065"/>
                          <a:pt x="69723" y="-1208"/>
                          <a:pt x="54673" y="7460"/>
                        </a:cubicBezTo>
                        <a:cubicBezTo>
                          <a:pt x="24479" y="24891"/>
                          <a:pt x="0" y="67277"/>
                          <a:pt x="0" y="102139"/>
                        </a:cubicBezTo>
                        <a:lnTo>
                          <a:pt x="2381" y="103472"/>
                        </a:lnTo>
                        <a:cubicBezTo>
                          <a:pt x="2381" y="68610"/>
                          <a:pt x="26860" y="26224"/>
                          <a:pt x="57055" y="879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3842;p47">
                    <a:extLst>
                      <a:ext uri="{FF2B5EF4-FFF2-40B4-BE49-F238E27FC236}">
                        <a16:creationId xmlns:a16="http://schemas.microsoft.com/office/drawing/2014/main" id="{96AD0474-C71A-6F3C-1F41-DF1B1FE79D87}"/>
                      </a:ext>
                    </a:extLst>
                  </p:cNvPr>
                  <p:cNvSpPr/>
                  <p:nvPr/>
                </p:nvSpPr>
                <p:spPr>
                  <a:xfrm>
                    <a:off x="1131154" y="2937011"/>
                    <a:ext cx="109347" cy="102151"/>
                  </a:xfrm>
                  <a:custGeom>
                    <a:avLst/>
                    <a:gdLst/>
                    <a:ahLst/>
                    <a:cxnLst/>
                    <a:rect l="l" t="t" r="r" b="b"/>
                    <a:pathLst>
                      <a:path w="109347" h="102151" extrusionOk="0">
                        <a:moveTo>
                          <a:pt x="54674" y="7473"/>
                        </a:moveTo>
                        <a:cubicBezTo>
                          <a:pt x="24479" y="24904"/>
                          <a:pt x="0" y="67290"/>
                          <a:pt x="0" y="102151"/>
                        </a:cubicBezTo>
                        <a:lnTo>
                          <a:pt x="109347" y="39001"/>
                        </a:lnTo>
                        <a:cubicBezTo>
                          <a:pt x="109347" y="4139"/>
                          <a:pt x="84868" y="-9958"/>
                          <a:pt x="54674" y="7473"/>
                        </a:cubicBez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 name="Google Shape;3843;p47">
                  <a:extLst>
                    <a:ext uri="{FF2B5EF4-FFF2-40B4-BE49-F238E27FC236}">
                      <a16:creationId xmlns:a16="http://schemas.microsoft.com/office/drawing/2014/main" id="{93C434A6-E998-7FC1-7769-5F1E12314578}"/>
                    </a:ext>
                  </a:extLst>
                </p:cNvPr>
                <p:cNvSpPr/>
                <p:nvPr/>
              </p:nvSpPr>
              <p:spPr>
                <a:xfrm>
                  <a:off x="861597" y="2663669"/>
                  <a:ext cx="349931" cy="270717"/>
                </a:xfrm>
                <a:custGeom>
                  <a:avLst/>
                  <a:gdLst/>
                  <a:ahLst/>
                  <a:cxnLst/>
                  <a:rect l="l" t="t" r="r" b="b"/>
                  <a:pathLst>
                    <a:path w="349931" h="270717" extrusionOk="0">
                      <a:moveTo>
                        <a:pt x="347091" y="270623"/>
                      </a:moveTo>
                      <a:cubicBezTo>
                        <a:pt x="346424" y="270623"/>
                        <a:pt x="345757" y="270432"/>
                        <a:pt x="345281" y="269956"/>
                      </a:cubicBezTo>
                      <a:cubicBezTo>
                        <a:pt x="327184" y="254240"/>
                        <a:pt x="307467" y="245191"/>
                        <a:pt x="286607" y="235571"/>
                      </a:cubicBezTo>
                      <a:cubicBezTo>
                        <a:pt x="248984" y="218330"/>
                        <a:pt x="210026" y="200423"/>
                        <a:pt x="180023" y="140892"/>
                      </a:cubicBezTo>
                      <a:cubicBezTo>
                        <a:pt x="156877" y="94982"/>
                        <a:pt x="129540" y="57739"/>
                        <a:pt x="100870" y="33355"/>
                      </a:cubicBezTo>
                      <a:cubicBezTo>
                        <a:pt x="75914" y="12019"/>
                        <a:pt x="51340" y="2208"/>
                        <a:pt x="33528" y="6494"/>
                      </a:cubicBezTo>
                      <a:cubicBezTo>
                        <a:pt x="15430" y="10781"/>
                        <a:pt x="5524" y="29164"/>
                        <a:pt x="5524" y="58310"/>
                      </a:cubicBezTo>
                      <a:cubicBezTo>
                        <a:pt x="5524" y="59834"/>
                        <a:pt x="4286" y="61073"/>
                        <a:pt x="2762" y="61073"/>
                      </a:cubicBezTo>
                      <a:cubicBezTo>
                        <a:pt x="1238" y="61073"/>
                        <a:pt x="0" y="59834"/>
                        <a:pt x="0" y="58310"/>
                      </a:cubicBezTo>
                      <a:cubicBezTo>
                        <a:pt x="0" y="26402"/>
                        <a:pt x="11525" y="6113"/>
                        <a:pt x="32290" y="1160"/>
                      </a:cubicBezTo>
                      <a:cubicBezTo>
                        <a:pt x="52102" y="-3602"/>
                        <a:pt x="77724" y="6399"/>
                        <a:pt x="104489" y="29259"/>
                      </a:cubicBezTo>
                      <a:cubicBezTo>
                        <a:pt x="133636" y="54119"/>
                        <a:pt x="161449" y="91934"/>
                        <a:pt x="184975" y="138511"/>
                      </a:cubicBezTo>
                      <a:cubicBezTo>
                        <a:pt x="214122" y="196328"/>
                        <a:pt x="252127" y="213854"/>
                        <a:pt x="288988" y="230713"/>
                      </a:cubicBezTo>
                      <a:cubicBezTo>
                        <a:pt x="309277" y="240047"/>
                        <a:pt x="330232" y="249668"/>
                        <a:pt x="348996" y="265860"/>
                      </a:cubicBezTo>
                      <a:cubicBezTo>
                        <a:pt x="350139" y="266908"/>
                        <a:pt x="350234" y="268622"/>
                        <a:pt x="349282" y="269765"/>
                      </a:cubicBezTo>
                      <a:cubicBezTo>
                        <a:pt x="348710" y="270432"/>
                        <a:pt x="347948" y="270718"/>
                        <a:pt x="347186" y="27071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 name="Google Shape;3844;p47">
                  <a:extLst>
                    <a:ext uri="{FF2B5EF4-FFF2-40B4-BE49-F238E27FC236}">
                      <a16:creationId xmlns:a16="http://schemas.microsoft.com/office/drawing/2014/main" id="{F2007760-C380-8F00-6674-945E6E563D63}"/>
                    </a:ext>
                  </a:extLst>
                </p:cNvPr>
                <p:cNvGrpSpPr/>
                <p:nvPr/>
              </p:nvGrpSpPr>
              <p:grpSpPr>
                <a:xfrm>
                  <a:off x="1121439" y="2925576"/>
                  <a:ext cx="134492" cy="123301"/>
                  <a:chOff x="1121439" y="2925576"/>
                  <a:chExt cx="134492" cy="123301"/>
                </a:xfrm>
              </p:grpSpPr>
              <p:sp>
                <p:nvSpPr>
                  <p:cNvPr id="18" name="Google Shape;3845;p47">
                    <a:extLst>
                      <a:ext uri="{FF2B5EF4-FFF2-40B4-BE49-F238E27FC236}">
                        <a16:creationId xmlns:a16="http://schemas.microsoft.com/office/drawing/2014/main" id="{7D5E6E24-ADA4-11DD-063E-285D8D64CCEE}"/>
                      </a:ext>
                    </a:extLst>
                  </p:cNvPr>
                  <p:cNvSpPr/>
                  <p:nvPr/>
                </p:nvSpPr>
                <p:spPr>
                  <a:xfrm>
                    <a:off x="1121439" y="2925576"/>
                    <a:ext cx="127635" cy="123301"/>
                  </a:xfrm>
                  <a:custGeom>
                    <a:avLst/>
                    <a:gdLst/>
                    <a:ahLst/>
                    <a:cxnLst/>
                    <a:rect l="l" t="t" r="r" b="b"/>
                    <a:pathLst>
                      <a:path w="127635" h="123301" extrusionOk="0">
                        <a:moveTo>
                          <a:pt x="114300" y="8144"/>
                        </a:moveTo>
                        <a:lnTo>
                          <a:pt x="114871" y="7668"/>
                        </a:lnTo>
                        <a:lnTo>
                          <a:pt x="108680" y="4143"/>
                        </a:lnTo>
                        <a:cubicBezTo>
                          <a:pt x="97155" y="-2429"/>
                          <a:pt x="81248" y="-1381"/>
                          <a:pt x="63817" y="8715"/>
                        </a:cubicBezTo>
                        <a:cubicBezTo>
                          <a:pt x="28575" y="29004"/>
                          <a:pt x="0" y="78534"/>
                          <a:pt x="0" y="119205"/>
                        </a:cubicBezTo>
                        <a:lnTo>
                          <a:pt x="7048" y="123301"/>
                        </a:lnTo>
                        <a:lnTo>
                          <a:pt x="11906" y="112443"/>
                        </a:lnTo>
                        <a:lnTo>
                          <a:pt x="127635" y="45672"/>
                        </a:lnTo>
                        <a:cubicBezTo>
                          <a:pt x="127635" y="28718"/>
                          <a:pt x="122682" y="15954"/>
                          <a:pt x="114300" y="833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3846;p47">
                    <a:extLst>
                      <a:ext uri="{FF2B5EF4-FFF2-40B4-BE49-F238E27FC236}">
                        <a16:creationId xmlns:a16="http://schemas.microsoft.com/office/drawing/2014/main" id="{02561BB9-C3D7-52B8-2255-363D18241893}"/>
                      </a:ext>
                    </a:extLst>
                  </p:cNvPr>
                  <p:cNvSpPr/>
                  <p:nvPr/>
                </p:nvSpPr>
                <p:spPr>
                  <a:xfrm>
                    <a:off x="1128392" y="2929611"/>
                    <a:ext cx="127539" cy="119171"/>
                  </a:xfrm>
                  <a:custGeom>
                    <a:avLst/>
                    <a:gdLst/>
                    <a:ahLst/>
                    <a:cxnLst/>
                    <a:rect l="l" t="t" r="r" b="b"/>
                    <a:pathLst>
                      <a:path w="127539" h="119171" extrusionOk="0">
                        <a:moveTo>
                          <a:pt x="63818" y="8681"/>
                        </a:moveTo>
                        <a:cubicBezTo>
                          <a:pt x="28575" y="29065"/>
                          <a:pt x="0" y="78500"/>
                          <a:pt x="0" y="119171"/>
                        </a:cubicBezTo>
                        <a:lnTo>
                          <a:pt x="127540" y="45543"/>
                        </a:lnTo>
                        <a:cubicBezTo>
                          <a:pt x="127540" y="4871"/>
                          <a:pt x="98965" y="-11607"/>
                          <a:pt x="63722" y="86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3847;p47">
                    <a:extLst>
                      <a:ext uri="{FF2B5EF4-FFF2-40B4-BE49-F238E27FC236}">
                        <a16:creationId xmlns:a16="http://schemas.microsoft.com/office/drawing/2014/main" id="{1695A02D-276F-6947-A8F5-D8D693C4DB6C}"/>
                      </a:ext>
                    </a:extLst>
                  </p:cNvPr>
                  <p:cNvSpPr/>
                  <p:nvPr/>
                </p:nvSpPr>
                <p:spPr>
                  <a:xfrm>
                    <a:off x="1175826" y="2990645"/>
                    <a:ext cx="32956" cy="30895"/>
                  </a:xfrm>
                  <a:custGeom>
                    <a:avLst/>
                    <a:gdLst/>
                    <a:ahLst/>
                    <a:cxnLst/>
                    <a:rect l="l" t="t" r="r" b="b"/>
                    <a:pathLst>
                      <a:path w="32956" h="30895" extrusionOk="0">
                        <a:moveTo>
                          <a:pt x="26194" y="320"/>
                        </a:moveTo>
                        <a:cubicBezTo>
                          <a:pt x="23431" y="-442"/>
                          <a:pt x="20098" y="130"/>
                          <a:pt x="16478" y="2320"/>
                        </a:cubicBezTo>
                        <a:cubicBezTo>
                          <a:pt x="8573" y="6892"/>
                          <a:pt x="2000" y="17084"/>
                          <a:pt x="381" y="26514"/>
                        </a:cubicBezTo>
                        <a:cubicBezTo>
                          <a:pt x="95" y="28038"/>
                          <a:pt x="0" y="29467"/>
                          <a:pt x="0" y="30895"/>
                        </a:cubicBezTo>
                        <a:lnTo>
                          <a:pt x="32956" y="11845"/>
                        </a:lnTo>
                        <a:cubicBezTo>
                          <a:pt x="32956" y="5559"/>
                          <a:pt x="30290" y="1463"/>
                          <a:pt x="26194" y="32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3848;p47">
                    <a:extLst>
                      <a:ext uri="{FF2B5EF4-FFF2-40B4-BE49-F238E27FC236}">
                        <a16:creationId xmlns:a16="http://schemas.microsoft.com/office/drawing/2014/main" id="{55E5183F-96EC-29B1-C4A1-074EA70ABD61}"/>
                      </a:ext>
                    </a:extLst>
                  </p:cNvPr>
                  <p:cNvSpPr/>
                  <p:nvPr/>
                </p:nvSpPr>
                <p:spPr>
                  <a:xfrm>
                    <a:off x="1202020" y="2990870"/>
                    <a:ext cx="6762" cy="13811"/>
                  </a:xfrm>
                  <a:custGeom>
                    <a:avLst/>
                    <a:gdLst/>
                    <a:ahLst/>
                    <a:cxnLst/>
                    <a:rect l="l" t="t" r="r" b="b"/>
                    <a:pathLst>
                      <a:path w="6762" h="13811" extrusionOk="0">
                        <a:moveTo>
                          <a:pt x="6763" y="11525"/>
                        </a:moveTo>
                        <a:lnTo>
                          <a:pt x="2858" y="13811"/>
                        </a:lnTo>
                        <a:cubicBezTo>
                          <a:pt x="3239" y="12383"/>
                          <a:pt x="3143" y="9430"/>
                          <a:pt x="3143" y="9430"/>
                        </a:cubicBezTo>
                        <a:cubicBezTo>
                          <a:pt x="3143" y="5239"/>
                          <a:pt x="2000" y="2000"/>
                          <a:pt x="0" y="0"/>
                        </a:cubicBezTo>
                        <a:cubicBezTo>
                          <a:pt x="4096" y="1143"/>
                          <a:pt x="6763" y="5144"/>
                          <a:pt x="6763" y="11525"/>
                        </a:cubicBez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extLst>
      <p:ext uri="{BB962C8B-B14F-4D97-AF65-F5344CB8AC3E}">
        <p14:creationId xmlns:p14="http://schemas.microsoft.com/office/powerpoint/2010/main" val="2273908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50">
          <a:extLst>
            <a:ext uri="{FF2B5EF4-FFF2-40B4-BE49-F238E27FC236}">
              <a16:creationId xmlns:a16="http://schemas.microsoft.com/office/drawing/2014/main" id="{ECA9E332-3961-149E-D0BE-DD914DAA28D7}"/>
            </a:ext>
          </a:extLst>
        </p:cNvPr>
        <p:cNvGrpSpPr/>
        <p:nvPr/>
      </p:nvGrpSpPr>
      <p:grpSpPr>
        <a:xfrm>
          <a:off x="0" y="0"/>
          <a:ext cx="0" cy="0"/>
          <a:chOff x="0" y="0"/>
          <a:chExt cx="0" cy="0"/>
        </a:xfrm>
      </p:grpSpPr>
      <p:sp>
        <p:nvSpPr>
          <p:cNvPr id="4672" name="Google Shape;4672;p5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a:r>
              <a:rPr lang="en" dirty="0"/>
              <a:t>Uploud-to Quote </a:t>
            </a:r>
            <a:r>
              <a:rPr lang="en-US" dirty="0"/>
              <a:t>F</a:t>
            </a:r>
            <a:r>
              <a:rPr lang="en" dirty="0"/>
              <a:t>low</a:t>
            </a:r>
            <a:endParaRPr dirty="0"/>
          </a:p>
        </p:txBody>
      </p:sp>
      <p:sp>
        <p:nvSpPr>
          <p:cNvPr id="4673" name="Google Shape;4673;p53"/>
          <p:cNvSpPr txBox="1"/>
          <p:nvPr/>
        </p:nvSpPr>
        <p:spPr>
          <a:xfrm>
            <a:off x="720000" y="1677462"/>
            <a:ext cx="2338800" cy="637200"/>
          </a:xfrm>
          <a:prstGeom prst="rect">
            <a:avLst/>
          </a:prstGeom>
          <a:noFill/>
          <a:ln>
            <a:noFill/>
          </a:ln>
        </p:spPr>
        <p:txBody>
          <a:bodyPr spcFirstLastPara="1" wrap="square" lIns="91425" tIns="91425" rIns="91425" bIns="91425" anchor="t" anchorCtr="0">
            <a:noAutofit/>
          </a:bodyPr>
          <a:lstStyle/>
          <a:p>
            <a:pPr lvl="0" algn="ctr">
              <a:lnSpc>
                <a:spcPct val="115000"/>
              </a:lnSpc>
            </a:pPr>
            <a:r>
              <a:rPr lang="en-US" dirty="0">
                <a:latin typeface="Mulish" panose="020B0604020202020204" charset="0"/>
              </a:rPr>
              <a:t>User uploads STL file to the platform</a:t>
            </a:r>
            <a:endParaRPr dirty="0">
              <a:solidFill>
                <a:schemeClr val="dk1"/>
              </a:solidFill>
              <a:latin typeface="Mulish" panose="020B0604020202020204" charset="0"/>
              <a:ea typeface="Mulish"/>
              <a:cs typeface="Mulish"/>
              <a:sym typeface="Mulish"/>
            </a:endParaRPr>
          </a:p>
        </p:txBody>
      </p:sp>
      <p:sp>
        <p:nvSpPr>
          <p:cNvPr id="4674" name="Google Shape;4674;p53"/>
          <p:cNvSpPr txBox="1"/>
          <p:nvPr/>
        </p:nvSpPr>
        <p:spPr>
          <a:xfrm>
            <a:off x="720000" y="1353375"/>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First</a:t>
            </a:r>
            <a:endParaRPr sz="2000" b="1">
              <a:solidFill>
                <a:schemeClr val="dk1"/>
              </a:solidFill>
              <a:latin typeface="Barlow"/>
              <a:ea typeface="Barlow"/>
              <a:cs typeface="Barlow"/>
              <a:sym typeface="Barlow"/>
            </a:endParaRPr>
          </a:p>
        </p:txBody>
      </p:sp>
      <p:sp>
        <p:nvSpPr>
          <p:cNvPr id="4675" name="Google Shape;4675;p53"/>
          <p:cNvSpPr txBox="1"/>
          <p:nvPr/>
        </p:nvSpPr>
        <p:spPr>
          <a:xfrm>
            <a:off x="3402600" y="1677462"/>
            <a:ext cx="2338800" cy="637200"/>
          </a:xfrm>
          <a:prstGeom prst="rect">
            <a:avLst/>
          </a:prstGeom>
          <a:noFill/>
          <a:ln>
            <a:noFill/>
          </a:ln>
        </p:spPr>
        <p:txBody>
          <a:bodyPr spcFirstLastPara="1" wrap="square" lIns="91425" tIns="91425" rIns="91425" bIns="91425" anchor="t" anchorCtr="0">
            <a:noAutofit/>
          </a:bodyPr>
          <a:lstStyle/>
          <a:p>
            <a:pPr lvl="0" algn="ctr">
              <a:lnSpc>
                <a:spcPct val="115000"/>
              </a:lnSpc>
            </a:pPr>
            <a:r>
              <a:rPr lang="en-US" dirty="0">
                <a:latin typeface="Mulish" panose="020B0604020202020204" charset="0"/>
              </a:rPr>
              <a:t>Node.js server routes to Processing Engine</a:t>
            </a:r>
            <a:endParaRPr dirty="0">
              <a:solidFill>
                <a:schemeClr val="dk1"/>
              </a:solidFill>
              <a:latin typeface="Mulish" panose="020B0604020202020204" charset="0"/>
              <a:ea typeface="Mulish"/>
              <a:cs typeface="Mulish"/>
              <a:sym typeface="Mulish"/>
            </a:endParaRPr>
          </a:p>
        </p:txBody>
      </p:sp>
      <p:sp>
        <p:nvSpPr>
          <p:cNvPr id="4676" name="Google Shape;4676;p53"/>
          <p:cNvSpPr txBox="1"/>
          <p:nvPr/>
        </p:nvSpPr>
        <p:spPr>
          <a:xfrm>
            <a:off x="3402600" y="1353375"/>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Next</a:t>
            </a:r>
            <a:endParaRPr sz="2000" b="1">
              <a:solidFill>
                <a:schemeClr val="dk1"/>
              </a:solidFill>
              <a:latin typeface="Barlow"/>
              <a:ea typeface="Barlow"/>
              <a:cs typeface="Barlow"/>
              <a:sym typeface="Barlow"/>
            </a:endParaRPr>
          </a:p>
        </p:txBody>
      </p:sp>
      <p:sp>
        <p:nvSpPr>
          <p:cNvPr id="4677" name="Google Shape;4677;p53"/>
          <p:cNvSpPr txBox="1"/>
          <p:nvPr/>
        </p:nvSpPr>
        <p:spPr>
          <a:xfrm>
            <a:off x="6085200" y="1677462"/>
            <a:ext cx="2338800" cy="637200"/>
          </a:xfrm>
          <a:prstGeom prst="rect">
            <a:avLst/>
          </a:prstGeom>
          <a:noFill/>
          <a:ln>
            <a:noFill/>
          </a:ln>
        </p:spPr>
        <p:txBody>
          <a:bodyPr spcFirstLastPara="1" wrap="square" lIns="91425" tIns="91425" rIns="91425" bIns="91425" anchor="t" anchorCtr="0">
            <a:noAutofit/>
          </a:bodyPr>
          <a:lstStyle/>
          <a:p>
            <a:pPr lvl="0" algn="ctr">
              <a:lnSpc>
                <a:spcPct val="115000"/>
              </a:lnSpc>
            </a:pPr>
            <a:r>
              <a:rPr lang="en-US" dirty="0">
                <a:latin typeface="Mulish" panose="020B0604020202020204" charset="0"/>
              </a:rPr>
              <a:t> Blender Script checks for geometric errors</a:t>
            </a:r>
            <a:endParaRPr dirty="0">
              <a:solidFill>
                <a:schemeClr val="dk1"/>
              </a:solidFill>
              <a:latin typeface="Mulish" panose="020B0604020202020204" charset="0"/>
              <a:ea typeface="Mulish"/>
              <a:cs typeface="Mulish"/>
              <a:sym typeface="Mulish"/>
            </a:endParaRPr>
          </a:p>
        </p:txBody>
      </p:sp>
      <p:sp>
        <p:nvSpPr>
          <p:cNvPr id="4678" name="Google Shape;4678;p53"/>
          <p:cNvSpPr txBox="1"/>
          <p:nvPr/>
        </p:nvSpPr>
        <p:spPr>
          <a:xfrm>
            <a:off x="6085200" y="1353375"/>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Next</a:t>
            </a:r>
            <a:endParaRPr sz="2000" b="1">
              <a:solidFill>
                <a:schemeClr val="dk1"/>
              </a:solidFill>
              <a:latin typeface="Barlow"/>
              <a:ea typeface="Barlow"/>
              <a:cs typeface="Barlow"/>
              <a:sym typeface="Barlow"/>
            </a:endParaRPr>
          </a:p>
        </p:txBody>
      </p:sp>
      <p:sp>
        <p:nvSpPr>
          <p:cNvPr id="4679" name="Google Shape;4679;p53"/>
          <p:cNvSpPr txBox="1"/>
          <p:nvPr/>
        </p:nvSpPr>
        <p:spPr>
          <a:xfrm>
            <a:off x="720000" y="3432411"/>
            <a:ext cx="2338800" cy="637200"/>
          </a:xfrm>
          <a:prstGeom prst="rect">
            <a:avLst/>
          </a:prstGeom>
          <a:noFill/>
          <a:ln>
            <a:noFill/>
          </a:ln>
        </p:spPr>
        <p:txBody>
          <a:bodyPr spcFirstLastPara="1" wrap="square" lIns="91425" tIns="91425" rIns="91425" bIns="91425" anchor="t" anchorCtr="0">
            <a:noAutofit/>
          </a:bodyPr>
          <a:lstStyle/>
          <a:p>
            <a:pPr lvl="0" algn="ctr">
              <a:lnSpc>
                <a:spcPct val="115000"/>
              </a:lnSpc>
            </a:pPr>
            <a:r>
              <a:rPr lang="en-US" dirty="0" err="1">
                <a:latin typeface="Mulish" panose="020B0604020202020204" charset="0"/>
              </a:rPr>
              <a:t>PrusaSlicer</a:t>
            </a:r>
            <a:r>
              <a:rPr lang="en-US" dirty="0">
                <a:latin typeface="Mulish" panose="020B0604020202020204" charset="0"/>
              </a:rPr>
              <a:t> CLI calculates exact weight and print time</a:t>
            </a:r>
            <a:endParaRPr dirty="0">
              <a:solidFill>
                <a:schemeClr val="dk1"/>
              </a:solidFill>
              <a:latin typeface="Mulish" panose="020B0604020202020204" charset="0"/>
              <a:ea typeface="Mulish"/>
              <a:cs typeface="Mulish"/>
              <a:sym typeface="Mulish"/>
            </a:endParaRPr>
          </a:p>
        </p:txBody>
      </p:sp>
      <p:sp>
        <p:nvSpPr>
          <p:cNvPr id="4680" name="Google Shape;4680;p53"/>
          <p:cNvSpPr txBox="1"/>
          <p:nvPr/>
        </p:nvSpPr>
        <p:spPr>
          <a:xfrm>
            <a:off x="720000" y="3108318"/>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dirty="0">
                <a:solidFill>
                  <a:schemeClr val="dk1"/>
                </a:solidFill>
                <a:latin typeface="Barlow"/>
                <a:ea typeface="Barlow"/>
                <a:cs typeface="Barlow"/>
                <a:sym typeface="Barlow"/>
              </a:rPr>
              <a:t>Next</a:t>
            </a:r>
            <a:endParaRPr sz="2000" b="1" dirty="0">
              <a:solidFill>
                <a:schemeClr val="dk1"/>
              </a:solidFill>
              <a:latin typeface="Barlow"/>
              <a:ea typeface="Barlow"/>
              <a:cs typeface="Barlow"/>
              <a:sym typeface="Barlow"/>
            </a:endParaRPr>
          </a:p>
        </p:txBody>
      </p:sp>
      <p:sp>
        <p:nvSpPr>
          <p:cNvPr id="4681" name="Google Shape;4681;p53"/>
          <p:cNvSpPr txBox="1"/>
          <p:nvPr/>
        </p:nvSpPr>
        <p:spPr>
          <a:xfrm>
            <a:off x="4668504" y="3432411"/>
            <a:ext cx="2338800" cy="637200"/>
          </a:xfrm>
          <a:prstGeom prst="rect">
            <a:avLst/>
          </a:prstGeom>
          <a:noFill/>
          <a:ln>
            <a:noFill/>
          </a:ln>
        </p:spPr>
        <p:txBody>
          <a:bodyPr spcFirstLastPara="1" wrap="square" lIns="91425" tIns="91425" rIns="91425" bIns="91425" anchor="t" anchorCtr="0">
            <a:noAutofit/>
          </a:bodyPr>
          <a:lstStyle/>
          <a:p>
            <a:pPr lvl="0" algn="ctr">
              <a:lnSpc>
                <a:spcPct val="115000"/>
              </a:lnSpc>
            </a:pPr>
            <a:r>
              <a:rPr lang="en-US" dirty="0">
                <a:latin typeface="Mulish" panose="020B0604020202020204" charset="0"/>
              </a:rPr>
              <a:t> Instant price is displayed to the user</a:t>
            </a:r>
            <a:endParaRPr dirty="0">
              <a:solidFill>
                <a:schemeClr val="dk1"/>
              </a:solidFill>
              <a:latin typeface="Mulish" panose="020B0604020202020204" charset="0"/>
              <a:ea typeface="Mulish"/>
              <a:cs typeface="Mulish"/>
              <a:sym typeface="Mulish"/>
            </a:endParaRPr>
          </a:p>
        </p:txBody>
      </p:sp>
      <p:sp>
        <p:nvSpPr>
          <p:cNvPr id="4684" name="Google Shape;4684;p53"/>
          <p:cNvSpPr txBox="1"/>
          <p:nvPr/>
        </p:nvSpPr>
        <p:spPr>
          <a:xfrm>
            <a:off x="4668504" y="3108318"/>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dirty="0">
                <a:solidFill>
                  <a:schemeClr val="dk1"/>
                </a:solidFill>
                <a:latin typeface="Barlow"/>
                <a:ea typeface="Barlow"/>
                <a:cs typeface="Barlow"/>
                <a:sym typeface="Barlow"/>
              </a:rPr>
              <a:t>Last</a:t>
            </a:r>
            <a:endParaRPr sz="2000" b="1" dirty="0">
              <a:solidFill>
                <a:schemeClr val="dk1"/>
              </a:solidFill>
              <a:latin typeface="Barlow"/>
              <a:ea typeface="Barlow"/>
              <a:cs typeface="Barlow"/>
              <a:sym typeface="Barlow"/>
            </a:endParaRPr>
          </a:p>
        </p:txBody>
      </p:sp>
      <p:cxnSp>
        <p:nvCxnSpPr>
          <p:cNvPr id="4685" name="Google Shape;4685;p53"/>
          <p:cNvCxnSpPr>
            <a:cxnSpLocks/>
            <a:stCxn id="4674" idx="3"/>
            <a:endCxn id="4676" idx="1"/>
          </p:cNvCxnSpPr>
          <p:nvPr/>
        </p:nvCxnSpPr>
        <p:spPr>
          <a:xfrm>
            <a:off x="3058800" y="1590675"/>
            <a:ext cx="343800" cy="600"/>
          </a:xfrm>
          <a:prstGeom prst="bentConnector3">
            <a:avLst>
              <a:gd name="adj1" fmla="val 50000"/>
            </a:avLst>
          </a:prstGeom>
          <a:noFill/>
          <a:ln w="9525" cap="flat" cmpd="sng">
            <a:solidFill>
              <a:schemeClr val="dk1"/>
            </a:solidFill>
            <a:prstDash val="solid"/>
            <a:round/>
            <a:headEnd type="none" w="med" len="med"/>
            <a:tailEnd type="triangle" w="med" len="med"/>
          </a:ln>
        </p:spPr>
      </p:cxnSp>
      <p:cxnSp>
        <p:nvCxnSpPr>
          <p:cNvPr id="4686" name="Google Shape;4686;p53"/>
          <p:cNvCxnSpPr>
            <a:stCxn id="4676" idx="3"/>
            <a:endCxn id="4678" idx="1"/>
          </p:cNvCxnSpPr>
          <p:nvPr/>
        </p:nvCxnSpPr>
        <p:spPr>
          <a:xfrm>
            <a:off x="5741400" y="1590675"/>
            <a:ext cx="343800" cy="600"/>
          </a:xfrm>
          <a:prstGeom prst="bentConnector3">
            <a:avLst>
              <a:gd name="adj1" fmla="val 50000"/>
            </a:avLst>
          </a:prstGeom>
          <a:noFill/>
          <a:ln w="9525" cap="flat" cmpd="sng">
            <a:solidFill>
              <a:schemeClr val="dk1"/>
            </a:solidFill>
            <a:prstDash val="solid"/>
            <a:round/>
            <a:headEnd type="none" w="med" len="med"/>
            <a:tailEnd type="triangle" w="med" len="med"/>
          </a:ln>
        </p:spPr>
      </p:cxnSp>
      <p:cxnSp>
        <p:nvCxnSpPr>
          <p:cNvPr id="4687" name="Google Shape;4687;p53"/>
          <p:cNvCxnSpPr>
            <a:stCxn id="4677" idx="2"/>
            <a:endCxn id="4680" idx="0"/>
          </p:cNvCxnSpPr>
          <p:nvPr/>
        </p:nvCxnSpPr>
        <p:spPr>
          <a:xfrm rot="5400000">
            <a:off x="4175100" y="28962"/>
            <a:ext cx="793800" cy="5365200"/>
          </a:xfrm>
          <a:prstGeom prst="bentConnector3">
            <a:avLst>
              <a:gd name="adj1" fmla="val 49991"/>
            </a:avLst>
          </a:prstGeom>
          <a:noFill/>
          <a:ln w="9525" cap="flat" cmpd="sng">
            <a:solidFill>
              <a:schemeClr val="dk1"/>
            </a:solidFill>
            <a:prstDash val="solid"/>
            <a:round/>
            <a:headEnd type="none" w="med" len="med"/>
            <a:tailEnd type="triangle" w="med" len="med"/>
          </a:ln>
        </p:spPr>
      </p:cxnSp>
      <p:cxnSp>
        <p:nvCxnSpPr>
          <p:cNvPr id="11" name="Straight Arrow Connector 10">
            <a:extLst>
              <a:ext uri="{FF2B5EF4-FFF2-40B4-BE49-F238E27FC236}">
                <a16:creationId xmlns:a16="http://schemas.microsoft.com/office/drawing/2014/main" id="{19029610-5F78-BF3D-4BEE-16199BB3D073}"/>
              </a:ext>
            </a:extLst>
          </p:cNvPr>
          <p:cNvCxnSpPr>
            <a:cxnSpLocks/>
          </p:cNvCxnSpPr>
          <p:nvPr/>
        </p:nvCxnSpPr>
        <p:spPr>
          <a:xfrm>
            <a:off x="3451860" y="3299460"/>
            <a:ext cx="6443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4" name="Google Shape;6349;p64">
            <a:extLst>
              <a:ext uri="{FF2B5EF4-FFF2-40B4-BE49-F238E27FC236}">
                <a16:creationId xmlns:a16="http://schemas.microsoft.com/office/drawing/2014/main" id="{53AF9121-13E8-A32A-5D3F-2B108EE44ADB}"/>
              </a:ext>
            </a:extLst>
          </p:cNvPr>
          <p:cNvGrpSpPr/>
          <p:nvPr/>
        </p:nvGrpSpPr>
        <p:grpSpPr>
          <a:xfrm>
            <a:off x="7385842" y="3289325"/>
            <a:ext cx="1307645" cy="1560571"/>
            <a:chOff x="546414" y="3478265"/>
            <a:chExt cx="637223" cy="760475"/>
          </a:xfrm>
        </p:grpSpPr>
        <p:grpSp>
          <p:nvGrpSpPr>
            <p:cNvPr id="5" name="Google Shape;6350;p64">
              <a:extLst>
                <a:ext uri="{FF2B5EF4-FFF2-40B4-BE49-F238E27FC236}">
                  <a16:creationId xmlns:a16="http://schemas.microsoft.com/office/drawing/2014/main" id="{52412F66-9661-BE82-40CD-C0A9B67FFBBB}"/>
                </a:ext>
              </a:extLst>
            </p:cNvPr>
            <p:cNvGrpSpPr/>
            <p:nvPr/>
          </p:nvGrpSpPr>
          <p:grpSpPr>
            <a:xfrm>
              <a:off x="818829" y="3491123"/>
              <a:ext cx="364808" cy="590359"/>
              <a:chOff x="818829" y="3491123"/>
              <a:chExt cx="364808" cy="590359"/>
            </a:xfrm>
          </p:grpSpPr>
          <p:sp>
            <p:nvSpPr>
              <p:cNvPr id="4736" name="Google Shape;6351;p64">
                <a:extLst>
                  <a:ext uri="{FF2B5EF4-FFF2-40B4-BE49-F238E27FC236}">
                    <a16:creationId xmlns:a16="http://schemas.microsoft.com/office/drawing/2014/main" id="{620FA478-837C-9E93-01BA-824FBDBC56FF}"/>
                  </a:ext>
                </a:extLst>
              </p:cNvPr>
              <p:cNvSpPr/>
              <p:nvPr/>
            </p:nvSpPr>
            <p:spPr>
              <a:xfrm>
                <a:off x="1172493" y="3695339"/>
                <a:ext cx="11144" cy="386143"/>
              </a:xfrm>
              <a:custGeom>
                <a:avLst/>
                <a:gdLst/>
                <a:ahLst/>
                <a:cxnLst/>
                <a:rect l="l" t="t" r="r" b="b"/>
                <a:pathLst>
                  <a:path w="11144" h="386143" extrusionOk="0">
                    <a:moveTo>
                      <a:pt x="0" y="386143"/>
                    </a:moveTo>
                    <a:lnTo>
                      <a:pt x="11144" y="379667"/>
                    </a:lnTo>
                    <a:lnTo>
                      <a:pt x="11144" y="0"/>
                    </a:lnTo>
                    <a:lnTo>
                      <a:pt x="0" y="6477"/>
                    </a:lnTo>
                    <a:lnTo>
                      <a:pt x="0" y="38614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7" name="Google Shape;6352;p64">
                <a:extLst>
                  <a:ext uri="{FF2B5EF4-FFF2-40B4-BE49-F238E27FC236}">
                    <a16:creationId xmlns:a16="http://schemas.microsoft.com/office/drawing/2014/main" id="{1DC2659D-715A-51ED-E5F1-89DA64846992}"/>
                  </a:ext>
                </a:extLst>
              </p:cNvPr>
              <p:cNvSpPr/>
              <p:nvPr/>
            </p:nvSpPr>
            <p:spPr>
              <a:xfrm>
                <a:off x="818829" y="3491123"/>
                <a:ext cx="364807" cy="210692"/>
              </a:xfrm>
              <a:custGeom>
                <a:avLst/>
                <a:gdLst/>
                <a:ahLst/>
                <a:cxnLst/>
                <a:rect l="l" t="t" r="r" b="b"/>
                <a:pathLst>
                  <a:path w="364807" h="210692" extrusionOk="0">
                    <a:moveTo>
                      <a:pt x="353663" y="210693"/>
                    </a:moveTo>
                    <a:lnTo>
                      <a:pt x="364808" y="204216"/>
                    </a:lnTo>
                    <a:lnTo>
                      <a:pt x="11144" y="0"/>
                    </a:lnTo>
                    <a:lnTo>
                      <a:pt x="0" y="6477"/>
                    </a:lnTo>
                    <a:lnTo>
                      <a:pt x="353663" y="210693"/>
                    </a:lnTo>
                    <a:close/>
                  </a:path>
                </a:pathLst>
              </a:custGeom>
              <a:solidFill>
                <a:srgbClr val="E6E7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8" name="Google Shape;6353;p64">
                <a:extLst>
                  <a:ext uri="{FF2B5EF4-FFF2-40B4-BE49-F238E27FC236}">
                    <a16:creationId xmlns:a16="http://schemas.microsoft.com/office/drawing/2014/main" id="{B746C712-62D0-1343-A644-DFB23A040623}"/>
                  </a:ext>
                </a:extLst>
              </p:cNvPr>
              <p:cNvSpPr/>
              <p:nvPr/>
            </p:nvSpPr>
            <p:spPr>
              <a:xfrm>
                <a:off x="823497" y="3507030"/>
                <a:ext cx="348900" cy="566070"/>
              </a:xfrm>
              <a:custGeom>
                <a:avLst/>
                <a:gdLst/>
                <a:ahLst/>
                <a:cxnLst/>
                <a:rect l="l" t="t" r="r" b="b"/>
                <a:pathLst>
                  <a:path w="348900" h="566070" extrusionOk="0">
                    <a:moveTo>
                      <a:pt x="476" y="0"/>
                    </a:moveTo>
                    <a:lnTo>
                      <a:pt x="0" y="370904"/>
                    </a:lnTo>
                    <a:lnTo>
                      <a:pt x="343948" y="566071"/>
                    </a:lnTo>
                    <a:lnTo>
                      <a:pt x="345853" y="198311"/>
                    </a:lnTo>
                    <a:lnTo>
                      <a:pt x="476" y="0"/>
                    </a:lnTo>
                    <a:close/>
                    <a:moveTo>
                      <a:pt x="12859" y="54959"/>
                    </a:moveTo>
                    <a:lnTo>
                      <a:pt x="61627" y="31242"/>
                    </a:lnTo>
                    <a:lnTo>
                      <a:pt x="348901" y="197072"/>
                    </a:lnTo>
                    <a:lnTo>
                      <a:pt x="348901" y="448723"/>
                    </a:lnTo>
                    <a:lnTo>
                      <a:pt x="289369" y="477679"/>
                    </a:lnTo>
                    <a:lnTo>
                      <a:pt x="12859" y="318040"/>
                    </a:lnTo>
                    <a:lnTo>
                      <a:pt x="12859" y="54959"/>
                    </a:ln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9" name="Google Shape;6354;p64">
                <a:extLst>
                  <a:ext uri="{FF2B5EF4-FFF2-40B4-BE49-F238E27FC236}">
                    <a16:creationId xmlns:a16="http://schemas.microsoft.com/office/drawing/2014/main" id="{C223AA1D-A8FA-EBDB-11A7-B12D7CB401C3}"/>
                  </a:ext>
                </a:extLst>
              </p:cNvPr>
              <p:cNvSpPr/>
              <p:nvPr/>
            </p:nvSpPr>
            <p:spPr>
              <a:xfrm>
                <a:off x="818829" y="3497600"/>
                <a:ext cx="353663" cy="583882"/>
              </a:xfrm>
              <a:custGeom>
                <a:avLst/>
                <a:gdLst/>
                <a:ahLst/>
                <a:cxnLst/>
                <a:rect l="l" t="t" r="r" b="b"/>
                <a:pathLst>
                  <a:path w="353663" h="583882" extrusionOk="0">
                    <a:moveTo>
                      <a:pt x="0" y="0"/>
                    </a:moveTo>
                    <a:lnTo>
                      <a:pt x="0" y="379666"/>
                    </a:lnTo>
                    <a:lnTo>
                      <a:pt x="353663" y="583882"/>
                    </a:lnTo>
                    <a:lnTo>
                      <a:pt x="353663" y="204216"/>
                    </a:lnTo>
                    <a:lnTo>
                      <a:pt x="0" y="0"/>
                    </a:lnTo>
                    <a:close/>
                    <a:moveTo>
                      <a:pt x="8953" y="69342"/>
                    </a:moveTo>
                    <a:lnTo>
                      <a:pt x="57722" y="45625"/>
                    </a:lnTo>
                    <a:lnTo>
                      <a:pt x="344995" y="211455"/>
                    </a:lnTo>
                    <a:lnTo>
                      <a:pt x="344995" y="463105"/>
                    </a:lnTo>
                    <a:lnTo>
                      <a:pt x="285464" y="492062"/>
                    </a:lnTo>
                    <a:lnTo>
                      <a:pt x="8953" y="332422"/>
                    </a:lnTo>
                    <a:lnTo>
                      <a:pt x="8953" y="6934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0" name="Google Shape;6355;p64">
                <a:extLst>
                  <a:ext uri="{FF2B5EF4-FFF2-40B4-BE49-F238E27FC236}">
                    <a16:creationId xmlns:a16="http://schemas.microsoft.com/office/drawing/2014/main" id="{DC779750-F9F7-9E8C-2AC1-8DE2E17F7422}"/>
                  </a:ext>
                </a:extLst>
              </p:cNvPr>
              <p:cNvSpPr/>
              <p:nvPr/>
            </p:nvSpPr>
            <p:spPr>
              <a:xfrm>
                <a:off x="827783" y="3543225"/>
                <a:ext cx="336041" cy="446436"/>
              </a:xfrm>
              <a:custGeom>
                <a:avLst/>
                <a:gdLst/>
                <a:ahLst/>
                <a:cxnLst/>
                <a:rect l="l" t="t" r="r" b="b"/>
                <a:pathLst>
                  <a:path w="336041" h="446436" extrusionOk="0">
                    <a:moveTo>
                      <a:pt x="0" y="23717"/>
                    </a:moveTo>
                    <a:lnTo>
                      <a:pt x="48768" y="0"/>
                    </a:lnTo>
                    <a:lnTo>
                      <a:pt x="336042" y="165830"/>
                    </a:lnTo>
                    <a:lnTo>
                      <a:pt x="336042" y="417481"/>
                    </a:lnTo>
                    <a:lnTo>
                      <a:pt x="276511" y="446437"/>
                    </a:lnTo>
                    <a:lnTo>
                      <a:pt x="0" y="286798"/>
                    </a:lnTo>
                    <a:lnTo>
                      <a:pt x="0" y="23717"/>
                    </a:lnTo>
                    <a:close/>
                  </a:path>
                </a:pathLst>
              </a:custGeom>
              <a:solidFill>
                <a:srgbClr val="24D2C1">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 name="Google Shape;6356;p64">
              <a:extLst>
                <a:ext uri="{FF2B5EF4-FFF2-40B4-BE49-F238E27FC236}">
                  <a16:creationId xmlns:a16="http://schemas.microsoft.com/office/drawing/2014/main" id="{38109483-5981-42C6-8922-EA72F85A2DAA}"/>
                </a:ext>
              </a:extLst>
            </p:cNvPr>
            <p:cNvGrpSpPr/>
            <p:nvPr/>
          </p:nvGrpSpPr>
          <p:grpSpPr>
            <a:xfrm>
              <a:off x="557558" y="3497600"/>
              <a:ext cx="272415" cy="537019"/>
              <a:chOff x="557558" y="3497600"/>
              <a:chExt cx="272415" cy="537019"/>
            </a:xfrm>
          </p:grpSpPr>
          <p:sp>
            <p:nvSpPr>
              <p:cNvPr id="3062" name="Google Shape;6357;p64">
                <a:extLst>
                  <a:ext uri="{FF2B5EF4-FFF2-40B4-BE49-F238E27FC236}">
                    <a16:creationId xmlns:a16="http://schemas.microsoft.com/office/drawing/2014/main" id="{22E3C577-1DE9-8A0A-4C64-08A61162BC4F}"/>
                  </a:ext>
                </a:extLst>
              </p:cNvPr>
              <p:cNvSpPr/>
              <p:nvPr/>
            </p:nvSpPr>
            <p:spPr>
              <a:xfrm>
                <a:off x="557558" y="3648476"/>
                <a:ext cx="11144" cy="386143"/>
              </a:xfrm>
              <a:custGeom>
                <a:avLst/>
                <a:gdLst/>
                <a:ahLst/>
                <a:cxnLst/>
                <a:rect l="l" t="t" r="r" b="b"/>
                <a:pathLst>
                  <a:path w="11144" h="386143" extrusionOk="0">
                    <a:moveTo>
                      <a:pt x="11144" y="386144"/>
                    </a:moveTo>
                    <a:lnTo>
                      <a:pt x="0" y="379666"/>
                    </a:lnTo>
                    <a:lnTo>
                      <a:pt x="0" y="0"/>
                    </a:lnTo>
                    <a:lnTo>
                      <a:pt x="11144" y="6382"/>
                    </a:lnTo>
                    <a:lnTo>
                      <a:pt x="11144" y="386144"/>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3" name="Google Shape;6358;p64">
                <a:extLst>
                  <a:ext uri="{FF2B5EF4-FFF2-40B4-BE49-F238E27FC236}">
                    <a16:creationId xmlns:a16="http://schemas.microsoft.com/office/drawing/2014/main" id="{7AF0FFAE-9AF4-87EA-6D10-FBE512EC1C24}"/>
                  </a:ext>
                </a:extLst>
              </p:cNvPr>
              <p:cNvSpPr/>
              <p:nvPr/>
            </p:nvSpPr>
            <p:spPr>
              <a:xfrm>
                <a:off x="557558" y="3497600"/>
                <a:ext cx="272414" cy="157257"/>
              </a:xfrm>
              <a:custGeom>
                <a:avLst/>
                <a:gdLst/>
                <a:ahLst/>
                <a:cxnLst/>
                <a:rect l="l" t="t" r="r" b="b"/>
                <a:pathLst>
                  <a:path w="272414" h="157257" extrusionOk="0">
                    <a:moveTo>
                      <a:pt x="11144" y="157258"/>
                    </a:moveTo>
                    <a:lnTo>
                      <a:pt x="0" y="150876"/>
                    </a:lnTo>
                    <a:lnTo>
                      <a:pt x="261271" y="0"/>
                    </a:lnTo>
                    <a:lnTo>
                      <a:pt x="272415" y="6382"/>
                    </a:lnTo>
                    <a:lnTo>
                      <a:pt x="11144" y="157258"/>
                    </a:lnTo>
                    <a:close/>
                  </a:path>
                </a:pathLst>
              </a:custGeom>
              <a:solidFill>
                <a:srgbClr val="E6E7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4" name="Google Shape;6359;p64">
                <a:extLst>
                  <a:ext uri="{FF2B5EF4-FFF2-40B4-BE49-F238E27FC236}">
                    <a16:creationId xmlns:a16="http://schemas.microsoft.com/office/drawing/2014/main" id="{C5313A78-718B-229F-0297-84CDD6E85EB1}"/>
                  </a:ext>
                </a:extLst>
              </p:cNvPr>
              <p:cNvSpPr/>
              <p:nvPr/>
            </p:nvSpPr>
            <p:spPr>
              <a:xfrm>
                <a:off x="568798" y="3513507"/>
                <a:ext cx="256603" cy="512730"/>
              </a:xfrm>
              <a:custGeom>
                <a:avLst/>
                <a:gdLst/>
                <a:ahLst/>
                <a:cxnLst/>
                <a:rect l="l" t="t" r="r" b="b"/>
                <a:pathLst>
                  <a:path w="256603" h="512730" extrusionOk="0">
                    <a:moveTo>
                      <a:pt x="3143" y="144971"/>
                    </a:moveTo>
                    <a:lnTo>
                      <a:pt x="5048" y="512731"/>
                    </a:lnTo>
                    <a:lnTo>
                      <a:pt x="256603" y="370903"/>
                    </a:lnTo>
                    <a:lnTo>
                      <a:pt x="256032" y="0"/>
                    </a:lnTo>
                    <a:lnTo>
                      <a:pt x="3048" y="144971"/>
                    </a:lnTo>
                    <a:close/>
                    <a:moveTo>
                      <a:pt x="243649" y="318040"/>
                    </a:moveTo>
                    <a:lnTo>
                      <a:pt x="59531" y="424339"/>
                    </a:lnTo>
                    <a:lnTo>
                      <a:pt x="0" y="395383"/>
                    </a:lnTo>
                    <a:lnTo>
                      <a:pt x="0" y="143732"/>
                    </a:lnTo>
                    <a:lnTo>
                      <a:pt x="194881" y="31242"/>
                    </a:lnTo>
                    <a:lnTo>
                      <a:pt x="243649" y="54959"/>
                    </a:lnTo>
                    <a:lnTo>
                      <a:pt x="243649" y="318040"/>
                    </a:ln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5" name="Google Shape;6360;p64">
                <a:extLst>
                  <a:ext uri="{FF2B5EF4-FFF2-40B4-BE49-F238E27FC236}">
                    <a16:creationId xmlns:a16="http://schemas.microsoft.com/office/drawing/2014/main" id="{916EBE9F-6EF5-BD0D-E463-E4A8490F18B8}"/>
                  </a:ext>
                </a:extLst>
              </p:cNvPr>
              <p:cNvSpPr/>
              <p:nvPr/>
            </p:nvSpPr>
            <p:spPr>
              <a:xfrm>
                <a:off x="568703" y="3503982"/>
                <a:ext cx="261270" cy="530542"/>
              </a:xfrm>
              <a:custGeom>
                <a:avLst/>
                <a:gdLst/>
                <a:ahLst/>
                <a:cxnLst/>
                <a:rect l="l" t="t" r="r" b="b"/>
                <a:pathLst>
                  <a:path w="261270" h="530542" extrusionOk="0">
                    <a:moveTo>
                      <a:pt x="0" y="150876"/>
                    </a:moveTo>
                    <a:lnTo>
                      <a:pt x="0" y="530543"/>
                    </a:lnTo>
                    <a:lnTo>
                      <a:pt x="261271" y="379667"/>
                    </a:lnTo>
                    <a:lnTo>
                      <a:pt x="261271" y="0"/>
                    </a:lnTo>
                    <a:lnTo>
                      <a:pt x="0" y="150876"/>
                    </a:lnTo>
                    <a:close/>
                    <a:moveTo>
                      <a:pt x="252413" y="332423"/>
                    </a:moveTo>
                    <a:lnTo>
                      <a:pt x="68294" y="438721"/>
                    </a:lnTo>
                    <a:lnTo>
                      <a:pt x="8763" y="409766"/>
                    </a:lnTo>
                    <a:lnTo>
                      <a:pt x="8763" y="158115"/>
                    </a:lnTo>
                    <a:lnTo>
                      <a:pt x="203644" y="45625"/>
                    </a:lnTo>
                    <a:lnTo>
                      <a:pt x="252413" y="69342"/>
                    </a:lnTo>
                    <a:lnTo>
                      <a:pt x="252413" y="33242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6" name="Google Shape;6361;p64">
                <a:extLst>
                  <a:ext uri="{FF2B5EF4-FFF2-40B4-BE49-F238E27FC236}">
                    <a16:creationId xmlns:a16="http://schemas.microsoft.com/office/drawing/2014/main" id="{D3EB053A-E209-EAE2-4F1F-BFE09C0352D6}"/>
                  </a:ext>
                </a:extLst>
              </p:cNvPr>
              <p:cNvSpPr/>
              <p:nvPr/>
            </p:nvSpPr>
            <p:spPr>
              <a:xfrm>
                <a:off x="577466" y="3549702"/>
                <a:ext cx="243649" cy="393096"/>
              </a:xfrm>
              <a:custGeom>
                <a:avLst/>
                <a:gdLst/>
                <a:ahLst/>
                <a:cxnLst/>
                <a:rect l="l" t="t" r="r" b="b"/>
                <a:pathLst>
                  <a:path w="243649" h="393096" extrusionOk="0">
                    <a:moveTo>
                      <a:pt x="243650" y="286798"/>
                    </a:moveTo>
                    <a:lnTo>
                      <a:pt x="59531" y="393097"/>
                    </a:lnTo>
                    <a:lnTo>
                      <a:pt x="0" y="364141"/>
                    </a:lnTo>
                    <a:lnTo>
                      <a:pt x="0" y="112490"/>
                    </a:lnTo>
                    <a:lnTo>
                      <a:pt x="194881" y="0"/>
                    </a:lnTo>
                    <a:lnTo>
                      <a:pt x="243650" y="23717"/>
                    </a:lnTo>
                    <a:lnTo>
                      <a:pt x="243650" y="286798"/>
                    </a:lnTo>
                    <a:close/>
                  </a:path>
                </a:pathLst>
              </a:custGeom>
              <a:solidFill>
                <a:srgbClr val="24D2C1">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 name="Google Shape;6362;p64">
              <a:extLst>
                <a:ext uri="{FF2B5EF4-FFF2-40B4-BE49-F238E27FC236}">
                  <a16:creationId xmlns:a16="http://schemas.microsoft.com/office/drawing/2014/main" id="{EAA86F49-7CF6-6FDB-126D-0AE2DB7E1AC2}"/>
                </a:ext>
              </a:extLst>
            </p:cNvPr>
            <p:cNvGrpSpPr/>
            <p:nvPr/>
          </p:nvGrpSpPr>
          <p:grpSpPr>
            <a:xfrm>
              <a:off x="568703" y="3838309"/>
              <a:ext cx="592645" cy="387573"/>
              <a:chOff x="568703" y="3838309"/>
              <a:chExt cx="592645" cy="387573"/>
            </a:xfrm>
          </p:grpSpPr>
          <p:grpSp>
            <p:nvGrpSpPr>
              <p:cNvPr id="3054" name="Google Shape;6363;p64">
                <a:extLst>
                  <a:ext uri="{FF2B5EF4-FFF2-40B4-BE49-F238E27FC236}">
                    <a16:creationId xmlns:a16="http://schemas.microsoft.com/office/drawing/2014/main" id="{8E85C833-2603-224E-A090-7EDC64B5324C}"/>
                  </a:ext>
                </a:extLst>
              </p:cNvPr>
              <p:cNvGrpSpPr/>
              <p:nvPr/>
            </p:nvGrpSpPr>
            <p:grpSpPr>
              <a:xfrm>
                <a:off x="568703" y="3838309"/>
                <a:ext cx="592645" cy="387573"/>
                <a:chOff x="568703" y="3838309"/>
                <a:chExt cx="592645" cy="387573"/>
              </a:xfrm>
            </p:grpSpPr>
            <p:sp>
              <p:nvSpPr>
                <p:cNvPr id="3059" name="Google Shape;6364;p64">
                  <a:extLst>
                    <a:ext uri="{FF2B5EF4-FFF2-40B4-BE49-F238E27FC236}">
                      <a16:creationId xmlns:a16="http://schemas.microsoft.com/office/drawing/2014/main" id="{D882C338-C3F6-4E2E-667B-4A186F960927}"/>
                    </a:ext>
                  </a:extLst>
                </p:cNvPr>
                <p:cNvSpPr/>
                <p:nvPr/>
              </p:nvSpPr>
              <p:spPr>
                <a:xfrm>
                  <a:off x="568703" y="3989185"/>
                  <a:ext cx="331374" cy="236696"/>
                </a:xfrm>
                <a:custGeom>
                  <a:avLst/>
                  <a:gdLst/>
                  <a:ahLst/>
                  <a:cxnLst/>
                  <a:rect l="l" t="t" r="r" b="b"/>
                  <a:pathLst>
                    <a:path w="331374" h="236696" extrusionOk="0">
                      <a:moveTo>
                        <a:pt x="331375" y="236696"/>
                      </a:moveTo>
                      <a:lnTo>
                        <a:pt x="0" y="45434"/>
                      </a:lnTo>
                      <a:lnTo>
                        <a:pt x="0" y="0"/>
                      </a:lnTo>
                      <a:lnTo>
                        <a:pt x="331375" y="191357"/>
                      </a:lnTo>
                      <a:lnTo>
                        <a:pt x="331375" y="236696"/>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0" name="Google Shape;6365;p64">
                  <a:extLst>
                    <a:ext uri="{FF2B5EF4-FFF2-40B4-BE49-F238E27FC236}">
                      <a16:creationId xmlns:a16="http://schemas.microsoft.com/office/drawing/2014/main" id="{4CE8FAF8-D05E-5A84-BDB2-CD2E4C87597C}"/>
                    </a:ext>
                  </a:extLst>
                </p:cNvPr>
                <p:cNvSpPr/>
                <p:nvPr/>
              </p:nvSpPr>
              <p:spPr>
                <a:xfrm>
                  <a:off x="900077" y="4029667"/>
                  <a:ext cx="261270" cy="196215"/>
                </a:xfrm>
                <a:custGeom>
                  <a:avLst/>
                  <a:gdLst/>
                  <a:ahLst/>
                  <a:cxnLst/>
                  <a:rect l="l" t="t" r="r" b="b"/>
                  <a:pathLst>
                    <a:path w="261270" h="196215" extrusionOk="0">
                      <a:moveTo>
                        <a:pt x="0" y="196215"/>
                      </a:moveTo>
                      <a:lnTo>
                        <a:pt x="0" y="150876"/>
                      </a:lnTo>
                      <a:lnTo>
                        <a:pt x="261271" y="0"/>
                      </a:lnTo>
                      <a:lnTo>
                        <a:pt x="261271" y="45339"/>
                      </a:lnTo>
                      <a:lnTo>
                        <a:pt x="0" y="196215"/>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1" name="Google Shape;6366;p64">
                  <a:extLst>
                    <a:ext uri="{FF2B5EF4-FFF2-40B4-BE49-F238E27FC236}">
                      <a16:creationId xmlns:a16="http://schemas.microsoft.com/office/drawing/2014/main" id="{81753F37-AF8E-A279-EC52-ABD764DD185B}"/>
                    </a:ext>
                  </a:extLst>
                </p:cNvPr>
                <p:cNvSpPr/>
                <p:nvPr/>
              </p:nvSpPr>
              <p:spPr>
                <a:xfrm>
                  <a:off x="568703" y="3838309"/>
                  <a:ext cx="592645" cy="342233"/>
                </a:xfrm>
                <a:custGeom>
                  <a:avLst/>
                  <a:gdLst/>
                  <a:ahLst/>
                  <a:cxnLst/>
                  <a:rect l="l" t="t" r="r" b="b"/>
                  <a:pathLst>
                    <a:path w="592645" h="342233" extrusionOk="0">
                      <a:moveTo>
                        <a:pt x="331375" y="342233"/>
                      </a:moveTo>
                      <a:lnTo>
                        <a:pt x="0" y="150876"/>
                      </a:lnTo>
                      <a:lnTo>
                        <a:pt x="261271" y="0"/>
                      </a:lnTo>
                      <a:lnTo>
                        <a:pt x="592646" y="191357"/>
                      </a:lnTo>
                      <a:lnTo>
                        <a:pt x="331375" y="34223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55" name="Google Shape;6367;p64">
                <a:extLst>
                  <a:ext uri="{FF2B5EF4-FFF2-40B4-BE49-F238E27FC236}">
                    <a16:creationId xmlns:a16="http://schemas.microsoft.com/office/drawing/2014/main" id="{281BADC5-13B3-36FF-74B9-A6041B624A4F}"/>
                  </a:ext>
                </a:extLst>
              </p:cNvPr>
              <p:cNvGrpSpPr/>
              <p:nvPr/>
            </p:nvGrpSpPr>
            <p:grpSpPr>
              <a:xfrm>
                <a:off x="599088" y="3854311"/>
                <a:ext cx="531876" cy="305753"/>
                <a:chOff x="599088" y="3854311"/>
                <a:chExt cx="531876" cy="305753"/>
              </a:xfrm>
            </p:grpSpPr>
            <p:sp>
              <p:nvSpPr>
                <p:cNvPr id="3056" name="Google Shape;6368;p64">
                  <a:extLst>
                    <a:ext uri="{FF2B5EF4-FFF2-40B4-BE49-F238E27FC236}">
                      <a16:creationId xmlns:a16="http://schemas.microsoft.com/office/drawing/2014/main" id="{9FA9EA7F-3970-A5C8-2183-8E196876F811}"/>
                    </a:ext>
                  </a:extLst>
                </p:cNvPr>
                <p:cNvSpPr/>
                <p:nvPr/>
              </p:nvSpPr>
              <p:spPr>
                <a:xfrm>
                  <a:off x="599088" y="3860503"/>
                  <a:ext cx="531876" cy="299561"/>
                </a:xfrm>
                <a:custGeom>
                  <a:avLst/>
                  <a:gdLst/>
                  <a:ahLst/>
                  <a:cxnLst/>
                  <a:rect l="l" t="t" r="r" b="b"/>
                  <a:pathLst>
                    <a:path w="531876" h="299561" extrusionOk="0">
                      <a:moveTo>
                        <a:pt x="531876" y="161068"/>
                      </a:moveTo>
                      <a:lnTo>
                        <a:pt x="252889" y="0"/>
                      </a:lnTo>
                      <a:lnTo>
                        <a:pt x="208883" y="0"/>
                      </a:lnTo>
                      <a:lnTo>
                        <a:pt x="0" y="120682"/>
                      </a:lnTo>
                      <a:lnTo>
                        <a:pt x="0" y="136779"/>
                      </a:lnTo>
                      <a:lnTo>
                        <a:pt x="282035" y="299561"/>
                      </a:lnTo>
                      <a:lnTo>
                        <a:pt x="319945" y="299561"/>
                      </a:lnTo>
                      <a:lnTo>
                        <a:pt x="531876" y="177260"/>
                      </a:lnTo>
                      <a:lnTo>
                        <a:pt x="531876" y="16106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7" name="Google Shape;6369;p64">
                  <a:extLst>
                    <a:ext uri="{FF2B5EF4-FFF2-40B4-BE49-F238E27FC236}">
                      <a16:creationId xmlns:a16="http://schemas.microsoft.com/office/drawing/2014/main" id="{1E311821-B0CA-EEE9-8BAB-98527E9F46D6}"/>
                    </a:ext>
                  </a:extLst>
                </p:cNvPr>
                <p:cNvSpPr/>
                <p:nvPr/>
              </p:nvSpPr>
              <p:spPr>
                <a:xfrm>
                  <a:off x="599088" y="3854311"/>
                  <a:ext cx="531876" cy="299656"/>
                </a:xfrm>
                <a:custGeom>
                  <a:avLst/>
                  <a:gdLst/>
                  <a:ahLst/>
                  <a:cxnLst/>
                  <a:rect l="l" t="t" r="r" b="b"/>
                  <a:pathLst>
                    <a:path w="531876" h="299656" extrusionOk="0">
                      <a:moveTo>
                        <a:pt x="531876" y="161163"/>
                      </a:moveTo>
                      <a:lnTo>
                        <a:pt x="252889" y="0"/>
                      </a:lnTo>
                      <a:lnTo>
                        <a:pt x="208883" y="0"/>
                      </a:lnTo>
                      <a:lnTo>
                        <a:pt x="0" y="120682"/>
                      </a:lnTo>
                      <a:lnTo>
                        <a:pt x="0" y="136779"/>
                      </a:lnTo>
                      <a:lnTo>
                        <a:pt x="282035" y="299657"/>
                      </a:lnTo>
                      <a:lnTo>
                        <a:pt x="319945" y="299657"/>
                      </a:lnTo>
                      <a:lnTo>
                        <a:pt x="531876" y="177260"/>
                      </a:lnTo>
                      <a:lnTo>
                        <a:pt x="531876" y="16116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8" name="Google Shape;6370;p64">
                  <a:extLst>
                    <a:ext uri="{FF2B5EF4-FFF2-40B4-BE49-F238E27FC236}">
                      <a16:creationId xmlns:a16="http://schemas.microsoft.com/office/drawing/2014/main" id="{520FA00C-6285-EEF1-3F87-3F2B451DAE98}"/>
                    </a:ext>
                  </a:extLst>
                </p:cNvPr>
                <p:cNvSpPr/>
                <p:nvPr/>
              </p:nvSpPr>
              <p:spPr>
                <a:xfrm>
                  <a:off x="608136" y="3863360"/>
                  <a:ext cx="513778" cy="281558"/>
                </a:xfrm>
                <a:custGeom>
                  <a:avLst/>
                  <a:gdLst/>
                  <a:ahLst/>
                  <a:cxnLst/>
                  <a:rect l="l" t="t" r="r" b="b"/>
                  <a:pathLst>
                    <a:path w="513778" h="281558" extrusionOk="0">
                      <a:moveTo>
                        <a:pt x="513779" y="157258"/>
                      </a:moveTo>
                      <a:lnTo>
                        <a:pt x="241459" y="0"/>
                      </a:lnTo>
                      <a:lnTo>
                        <a:pt x="202311" y="0"/>
                      </a:lnTo>
                      <a:lnTo>
                        <a:pt x="0" y="116872"/>
                      </a:lnTo>
                      <a:lnTo>
                        <a:pt x="0" y="122491"/>
                      </a:lnTo>
                      <a:lnTo>
                        <a:pt x="275368" y="281559"/>
                      </a:lnTo>
                      <a:lnTo>
                        <a:pt x="308515" y="281559"/>
                      </a:lnTo>
                      <a:lnTo>
                        <a:pt x="513779" y="162973"/>
                      </a:lnTo>
                      <a:lnTo>
                        <a:pt x="513779" y="157258"/>
                      </a:lnTo>
                      <a:close/>
                    </a:path>
                  </a:pathLst>
                </a:custGeom>
                <a:solidFill>
                  <a:srgbClr val="121214">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 name="Google Shape;6371;p64">
              <a:extLst>
                <a:ext uri="{FF2B5EF4-FFF2-40B4-BE49-F238E27FC236}">
                  <a16:creationId xmlns:a16="http://schemas.microsoft.com/office/drawing/2014/main" id="{5EACB6F7-4958-5F29-083D-0F56C3E3B629}"/>
                </a:ext>
              </a:extLst>
            </p:cNvPr>
            <p:cNvGrpSpPr/>
            <p:nvPr/>
          </p:nvGrpSpPr>
          <p:grpSpPr>
            <a:xfrm>
              <a:off x="762537" y="3503982"/>
              <a:ext cx="82485" cy="345567"/>
              <a:chOff x="762537" y="3503982"/>
              <a:chExt cx="82485" cy="345567"/>
            </a:xfrm>
          </p:grpSpPr>
          <p:grpSp>
            <p:nvGrpSpPr>
              <p:cNvPr id="3034" name="Google Shape;6372;p64">
                <a:extLst>
                  <a:ext uri="{FF2B5EF4-FFF2-40B4-BE49-F238E27FC236}">
                    <a16:creationId xmlns:a16="http://schemas.microsoft.com/office/drawing/2014/main" id="{8271E87E-7158-69F5-E9BF-596D0A381C31}"/>
                  </a:ext>
                </a:extLst>
              </p:cNvPr>
              <p:cNvGrpSpPr/>
              <p:nvPr/>
            </p:nvGrpSpPr>
            <p:grpSpPr>
              <a:xfrm>
                <a:off x="821496" y="3593708"/>
                <a:ext cx="19431" cy="255841"/>
                <a:chOff x="821496" y="3593708"/>
                <a:chExt cx="19431" cy="255841"/>
              </a:xfrm>
            </p:grpSpPr>
            <p:sp>
              <p:nvSpPr>
                <p:cNvPr id="3051" name="Google Shape;6373;p64">
                  <a:extLst>
                    <a:ext uri="{FF2B5EF4-FFF2-40B4-BE49-F238E27FC236}">
                      <a16:creationId xmlns:a16="http://schemas.microsoft.com/office/drawing/2014/main" id="{D3C8B642-E310-E532-314E-535596636F4E}"/>
                    </a:ext>
                  </a:extLst>
                </p:cNvPr>
                <p:cNvSpPr/>
                <p:nvPr/>
              </p:nvSpPr>
              <p:spPr>
                <a:xfrm>
                  <a:off x="821496" y="3598661"/>
                  <a:ext cx="10953" cy="250888"/>
                </a:xfrm>
                <a:custGeom>
                  <a:avLst/>
                  <a:gdLst/>
                  <a:ahLst/>
                  <a:cxnLst/>
                  <a:rect l="l" t="t" r="r" b="b"/>
                  <a:pathLst>
                    <a:path w="10953" h="250888" extrusionOk="0">
                      <a:moveTo>
                        <a:pt x="10954" y="250888"/>
                      </a:moveTo>
                      <a:lnTo>
                        <a:pt x="0" y="244602"/>
                      </a:lnTo>
                      <a:lnTo>
                        <a:pt x="0" y="0"/>
                      </a:lnTo>
                      <a:lnTo>
                        <a:pt x="10954" y="6286"/>
                      </a:lnTo>
                      <a:lnTo>
                        <a:pt x="10954" y="25088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2" name="Google Shape;6374;p64">
                  <a:extLst>
                    <a:ext uri="{FF2B5EF4-FFF2-40B4-BE49-F238E27FC236}">
                      <a16:creationId xmlns:a16="http://schemas.microsoft.com/office/drawing/2014/main" id="{2AA8B12A-0AD1-4B06-72FE-4D10DDFBEB74}"/>
                    </a:ext>
                  </a:extLst>
                </p:cNvPr>
                <p:cNvSpPr/>
                <p:nvPr/>
              </p:nvSpPr>
              <p:spPr>
                <a:xfrm>
                  <a:off x="832450" y="3599994"/>
                  <a:ext cx="8477" cy="249554"/>
                </a:xfrm>
                <a:custGeom>
                  <a:avLst/>
                  <a:gdLst/>
                  <a:ahLst/>
                  <a:cxnLst/>
                  <a:rect l="l" t="t" r="r" b="b"/>
                  <a:pathLst>
                    <a:path w="8477" h="249554" extrusionOk="0">
                      <a:moveTo>
                        <a:pt x="0" y="249555"/>
                      </a:moveTo>
                      <a:lnTo>
                        <a:pt x="8477" y="244697"/>
                      </a:lnTo>
                      <a:lnTo>
                        <a:pt x="8477" y="0"/>
                      </a:lnTo>
                      <a:lnTo>
                        <a:pt x="0" y="4953"/>
                      </a:lnTo>
                      <a:lnTo>
                        <a:pt x="0" y="24955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3" name="Google Shape;6375;p64">
                  <a:extLst>
                    <a:ext uri="{FF2B5EF4-FFF2-40B4-BE49-F238E27FC236}">
                      <a16:creationId xmlns:a16="http://schemas.microsoft.com/office/drawing/2014/main" id="{1780912B-E017-5162-6908-EFA98DE28AE0}"/>
                    </a:ext>
                  </a:extLst>
                </p:cNvPr>
                <p:cNvSpPr/>
                <p:nvPr/>
              </p:nvSpPr>
              <p:spPr>
                <a:xfrm>
                  <a:off x="821496" y="3593708"/>
                  <a:ext cx="19431" cy="11239"/>
                </a:xfrm>
                <a:custGeom>
                  <a:avLst/>
                  <a:gdLst/>
                  <a:ahLst/>
                  <a:cxnLst/>
                  <a:rect l="l" t="t" r="r" b="b"/>
                  <a:pathLst>
                    <a:path w="19431" h="11239" extrusionOk="0">
                      <a:moveTo>
                        <a:pt x="10954" y="11239"/>
                      </a:moveTo>
                      <a:lnTo>
                        <a:pt x="19431" y="6287"/>
                      </a:lnTo>
                      <a:lnTo>
                        <a:pt x="8477" y="0"/>
                      </a:lnTo>
                      <a:lnTo>
                        <a:pt x="0" y="4953"/>
                      </a:lnTo>
                      <a:lnTo>
                        <a:pt x="10954" y="1123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35" name="Google Shape;6376;p64">
                <a:extLst>
                  <a:ext uri="{FF2B5EF4-FFF2-40B4-BE49-F238E27FC236}">
                    <a16:creationId xmlns:a16="http://schemas.microsoft.com/office/drawing/2014/main" id="{68107E34-CCF9-8F50-B13B-D31624ED4EC4}"/>
                  </a:ext>
                </a:extLst>
              </p:cNvPr>
              <p:cNvGrpSpPr/>
              <p:nvPr/>
            </p:nvGrpSpPr>
            <p:grpSpPr>
              <a:xfrm>
                <a:off x="817400" y="3550654"/>
                <a:ext cx="27622" cy="56865"/>
                <a:chOff x="817400" y="3550654"/>
                <a:chExt cx="27622" cy="56865"/>
              </a:xfrm>
            </p:grpSpPr>
            <p:sp>
              <p:nvSpPr>
                <p:cNvPr id="3048" name="Google Shape;6377;p64">
                  <a:extLst>
                    <a:ext uri="{FF2B5EF4-FFF2-40B4-BE49-F238E27FC236}">
                      <a16:creationId xmlns:a16="http://schemas.microsoft.com/office/drawing/2014/main" id="{03D6FCCC-A16E-7765-16F2-8FC7B4CBE903}"/>
                    </a:ext>
                  </a:extLst>
                </p:cNvPr>
                <p:cNvSpPr/>
                <p:nvPr/>
              </p:nvSpPr>
              <p:spPr>
                <a:xfrm>
                  <a:off x="817400" y="3557608"/>
                  <a:ext cx="15525" cy="49911"/>
                </a:xfrm>
                <a:custGeom>
                  <a:avLst/>
                  <a:gdLst/>
                  <a:ahLst/>
                  <a:cxnLst/>
                  <a:rect l="l" t="t" r="r" b="b"/>
                  <a:pathLst>
                    <a:path w="15525" h="49911" extrusionOk="0">
                      <a:moveTo>
                        <a:pt x="15526" y="49911"/>
                      </a:moveTo>
                      <a:lnTo>
                        <a:pt x="0" y="40958"/>
                      </a:lnTo>
                      <a:lnTo>
                        <a:pt x="0" y="0"/>
                      </a:lnTo>
                      <a:lnTo>
                        <a:pt x="15526" y="8954"/>
                      </a:lnTo>
                      <a:lnTo>
                        <a:pt x="15526" y="4991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9" name="Google Shape;6378;p64">
                  <a:extLst>
                    <a:ext uri="{FF2B5EF4-FFF2-40B4-BE49-F238E27FC236}">
                      <a16:creationId xmlns:a16="http://schemas.microsoft.com/office/drawing/2014/main" id="{36FB5B91-5166-DA00-D763-73381D9E9647}"/>
                    </a:ext>
                  </a:extLst>
                </p:cNvPr>
                <p:cNvSpPr/>
                <p:nvPr/>
              </p:nvSpPr>
              <p:spPr>
                <a:xfrm>
                  <a:off x="832926" y="3559608"/>
                  <a:ext cx="12096" cy="47910"/>
                </a:xfrm>
                <a:custGeom>
                  <a:avLst/>
                  <a:gdLst/>
                  <a:ahLst/>
                  <a:cxnLst/>
                  <a:rect l="l" t="t" r="r" b="b"/>
                  <a:pathLst>
                    <a:path w="12096" h="47910" extrusionOk="0">
                      <a:moveTo>
                        <a:pt x="0" y="47911"/>
                      </a:moveTo>
                      <a:lnTo>
                        <a:pt x="12097" y="40958"/>
                      </a:lnTo>
                      <a:lnTo>
                        <a:pt x="12097" y="0"/>
                      </a:lnTo>
                      <a:lnTo>
                        <a:pt x="0" y="6953"/>
                      </a:lnTo>
                      <a:lnTo>
                        <a:pt x="0" y="4791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0" name="Google Shape;6379;p64">
                  <a:extLst>
                    <a:ext uri="{FF2B5EF4-FFF2-40B4-BE49-F238E27FC236}">
                      <a16:creationId xmlns:a16="http://schemas.microsoft.com/office/drawing/2014/main" id="{D289F31B-E63A-7079-9C6F-439F6099E1DC}"/>
                    </a:ext>
                  </a:extLst>
                </p:cNvPr>
                <p:cNvSpPr/>
                <p:nvPr/>
              </p:nvSpPr>
              <p:spPr>
                <a:xfrm>
                  <a:off x="817400" y="3550654"/>
                  <a:ext cx="27622" cy="15906"/>
                </a:xfrm>
                <a:custGeom>
                  <a:avLst/>
                  <a:gdLst/>
                  <a:ahLst/>
                  <a:cxnLst/>
                  <a:rect l="l" t="t" r="r" b="b"/>
                  <a:pathLst>
                    <a:path w="27622" h="15906" extrusionOk="0">
                      <a:moveTo>
                        <a:pt x="15526" y="15907"/>
                      </a:moveTo>
                      <a:lnTo>
                        <a:pt x="27623" y="8954"/>
                      </a:lnTo>
                      <a:lnTo>
                        <a:pt x="12097" y="0"/>
                      </a:lnTo>
                      <a:lnTo>
                        <a:pt x="0" y="6953"/>
                      </a:lnTo>
                      <a:lnTo>
                        <a:pt x="15526" y="1590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36" name="Google Shape;6380;p64">
                <a:extLst>
                  <a:ext uri="{FF2B5EF4-FFF2-40B4-BE49-F238E27FC236}">
                    <a16:creationId xmlns:a16="http://schemas.microsoft.com/office/drawing/2014/main" id="{EFA6DF0A-A870-DAF3-1D01-7239281E5260}"/>
                  </a:ext>
                </a:extLst>
              </p:cNvPr>
              <p:cNvGrpSpPr/>
              <p:nvPr/>
            </p:nvGrpSpPr>
            <p:grpSpPr>
              <a:xfrm>
                <a:off x="803589" y="3570086"/>
                <a:ext cx="27622" cy="33908"/>
                <a:chOff x="803589" y="3570086"/>
                <a:chExt cx="27622" cy="33908"/>
              </a:xfrm>
            </p:grpSpPr>
            <p:sp>
              <p:nvSpPr>
                <p:cNvPr id="3045" name="Google Shape;6381;p64">
                  <a:extLst>
                    <a:ext uri="{FF2B5EF4-FFF2-40B4-BE49-F238E27FC236}">
                      <a16:creationId xmlns:a16="http://schemas.microsoft.com/office/drawing/2014/main" id="{4AD5396E-219C-4E37-2835-B893AF1E1B6F}"/>
                    </a:ext>
                  </a:extLst>
                </p:cNvPr>
                <p:cNvSpPr/>
                <p:nvPr/>
              </p:nvSpPr>
              <p:spPr>
                <a:xfrm>
                  <a:off x="815686" y="3577039"/>
                  <a:ext cx="15525" cy="26955"/>
                </a:xfrm>
                <a:custGeom>
                  <a:avLst/>
                  <a:gdLst/>
                  <a:ahLst/>
                  <a:cxnLst/>
                  <a:rect l="l" t="t" r="r" b="b"/>
                  <a:pathLst>
                    <a:path w="15525" h="26955" extrusionOk="0">
                      <a:moveTo>
                        <a:pt x="15526" y="0"/>
                      </a:moveTo>
                      <a:lnTo>
                        <a:pt x="15526" y="18002"/>
                      </a:lnTo>
                      <a:lnTo>
                        <a:pt x="0" y="26956"/>
                      </a:lnTo>
                      <a:lnTo>
                        <a:pt x="0" y="9049"/>
                      </a:lnTo>
                      <a:lnTo>
                        <a:pt x="15526"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6" name="Google Shape;6382;p64">
                  <a:extLst>
                    <a:ext uri="{FF2B5EF4-FFF2-40B4-BE49-F238E27FC236}">
                      <a16:creationId xmlns:a16="http://schemas.microsoft.com/office/drawing/2014/main" id="{D3A92EA1-D9C6-4EBB-4166-E4BCFEA9A298}"/>
                    </a:ext>
                  </a:extLst>
                </p:cNvPr>
                <p:cNvSpPr/>
                <p:nvPr/>
              </p:nvSpPr>
              <p:spPr>
                <a:xfrm>
                  <a:off x="803589" y="3570086"/>
                  <a:ext cx="27622" cy="16001"/>
                </a:xfrm>
                <a:custGeom>
                  <a:avLst/>
                  <a:gdLst/>
                  <a:ahLst/>
                  <a:cxnLst/>
                  <a:rect l="l" t="t" r="r" b="b"/>
                  <a:pathLst>
                    <a:path w="27622" h="16001" extrusionOk="0">
                      <a:moveTo>
                        <a:pt x="27622" y="6953"/>
                      </a:moveTo>
                      <a:lnTo>
                        <a:pt x="15621" y="0"/>
                      </a:lnTo>
                      <a:lnTo>
                        <a:pt x="0" y="9049"/>
                      </a:lnTo>
                      <a:lnTo>
                        <a:pt x="12097" y="16002"/>
                      </a:lnTo>
                      <a:lnTo>
                        <a:pt x="27622" y="695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7" name="Google Shape;6383;p64">
                  <a:extLst>
                    <a:ext uri="{FF2B5EF4-FFF2-40B4-BE49-F238E27FC236}">
                      <a16:creationId xmlns:a16="http://schemas.microsoft.com/office/drawing/2014/main" id="{070E486F-E35B-F5F5-6F68-DC24BD191440}"/>
                    </a:ext>
                  </a:extLst>
                </p:cNvPr>
                <p:cNvSpPr/>
                <p:nvPr/>
              </p:nvSpPr>
              <p:spPr>
                <a:xfrm>
                  <a:off x="803589" y="3579134"/>
                  <a:ext cx="12096" cy="24860"/>
                </a:xfrm>
                <a:custGeom>
                  <a:avLst/>
                  <a:gdLst/>
                  <a:ahLst/>
                  <a:cxnLst/>
                  <a:rect l="l" t="t" r="r" b="b"/>
                  <a:pathLst>
                    <a:path w="12096" h="24860" extrusionOk="0">
                      <a:moveTo>
                        <a:pt x="12097" y="6953"/>
                      </a:moveTo>
                      <a:lnTo>
                        <a:pt x="0" y="0"/>
                      </a:lnTo>
                      <a:lnTo>
                        <a:pt x="0" y="17907"/>
                      </a:lnTo>
                      <a:lnTo>
                        <a:pt x="12097" y="24860"/>
                      </a:lnTo>
                      <a:lnTo>
                        <a:pt x="12097" y="69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37" name="Google Shape;6384;p64">
                <a:extLst>
                  <a:ext uri="{FF2B5EF4-FFF2-40B4-BE49-F238E27FC236}">
                    <a16:creationId xmlns:a16="http://schemas.microsoft.com/office/drawing/2014/main" id="{2F2C2594-6A8B-72B4-B624-60757003D426}"/>
                  </a:ext>
                </a:extLst>
              </p:cNvPr>
              <p:cNvGrpSpPr/>
              <p:nvPr/>
            </p:nvGrpSpPr>
            <p:grpSpPr>
              <a:xfrm>
                <a:off x="762537" y="3581325"/>
                <a:ext cx="52006" cy="45052"/>
                <a:chOff x="762537" y="3581325"/>
                <a:chExt cx="52006" cy="45052"/>
              </a:xfrm>
            </p:grpSpPr>
            <p:sp>
              <p:nvSpPr>
                <p:cNvPr id="3042" name="Google Shape;6385;p64">
                  <a:extLst>
                    <a:ext uri="{FF2B5EF4-FFF2-40B4-BE49-F238E27FC236}">
                      <a16:creationId xmlns:a16="http://schemas.microsoft.com/office/drawing/2014/main" id="{5B090AE1-ADAC-1FB3-4BFB-4BCACFE33EB7}"/>
                    </a:ext>
                  </a:extLst>
                </p:cNvPr>
                <p:cNvSpPr/>
                <p:nvPr/>
              </p:nvSpPr>
              <p:spPr>
                <a:xfrm>
                  <a:off x="772538" y="3587135"/>
                  <a:ext cx="42005" cy="39242"/>
                </a:xfrm>
                <a:custGeom>
                  <a:avLst/>
                  <a:gdLst/>
                  <a:ahLst/>
                  <a:cxnLst/>
                  <a:rect l="l" t="t" r="r" b="b"/>
                  <a:pathLst>
                    <a:path w="42005" h="39242" extrusionOk="0">
                      <a:moveTo>
                        <a:pt x="42005" y="0"/>
                      </a:moveTo>
                      <a:lnTo>
                        <a:pt x="42005" y="14954"/>
                      </a:lnTo>
                      <a:lnTo>
                        <a:pt x="0" y="39243"/>
                      </a:lnTo>
                      <a:lnTo>
                        <a:pt x="0" y="24193"/>
                      </a:lnTo>
                      <a:lnTo>
                        <a:pt x="42005"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3" name="Google Shape;6386;p64">
                  <a:extLst>
                    <a:ext uri="{FF2B5EF4-FFF2-40B4-BE49-F238E27FC236}">
                      <a16:creationId xmlns:a16="http://schemas.microsoft.com/office/drawing/2014/main" id="{678A9635-CE0D-625B-91BE-29E49B55BEA7}"/>
                    </a:ext>
                  </a:extLst>
                </p:cNvPr>
                <p:cNvSpPr/>
                <p:nvPr/>
              </p:nvSpPr>
              <p:spPr>
                <a:xfrm>
                  <a:off x="762537" y="3581325"/>
                  <a:ext cx="52006" cy="30003"/>
                </a:xfrm>
                <a:custGeom>
                  <a:avLst/>
                  <a:gdLst/>
                  <a:ahLst/>
                  <a:cxnLst/>
                  <a:rect l="l" t="t" r="r" b="b"/>
                  <a:pathLst>
                    <a:path w="52006" h="30003" extrusionOk="0">
                      <a:moveTo>
                        <a:pt x="52006" y="5810"/>
                      </a:moveTo>
                      <a:lnTo>
                        <a:pt x="42005" y="0"/>
                      </a:lnTo>
                      <a:lnTo>
                        <a:pt x="0" y="24193"/>
                      </a:lnTo>
                      <a:lnTo>
                        <a:pt x="10001" y="30004"/>
                      </a:lnTo>
                      <a:lnTo>
                        <a:pt x="52006" y="581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4" name="Google Shape;6387;p64">
                  <a:extLst>
                    <a:ext uri="{FF2B5EF4-FFF2-40B4-BE49-F238E27FC236}">
                      <a16:creationId xmlns:a16="http://schemas.microsoft.com/office/drawing/2014/main" id="{04C26D47-47FE-F336-A40E-225AA6E6C7B7}"/>
                    </a:ext>
                  </a:extLst>
                </p:cNvPr>
                <p:cNvSpPr/>
                <p:nvPr/>
              </p:nvSpPr>
              <p:spPr>
                <a:xfrm>
                  <a:off x="762537" y="3605518"/>
                  <a:ext cx="10001" cy="20859"/>
                </a:xfrm>
                <a:custGeom>
                  <a:avLst/>
                  <a:gdLst/>
                  <a:ahLst/>
                  <a:cxnLst/>
                  <a:rect l="l" t="t" r="r" b="b"/>
                  <a:pathLst>
                    <a:path w="10001" h="20859" extrusionOk="0">
                      <a:moveTo>
                        <a:pt x="10001" y="5810"/>
                      </a:moveTo>
                      <a:lnTo>
                        <a:pt x="0" y="0"/>
                      </a:lnTo>
                      <a:lnTo>
                        <a:pt x="0" y="15050"/>
                      </a:lnTo>
                      <a:lnTo>
                        <a:pt x="10001" y="20860"/>
                      </a:lnTo>
                      <a:lnTo>
                        <a:pt x="10001" y="581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38" name="Google Shape;6388;p64">
                <a:extLst>
                  <a:ext uri="{FF2B5EF4-FFF2-40B4-BE49-F238E27FC236}">
                    <a16:creationId xmlns:a16="http://schemas.microsoft.com/office/drawing/2014/main" id="{7D1425A6-DD4F-F68F-8260-F91B6E059168}"/>
                  </a:ext>
                </a:extLst>
              </p:cNvPr>
              <p:cNvGrpSpPr/>
              <p:nvPr/>
            </p:nvGrpSpPr>
            <p:grpSpPr>
              <a:xfrm>
                <a:off x="821496" y="3503982"/>
                <a:ext cx="19431" cy="60293"/>
                <a:chOff x="821496" y="3503982"/>
                <a:chExt cx="19431" cy="60293"/>
              </a:xfrm>
            </p:grpSpPr>
            <p:sp>
              <p:nvSpPr>
                <p:cNvPr id="3039" name="Google Shape;6389;p64">
                  <a:extLst>
                    <a:ext uri="{FF2B5EF4-FFF2-40B4-BE49-F238E27FC236}">
                      <a16:creationId xmlns:a16="http://schemas.microsoft.com/office/drawing/2014/main" id="{ECA38C41-B4EA-4A31-1D24-DE7C76DBA1A1}"/>
                    </a:ext>
                  </a:extLst>
                </p:cNvPr>
                <p:cNvSpPr/>
                <p:nvPr/>
              </p:nvSpPr>
              <p:spPr>
                <a:xfrm>
                  <a:off x="821496" y="3508935"/>
                  <a:ext cx="10953" cy="55340"/>
                </a:xfrm>
                <a:custGeom>
                  <a:avLst/>
                  <a:gdLst/>
                  <a:ahLst/>
                  <a:cxnLst/>
                  <a:rect l="l" t="t" r="r" b="b"/>
                  <a:pathLst>
                    <a:path w="10953" h="55340" extrusionOk="0">
                      <a:moveTo>
                        <a:pt x="10954" y="55340"/>
                      </a:moveTo>
                      <a:lnTo>
                        <a:pt x="0" y="49054"/>
                      </a:lnTo>
                      <a:lnTo>
                        <a:pt x="0" y="0"/>
                      </a:lnTo>
                      <a:lnTo>
                        <a:pt x="10954" y="6287"/>
                      </a:lnTo>
                      <a:lnTo>
                        <a:pt x="10954" y="5534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0" name="Google Shape;6390;p64">
                  <a:extLst>
                    <a:ext uri="{FF2B5EF4-FFF2-40B4-BE49-F238E27FC236}">
                      <a16:creationId xmlns:a16="http://schemas.microsoft.com/office/drawing/2014/main" id="{5D6C1F6B-42D4-2991-C2AD-E62871C59E81}"/>
                    </a:ext>
                  </a:extLst>
                </p:cNvPr>
                <p:cNvSpPr/>
                <p:nvPr/>
              </p:nvSpPr>
              <p:spPr>
                <a:xfrm>
                  <a:off x="832450" y="3510364"/>
                  <a:ext cx="8477" cy="53911"/>
                </a:xfrm>
                <a:custGeom>
                  <a:avLst/>
                  <a:gdLst/>
                  <a:ahLst/>
                  <a:cxnLst/>
                  <a:rect l="l" t="t" r="r" b="b"/>
                  <a:pathLst>
                    <a:path w="8477" h="53911" extrusionOk="0">
                      <a:moveTo>
                        <a:pt x="0" y="53912"/>
                      </a:moveTo>
                      <a:lnTo>
                        <a:pt x="8477" y="49054"/>
                      </a:lnTo>
                      <a:lnTo>
                        <a:pt x="8477" y="0"/>
                      </a:lnTo>
                      <a:lnTo>
                        <a:pt x="0" y="4858"/>
                      </a:lnTo>
                      <a:lnTo>
                        <a:pt x="0" y="5391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1" name="Google Shape;6391;p64">
                  <a:extLst>
                    <a:ext uri="{FF2B5EF4-FFF2-40B4-BE49-F238E27FC236}">
                      <a16:creationId xmlns:a16="http://schemas.microsoft.com/office/drawing/2014/main" id="{4C220B06-A831-7E6E-2D2B-3D3AB4400A67}"/>
                    </a:ext>
                  </a:extLst>
                </p:cNvPr>
                <p:cNvSpPr/>
                <p:nvPr/>
              </p:nvSpPr>
              <p:spPr>
                <a:xfrm>
                  <a:off x="821496" y="3503982"/>
                  <a:ext cx="19431" cy="11239"/>
                </a:xfrm>
                <a:custGeom>
                  <a:avLst/>
                  <a:gdLst/>
                  <a:ahLst/>
                  <a:cxnLst/>
                  <a:rect l="l" t="t" r="r" b="b"/>
                  <a:pathLst>
                    <a:path w="19431" h="11239" extrusionOk="0">
                      <a:moveTo>
                        <a:pt x="10954" y="11239"/>
                      </a:moveTo>
                      <a:lnTo>
                        <a:pt x="19431" y="6382"/>
                      </a:lnTo>
                      <a:lnTo>
                        <a:pt x="8477" y="0"/>
                      </a:lnTo>
                      <a:lnTo>
                        <a:pt x="0" y="4953"/>
                      </a:lnTo>
                      <a:lnTo>
                        <a:pt x="10954" y="1123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 name="Google Shape;6392;p64">
              <a:extLst>
                <a:ext uri="{FF2B5EF4-FFF2-40B4-BE49-F238E27FC236}">
                  <a16:creationId xmlns:a16="http://schemas.microsoft.com/office/drawing/2014/main" id="{AC90DB0C-0CD0-CEB0-377C-845D0A2383E7}"/>
                </a:ext>
              </a:extLst>
            </p:cNvPr>
            <p:cNvGrpSpPr/>
            <p:nvPr/>
          </p:nvGrpSpPr>
          <p:grpSpPr>
            <a:xfrm>
              <a:off x="743168" y="3775040"/>
              <a:ext cx="263829" cy="284396"/>
              <a:chOff x="743168" y="3775040"/>
              <a:chExt cx="263829" cy="284396"/>
            </a:xfrm>
          </p:grpSpPr>
          <p:sp>
            <p:nvSpPr>
              <p:cNvPr id="3001" name="Google Shape;6393;p64">
                <a:extLst>
                  <a:ext uri="{FF2B5EF4-FFF2-40B4-BE49-F238E27FC236}">
                    <a16:creationId xmlns:a16="http://schemas.microsoft.com/office/drawing/2014/main" id="{A775DD34-15E7-F785-8750-545C3367F8C7}"/>
                  </a:ext>
                </a:extLst>
              </p:cNvPr>
              <p:cNvSpPr/>
              <p:nvPr/>
            </p:nvSpPr>
            <p:spPr>
              <a:xfrm>
                <a:off x="743168" y="3925887"/>
                <a:ext cx="231237" cy="133549"/>
              </a:xfrm>
              <a:custGeom>
                <a:avLst/>
                <a:gdLst/>
                <a:ahLst/>
                <a:cxnLst/>
                <a:rect l="l" t="t" r="r" b="b"/>
                <a:pathLst>
                  <a:path w="231237" h="133549" extrusionOk="0">
                    <a:moveTo>
                      <a:pt x="22988" y="120258"/>
                    </a:moveTo>
                    <a:cubicBezTo>
                      <a:pt x="61183" y="142356"/>
                      <a:pt x="133669" y="136260"/>
                      <a:pt x="184818" y="106732"/>
                    </a:cubicBezTo>
                    <a:cubicBezTo>
                      <a:pt x="235967" y="77205"/>
                      <a:pt x="246445" y="35390"/>
                      <a:pt x="208249" y="13292"/>
                    </a:cubicBezTo>
                    <a:cubicBezTo>
                      <a:pt x="170054" y="-8806"/>
                      <a:pt x="97569" y="-2710"/>
                      <a:pt x="46420" y="26817"/>
                    </a:cubicBezTo>
                    <a:cubicBezTo>
                      <a:pt x="-4730" y="56345"/>
                      <a:pt x="-15207" y="98160"/>
                      <a:pt x="22988" y="120258"/>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2" name="Google Shape;6394;p64">
                <a:extLst>
                  <a:ext uri="{FF2B5EF4-FFF2-40B4-BE49-F238E27FC236}">
                    <a16:creationId xmlns:a16="http://schemas.microsoft.com/office/drawing/2014/main" id="{974F15A5-1762-4F85-4558-4A2C76E0683C}"/>
                  </a:ext>
                </a:extLst>
              </p:cNvPr>
              <p:cNvSpPr/>
              <p:nvPr/>
            </p:nvSpPr>
            <p:spPr>
              <a:xfrm>
                <a:off x="764158" y="3958513"/>
                <a:ext cx="21429" cy="41054"/>
              </a:xfrm>
              <a:custGeom>
                <a:avLst/>
                <a:gdLst/>
                <a:ahLst/>
                <a:cxnLst/>
                <a:rect l="l" t="t" r="r" b="b"/>
                <a:pathLst>
                  <a:path w="21429" h="41054" extrusionOk="0">
                    <a:moveTo>
                      <a:pt x="5046" y="97"/>
                    </a:moveTo>
                    <a:cubicBezTo>
                      <a:pt x="4760" y="5717"/>
                      <a:pt x="6094" y="12193"/>
                      <a:pt x="9142" y="14765"/>
                    </a:cubicBezTo>
                    <a:cubicBezTo>
                      <a:pt x="-3526" y="29243"/>
                      <a:pt x="664" y="41054"/>
                      <a:pt x="664" y="41054"/>
                    </a:cubicBezTo>
                    <a:lnTo>
                      <a:pt x="21429" y="13527"/>
                    </a:lnTo>
                    <a:cubicBezTo>
                      <a:pt x="21429" y="13527"/>
                      <a:pt x="5618" y="-1332"/>
                      <a:pt x="5046" y="9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3" name="Google Shape;6395;p64">
                <a:extLst>
                  <a:ext uri="{FF2B5EF4-FFF2-40B4-BE49-F238E27FC236}">
                    <a16:creationId xmlns:a16="http://schemas.microsoft.com/office/drawing/2014/main" id="{E8600C4A-2033-2C30-8EBD-7115838B2200}"/>
                  </a:ext>
                </a:extLst>
              </p:cNvPr>
              <p:cNvSpPr/>
              <p:nvPr/>
            </p:nvSpPr>
            <p:spPr>
              <a:xfrm>
                <a:off x="791670" y="4025285"/>
                <a:ext cx="14967" cy="15404"/>
              </a:xfrm>
              <a:custGeom>
                <a:avLst/>
                <a:gdLst/>
                <a:ahLst/>
                <a:cxnLst/>
                <a:rect l="l" t="t" r="r" b="b"/>
                <a:pathLst>
                  <a:path w="14967" h="15404" extrusionOk="0">
                    <a:moveTo>
                      <a:pt x="394" y="13716"/>
                    </a:moveTo>
                    <a:cubicBezTo>
                      <a:pt x="2871" y="15335"/>
                      <a:pt x="8586" y="16002"/>
                      <a:pt x="10681" y="14764"/>
                    </a:cubicBezTo>
                    <a:cubicBezTo>
                      <a:pt x="11348" y="14383"/>
                      <a:pt x="14110" y="13145"/>
                      <a:pt x="14110" y="13145"/>
                    </a:cubicBezTo>
                    <a:lnTo>
                      <a:pt x="14967" y="1905"/>
                    </a:lnTo>
                    <a:lnTo>
                      <a:pt x="2871" y="0"/>
                    </a:lnTo>
                    <a:lnTo>
                      <a:pt x="108" y="8763"/>
                    </a:lnTo>
                    <a:cubicBezTo>
                      <a:pt x="108" y="8763"/>
                      <a:pt x="-273" y="13240"/>
                      <a:pt x="394" y="1362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4" name="Google Shape;6396;p64">
                <a:extLst>
                  <a:ext uri="{FF2B5EF4-FFF2-40B4-BE49-F238E27FC236}">
                    <a16:creationId xmlns:a16="http://schemas.microsoft.com/office/drawing/2014/main" id="{FFD616D6-808C-9C27-79D9-7E02BD1C7137}"/>
                  </a:ext>
                </a:extLst>
              </p:cNvPr>
              <p:cNvSpPr/>
              <p:nvPr/>
            </p:nvSpPr>
            <p:spPr>
              <a:xfrm>
                <a:off x="761700" y="3999473"/>
                <a:ext cx="103908" cy="42142"/>
              </a:xfrm>
              <a:custGeom>
                <a:avLst/>
                <a:gdLst/>
                <a:ahLst/>
                <a:cxnLst/>
                <a:rect l="l" t="t" r="r" b="b"/>
                <a:pathLst>
                  <a:path w="103908" h="42142" extrusionOk="0">
                    <a:moveTo>
                      <a:pt x="3123" y="0"/>
                    </a:moveTo>
                    <a:cubicBezTo>
                      <a:pt x="3123" y="0"/>
                      <a:pt x="75" y="5810"/>
                      <a:pt x="1885" y="10096"/>
                    </a:cubicBezTo>
                    <a:cubicBezTo>
                      <a:pt x="-687" y="14383"/>
                      <a:pt x="-306" y="19145"/>
                      <a:pt x="1123" y="22003"/>
                    </a:cubicBezTo>
                    <a:cubicBezTo>
                      <a:pt x="265" y="27337"/>
                      <a:pt x="6838" y="31051"/>
                      <a:pt x="9790" y="30671"/>
                    </a:cubicBezTo>
                    <a:cubicBezTo>
                      <a:pt x="11791" y="36385"/>
                      <a:pt x="19887" y="36671"/>
                      <a:pt x="19887" y="36671"/>
                    </a:cubicBezTo>
                    <a:cubicBezTo>
                      <a:pt x="19887" y="36671"/>
                      <a:pt x="24554" y="41624"/>
                      <a:pt x="30460" y="39433"/>
                    </a:cubicBezTo>
                    <a:cubicBezTo>
                      <a:pt x="31984" y="35719"/>
                      <a:pt x="32746" y="28575"/>
                      <a:pt x="33127" y="28099"/>
                    </a:cubicBezTo>
                    <a:cubicBezTo>
                      <a:pt x="36460" y="25241"/>
                      <a:pt x="40937" y="30194"/>
                      <a:pt x="42271" y="30099"/>
                    </a:cubicBezTo>
                    <a:cubicBezTo>
                      <a:pt x="41223" y="33147"/>
                      <a:pt x="40747" y="40576"/>
                      <a:pt x="40747" y="40576"/>
                    </a:cubicBezTo>
                    <a:cubicBezTo>
                      <a:pt x="40747" y="40576"/>
                      <a:pt x="45795" y="42958"/>
                      <a:pt x="49414" y="40576"/>
                    </a:cubicBezTo>
                    <a:cubicBezTo>
                      <a:pt x="54177" y="44101"/>
                      <a:pt x="57701" y="40576"/>
                      <a:pt x="57701" y="40576"/>
                    </a:cubicBezTo>
                    <a:cubicBezTo>
                      <a:pt x="57701" y="40576"/>
                      <a:pt x="65797" y="43624"/>
                      <a:pt x="69798" y="38957"/>
                    </a:cubicBezTo>
                    <a:cubicBezTo>
                      <a:pt x="78656" y="41815"/>
                      <a:pt x="81799" y="36576"/>
                      <a:pt x="83133" y="34099"/>
                    </a:cubicBezTo>
                    <a:cubicBezTo>
                      <a:pt x="85324" y="34766"/>
                      <a:pt x="94087" y="34862"/>
                      <a:pt x="95706" y="27146"/>
                    </a:cubicBezTo>
                    <a:cubicBezTo>
                      <a:pt x="96468" y="27432"/>
                      <a:pt x="101516" y="26860"/>
                      <a:pt x="103421" y="22670"/>
                    </a:cubicBezTo>
                    <a:cubicBezTo>
                      <a:pt x="105231" y="18479"/>
                      <a:pt x="101421" y="13049"/>
                      <a:pt x="101421" y="13049"/>
                    </a:cubicBezTo>
                    <a:lnTo>
                      <a:pt x="64083" y="1238"/>
                    </a:lnTo>
                    <a:lnTo>
                      <a:pt x="3313"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5" name="Google Shape;6397;p64">
                <a:extLst>
                  <a:ext uri="{FF2B5EF4-FFF2-40B4-BE49-F238E27FC236}">
                    <a16:creationId xmlns:a16="http://schemas.microsoft.com/office/drawing/2014/main" id="{5A1FD02B-95D5-C7F9-0E30-5D153E08F2AB}"/>
                  </a:ext>
                </a:extLst>
              </p:cNvPr>
              <p:cNvSpPr/>
              <p:nvPr/>
            </p:nvSpPr>
            <p:spPr>
              <a:xfrm>
                <a:off x="758915" y="3775040"/>
                <a:ext cx="248082" cy="255122"/>
              </a:xfrm>
              <a:custGeom>
                <a:avLst/>
                <a:gdLst/>
                <a:ahLst/>
                <a:cxnLst/>
                <a:rect l="l" t="t" r="r" b="b"/>
                <a:pathLst>
                  <a:path w="248082" h="255122" extrusionOk="0">
                    <a:moveTo>
                      <a:pt x="10099" y="108989"/>
                    </a:moveTo>
                    <a:cubicBezTo>
                      <a:pt x="13432" y="103941"/>
                      <a:pt x="20290" y="95178"/>
                      <a:pt x="20290" y="95178"/>
                    </a:cubicBezTo>
                    <a:cubicBezTo>
                      <a:pt x="20290" y="95178"/>
                      <a:pt x="32959" y="-23027"/>
                      <a:pt x="168309" y="4024"/>
                    </a:cubicBezTo>
                    <a:cubicBezTo>
                      <a:pt x="288705" y="37647"/>
                      <a:pt x="237080" y="144898"/>
                      <a:pt x="237080" y="144898"/>
                    </a:cubicBezTo>
                    <a:cubicBezTo>
                      <a:pt x="237080" y="144898"/>
                      <a:pt x="214601" y="196810"/>
                      <a:pt x="196122" y="206335"/>
                    </a:cubicBezTo>
                    <a:cubicBezTo>
                      <a:pt x="186788" y="211192"/>
                      <a:pt x="172119" y="211097"/>
                      <a:pt x="167452" y="214240"/>
                    </a:cubicBezTo>
                    <a:cubicBezTo>
                      <a:pt x="157070" y="236339"/>
                      <a:pt x="131733" y="244816"/>
                      <a:pt x="120208" y="244244"/>
                    </a:cubicBezTo>
                    <a:cubicBezTo>
                      <a:pt x="108682" y="243673"/>
                      <a:pt x="99920" y="238624"/>
                      <a:pt x="99920" y="238624"/>
                    </a:cubicBezTo>
                    <a:cubicBezTo>
                      <a:pt x="99920" y="238624"/>
                      <a:pt x="93633" y="249959"/>
                      <a:pt x="85251" y="250912"/>
                    </a:cubicBezTo>
                    <a:cubicBezTo>
                      <a:pt x="76964" y="251674"/>
                      <a:pt x="61820" y="256531"/>
                      <a:pt x="47818" y="254722"/>
                    </a:cubicBezTo>
                    <a:cubicBezTo>
                      <a:pt x="44008" y="254150"/>
                      <a:pt x="32387" y="252150"/>
                      <a:pt x="30292" y="250912"/>
                    </a:cubicBezTo>
                    <a:cubicBezTo>
                      <a:pt x="28196" y="249578"/>
                      <a:pt x="25815" y="244625"/>
                      <a:pt x="24767" y="242720"/>
                    </a:cubicBezTo>
                    <a:cubicBezTo>
                      <a:pt x="23720" y="240815"/>
                      <a:pt x="19052" y="242720"/>
                      <a:pt x="19052" y="242720"/>
                    </a:cubicBezTo>
                    <a:cubicBezTo>
                      <a:pt x="19052" y="242720"/>
                      <a:pt x="18767" y="237386"/>
                      <a:pt x="16004" y="234529"/>
                    </a:cubicBezTo>
                    <a:cubicBezTo>
                      <a:pt x="13242" y="231671"/>
                      <a:pt x="11337" y="234529"/>
                      <a:pt x="11337" y="234529"/>
                    </a:cubicBezTo>
                    <a:cubicBezTo>
                      <a:pt x="11337" y="234529"/>
                      <a:pt x="4384" y="228909"/>
                      <a:pt x="6194" y="220622"/>
                    </a:cubicBezTo>
                    <a:cubicBezTo>
                      <a:pt x="9527" y="206811"/>
                      <a:pt x="19052" y="198715"/>
                      <a:pt x="19052" y="198715"/>
                    </a:cubicBezTo>
                    <a:cubicBezTo>
                      <a:pt x="19052" y="198715"/>
                      <a:pt x="3146" y="173378"/>
                      <a:pt x="383" y="158805"/>
                    </a:cubicBezTo>
                    <a:cubicBezTo>
                      <a:pt x="-2379" y="144327"/>
                      <a:pt x="10670" y="137088"/>
                      <a:pt x="11432" y="133564"/>
                    </a:cubicBezTo>
                    <a:cubicBezTo>
                      <a:pt x="12194" y="129944"/>
                      <a:pt x="5431" y="116133"/>
                      <a:pt x="10194" y="10889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6" name="Google Shape;6398;p64">
                <a:extLst>
                  <a:ext uri="{FF2B5EF4-FFF2-40B4-BE49-F238E27FC236}">
                    <a16:creationId xmlns:a16="http://schemas.microsoft.com/office/drawing/2014/main" id="{610DBE28-47E1-D3D6-4B90-52FCCAE15F76}"/>
                  </a:ext>
                </a:extLst>
              </p:cNvPr>
              <p:cNvSpPr/>
              <p:nvPr/>
            </p:nvSpPr>
            <p:spPr>
              <a:xfrm>
                <a:off x="783587" y="3932702"/>
                <a:ext cx="16990" cy="24193"/>
              </a:xfrm>
              <a:custGeom>
                <a:avLst/>
                <a:gdLst/>
                <a:ahLst/>
                <a:cxnLst/>
                <a:rect l="l" t="t" r="r" b="b"/>
                <a:pathLst>
                  <a:path w="16990" h="24193" extrusionOk="0">
                    <a:moveTo>
                      <a:pt x="16954" y="0"/>
                    </a:moveTo>
                    <a:cubicBezTo>
                      <a:pt x="16954" y="0"/>
                      <a:pt x="18574" y="15621"/>
                      <a:pt x="0" y="24194"/>
                    </a:cubicBezTo>
                    <a:cubicBezTo>
                      <a:pt x="13430" y="12954"/>
                      <a:pt x="16954" y="0"/>
                      <a:pt x="16954"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7" name="Google Shape;6399;p64">
                <a:extLst>
                  <a:ext uri="{FF2B5EF4-FFF2-40B4-BE49-F238E27FC236}">
                    <a16:creationId xmlns:a16="http://schemas.microsoft.com/office/drawing/2014/main" id="{5EFF39C3-F6F0-BD77-7A08-51F45E7E28FF}"/>
                  </a:ext>
                </a:extLst>
              </p:cNvPr>
              <p:cNvSpPr/>
              <p:nvPr/>
            </p:nvSpPr>
            <p:spPr>
              <a:xfrm>
                <a:off x="817591" y="3921795"/>
                <a:ext cx="64174" cy="54821"/>
              </a:xfrm>
              <a:custGeom>
                <a:avLst/>
                <a:gdLst/>
                <a:ahLst/>
                <a:cxnLst/>
                <a:rect l="l" t="t" r="r" b="b"/>
                <a:pathLst>
                  <a:path w="64174" h="54821" extrusionOk="0">
                    <a:moveTo>
                      <a:pt x="59436" y="15384"/>
                    </a:moveTo>
                    <a:cubicBezTo>
                      <a:pt x="17812" y="5192"/>
                      <a:pt x="13240" y="-3952"/>
                      <a:pt x="8668" y="1763"/>
                    </a:cubicBezTo>
                    <a:cubicBezTo>
                      <a:pt x="286" y="12241"/>
                      <a:pt x="-13049" y="35767"/>
                      <a:pt x="30766" y="53103"/>
                    </a:cubicBezTo>
                    <a:cubicBezTo>
                      <a:pt x="58579" y="64152"/>
                      <a:pt x="72009" y="18432"/>
                      <a:pt x="59436" y="1538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8" name="Google Shape;6400;p64">
                <a:extLst>
                  <a:ext uri="{FF2B5EF4-FFF2-40B4-BE49-F238E27FC236}">
                    <a16:creationId xmlns:a16="http://schemas.microsoft.com/office/drawing/2014/main" id="{D9A57DBD-A472-0C81-30A4-CF67A60FAFDF}"/>
                  </a:ext>
                </a:extLst>
              </p:cNvPr>
              <p:cNvSpPr/>
              <p:nvPr/>
            </p:nvSpPr>
            <p:spPr>
              <a:xfrm>
                <a:off x="817571" y="3921795"/>
                <a:ext cx="64150" cy="50149"/>
              </a:xfrm>
              <a:custGeom>
                <a:avLst/>
                <a:gdLst/>
                <a:ahLst/>
                <a:cxnLst/>
                <a:rect l="l" t="t" r="r" b="b"/>
                <a:pathLst>
                  <a:path w="64150" h="50149" extrusionOk="0">
                    <a:moveTo>
                      <a:pt x="59456" y="15384"/>
                    </a:moveTo>
                    <a:cubicBezTo>
                      <a:pt x="17832" y="5192"/>
                      <a:pt x="13260" y="-3952"/>
                      <a:pt x="8688" y="1763"/>
                    </a:cubicBezTo>
                    <a:cubicBezTo>
                      <a:pt x="4688" y="6716"/>
                      <a:pt x="-361" y="14622"/>
                      <a:pt x="20" y="23385"/>
                    </a:cubicBezTo>
                    <a:cubicBezTo>
                      <a:pt x="11927" y="6144"/>
                      <a:pt x="68791" y="24051"/>
                      <a:pt x="51932" y="50150"/>
                    </a:cubicBezTo>
                    <a:cubicBezTo>
                      <a:pt x="64314" y="40149"/>
                      <a:pt x="68124" y="17575"/>
                      <a:pt x="59456" y="1547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9" name="Google Shape;6401;p64">
                <a:extLst>
                  <a:ext uri="{FF2B5EF4-FFF2-40B4-BE49-F238E27FC236}">
                    <a16:creationId xmlns:a16="http://schemas.microsoft.com/office/drawing/2014/main" id="{4A38B500-7713-E4B6-32EE-705570600FF1}"/>
                  </a:ext>
                </a:extLst>
              </p:cNvPr>
              <p:cNvSpPr/>
              <p:nvPr/>
            </p:nvSpPr>
            <p:spPr>
              <a:xfrm>
                <a:off x="765418" y="3889648"/>
                <a:ext cx="37973" cy="51130"/>
              </a:xfrm>
              <a:custGeom>
                <a:avLst/>
                <a:gdLst/>
                <a:ahLst/>
                <a:cxnLst/>
                <a:rect l="l" t="t" r="r" b="b"/>
                <a:pathLst>
                  <a:path w="37973" h="51130" extrusionOk="0">
                    <a:moveTo>
                      <a:pt x="34075" y="38482"/>
                    </a:moveTo>
                    <a:cubicBezTo>
                      <a:pt x="35123" y="36292"/>
                      <a:pt x="35790" y="34196"/>
                      <a:pt x="36361" y="32196"/>
                    </a:cubicBezTo>
                    <a:cubicBezTo>
                      <a:pt x="43314" y="14575"/>
                      <a:pt x="25979" y="15527"/>
                      <a:pt x="18454" y="6574"/>
                    </a:cubicBezTo>
                    <a:cubicBezTo>
                      <a:pt x="547" y="-10857"/>
                      <a:pt x="11310" y="10765"/>
                      <a:pt x="8643" y="20861"/>
                    </a:cubicBezTo>
                    <a:cubicBezTo>
                      <a:pt x="5881" y="31053"/>
                      <a:pt x="-1167" y="30958"/>
                      <a:pt x="166" y="39340"/>
                    </a:cubicBezTo>
                    <a:cubicBezTo>
                      <a:pt x="833" y="43245"/>
                      <a:pt x="22074" y="64295"/>
                      <a:pt x="34170" y="3848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0" name="Google Shape;6402;p64">
                <a:extLst>
                  <a:ext uri="{FF2B5EF4-FFF2-40B4-BE49-F238E27FC236}">
                    <a16:creationId xmlns:a16="http://schemas.microsoft.com/office/drawing/2014/main" id="{D64F9FAF-0743-514C-45B3-FC149BEE00DB}"/>
                  </a:ext>
                </a:extLst>
              </p:cNvPr>
              <p:cNvSpPr/>
              <p:nvPr/>
            </p:nvSpPr>
            <p:spPr>
              <a:xfrm>
                <a:off x="765418" y="3889648"/>
                <a:ext cx="37973" cy="39339"/>
              </a:xfrm>
              <a:custGeom>
                <a:avLst/>
                <a:gdLst/>
                <a:ahLst/>
                <a:cxnLst/>
                <a:rect l="l" t="t" r="r" b="b"/>
                <a:pathLst>
                  <a:path w="37973" h="39339" extrusionOk="0">
                    <a:moveTo>
                      <a:pt x="36361" y="32196"/>
                    </a:moveTo>
                    <a:cubicBezTo>
                      <a:pt x="43314" y="14575"/>
                      <a:pt x="25979" y="15527"/>
                      <a:pt x="18454" y="6574"/>
                    </a:cubicBezTo>
                    <a:cubicBezTo>
                      <a:pt x="547" y="-10857"/>
                      <a:pt x="11310" y="10765"/>
                      <a:pt x="8643" y="20861"/>
                    </a:cubicBezTo>
                    <a:cubicBezTo>
                      <a:pt x="5881" y="31053"/>
                      <a:pt x="-1167" y="30958"/>
                      <a:pt x="166" y="39340"/>
                    </a:cubicBezTo>
                    <a:cubicBezTo>
                      <a:pt x="21312" y="9241"/>
                      <a:pt x="27312" y="38482"/>
                      <a:pt x="36456" y="3219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1" name="Google Shape;6403;p64">
                <a:extLst>
                  <a:ext uri="{FF2B5EF4-FFF2-40B4-BE49-F238E27FC236}">
                    <a16:creationId xmlns:a16="http://schemas.microsoft.com/office/drawing/2014/main" id="{FB09A719-4E65-DBDA-9BBA-1465C754482E}"/>
                  </a:ext>
                </a:extLst>
              </p:cNvPr>
              <p:cNvSpPr/>
              <p:nvPr/>
            </p:nvSpPr>
            <p:spPr>
              <a:xfrm>
                <a:off x="779202" y="3956946"/>
                <a:ext cx="31903" cy="45986"/>
              </a:xfrm>
              <a:custGeom>
                <a:avLst/>
                <a:gdLst/>
                <a:ahLst/>
                <a:cxnLst/>
                <a:rect l="l" t="t" r="r" b="b"/>
                <a:pathLst>
                  <a:path w="31903" h="45986" extrusionOk="0">
                    <a:moveTo>
                      <a:pt x="5432" y="807"/>
                    </a:moveTo>
                    <a:cubicBezTo>
                      <a:pt x="8099" y="3950"/>
                      <a:pt x="35817" y="36716"/>
                      <a:pt x="31435" y="43860"/>
                    </a:cubicBezTo>
                    <a:cubicBezTo>
                      <a:pt x="27054" y="51004"/>
                      <a:pt x="15433" y="37859"/>
                      <a:pt x="15433" y="37859"/>
                    </a:cubicBezTo>
                    <a:cubicBezTo>
                      <a:pt x="10861" y="36335"/>
                      <a:pt x="9337" y="33097"/>
                      <a:pt x="9337" y="33097"/>
                    </a:cubicBezTo>
                    <a:cubicBezTo>
                      <a:pt x="9337" y="33097"/>
                      <a:pt x="-188" y="31573"/>
                      <a:pt x="3" y="18143"/>
                    </a:cubicBezTo>
                    <a:cubicBezTo>
                      <a:pt x="860" y="-5956"/>
                      <a:pt x="5432" y="902"/>
                      <a:pt x="5432" y="90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2" name="Google Shape;6404;p64">
                <a:extLst>
                  <a:ext uri="{FF2B5EF4-FFF2-40B4-BE49-F238E27FC236}">
                    <a16:creationId xmlns:a16="http://schemas.microsoft.com/office/drawing/2014/main" id="{F3534BC2-7EFF-09DA-66DD-E505625839CD}"/>
                  </a:ext>
                </a:extLst>
              </p:cNvPr>
              <p:cNvSpPr/>
              <p:nvPr/>
            </p:nvSpPr>
            <p:spPr>
              <a:xfrm>
                <a:off x="779300" y="3956851"/>
                <a:ext cx="31805" cy="43955"/>
              </a:xfrm>
              <a:custGeom>
                <a:avLst/>
                <a:gdLst/>
                <a:ahLst/>
                <a:cxnLst/>
                <a:rect l="l" t="t" r="r" b="b"/>
                <a:pathLst>
                  <a:path w="31805" h="43955" extrusionOk="0">
                    <a:moveTo>
                      <a:pt x="5334" y="902"/>
                    </a:moveTo>
                    <a:cubicBezTo>
                      <a:pt x="8001" y="4045"/>
                      <a:pt x="35719" y="36811"/>
                      <a:pt x="31337" y="43955"/>
                    </a:cubicBezTo>
                    <a:cubicBezTo>
                      <a:pt x="26099" y="32240"/>
                      <a:pt x="10382" y="-526"/>
                      <a:pt x="0" y="18143"/>
                    </a:cubicBezTo>
                    <a:cubicBezTo>
                      <a:pt x="857" y="-5956"/>
                      <a:pt x="5429" y="902"/>
                      <a:pt x="5429" y="9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3" name="Google Shape;6405;p64">
                <a:extLst>
                  <a:ext uri="{FF2B5EF4-FFF2-40B4-BE49-F238E27FC236}">
                    <a16:creationId xmlns:a16="http://schemas.microsoft.com/office/drawing/2014/main" id="{FACA3064-B7A0-BC9C-4A3C-700E179B60ED}"/>
                  </a:ext>
                </a:extLst>
              </p:cNvPr>
              <p:cNvSpPr/>
              <p:nvPr/>
            </p:nvSpPr>
            <p:spPr>
              <a:xfrm>
                <a:off x="895264" y="3868218"/>
                <a:ext cx="84252" cy="121420"/>
              </a:xfrm>
              <a:custGeom>
                <a:avLst/>
                <a:gdLst/>
                <a:ahLst/>
                <a:cxnLst/>
                <a:rect l="l" t="t" r="r" b="b"/>
                <a:pathLst>
                  <a:path w="84252" h="121420" extrusionOk="0">
                    <a:moveTo>
                      <a:pt x="84252" y="0"/>
                    </a:moveTo>
                    <a:cubicBezTo>
                      <a:pt x="84252" y="0"/>
                      <a:pt x="3766" y="36481"/>
                      <a:pt x="242" y="81820"/>
                    </a:cubicBezTo>
                    <a:cubicBezTo>
                      <a:pt x="-3187" y="127159"/>
                      <a:pt x="31007" y="121158"/>
                      <a:pt x="31007" y="121158"/>
                    </a:cubicBezTo>
                    <a:cubicBezTo>
                      <a:pt x="31007" y="121158"/>
                      <a:pt x="6623" y="118777"/>
                      <a:pt x="6623" y="82201"/>
                    </a:cubicBezTo>
                    <a:cubicBezTo>
                      <a:pt x="6242" y="39910"/>
                      <a:pt x="84252" y="0"/>
                      <a:pt x="84252" y="0"/>
                    </a:cubicBezTo>
                    <a:close/>
                  </a:path>
                </a:pathLst>
              </a:custGeom>
              <a:solidFill>
                <a:srgbClr val="D1D3D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4" name="Google Shape;6406;p64">
                <a:extLst>
                  <a:ext uri="{FF2B5EF4-FFF2-40B4-BE49-F238E27FC236}">
                    <a16:creationId xmlns:a16="http://schemas.microsoft.com/office/drawing/2014/main" id="{5263C9D7-C03D-721D-52C2-47434CDB04F7}"/>
                  </a:ext>
                </a:extLst>
              </p:cNvPr>
              <p:cNvSpPr/>
              <p:nvPr/>
            </p:nvSpPr>
            <p:spPr>
              <a:xfrm>
                <a:off x="797970" y="4009569"/>
                <a:ext cx="8695" cy="16383"/>
              </a:xfrm>
              <a:custGeom>
                <a:avLst/>
                <a:gdLst/>
                <a:ahLst/>
                <a:cxnLst/>
                <a:rect l="l" t="t" r="r" b="b"/>
                <a:pathLst>
                  <a:path w="8695" h="16383" extrusionOk="0">
                    <a:moveTo>
                      <a:pt x="8572" y="0"/>
                    </a:moveTo>
                    <a:cubicBezTo>
                      <a:pt x="9906" y="8477"/>
                      <a:pt x="0" y="16383"/>
                      <a:pt x="0" y="16383"/>
                    </a:cubicBezTo>
                    <a:cubicBezTo>
                      <a:pt x="0" y="16383"/>
                      <a:pt x="1429" y="8096"/>
                      <a:pt x="8572"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5" name="Google Shape;6407;p64">
                <a:extLst>
                  <a:ext uri="{FF2B5EF4-FFF2-40B4-BE49-F238E27FC236}">
                    <a16:creationId xmlns:a16="http://schemas.microsoft.com/office/drawing/2014/main" id="{34BAA543-F717-87D8-8ACB-9CA776AAA4A5}"/>
                  </a:ext>
                </a:extLst>
              </p:cNvPr>
              <p:cNvSpPr/>
              <p:nvPr/>
            </p:nvSpPr>
            <p:spPr>
              <a:xfrm>
                <a:off x="789111" y="4009569"/>
                <a:ext cx="7424" cy="13906"/>
              </a:xfrm>
              <a:custGeom>
                <a:avLst/>
                <a:gdLst/>
                <a:ahLst/>
                <a:cxnLst/>
                <a:rect l="l" t="t" r="r" b="b"/>
                <a:pathLst>
                  <a:path w="7424" h="13906" extrusionOk="0">
                    <a:moveTo>
                      <a:pt x="7334" y="0"/>
                    </a:moveTo>
                    <a:cubicBezTo>
                      <a:pt x="8382" y="7239"/>
                      <a:pt x="0" y="13906"/>
                      <a:pt x="0" y="13906"/>
                    </a:cubicBezTo>
                    <a:cubicBezTo>
                      <a:pt x="0" y="13906"/>
                      <a:pt x="1238" y="6858"/>
                      <a:pt x="7334"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6" name="Google Shape;6408;p64">
                <a:extLst>
                  <a:ext uri="{FF2B5EF4-FFF2-40B4-BE49-F238E27FC236}">
                    <a16:creationId xmlns:a16="http://schemas.microsoft.com/office/drawing/2014/main" id="{7857EE76-71B3-18A2-8633-199E32A1A45B}"/>
                  </a:ext>
                </a:extLst>
              </p:cNvPr>
              <p:cNvSpPr/>
              <p:nvPr/>
            </p:nvSpPr>
            <p:spPr>
              <a:xfrm>
                <a:off x="780729" y="4004044"/>
                <a:ext cx="5886" cy="11049"/>
              </a:xfrm>
              <a:custGeom>
                <a:avLst/>
                <a:gdLst/>
                <a:ahLst/>
                <a:cxnLst/>
                <a:rect l="l" t="t" r="r" b="b"/>
                <a:pathLst>
                  <a:path w="5886" h="11049" extrusionOk="0">
                    <a:moveTo>
                      <a:pt x="5810" y="0"/>
                    </a:moveTo>
                    <a:cubicBezTo>
                      <a:pt x="6668" y="5810"/>
                      <a:pt x="0" y="11049"/>
                      <a:pt x="0" y="11049"/>
                    </a:cubicBezTo>
                    <a:cubicBezTo>
                      <a:pt x="0" y="11049"/>
                      <a:pt x="952" y="5429"/>
                      <a:pt x="5810"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7" name="Google Shape;6409;p64">
                <a:extLst>
                  <a:ext uri="{FF2B5EF4-FFF2-40B4-BE49-F238E27FC236}">
                    <a16:creationId xmlns:a16="http://schemas.microsoft.com/office/drawing/2014/main" id="{05486844-38E6-90D7-5BD7-853C9595C5E0}"/>
                  </a:ext>
                </a:extLst>
              </p:cNvPr>
              <p:cNvSpPr/>
              <p:nvPr/>
            </p:nvSpPr>
            <p:spPr>
              <a:xfrm>
                <a:off x="773204" y="3997853"/>
                <a:ext cx="4667" cy="10191"/>
              </a:xfrm>
              <a:custGeom>
                <a:avLst/>
                <a:gdLst/>
                <a:ahLst/>
                <a:cxnLst/>
                <a:rect l="l" t="t" r="r" b="b"/>
                <a:pathLst>
                  <a:path w="4667" h="10191" extrusionOk="0">
                    <a:moveTo>
                      <a:pt x="4667" y="0"/>
                    </a:moveTo>
                    <a:cubicBezTo>
                      <a:pt x="2191" y="5905"/>
                      <a:pt x="0" y="10192"/>
                      <a:pt x="0" y="10192"/>
                    </a:cubicBezTo>
                    <a:cubicBezTo>
                      <a:pt x="0" y="10192"/>
                      <a:pt x="-95" y="4001"/>
                      <a:pt x="4667"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8" name="Google Shape;6410;p64">
                <a:extLst>
                  <a:ext uri="{FF2B5EF4-FFF2-40B4-BE49-F238E27FC236}">
                    <a16:creationId xmlns:a16="http://schemas.microsoft.com/office/drawing/2014/main" id="{A6B6F0D7-EA9E-2C4B-9D81-6EA8013E1C3F}"/>
                  </a:ext>
                </a:extLst>
              </p:cNvPr>
              <p:cNvSpPr/>
              <p:nvPr/>
            </p:nvSpPr>
            <p:spPr>
              <a:xfrm>
                <a:off x="770252" y="3990519"/>
                <a:ext cx="4667" cy="10286"/>
              </a:xfrm>
              <a:custGeom>
                <a:avLst/>
                <a:gdLst/>
                <a:ahLst/>
                <a:cxnLst/>
                <a:rect l="l" t="t" r="r" b="b"/>
                <a:pathLst>
                  <a:path w="4667" h="10286" extrusionOk="0">
                    <a:moveTo>
                      <a:pt x="4667" y="0"/>
                    </a:moveTo>
                    <a:cubicBezTo>
                      <a:pt x="2191" y="5905"/>
                      <a:pt x="0" y="10287"/>
                      <a:pt x="0" y="10287"/>
                    </a:cubicBezTo>
                    <a:cubicBezTo>
                      <a:pt x="0" y="10287"/>
                      <a:pt x="-95" y="4191"/>
                      <a:pt x="4667"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9" name="Google Shape;6411;p64">
                <a:extLst>
                  <a:ext uri="{FF2B5EF4-FFF2-40B4-BE49-F238E27FC236}">
                    <a16:creationId xmlns:a16="http://schemas.microsoft.com/office/drawing/2014/main" id="{97C1CEA2-A994-DA71-7800-BC468327A9A8}"/>
                  </a:ext>
                </a:extLst>
              </p:cNvPr>
              <p:cNvSpPr/>
              <p:nvPr/>
            </p:nvSpPr>
            <p:spPr>
              <a:xfrm>
                <a:off x="824068" y="3992737"/>
                <a:ext cx="34670" cy="21022"/>
              </a:xfrm>
              <a:custGeom>
                <a:avLst/>
                <a:gdLst/>
                <a:ahLst/>
                <a:cxnLst/>
                <a:rect l="l" t="t" r="r" b="b"/>
                <a:pathLst>
                  <a:path w="34670" h="21022" extrusionOk="0">
                    <a:moveTo>
                      <a:pt x="34671" y="21023"/>
                    </a:moveTo>
                    <a:cubicBezTo>
                      <a:pt x="34671" y="21023"/>
                      <a:pt x="21431" y="-5457"/>
                      <a:pt x="0" y="1020"/>
                    </a:cubicBezTo>
                    <a:cubicBezTo>
                      <a:pt x="22670" y="2354"/>
                      <a:pt x="34671" y="21023"/>
                      <a:pt x="34671" y="2102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0" name="Google Shape;6412;p64">
                <a:extLst>
                  <a:ext uri="{FF2B5EF4-FFF2-40B4-BE49-F238E27FC236}">
                    <a16:creationId xmlns:a16="http://schemas.microsoft.com/office/drawing/2014/main" id="{2F6E7892-0CD2-EB6C-9B70-F20188E5174D}"/>
                  </a:ext>
                </a:extLst>
              </p:cNvPr>
              <p:cNvSpPr/>
              <p:nvPr/>
            </p:nvSpPr>
            <p:spPr>
              <a:xfrm>
                <a:off x="801684" y="3919979"/>
                <a:ext cx="17621" cy="13961"/>
              </a:xfrm>
              <a:custGeom>
                <a:avLst/>
                <a:gdLst/>
                <a:ahLst/>
                <a:cxnLst/>
                <a:rect l="l" t="t" r="r" b="b"/>
                <a:pathLst>
                  <a:path w="17621" h="13961" extrusionOk="0">
                    <a:moveTo>
                      <a:pt x="17621" y="13961"/>
                    </a:moveTo>
                    <a:cubicBezTo>
                      <a:pt x="17621" y="13961"/>
                      <a:pt x="11049" y="2627"/>
                      <a:pt x="7620" y="626"/>
                    </a:cubicBezTo>
                    <a:cubicBezTo>
                      <a:pt x="4191" y="-1279"/>
                      <a:pt x="0" y="1769"/>
                      <a:pt x="0" y="1769"/>
                    </a:cubicBezTo>
                    <a:cubicBezTo>
                      <a:pt x="0" y="1769"/>
                      <a:pt x="1905" y="-40"/>
                      <a:pt x="7048" y="2912"/>
                    </a:cubicBezTo>
                    <a:cubicBezTo>
                      <a:pt x="12859" y="6246"/>
                      <a:pt x="17621" y="13866"/>
                      <a:pt x="17621" y="1386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1" name="Google Shape;6413;p64">
                <a:extLst>
                  <a:ext uri="{FF2B5EF4-FFF2-40B4-BE49-F238E27FC236}">
                    <a16:creationId xmlns:a16="http://schemas.microsoft.com/office/drawing/2014/main" id="{BE5F293F-64C4-EA6A-7723-EF857E97A5E4}"/>
                  </a:ext>
                </a:extLst>
              </p:cNvPr>
              <p:cNvSpPr/>
              <p:nvPr/>
            </p:nvSpPr>
            <p:spPr>
              <a:xfrm>
                <a:off x="763584" y="4005735"/>
                <a:ext cx="3719" cy="3834"/>
              </a:xfrm>
              <a:custGeom>
                <a:avLst/>
                <a:gdLst/>
                <a:ahLst/>
                <a:cxnLst/>
                <a:rect l="l" t="t" r="r" b="b"/>
                <a:pathLst>
                  <a:path w="3719" h="3834" extrusionOk="0">
                    <a:moveTo>
                      <a:pt x="3334" y="24"/>
                    </a:moveTo>
                    <a:cubicBezTo>
                      <a:pt x="1429" y="310"/>
                      <a:pt x="0" y="3834"/>
                      <a:pt x="0" y="3834"/>
                    </a:cubicBezTo>
                    <a:cubicBezTo>
                      <a:pt x="0" y="3834"/>
                      <a:pt x="5144" y="-357"/>
                      <a:pt x="3334" y="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2" name="Google Shape;6414;p64">
                <a:extLst>
                  <a:ext uri="{FF2B5EF4-FFF2-40B4-BE49-F238E27FC236}">
                    <a16:creationId xmlns:a16="http://schemas.microsoft.com/office/drawing/2014/main" id="{F2072CCB-4859-D69B-FCA6-4A9202D8D013}"/>
                  </a:ext>
                </a:extLst>
              </p:cNvPr>
              <p:cNvSpPr/>
              <p:nvPr/>
            </p:nvSpPr>
            <p:spPr>
              <a:xfrm>
                <a:off x="762822" y="4009569"/>
                <a:ext cx="7429" cy="11906"/>
              </a:xfrm>
              <a:custGeom>
                <a:avLst/>
                <a:gdLst/>
                <a:ahLst/>
                <a:cxnLst/>
                <a:rect l="l" t="t" r="r" b="b"/>
                <a:pathLst>
                  <a:path w="7429" h="11906" extrusionOk="0">
                    <a:moveTo>
                      <a:pt x="7430" y="0"/>
                    </a:moveTo>
                    <a:cubicBezTo>
                      <a:pt x="3905" y="1048"/>
                      <a:pt x="0" y="11906"/>
                      <a:pt x="0" y="11906"/>
                    </a:cubicBezTo>
                    <a:cubicBezTo>
                      <a:pt x="0" y="11906"/>
                      <a:pt x="5429" y="4191"/>
                      <a:pt x="7430"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3" name="Google Shape;6415;p64">
                <a:extLst>
                  <a:ext uri="{FF2B5EF4-FFF2-40B4-BE49-F238E27FC236}">
                    <a16:creationId xmlns:a16="http://schemas.microsoft.com/office/drawing/2014/main" id="{D1C4A9C1-56DE-91C9-8087-64B417D72957}"/>
                  </a:ext>
                </a:extLst>
              </p:cNvPr>
              <p:cNvSpPr/>
              <p:nvPr/>
            </p:nvSpPr>
            <p:spPr>
              <a:xfrm>
                <a:off x="771490" y="4017760"/>
                <a:ext cx="6381" cy="12477"/>
              </a:xfrm>
              <a:custGeom>
                <a:avLst/>
                <a:gdLst/>
                <a:ahLst/>
                <a:cxnLst/>
                <a:rect l="l" t="t" r="r" b="b"/>
                <a:pathLst>
                  <a:path w="6381" h="12477" extrusionOk="0">
                    <a:moveTo>
                      <a:pt x="6382" y="0"/>
                    </a:moveTo>
                    <a:cubicBezTo>
                      <a:pt x="2857" y="1048"/>
                      <a:pt x="0" y="12478"/>
                      <a:pt x="0" y="12478"/>
                    </a:cubicBezTo>
                    <a:cubicBezTo>
                      <a:pt x="0" y="12478"/>
                      <a:pt x="4572" y="4286"/>
                      <a:pt x="6382" y="0"/>
                    </a:cubicBezTo>
                    <a:lnTo>
                      <a:pt x="6382"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4" name="Google Shape;6416;p64">
                <a:extLst>
                  <a:ext uri="{FF2B5EF4-FFF2-40B4-BE49-F238E27FC236}">
                    <a16:creationId xmlns:a16="http://schemas.microsoft.com/office/drawing/2014/main" id="{BCC7EB23-68A4-8A86-EE95-89768167BC09}"/>
                  </a:ext>
                </a:extLst>
              </p:cNvPr>
              <p:cNvSpPr/>
              <p:nvPr/>
            </p:nvSpPr>
            <p:spPr>
              <a:xfrm>
                <a:off x="781587" y="4022237"/>
                <a:ext cx="4476" cy="14001"/>
              </a:xfrm>
              <a:custGeom>
                <a:avLst/>
                <a:gdLst/>
                <a:ahLst/>
                <a:cxnLst/>
                <a:rect l="l" t="t" r="r" b="b"/>
                <a:pathLst>
                  <a:path w="4476" h="14001" extrusionOk="0">
                    <a:moveTo>
                      <a:pt x="0" y="14002"/>
                    </a:moveTo>
                    <a:cubicBezTo>
                      <a:pt x="0" y="14002"/>
                      <a:pt x="95" y="6382"/>
                      <a:pt x="4477" y="0"/>
                    </a:cubicBezTo>
                    <a:cubicBezTo>
                      <a:pt x="3239" y="5620"/>
                      <a:pt x="0" y="14002"/>
                      <a:pt x="0" y="1400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5" name="Google Shape;6417;p64">
                <a:extLst>
                  <a:ext uri="{FF2B5EF4-FFF2-40B4-BE49-F238E27FC236}">
                    <a16:creationId xmlns:a16="http://schemas.microsoft.com/office/drawing/2014/main" id="{7B3C182F-E912-3A1D-7EA3-1A2DDBED6492}"/>
                  </a:ext>
                </a:extLst>
              </p:cNvPr>
              <p:cNvSpPr/>
              <p:nvPr/>
            </p:nvSpPr>
            <p:spPr>
              <a:xfrm>
                <a:off x="791982" y="4027476"/>
                <a:ext cx="1891" cy="11525"/>
              </a:xfrm>
              <a:custGeom>
                <a:avLst/>
                <a:gdLst/>
                <a:ahLst/>
                <a:cxnLst/>
                <a:rect l="l" t="t" r="r" b="b"/>
                <a:pathLst>
                  <a:path w="1891" h="11525" extrusionOk="0">
                    <a:moveTo>
                      <a:pt x="82" y="11525"/>
                    </a:moveTo>
                    <a:cubicBezTo>
                      <a:pt x="82" y="11525"/>
                      <a:pt x="-585" y="6287"/>
                      <a:pt x="1891" y="0"/>
                    </a:cubicBezTo>
                    <a:cubicBezTo>
                      <a:pt x="1891" y="6382"/>
                      <a:pt x="82" y="11525"/>
                      <a:pt x="82" y="1152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6" name="Google Shape;6418;p64">
                <a:extLst>
                  <a:ext uri="{FF2B5EF4-FFF2-40B4-BE49-F238E27FC236}">
                    <a16:creationId xmlns:a16="http://schemas.microsoft.com/office/drawing/2014/main" id="{E1ED7393-66E0-1B60-70ED-0537C1BE40A9}"/>
                  </a:ext>
                </a:extLst>
              </p:cNvPr>
              <p:cNvSpPr/>
              <p:nvPr/>
            </p:nvSpPr>
            <p:spPr>
              <a:xfrm>
                <a:off x="802250" y="4029381"/>
                <a:ext cx="1529" cy="10667"/>
              </a:xfrm>
              <a:custGeom>
                <a:avLst/>
                <a:gdLst/>
                <a:ahLst/>
                <a:cxnLst/>
                <a:rect l="l" t="t" r="r" b="b"/>
                <a:pathLst>
                  <a:path w="1529" h="10667" extrusionOk="0">
                    <a:moveTo>
                      <a:pt x="101" y="10668"/>
                    </a:moveTo>
                    <a:cubicBezTo>
                      <a:pt x="101" y="10668"/>
                      <a:pt x="-566" y="6477"/>
                      <a:pt x="1530" y="0"/>
                    </a:cubicBezTo>
                    <a:cubicBezTo>
                      <a:pt x="1530" y="6382"/>
                      <a:pt x="101" y="10668"/>
                      <a:pt x="101" y="1066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7" name="Google Shape;6419;p64">
                <a:extLst>
                  <a:ext uri="{FF2B5EF4-FFF2-40B4-BE49-F238E27FC236}">
                    <a16:creationId xmlns:a16="http://schemas.microsoft.com/office/drawing/2014/main" id="{91215583-7663-1764-0FA3-77684CFFE835}"/>
                  </a:ext>
                </a:extLst>
              </p:cNvPr>
              <p:cNvSpPr/>
              <p:nvPr/>
            </p:nvSpPr>
            <p:spPr>
              <a:xfrm>
                <a:off x="810792" y="4030238"/>
                <a:ext cx="1339" cy="9810"/>
              </a:xfrm>
              <a:custGeom>
                <a:avLst/>
                <a:gdLst/>
                <a:ahLst/>
                <a:cxnLst/>
                <a:rect l="l" t="t" r="r" b="b"/>
                <a:pathLst>
                  <a:path w="1339" h="9810" extrusionOk="0">
                    <a:moveTo>
                      <a:pt x="227" y="9811"/>
                    </a:moveTo>
                    <a:cubicBezTo>
                      <a:pt x="227" y="9811"/>
                      <a:pt x="-726" y="3810"/>
                      <a:pt x="1274" y="0"/>
                    </a:cubicBezTo>
                    <a:cubicBezTo>
                      <a:pt x="1655" y="5429"/>
                      <a:pt x="227" y="9811"/>
                      <a:pt x="227" y="981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8" name="Google Shape;6420;p64">
                <a:extLst>
                  <a:ext uri="{FF2B5EF4-FFF2-40B4-BE49-F238E27FC236}">
                    <a16:creationId xmlns:a16="http://schemas.microsoft.com/office/drawing/2014/main" id="{C7A23F8E-1FB8-747E-427A-A0687019993F}"/>
                  </a:ext>
                </a:extLst>
              </p:cNvPr>
              <p:cNvSpPr/>
              <p:nvPr/>
            </p:nvSpPr>
            <p:spPr>
              <a:xfrm>
                <a:off x="818887" y="4029857"/>
                <a:ext cx="1257" cy="10191"/>
              </a:xfrm>
              <a:custGeom>
                <a:avLst/>
                <a:gdLst/>
                <a:ahLst/>
                <a:cxnLst/>
                <a:rect l="l" t="t" r="r" b="b"/>
                <a:pathLst>
                  <a:path w="1257" h="10191" extrusionOk="0">
                    <a:moveTo>
                      <a:pt x="418" y="10192"/>
                    </a:moveTo>
                    <a:cubicBezTo>
                      <a:pt x="418" y="10192"/>
                      <a:pt x="-915" y="3810"/>
                      <a:pt x="1180" y="0"/>
                    </a:cubicBezTo>
                    <a:cubicBezTo>
                      <a:pt x="1561" y="5524"/>
                      <a:pt x="418" y="10192"/>
                      <a:pt x="418" y="1019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9" name="Google Shape;6421;p64">
                <a:extLst>
                  <a:ext uri="{FF2B5EF4-FFF2-40B4-BE49-F238E27FC236}">
                    <a16:creationId xmlns:a16="http://schemas.microsoft.com/office/drawing/2014/main" id="{23F2D56D-BEE2-A717-0EE5-877FA7ADFB92}"/>
                  </a:ext>
                </a:extLst>
              </p:cNvPr>
              <p:cNvSpPr/>
              <p:nvPr/>
            </p:nvSpPr>
            <p:spPr>
              <a:xfrm>
                <a:off x="830556" y="4028238"/>
                <a:ext cx="973" cy="10287"/>
              </a:xfrm>
              <a:custGeom>
                <a:avLst/>
                <a:gdLst/>
                <a:ahLst/>
                <a:cxnLst/>
                <a:rect l="l" t="t" r="r" b="b"/>
                <a:pathLst>
                  <a:path w="973" h="10287" extrusionOk="0">
                    <a:moveTo>
                      <a:pt x="847" y="10287"/>
                    </a:moveTo>
                    <a:cubicBezTo>
                      <a:pt x="847" y="10287"/>
                      <a:pt x="-1058" y="3810"/>
                      <a:pt x="847" y="0"/>
                    </a:cubicBezTo>
                    <a:cubicBezTo>
                      <a:pt x="1132" y="5525"/>
                      <a:pt x="847" y="10287"/>
                      <a:pt x="847" y="1028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0" name="Google Shape;6422;p64">
                <a:extLst>
                  <a:ext uri="{FF2B5EF4-FFF2-40B4-BE49-F238E27FC236}">
                    <a16:creationId xmlns:a16="http://schemas.microsoft.com/office/drawing/2014/main" id="{2C6EE703-A36D-B4C4-C8A0-26C95DC432C0}"/>
                  </a:ext>
                </a:extLst>
              </p:cNvPr>
              <p:cNvSpPr/>
              <p:nvPr/>
            </p:nvSpPr>
            <p:spPr>
              <a:xfrm>
                <a:off x="842547" y="4026238"/>
                <a:ext cx="2190" cy="7429"/>
              </a:xfrm>
              <a:custGeom>
                <a:avLst/>
                <a:gdLst/>
                <a:ahLst/>
                <a:cxnLst/>
                <a:rect l="l" t="t" r="r" b="b"/>
                <a:pathLst>
                  <a:path w="2190" h="7429" extrusionOk="0">
                    <a:moveTo>
                      <a:pt x="2191" y="7429"/>
                    </a:moveTo>
                    <a:cubicBezTo>
                      <a:pt x="2191" y="7429"/>
                      <a:pt x="95" y="5905"/>
                      <a:pt x="0" y="0"/>
                    </a:cubicBezTo>
                    <a:cubicBezTo>
                      <a:pt x="1619" y="3810"/>
                      <a:pt x="2191" y="7429"/>
                      <a:pt x="2191" y="742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1" name="Google Shape;6423;p64">
                <a:extLst>
                  <a:ext uri="{FF2B5EF4-FFF2-40B4-BE49-F238E27FC236}">
                    <a16:creationId xmlns:a16="http://schemas.microsoft.com/office/drawing/2014/main" id="{9BA4B061-F5C0-6991-A350-4E4F9633F66B}"/>
                  </a:ext>
                </a:extLst>
              </p:cNvPr>
              <p:cNvSpPr/>
              <p:nvPr/>
            </p:nvSpPr>
            <p:spPr>
              <a:xfrm>
                <a:off x="854072" y="4019951"/>
                <a:ext cx="3143" cy="6762"/>
              </a:xfrm>
              <a:custGeom>
                <a:avLst/>
                <a:gdLst/>
                <a:ahLst/>
                <a:cxnLst/>
                <a:rect l="l" t="t" r="r" b="b"/>
                <a:pathLst>
                  <a:path w="3143" h="6762" extrusionOk="0">
                    <a:moveTo>
                      <a:pt x="3143" y="6763"/>
                    </a:moveTo>
                    <a:cubicBezTo>
                      <a:pt x="3143" y="6763"/>
                      <a:pt x="1619" y="4096"/>
                      <a:pt x="0" y="0"/>
                    </a:cubicBezTo>
                    <a:cubicBezTo>
                      <a:pt x="3048" y="2667"/>
                      <a:pt x="3143" y="6763"/>
                      <a:pt x="3143" y="676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2" name="Google Shape;6424;p64">
                <a:extLst>
                  <a:ext uri="{FF2B5EF4-FFF2-40B4-BE49-F238E27FC236}">
                    <a16:creationId xmlns:a16="http://schemas.microsoft.com/office/drawing/2014/main" id="{FF5B8AA3-08C1-CFF5-F298-FDF4BE4115AB}"/>
                  </a:ext>
                </a:extLst>
              </p:cNvPr>
              <p:cNvSpPr/>
              <p:nvPr/>
            </p:nvSpPr>
            <p:spPr>
              <a:xfrm>
                <a:off x="781587" y="3873552"/>
                <a:ext cx="30072" cy="29146"/>
              </a:xfrm>
              <a:custGeom>
                <a:avLst/>
                <a:gdLst/>
                <a:ahLst/>
                <a:cxnLst/>
                <a:rect l="l" t="t" r="r" b="b"/>
                <a:pathLst>
                  <a:path w="30072" h="29146" extrusionOk="0">
                    <a:moveTo>
                      <a:pt x="0" y="0"/>
                    </a:moveTo>
                    <a:cubicBezTo>
                      <a:pt x="13525" y="16002"/>
                      <a:pt x="32004" y="14573"/>
                      <a:pt x="29908" y="29146"/>
                    </a:cubicBezTo>
                    <a:cubicBezTo>
                      <a:pt x="30099" y="18669"/>
                      <a:pt x="4000" y="16097"/>
                      <a:pt x="0"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3" name="Google Shape;6425;p64">
                <a:extLst>
                  <a:ext uri="{FF2B5EF4-FFF2-40B4-BE49-F238E27FC236}">
                    <a16:creationId xmlns:a16="http://schemas.microsoft.com/office/drawing/2014/main" id="{099AC12C-551A-124F-05FD-7DB813B3D9AD}"/>
                  </a:ext>
                </a:extLst>
              </p:cNvPr>
              <p:cNvSpPr/>
              <p:nvPr/>
            </p:nvSpPr>
            <p:spPr>
              <a:xfrm>
                <a:off x="824925" y="3906630"/>
                <a:ext cx="64484" cy="18667"/>
              </a:xfrm>
              <a:custGeom>
                <a:avLst/>
                <a:gdLst/>
                <a:ahLst/>
                <a:cxnLst/>
                <a:rect l="l" t="t" r="r" b="b"/>
                <a:pathLst>
                  <a:path w="64484" h="18667" extrusionOk="0">
                    <a:moveTo>
                      <a:pt x="64484" y="17690"/>
                    </a:moveTo>
                    <a:cubicBezTo>
                      <a:pt x="49721" y="19214"/>
                      <a:pt x="20003" y="-8789"/>
                      <a:pt x="0" y="2831"/>
                    </a:cubicBezTo>
                    <a:cubicBezTo>
                      <a:pt x="19050" y="-26"/>
                      <a:pt x="50102" y="23691"/>
                      <a:pt x="64484" y="1769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 name="Google Shape;6426;p64">
              <a:extLst>
                <a:ext uri="{FF2B5EF4-FFF2-40B4-BE49-F238E27FC236}">
                  <a16:creationId xmlns:a16="http://schemas.microsoft.com/office/drawing/2014/main" id="{22DD313C-080E-A5D1-B124-87C36A63F510}"/>
                </a:ext>
              </a:extLst>
            </p:cNvPr>
            <p:cNvGrpSpPr/>
            <p:nvPr/>
          </p:nvGrpSpPr>
          <p:grpSpPr>
            <a:xfrm>
              <a:off x="1082957" y="3689053"/>
              <a:ext cx="82487" cy="345567"/>
              <a:chOff x="1082957" y="3689053"/>
              <a:chExt cx="82487" cy="345567"/>
            </a:xfrm>
          </p:grpSpPr>
          <p:grpSp>
            <p:nvGrpSpPr>
              <p:cNvPr id="2981" name="Google Shape;6427;p64">
                <a:extLst>
                  <a:ext uri="{FF2B5EF4-FFF2-40B4-BE49-F238E27FC236}">
                    <a16:creationId xmlns:a16="http://schemas.microsoft.com/office/drawing/2014/main" id="{40C4D249-E942-E666-3C12-3402525A307B}"/>
                  </a:ext>
                </a:extLst>
              </p:cNvPr>
              <p:cNvGrpSpPr/>
              <p:nvPr/>
            </p:nvGrpSpPr>
            <p:grpSpPr>
              <a:xfrm>
                <a:off x="1141917" y="3778683"/>
                <a:ext cx="19431" cy="255937"/>
                <a:chOff x="1141917" y="3778683"/>
                <a:chExt cx="19431" cy="255937"/>
              </a:xfrm>
            </p:grpSpPr>
            <p:sp>
              <p:nvSpPr>
                <p:cNvPr id="2998" name="Google Shape;6428;p64">
                  <a:extLst>
                    <a:ext uri="{FF2B5EF4-FFF2-40B4-BE49-F238E27FC236}">
                      <a16:creationId xmlns:a16="http://schemas.microsoft.com/office/drawing/2014/main" id="{399A8FD4-E12B-A281-9CDF-7AE5631DC96A}"/>
                    </a:ext>
                  </a:extLst>
                </p:cNvPr>
                <p:cNvSpPr/>
                <p:nvPr/>
              </p:nvSpPr>
              <p:spPr>
                <a:xfrm>
                  <a:off x="1141917" y="3783636"/>
                  <a:ext cx="10953" cy="250983"/>
                </a:xfrm>
                <a:custGeom>
                  <a:avLst/>
                  <a:gdLst/>
                  <a:ahLst/>
                  <a:cxnLst/>
                  <a:rect l="l" t="t" r="r" b="b"/>
                  <a:pathLst>
                    <a:path w="10953" h="250983" extrusionOk="0">
                      <a:moveTo>
                        <a:pt x="10954" y="250984"/>
                      </a:moveTo>
                      <a:lnTo>
                        <a:pt x="0" y="244602"/>
                      </a:lnTo>
                      <a:lnTo>
                        <a:pt x="0" y="0"/>
                      </a:lnTo>
                      <a:lnTo>
                        <a:pt x="10954" y="6287"/>
                      </a:lnTo>
                      <a:lnTo>
                        <a:pt x="10954" y="25098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9" name="Google Shape;6429;p64">
                  <a:extLst>
                    <a:ext uri="{FF2B5EF4-FFF2-40B4-BE49-F238E27FC236}">
                      <a16:creationId xmlns:a16="http://schemas.microsoft.com/office/drawing/2014/main" id="{592452FF-006D-5A0A-FB6D-DD6470EF1F91}"/>
                    </a:ext>
                  </a:extLst>
                </p:cNvPr>
                <p:cNvSpPr/>
                <p:nvPr/>
              </p:nvSpPr>
              <p:spPr>
                <a:xfrm>
                  <a:off x="1152871" y="3785065"/>
                  <a:ext cx="8477" cy="249555"/>
                </a:xfrm>
                <a:custGeom>
                  <a:avLst/>
                  <a:gdLst/>
                  <a:ahLst/>
                  <a:cxnLst/>
                  <a:rect l="l" t="t" r="r" b="b"/>
                  <a:pathLst>
                    <a:path w="8477" h="249555" extrusionOk="0">
                      <a:moveTo>
                        <a:pt x="0" y="249555"/>
                      </a:moveTo>
                      <a:lnTo>
                        <a:pt x="8477" y="244602"/>
                      </a:lnTo>
                      <a:lnTo>
                        <a:pt x="8477" y="0"/>
                      </a:lnTo>
                      <a:lnTo>
                        <a:pt x="0" y="4858"/>
                      </a:lnTo>
                      <a:lnTo>
                        <a:pt x="0" y="24955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0" name="Google Shape;6430;p64">
                  <a:extLst>
                    <a:ext uri="{FF2B5EF4-FFF2-40B4-BE49-F238E27FC236}">
                      <a16:creationId xmlns:a16="http://schemas.microsoft.com/office/drawing/2014/main" id="{8869B7AA-602B-AEFD-94C4-5F7F9FB6C6E9}"/>
                    </a:ext>
                  </a:extLst>
                </p:cNvPr>
                <p:cNvSpPr/>
                <p:nvPr/>
              </p:nvSpPr>
              <p:spPr>
                <a:xfrm>
                  <a:off x="1141917" y="3778683"/>
                  <a:ext cx="19431" cy="11239"/>
                </a:xfrm>
                <a:custGeom>
                  <a:avLst/>
                  <a:gdLst/>
                  <a:ahLst/>
                  <a:cxnLst/>
                  <a:rect l="l" t="t" r="r" b="b"/>
                  <a:pathLst>
                    <a:path w="19431" h="11239" extrusionOk="0">
                      <a:moveTo>
                        <a:pt x="10954" y="11240"/>
                      </a:moveTo>
                      <a:lnTo>
                        <a:pt x="19431" y="6382"/>
                      </a:lnTo>
                      <a:lnTo>
                        <a:pt x="8477" y="0"/>
                      </a:lnTo>
                      <a:lnTo>
                        <a:pt x="0" y="4953"/>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82" name="Google Shape;6431;p64">
                <a:extLst>
                  <a:ext uri="{FF2B5EF4-FFF2-40B4-BE49-F238E27FC236}">
                    <a16:creationId xmlns:a16="http://schemas.microsoft.com/office/drawing/2014/main" id="{020E86AF-1050-32F1-CB24-1D83987E6932}"/>
                  </a:ext>
                </a:extLst>
              </p:cNvPr>
              <p:cNvGrpSpPr/>
              <p:nvPr/>
            </p:nvGrpSpPr>
            <p:grpSpPr>
              <a:xfrm>
                <a:off x="1137917" y="3735725"/>
                <a:ext cx="27527" cy="56769"/>
                <a:chOff x="1137917" y="3735725"/>
                <a:chExt cx="27527" cy="56769"/>
              </a:xfrm>
            </p:grpSpPr>
            <p:sp>
              <p:nvSpPr>
                <p:cNvPr id="2995" name="Google Shape;6432;p64">
                  <a:extLst>
                    <a:ext uri="{FF2B5EF4-FFF2-40B4-BE49-F238E27FC236}">
                      <a16:creationId xmlns:a16="http://schemas.microsoft.com/office/drawing/2014/main" id="{5D00C4F8-71B4-50BB-CE45-06E5575A69B1}"/>
                    </a:ext>
                  </a:extLst>
                </p:cNvPr>
                <p:cNvSpPr/>
                <p:nvPr/>
              </p:nvSpPr>
              <p:spPr>
                <a:xfrm>
                  <a:off x="1137917" y="3742678"/>
                  <a:ext cx="15430" cy="49815"/>
                </a:xfrm>
                <a:custGeom>
                  <a:avLst/>
                  <a:gdLst/>
                  <a:ahLst/>
                  <a:cxnLst/>
                  <a:rect l="l" t="t" r="r" b="b"/>
                  <a:pathLst>
                    <a:path w="15430" h="49815" extrusionOk="0">
                      <a:moveTo>
                        <a:pt x="15431" y="49816"/>
                      </a:moveTo>
                      <a:lnTo>
                        <a:pt x="0" y="40862"/>
                      </a:lnTo>
                      <a:lnTo>
                        <a:pt x="0" y="0"/>
                      </a:lnTo>
                      <a:lnTo>
                        <a:pt x="15431" y="8954"/>
                      </a:lnTo>
                      <a:lnTo>
                        <a:pt x="15431" y="4981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6" name="Google Shape;6433;p64">
                  <a:extLst>
                    <a:ext uri="{FF2B5EF4-FFF2-40B4-BE49-F238E27FC236}">
                      <a16:creationId xmlns:a16="http://schemas.microsoft.com/office/drawing/2014/main" id="{2741B7BC-CA9A-6151-D03D-968784095C8B}"/>
                    </a:ext>
                  </a:extLst>
                </p:cNvPr>
                <p:cNvSpPr/>
                <p:nvPr/>
              </p:nvSpPr>
              <p:spPr>
                <a:xfrm>
                  <a:off x="1153347" y="3744679"/>
                  <a:ext cx="12096" cy="47815"/>
                </a:xfrm>
                <a:custGeom>
                  <a:avLst/>
                  <a:gdLst/>
                  <a:ahLst/>
                  <a:cxnLst/>
                  <a:rect l="l" t="t" r="r" b="b"/>
                  <a:pathLst>
                    <a:path w="12096" h="47815" extrusionOk="0">
                      <a:moveTo>
                        <a:pt x="0" y="47815"/>
                      </a:moveTo>
                      <a:lnTo>
                        <a:pt x="12097" y="40862"/>
                      </a:lnTo>
                      <a:lnTo>
                        <a:pt x="12097" y="0"/>
                      </a:lnTo>
                      <a:lnTo>
                        <a:pt x="0" y="6953"/>
                      </a:lnTo>
                      <a:lnTo>
                        <a:pt x="0" y="47815"/>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7" name="Google Shape;6434;p64">
                  <a:extLst>
                    <a:ext uri="{FF2B5EF4-FFF2-40B4-BE49-F238E27FC236}">
                      <a16:creationId xmlns:a16="http://schemas.microsoft.com/office/drawing/2014/main" id="{630FA8A0-2A1F-B6CA-9B03-4A878A0BDE8A}"/>
                    </a:ext>
                  </a:extLst>
                </p:cNvPr>
                <p:cNvSpPr/>
                <p:nvPr/>
              </p:nvSpPr>
              <p:spPr>
                <a:xfrm>
                  <a:off x="1137917" y="3735725"/>
                  <a:ext cx="27527" cy="15906"/>
                </a:xfrm>
                <a:custGeom>
                  <a:avLst/>
                  <a:gdLst/>
                  <a:ahLst/>
                  <a:cxnLst/>
                  <a:rect l="l" t="t" r="r" b="b"/>
                  <a:pathLst>
                    <a:path w="27527" h="15906" extrusionOk="0">
                      <a:moveTo>
                        <a:pt x="15431" y="15907"/>
                      </a:moveTo>
                      <a:lnTo>
                        <a:pt x="27527" y="8954"/>
                      </a:lnTo>
                      <a:lnTo>
                        <a:pt x="12002" y="0"/>
                      </a:lnTo>
                      <a:lnTo>
                        <a:pt x="0" y="6953"/>
                      </a:lnTo>
                      <a:lnTo>
                        <a:pt x="15431" y="15907"/>
                      </a:lnTo>
                      <a:close/>
                    </a:path>
                  </a:pathLst>
                </a:custGeom>
                <a:solidFill>
                  <a:srgbClr val="2A4E6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83" name="Google Shape;6435;p64">
                <a:extLst>
                  <a:ext uri="{FF2B5EF4-FFF2-40B4-BE49-F238E27FC236}">
                    <a16:creationId xmlns:a16="http://schemas.microsoft.com/office/drawing/2014/main" id="{E6887A58-4EF3-833D-0F30-A133D9701156}"/>
                  </a:ext>
                </a:extLst>
              </p:cNvPr>
              <p:cNvGrpSpPr/>
              <p:nvPr/>
            </p:nvGrpSpPr>
            <p:grpSpPr>
              <a:xfrm>
                <a:off x="1124105" y="3755156"/>
                <a:ext cx="27527" cy="33814"/>
                <a:chOff x="1124105" y="3755156"/>
                <a:chExt cx="27527" cy="33814"/>
              </a:xfrm>
            </p:grpSpPr>
            <p:sp>
              <p:nvSpPr>
                <p:cNvPr id="2992" name="Google Shape;6436;p64">
                  <a:extLst>
                    <a:ext uri="{FF2B5EF4-FFF2-40B4-BE49-F238E27FC236}">
                      <a16:creationId xmlns:a16="http://schemas.microsoft.com/office/drawing/2014/main" id="{CDFA3EE5-C689-BA83-72E9-F3E82A57293D}"/>
                    </a:ext>
                  </a:extLst>
                </p:cNvPr>
                <p:cNvSpPr/>
                <p:nvPr/>
              </p:nvSpPr>
              <p:spPr>
                <a:xfrm>
                  <a:off x="1136107" y="3762109"/>
                  <a:ext cx="15525" cy="26860"/>
                </a:xfrm>
                <a:custGeom>
                  <a:avLst/>
                  <a:gdLst/>
                  <a:ahLst/>
                  <a:cxnLst/>
                  <a:rect l="l" t="t" r="r" b="b"/>
                  <a:pathLst>
                    <a:path w="15525" h="26860" extrusionOk="0">
                      <a:moveTo>
                        <a:pt x="15526" y="0"/>
                      </a:moveTo>
                      <a:lnTo>
                        <a:pt x="15526" y="17907"/>
                      </a:lnTo>
                      <a:lnTo>
                        <a:pt x="0" y="26861"/>
                      </a:lnTo>
                      <a:lnTo>
                        <a:pt x="0" y="8954"/>
                      </a:lnTo>
                      <a:lnTo>
                        <a:pt x="15526" y="0"/>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3" name="Google Shape;6437;p64">
                  <a:extLst>
                    <a:ext uri="{FF2B5EF4-FFF2-40B4-BE49-F238E27FC236}">
                      <a16:creationId xmlns:a16="http://schemas.microsoft.com/office/drawing/2014/main" id="{E89EF6F5-5315-3E60-711F-2C590B26B170}"/>
                    </a:ext>
                  </a:extLst>
                </p:cNvPr>
                <p:cNvSpPr/>
                <p:nvPr/>
              </p:nvSpPr>
              <p:spPr>
                <a:xfrm>
                  <a:off x="1124105" y="3755156"/>
                  <a:ext cx="27527" cy="15906"/>
                </a:xfrm>
                <a:custGeom>
                  <a:avLst/>
                  <a:gdLst/>
                  <a:ahLst/>
                  <a:cxnLst/>
                  <a:rect l="l" t="t" r="r" b="b"/>
                  <a:pathLst>
                    <a:path w="27527" h="15906" extrusionOk="0">
                      <a:moveTo>
                        <a:pt x="27527" y="6953"/>
                      </a:moveTo>
                      <a:lnTo>
                        <a:pt x="15526" y="0"/>
                      </a:lnTo>
                      <a:lnTo>
                        <a:pt x="0" y="8953"/>
                      </a:lnTo>
                      <a:lnTo>
                        <a:pt x="12002" y="15907"/>
                      </a:lnTo>
                      <a:lnTo>
                        <a:pt x="27527" y="695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4" name="Google Shape;6438;p64">
                  <a:extLst>
                    <a:ext uri="{FF2B5EF4-FFF2-40B4-BE49-F238E27FC236}">
                      <a16:creationId xmlns:a16="http://schemas.microsoft.com/office/drawing/2014/main" id="{0BF8657A-6DE0-8924-7AFA-1A6AEEF68537}"/>
                    </a:ext>
                  </a:extLst>
                </p:cNvPr>
                <p:cNvSpPr/>
                <p:nvPr/>
              </p:nvSpPr>
              <p:spPr>
                <a:xfrm>
                  <a:off x="1124105" y="3764110"/>
                  <a:ext cx="12001" cy="24860"/>
                </a:xfrm>
                <a:custGeom>
                  <a:avLst/>
                  <a:gdLst/>
                  <a:ahLst/>
                  <a:cxnLst/>
                  <a:rect l="l" t="t" r="r" b="b"/>
                  <a:pathLst>
                    <a:path w="12001" h="24860" extrusionOk="0">
                      <a:moveTo>
                        <a:pt x="12002" y="6953"/>
                      </a:moveTo>
                      <a:lnTo>
                        <a:pt x="0" y="0"/>
                      </a:lnTo>
                      <a:lnTo>
                        <a:pt x="0" y="17907"/>
                      </a:lnTo>
                      <a:lnTo>
                        <a:pt x="12002" y="24860"/>
                      </a:lnTo>
                      <a:lnTo>
                        <a:pt x="12002" y="69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84" name="Google Shape;6439;p64">
                <a:extLst>
                  <a:ext uri="{FF2B5EF4-FFF2-40B4-BE49-F238E27FC236}">
                    <a16:creationId xmlns:a16="http://schemas.microsoft.com/office/drawing/2014/main" id="{037E3F83-2F80-EC2D-2F6C-E97C4D367BDC}"/>
                  </a:ext>
                </a:extLst>
              </p:cNvPr>
              <p:cNvGrpSpPr/>
              <p:nvPr/>
            </p:nvGrpSpPr>
            <p:grpSpPr>
              <a:xfrm>
                <a:off x="1082957" y="3766300"/>
                <a:ext cx="52102" cy="45053"/>
                <a:chOff x="1082957" y="3766300"/>
                <a:chExt cx="52102" cy="45053"/>
              </a:xfrm>
            </p:grpSpPr>
            <p:sp>
              <p:nvSpPr>
                <p:cNvPr id="2989" name="Google Shape;6440;p64">
                  <a:extLst>
                    <a:ext uri="{FF2B5EF4-FFF2-40B4-BE49-F238E27FC236}">
                      <a16:creationId xmlns:a16="http://schemas.microsoft.com/office/drawing/2014/main" id="{EDEDDDA7-F723-563A-A9E4-A460BFDC8D83}"/>
                    </a:ext>
                  </a:extLst>
                </p:cNvPr>
                <p:cNvSpPr/>
                <p:nvPr/>
              </p:nvSpPr>
              <p:spPr>
                <a:xfrm>
                  <a:off x="1093054" y="3772111"/>
                  <a:ext cx="42005" cy="39242"/>
                </a:xfrm>
                <a:custGeom>
                  <a:avLst/>
                  <a:gdLst/>
                  <a:ahLst/>
                  <a:cxnLst/>
                  <a:rect l="l" t="t" r="r" b="b"/>
                  <a:pathLst>
                    <a:path w="42005" h="39242" extrusionOk="0">
                      <a:moveTo>
                        <a:pt x="42005" y="0"/>
                      </a:moveTo>
                      <a:lnTo>
                        <a:pt x="42005" y="15049"/>
                      </a:lnTo>
                      <a:lnTo>
                        <a:pt x="0" y="39243"/>
                      </a:lnTo>
                      <a:lnTo>
                        <a:pt x="0" y="24289"/>
                      </a:lnTo>
                      <a:lnTo>
                        <a:pt x="42005"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0" name="Google Shape;6441;p64">
                  <a:extLst>
                    <a:ext uri="{FF2B5EF4-FFF2-40B4-BE49-F238E27FC236}">
                      <a16:creationId xmlns:a16="http://schemas.microsoft.com/office/drawing/2014/main" id="{D772FF51-13A1-7B52-32A6-7E476CC58FD9}"/>
                    </a:ext>
                  </a:extLst>
                </p:cNvPr>
                <p:cNvSpPr/>
                <p:nvPr/>
              </p:nvSpPr>
              <p:spPr>
                <a:xfrm>
                  <a:off x="1082957" y="3766300"/>
                  <a:ext cx="52101" cy="30099"/>
                </a:xfrm>
                <a:custGeom>
                  <a:avLst/>
                  <a:gdLst/>
                  <a:ahLst/>
                  <a:cxnLst/>
                  <a:rect l="l" t="t" r="r" b="b"/>
                  <a:pathLst>
                    <a:path w="52101" h="30099" extrusionOk="0">
                      <a:moveTo>
                        <a:pt x="52102" y="5810"/>
                      </a:moveTo>
                      <a:lnTo>
                        <a:pt x="42005" y="0"/>
                      </a:lnTo>
                      <a:lnTo>
                        <a:pt x="0" y="24289"/>
                      </a:lnTo>
                      <a:lnTo>
                        <a:pt x="10096" y="30099"/>
                      </a:lnTo>
                      <a:lnTo>
                        <a:pt x="52102" y="581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1" name="Google Shape;6442;p64">
                  <a:extLst>
                    <a:ext uri="{FF2B5EF4-FFF2-40B4-BE49-F238E27FC236}">
                      <a16:creationId xmlns:a16="http://schemas.microsoft.com/office/drawing/2014/main" id="{7D01134E-0DBB-074B-9C42-EF76F2B30CBC}"/>
                    </a:ext>
                  </a:extLst>
                </p:cNvPr>
                <p:cNvSpPr/>
                <p:nvPr/>
              </p:nvSpPr>
              <p:spPr>
                <a:xfrm>
                  <a:off x="1082957" y="3790589"/>
                  <a:ext cx="10096" cy="20764"/>
                </a:xfrm>
                <a:custGeom>
                  <a:avLst/>
                  <a:gdLst/>
                  <a:ahLst/>
                  <a:cxnLst/>
                  <a:rect l="l" t="t" r="r" b="b"/>
                  <a:pathLst>
                    <a:path w="10096" h="20764" extrusionOk="0">
                      <a:moveTo>
                        <a:pt x="10096" y="5810"/>
                      </a:moveTo>
                      <a:lnTo>
                        <a:pt x="0" y="0"/>
                      </a:lnTo>
                      <a:lnTo>
                        <a:pt x="0" y="14954"/>
                      </a:lnTo>
                      <a:lnTo>
                        <a:pt x="10096" y="20765"/>
                      </a:lnTo>
                      <a:lnTo>
                        <a:pt x="10096" y="581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85" name="Google Shape;6443;p64">
                <a:extLst>
                  <a:ext uri="{FF2B5EF4-FFF2-40B4-BE49-F238E27FC236}">
                    <a16:creationId xmlns:a16="http://schemas.microsoft.com/office/drawing/2014/main" id="{425B5932-C511-74E5-C8CE-BF8F65272E4D}"/>
                  </a:ext>
                </a:extLst>
              </p:cNvPr>
              <p:cNvGrpSpPr/>
              <p:nvPr/>
            </p:nvGrpSpPr>
            <p:grpSpPr>
              <a:xfrm>
                <a:off x="1141917" y="3689053"/>
                <a:ext cx="19431" cy="60293"/>
                <a:chOff x="1141917" y="3689053"/>
                <a:chExt cx="19431" cy="60293"/>
              </a:xfrm>
            </p:grpSpPr>
            <p:sp>
              <p:nvSpPr>
                <p:cNvPr id="2986" name="Google Shape;6444;p64">
                  <a:extLst>
                    <a:ext uri="{FF2B5EF4-FFF2-40B4-BE49-F238E27FC236}">
                      <a16:creationId xmlns:a16="http://schemas.microsoft.com/office/drawing/2014/main" id="{85D5E5CA-6E83-5EC5-1EB0-A0870D6F0B92}"/>
                    </a:ext>
                  </a:extLst>
                </p:cNvPr>
                <p:cNvSpPr/>
                <p:nvPr/>
              </p:nvSpPr>
              <p:spPr>
                <a:xfrm>
                  <a:off x="1141917" y="3693911"/>
                  <a:ext cx="10953" cy="55435"/>
                </a:xfrm>
                <a:custGeom>
                  <a:avLst/>
                  <a:gdLst/>
                  <a:ahLst/>
                  <a:cxnLst/>
                  <a:rect l="l" t="t" r="r" b="b"/>
                  <a:pathLst>
                    <a:path w="10953" h="55435" extrusionOk="0">
                      <a:moveTo>
                        <a:pt x="10954" y="55435"/>
                      </a:moveTo>
                      <a:lnTo>
                        <a:pt x="0" y="49054"/>
                      </a:lnTo>
                      <a:lnTo>
                        <a:pt x="0" y="0"/>
                      </a:lnTo>
                      <a:lnTo>
                        <a:pt x="10954" y="6382"/>
                      </a:lnTo>
                      <a:lnTo>
                        <a:pt x="10954" y="55435"/>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7" name="Google Shape;6445;p64">
                  <a:extLst>
                    <a:ext uri="{FF2B5EF4-FFF2-40B4-BE49-F238E27FC236}">
                      <a16:creationId xmlns:a16="http://schemas.microsoft.com/office/drawing/2014/main" id="{5D4AFEEA-D77F-8C4A-A258-20B41F06AE9C}"/>
                    </a:ext>
                  </a:extLst>
                </p:cNvPr>
                <p:cNvSpPr/>
                <p:nvPr/>
              </p:nvSpPr>
              <p:spPr>
                <a:xfrm>
                  <a:off x="1152871" y="3695339"/>
                  <a:ext cx="8477" cy="54006"/>
                </a:xfrm>
                <a:custGeom>
                  <a:avLst/>
                  <a:gdLst/>
                  <a:ahLst/>
                  <a:cxnLst/>
                  <a:rect l="l" t="t" r="r" b="b"/>
                  <a:pathLst>
                    <a:path w="8477" h="54006" extrusionOk="0">
                      <a:moveTo>
                        <a:pt x="0" y="54007"/>
                      </a:moveTo>
                      <a:lnTo>
                        <a:pt x="8477" y="49054"/>
                      </a:lnTo>
                      <a:lnTo>
                        <a:pt x="8477" y="0"/>
                      </a:lnTo>
                      <a:lnTo>
                        <a:pt x="0" y="4953"/>
                      </a:lnTo>
                      <a:lnTo>
                        <a:pt x="0" y="54007"/>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8" name="Google Shape;6446;p64">
                  <a:extLst>
                    <a:ext uri="{FF2B5EF4-FFF2-40B4-BE49-F238E27FC236}">
                      <a16:creationId xmlns:a16="http://schemas.microsoft.com/office/drawing/2014/main" id="{853DA2CC-9939-A3DA-B1F0-927C7FA3B46F}"/>
                    </a:ext>
                  </a:extLst>
                </p:cNvPr>
                <p:cNvSpPr/>
                <p:nvPr/>
              </p:nvSpPr>
              <p:spPr>
                <a:xfrm>
                  <a:off x="1141917" y="3689053"/>
                  <a:ext cx="19431" cy="11239"/>
                </a:xfrm>
                <a:custGeom>
                  <a:avLst/>
                  <a:gdLst/>
                  <a:ahLst/>
                  <a:cxnLst/>
                  <a:rect l="l" t="t" r="r" b="b"/>
                  <a:pathLst>
                    <a:path w="19431" h="11239" extrusionOk="0">
                      <a:moveTo>
                        <a:pt x="10954" y="11240"/>
                      </a:moveTo>
                      <a:lnTo>
                        <a:pt x="19431" y="6287"/>
                      </a:lnTo>
                      <a:lnTo>
                        <a:pt x="8477" y="0"/>
                      </a:lnTo>
                      <a:lnTo>
                        <a:pt x="0" y="4858"/>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2" name="Google Shape;6447;p64">
              <a:extLst>
                <a:ext uri="{FF2B5EF4-FFF2-40B4-BE49-F238E27FC236}">
                  <a16:creationId xmlns:a16="http://schemas.microsoft.com/office/drawing/2014/main" id="{B03637D7-7792-4B71-EFED-CB617CA4558D}"/>
                </a:ext>
              </a:extLst>
            </p:cNvPr>
            <p:cNvGrpSpPr/>
            <p:nvPr/>
          </p:nvGrpSpPr>
          <p:grpSpPr>
            <a:xfrm>
              <a:off x="718150" y="3601804"/>
              <a:ext cx="376713" cy="237839"/>
              <a:chOff x="718150" y="3601804"/>
              <a:chExt cx="376713" cy="237839"/>
            </a:xfrm>
          </p:grpSpPr>
          <p:grpSp>
            <p:nvGrpSpPr>
              <p:cNvPr id="4704" name="Google Shape;6448;p64">
                <a:extLst>
                  <a:ext uri="{FF2B5EF4-FFF2-40B4-BE49-F238E27FC236}">
                    <a16:creationId xmlns:a16="http://schemas.microsoft.com/office/drawing/2014/main" id="{FB85BCF2-6487-B7BB-4FD4-73BD7459C06E}"/>
                  </a:ext>
                </a:extLst>
              </p:cNvPr>
              <p:cNvGrpSpPr/>
              <p:nvPr/>
            </p:nvGrpSpPr>
            <p:grpSpPr>
              <a:xfrm>
                <a:off x="718150" y="3601804"/>
                <a:ext cx="56197" cy="52863"/>
                <a:chOff x="718150" y="3601804"/>
                <a:chExt cx="56197" cy="52863"/>
              </a:xfrm>
            </p:grpSpPr>
            <p:sp>
              <p:nvSpPr>
                <p:cNvPr id="2978" name="Google Shape;6449;p64">
                  <a:extLst>
                    <a:ext uri="{FF2B5EF4-FFF2-40B4-BE49-F238E27FC236}">
                      <a16:creationId xmlns:a16="http://schemas.microsoft.com/office/drawing/2014/main" id="{4ECBE933-8CE5-C1F3-27E8-EB4080F8D95F}"/>
                    </a:ext>
                  </a:extLst>
                </p:cNvPr>
                <p:cNvSpPr/>
                <p:nvPr/>
              </p:nvSpPr>
              <p:spPr>
                <a:xfrm>
                  <a:off x="731866" y="3609709"/>
                  <a:ext cx="42481" cy="44958"/>
                </a:xfrm>
                <a:custGeom>
                  <a:avLst/>
                  <a:gdLst/>
                  <a:ahLst/>
                  <a:cxnLst/>
                  <a:rect l="l" t="t" r="r" b="b"/>
                  <a:pathLst>
                    <a:path w="42481" h="44958" extrusionOk="0">
                      <a:moveTo>
                        <a:pt x="42481" y="0"/>
                      </a:moveTo>
                      <a:lnTo>
                        <a:pt x="42481" y="20383"/>
                      </a:lnTo>
                      <a:lnTo>
                        <a:pt x="0" y="44958"/>
                      </a:lnTo>
                      <a:lnTo>
                        <a:pt x="0" y="24575"/>
                      </a:lnTo>
                      <a:lnTo>
                        <a:pt x="4248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9" name="Google Shape;6450;p64">
                  <a:extLst>
                    <a:ext uri="{FF2B5EF4-FFF2-40B4-BE49-F238E27FC236}">
                      <a16:creationId xmlns:a16="http://schemas.microsoft.com/office/drawing/2014/main" id="{5E9C6BB9-8A49-C712-3620-CF3CFB4A8C1B}"/>
                    </a:ext>
                  </a:extLst>
                </p:cNvPr>
                <p:cNvSpPr/>
                <p:nvPr/>
              </p:nvSpPr>
              <p:spPr>
                <a:xfrm>
                  <a:off x="718150" y="3601804"/>
                  <a:ext cx="56197" cy="32480"/>
                </a:xfrm>
                <a:custGeom>
                  <a:avLst/>
                  <a:gdLst/>
                  <a:ahLst/>
                  <a:cxnLst/>
                  <a:rect l="l" t="t" r="r" b="b"/>
                  <a:pathLst>
                    <a:path w="56197" h="32480" extrusionOk="0">
                      <a:moveTo>
                        <a:pt x="56197" y="7906"/>
                      </a:moveTo>
                      <a:lnTo>
                        <a:pt x="42577" y="0"/>
                      </a:lnTo>
                      <a:lnTo>
                        <a:pt x="0" y="24575"/>
                      </a:lnTo>
                      <a:lnTo>
                        <a:pt x="13716" y="32480"/>
                      </a:lnTo>
                      <a:lnTo>
                        <a:pt x="56197" y="790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0" name="Google Shape;6451;p64">
                  <a:extLst>
                    <a:ext uri="{FF2B5EF4-FFF2-40B4-BE49-F238E27FC236}">
                      <a16:creationId xmlns:a16="http://schemas.microsoft.com/office/drawing/2014/main" id="{3FC09D00-FA02-EDCC-A20B-87015718E145}"/>
                    </a:ext>
                  </a:extLst>
                </p:cNvPr>
                <p:cNvSpPr/>
                <p:nvPr/>
              </p:nvSpPr>
              <p:spPr>
                <a:xfrm>
                  <a:off x="718150" y="3626378"/>
                  <a:ext cx="13715" cy="28289"/>
                </a:xfrm>
                <a:custGeom>
                  <a:avLst/>
                  <a:gdLst/>
                  <a:ahLst/>
                  <a:cxnLst/>
                  <a:rect l="l" t="t" r="r" b="b"/>
                  <a:pathLst>
                    <a:path w="13715" h="28289" extrusionOk="0">
                      <a:moveTo>
                        <a:pt x="13716" y="7906"/>
                      </a:moveTo>
                      <a:lnTo>
                        <a:pt x="0" y="0"/>
                      </a:lnTo>
                      <a:lnTo>
                        <a:pt x="0" y="20383"/>
                      </a:lnTo>
                      <a:lnTo>
                        <a:pt x="13716" y="28289"/>
                      </a:lnTo>
                      <a:lnTo>
                        <a:pt x="13716" y="790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05" name="Google Shape;6452;p64">
                <a:extLst>
                  <a:ext uri="{FF2B5EF4-FFF2-40B4-BE49-F238E27FC236}">
                    <a16:creationId xmlns:a16="http://schemas.microsoft.com/office/drawing/2014/main" id="{AF4B261B-BCE1-280C-16F4-923C36AF8586}"/>
                  </a:ext>
                </a:extLst>
              </p:cNvPr>
              <p:cNvGrpSpPr/>
              <p:nvPr/>
            </p:nvGrpSpPr>
            <p:grpSpPr>
              <a:xfrm>
                <a:off x="756917" y="3618187"/>
                <a:ext cx="103822" cy="70485"/>
                <a:chOff x="756917" y="3618187"/>
                <a:chExt cx="103822" cy="70485"/>
              </a:xfrm>
            </p:grpSpPr>
            <p:sp>
              <p:nvSpPr>
                <p:cNvPr id="2975" name="Google Shape;6453;p64">
                  <a:extLst>
                    <a:ext uri="{FF2B5EF4-FFF2-40B4-BE49-F238E27FC236}">
                      <a16:creationId xmlns:a16="http://schemas.microsoft.com/office/drawing/2014/main" id="{855FFC91-DA51-2481-0E06-EF6B0AD7E43D}"/>
                    </a:ext>
                  </a:extLst>
                </p:cNvPr>
                <p:cNvSpPr/>
                <p:nvPr/>
              </p:nvSpPr>
              <p:spPr>
                <a:xfrm>
                  <a:off x="756917" y="3618187"/>
                  <a:ext cx="103822" cy="60007"/>
                </a:xfrm>
                <a:custGeom>
                  <a:avLst/>
                  <a:gdLst/>
                  <a:ahLst/>
                  <a:cxnLst/>
                  <a:rect l="l" t="t" r="r" b="b"/>
                  <a:pathLst>
                    <a:path w="103822" h="60007" extrusionOk="0">
                      <a:moveTo>
                        <a:pt x="0" y="6763"/>
                      </a:moveTo>
                      <a:lnTo>
                        <a:pt x="11621" y="0"/>
                      </a:lnTo>
                      <a:lnTo>
                        <a:pt x="103823" y="53245"/>
                      </a:lnTo>
                      <a:lnTo>
                        <a:pt x="92202" y="60008"/>
                      </a:lnTo>
                      <a:lnTo>
                        <a:pt x="0" y="676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6" name="Google Shape;6454;p64">
                  <a:extLst>
                    <a:ext uri="{FF2B5EF4-FFF2-40B4-BE49-F238E27FC236}">
                      <a16:creationId xmlns:a16="http://schemas.microsoft.com/office/drawing/2014/main" id="{3CBEF457-D215-069C-3271-DCDF22C0B966}"/>
                    </a:ext>
                  </a:extLst>
                </p:cNvPr>
                <p:cNvSpPr/>
                <p:nvPr/>
              </p:nvSpPr>
              <p:spPr>
                <a:xfrm>
                  <a:off x="756917" y="3624950"/>
                  <a:ext cx="92202" cy="63722"/>
                </a:xfrm>
                <a:custGeom>
                  <a:avLst/>
                  <a:gdLst/>
                  <a:ahLst/>
                  <a:cxnLst/>
                  <a:rect l="l" t="t" r="r" b="b"/>
                  <a:pathLst>
                    <a:path w="92202" h="63722" extrusionOk="0">
                      <a:moveTo>
                        <a:pt x="0" y="0"/>
                      </a:moveTo>
                      <a:lnTo>
                        <a:pt x="0" y="10478"/>
                      </a:lnTo>
                      <a:lnTo>
                        <a:pt x="92202" y="63722"/>
                      </a:lnTo>
                      <a:lnTo>
                        <a:pt x="92202" y="53245"/>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7" name="Google Shape;6455;p64">
                  <a:extLst>
                    <a:ext uri="{FF2B5EF4-FFF2-40B4-BE49-F238E27FC236}">
                      <a16:creationId xmlns:a16="http://schemas.microsoft.com/office/drawing/2014/main" id="{1AB8BC1A-D2E2-C127-0768-AD144C3E5CD0}"/>
                    </a:ext>
                  </a:extLst>
                </p:cNvPr>
                <p:cNvSpPr/>
                <p:nvPr/>
              </p:nvSpPr>
              <p:spPr>
                <a:xfrm>
                  <a:off x="849119" y="3671432"/>
                  <a:ext cx="11620" cy="17240"/>
                </a:xfrm>
                <a:custGeom>
                  <a:avLst/>
                  <a:gdLst/>
                  <a:ahLst/>
                  <a:cxnLst/>
                  <a:rect l="l" t="t" r="r" b="b"/>
                  <a:pathLst>
                    <a:path w="11620" h="17240" extrusionOk="0">
                      <a:moveTo>
                        <a:pt x="0" y="6763"/>
                      </a:moveTo>
                      <a:lnTo>
                        <a:pt x="0" y="17240"/>
                      </a:lnTo>
                      <a:lnTo>
                        <a:pt x="11621" y="10477"/>
                      </a:lnTo>
                      <a:lnTo>
                        <a:pt x="11621" y="0"/>
                      </a:lnTo>
                      <a:lnTo>
                        <a:pt x="0" y="6763"/>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06" name="Google Shape;6456;p64">
                <a:extLst>
                  <a:ext uri="{FF2B5EF4-FFF2-40B4-BE49-F238E27FC236}">
                    <a16:creationId xmlns:a16="http://schemas.microsoft.com/office/drawing/2014/main" id="{748EA1DE-7BB4-F849-7E67-BBFF366C1FD0}"/>
                  </a:ext>
                </a:extLst>
              </p:cNvPr>
              <p:cNvGrpSpPr/>
              <p:nvPr/>
            </p:nvGrpSpPr>
            <p:grpSpPr>
              <a:xfrm>
                <a:off x="737676" y="3629331"/>
                <a:ext cx="103917" cy="70390"/>
                <a:chOff x="737676" y="3629331"/>
                <a:chExt cx="103917" cy="70390"/>
              </a:xfrm>
            </p:grpSpPr>
            <p:sp>
              <p:nvSpPr>
                <p:cNvPr id="2972" name="Google Shape;6457;p64">
                  <a:extLst>
                    <a:ext uri="{FF2B5EF4-FFF2-40B4-BE49-F238E27FC236}">
                      <a16:creationId xmlns:a16="http://schemas.microsoft.com/office/drawing/2014/main" id="{B6EF0A7A-23ED-7CEC-AE7D-428D7A70E7FE}"/>
                    </a:ext>
                  </a:extLst>
                </p:cNvPr>
                <p:cNvSpPr/>
                <p:nvPr/>
              </p:nvSpPr>
              <p:spPr>
                <a:xfrm>
                  <a:off x="737676" y="3629331"/>
                  <a:ext cx="103917" cy="59912"/>
                </a:xfrm>
                <a:custGeom>
                  <a:avLst/>
                  <a:gdLst/>
                  <a:ahLst/>
                  <a:cxnLst/>
                  <a:rect l="l" t="t" r="r" b="b"/>
                  <a:pathLst>
                    <a:path w="103917" h="59912" extrusionOk="0">
                      <a:moveTo>
                        <a:pt x="0" y="6668"/>
                      </a:moveTo>
                      <a:lnTo>
                        <a:pt x="11621" y="0"/>
                      </a:lnTo>
                      <a:lnTo>
                        <a:pt x="103918" y="53245"/>
                      </a:lnTo>
                      <a:lnTo>
                        <a:pt x="92202" y="59912"/>
                      </a:lnTo>
                      <a:lnTo>
                        <a:pt x="0" y="666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3" name="Google Shape;6458;p64">
                  <a:extLst>
                    <a:ext uri="{FF2B5EF4-FFF2-40B4-BE49-F238E27FC236}">
                      <a16:creationId xmlns:a16="http://schemas.microsoft.com/office/drawing/2014/main" id="{F52A3C7A-020E-8D8A-7393-7FF22D50AA8F}"/>
                    </a:ext>
                  </a:extLst>
                </p:cNvPr>
                <p:cNvSpPr/>
                <p:nvPr/>
              </p:nvSpPr>
              <p:spPr>
                <a:xfrm>
                  <a:off x="737676" y="3635999"/>
                  <a:ext cx="92202" cy="63722"/>
                </a:xfrm>
                <a:custGeom>
                  <a:avLst/>
                  <a:gdLst/>
                  <a:ahLst/>
                  <a:cxnLst/>
                  <a:rect l="l" t="t" r="r" b="b"/>
                  <a:pathLst>
                    <a:path w="92202" h="63722" extrusionOk="0">
                      <a:moveTo>
                        <a:pt x="0" y="0"/>
                      </a:moveTo>
                      <a:lnTo>
                        <a:pt x="0" y="10477"/>
                      </a:lnTo>
                      <a:lnTo>
                        <a:pt x="92202" y="63722"/>
                      </a:lnTo>
                      <a:lnTo>
                        <a:pt x="92202" y="53245"/>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4" name="Google Shape;6459;p64">
                  <a:extLst>
                    <a:ext uri="{FF2B5EF4-FFF2-40B4-BE49-F238E27FC236}">
                      <a16:creationId xmlns:a16="http://schemas.microsoft.com/office/drawing/2014/main" id="{0018F160-8975-208F-B80D-C59407EB7FF4}"/>
                    </a:ext>
                  </a:extLst>
                </p:cNvPr>
                <p:cNvSpPr/>
                <p:nvPr/>
              </p:nvSpPr>
              <p:spPr>
                <a:xfrm>
                  <a:off x="829878" y="3682576"/>
                  <a:ext cx="11715" cy="17145"/>
                </a:xfrm>
                <a:custGeom>
                  <a:avLst/>
                  <a:gdLst/>
                  <a:ahLst/>
                  <a:cxnLst/>
                  <a:rect l="l" t="t" r="r" b="b"/>
                  <a:pathLst>
                    <a:path w="11715" h="17145" extrusionOk="0">
                      <a:moveTo>
                        <a:pt x="0" y="6667"/>
                      </a:moveTo>
                      <a:lnTo>
                        <a:pt x="0" y="17145"/>
                      </a:lnTo>
                      <a:lnTo>
                        <a:pt x="11716" y="10382"/>
                      </a:lnTo>
                      <a:lnTo>
                        <a:pt x="11716" y="0"/>
                      </a:lnTo>
                      <a:lnTo>
                        <a:pt x="0" y="6667"/>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07" name="Google Shape;6460;p64">
                <a:extLst>
                  <a:ext uri="{FF2B5EF4-FFF2-40B4-BE49-F238E27FC236}">
                    <a16:creationId xmlns:a16="http://schemas.microsoft.com/office/drawing/2014/main" id="{0F5A5045-E72C-A0CF-C0A7-B6C6DDF1279E}"/>
                  </a:ext>
                </a:extLst>
              </p:cNvPr>
              <p:cNvGrpSpPr/>
              <p:nvPr/>
            </p:nvGrpSpPr>
            <p:grpSpPr>
              <a:xfrm>
                <a:off x="856167" y="3691196"/>
                <a:ext cx="38671" cy="80628"/>
                <a:chOff x="856167" y="3691196"/>
                <a:chExt cx="38671" cy="80628"/>
              </a:xfrm>
            </p:grpSpPr>
            <p:grpSp>
              <p:nvGrpSpPr>
                <p:cNvPr id="4731" name="Google Shape;6461;p64">
                  <a:extLst>
                    <a:ext uri="{FF2B5EF4-FFF2-40B4-BE49-F238E27FC236}">
                      <a16:creationId xmlns:a16="http://schemas.microsoft.com/office/drawing/2014/main" id="{6C5E7129-E471-70B7-8372-251A381FD1BA}"/>
                    </a:ext>
                  </a:extLst>
                </p:cNvPr>
                <p:cNvGrpSpPr/>
                <p:nvPr/>
              </p:nvGrpSpPr>
              <p:grpSpPr>
                <a:xfrm>
                  <a:off x="872122" y="3755061"/>
                  <a:ext cx="6905" cy="16763"/>
                  <a:chOff x="872122" y="3755061"/>
                  <a:chExt cx="6905" cy="16763"/>
                </a:xfrm>
              </p:grpSpPr>
              <p:sp>
                <p:nvSpPr>
                  <p:cNvPr id="2970" name="Google Shape;6462;p64">
                    <a:extLst>
                      <a:ext uri="{FF2B5EF4-FFF2-40B4-BE49-F238E27FC236}">
                        <a16:creationId xmlns:a16="http://schemas.microsoft.com/office/drawing/2014/main" id="{E0F9365C-5138-4F3D-2873-095630DB7D37}"/>
                      </a:ext>
                    </a:extLst>
                  </p:cNvPr>
                  <p:cNvSpPr/>
                  <p:nvPr/>
                </p:nvSpPr>
                <p:spPr>
                  <a:xfrm>
                    <a:off x="872265" y="3757061"/>
                    <a:ext cx="6762" cy="14763"/>
                  </a:xfrm>
                  <a:custGeom>
                    <a:avLst/>
                    <a:gdLst/>
                    <a:ahLst/>
                    <a:cxnLst/>
                    <a:rect l="l" t="t" r="r" b="b"/>
                    <a:pathLst>
                      <a:path w="6762" h="14763" extrusionOk="0">
                        <a:moveTo>
                          <a:pt x="6668" y="0"/>
                        </a:moveTo>
                        <a:lnTo>
                          <a:pt x="6668" y="12763"/>
                        </a:lnTo>
                        <a:lnTo>
                          <a:pt x="6668" y="12763"/>
                        </a:lnTo>
                        <a:cubicBezTo>
                          <a:pt x="6668" y="13240"/>
                          <a:pt x="6382" y="13716"/>
                          <a:pt x="5715" y="14192"/>
                        </a:cubicBezTo>
                        <a:cubicBezTo>
                          <a:pt x="4381" y="14954"/>
                          <a:pt x="2286" y="14954"/>
                          <a:pt x="952" y="14192"/>
                        </a:cubicBezTo>
                        <a:cubicBezTo>
                          <a:pt x="286" y="13811"/>
                          <a:pt x="0" y="13240"/>
                          <a:pt x="0" y="12763"/>
                        </a:cubicBezTo>
                        <a:lnTo>
                          <a:pt x="0" y="0"/>
                        </a:lnTo>
                        <a:lnTo>
                          <a:pt x="676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1" name="Google Shape;6463;p64">
                    <a:extLst>
                      <a:ext uri="{FF2B5EF4-FFF2-40B4-BE49-F238E27FC236}">
                        <a16:creationId xmlns:a16="http://schemas.microsoft.com/office/drawing/2014/main" id="{69436E54-D05C-ED92-804C-8072F0FDF174}"/>
                      </a:ext>
                    </a:extLst>
                  </p:cNvPr>
                  <p:cNvSpPr/>
                  <p:nvPr/>
                </p:nvSpPr>
                <p:spPr>
                  <a:xfrm>
                    <a:off x="872122" y="3755061"/>
                    <a:ext cx="6762" cy="3905"/>
                  </a:xfrm>
                  <a:custGeom>
                    <a:avLst/>
                    <a:gdLst/>
                    <a:ahLst/>
                    <a:cxnLst/>
                    <a:rect l="l" t="t" r="r" b="b"/>
                    <a:pathLst>
                      <a:path w="6762" h="3905" extrusionOk="0">
                        <a:moveTo>
                          <a:pt x="1000" y="3334"/>
                        </a:moveTo>
                        <a:cubicBezTo>
                          <a:pt x="2334" y="4096"/>
                          <a:pt x="4524" y="4096"/>
                          <a:pt x="5763" y="3334"/>
                        </a:cubicBezTo>
                        <a:cubicBezTo>
                          <a:pt x="7096" y="2572"/>
                          <a:pt x="7096" y="1333"/>
                          <a:pt x="5763" y="572"/>
                        </a:cubicBezTo>
                        <a:cubicBezTo>
                          <a:pt x="4429" y="-191"/>
                          <a:pt x="2334" y="-191"/>
                          <a:pt x="1000" y="572"/>
                        </a:cubicBezTo>
                        <a:cubicBezTo>
                          <a:pt x="-333" y="1333"/>
                          <a:pt x="-333" y="2572"/>
                          <a:pt x="1000" y="3334"/>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32" name="Google Shape;6464;p64">
                  <a:extLst>
                    <a:ext uri="{FF2B5EF4-FFF2-40B4-BE49-F238E27FC236}">
                      <a16:creationId xmlns:a16="http://schemas.microsoft.com/office/drawing/2014/main" id="{C7AC3117-7F6A-992B-2CC8-FD3327AF2867}"/>
                    </a:ext>
                  </a:extLst>
                </p:cNvPr>
                <p:cNvGrpSpPr/>
                <p:nvPr/>
              </p:nvGrpSpPr>
              <p:grpSpPr>
                <a:xfrm>
                  <a:off x="865621" y="3748012"/>
                  <a:ext cx="19883" cy="14287"/>
                  <a:chOff x="865621" y="3748012"/>
                  <a:chExt cx="19883" cy="14287"/>
                </a:xfrm>
              </p:grpSpPr>
              <p:sp>
                <p:nvSpPr>
                  <p:cNvPr id="2968" name="Google Shape;6465;p64">
                    <a:extLst>
                      <a:ext uri="{FF2B5EF4-FFF2-40B4-BE49-F238E27FC236}">
                        <a16:creationId xmlns:a16="http://schemas.microsoft.com/office/drawing/2014/main" id="{73275085-F05A-B248-A530-70D55AF6199B}"/>
                      </a:ext>
                    </a:extLst>
                  </p:cNvPr>
                  <p:cNvSpPr/>
                  <p:nvPr/>
                </p:nvSpPr>
                <p:spPr>
                  <a:xfrm>
                    <a:off x="865692" y="3753727"/>
                    <a:ext cx="19812" cy="8572"/>
                  </a:xfrm>
                  <a:custGeom>
                    <a:avLst/>
                    <a:gdLst/>
                    <a:ahLst/>
                    <a:cxnLst/>
                    <a:rect l="l" t="t" r="r" b="b"/>
                    <a:pathLst>
                      <a:path w="19812" h="8572" extrusionOk="0">
                        <a:moveTo>
                          <a:pt x="19717" y="0"/>
                        </a:moveTo>
                        <a:lnTo>
                          <a:pt x="19717" y="2858"/>
                        </a:lnTo>
                        <a:lnTo>
                          <a:pt x="19717" y="2858"/>
                        </a:lnTo>
                        <a:cubicBezTo>
                          <a:pt x="19717" y="4382"/>
                          <a:pt x="18764" y="5715"/>
                          <a:pt x="16859" y="6858"/>
                        </a:cubicBezTo>
                        <a:cubicBezTo>
                          <a:pt x="13049" y="9144"/>
                          <a:pt x="6763" y="9144"/>
                          <a:pt x="2858" y="6858"/>
                        </a:cubicBezTo>
                        <a:cubicBezTo>
                          <a:pt x="953" y="5715"/>
                          <a:pt x="0" y="4286"/>
                          <a:pt x="0" y="2858"/>
                        </a:cubicBezTo>
                        <a:lnTo>
                          <a:pt x="0" y="0"/>
                        </a:lnTo>
                        <a:lnTo>
                          <a:pt x="198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9" name="Google Shape;6466;p64">
                    <a:extLst>
                      <a:ext uri="{FF2B5EF4-FFF2-40B4-BE49-F238E27FC236}">
                        <a16:creationId xmlns:a16="http://schemas.microsoft.com/office/drawing/2014/main" id="{72D9D014-4EFB-B2F4-F93C-51864D7C70F5}"/>
                      </a:ext>
                    </a:extLst>
                  </p:cNvPr>
                  <p:cNvSpPr/>
                  <p:nvPr/>
                </p:nvSpPr>
                <p:spPr>
                  <a:xfrm>
                    <a:off x="865621" y="3748012"/>
                    <a:ext cx="19788" cy="11453"/>
                  </a:xfrm>
                  <a:custGeom>
                    <a:avLst/>
                    <a:gdLst/>
                    <a:ahLst/>
                    <a:cxnLst/>
                    <a:rect l="l" t="t" r="r" b="b"/>
                    <a:pathLst>
                      <a:path w="19788" h="11453" extrusionOk="0">
                        <a:moveTo>
                          <a:pt x="2929" y="9811"/>
                        </a:moveTo>
                        <a:cubicBezTo>
                          <a:pt x="6834" y="12002"/>
                          <a:pt x="13025" y="12002"/>
                          <a:pt x="16931" y="9811"/>
                        </a:cubicBezTo>
                        <a:cubicBezTo>
                          <a:pt x="20741" y="7525"/>
                          <a:pt x="20741" y="3905"/>
                          <a:pt x="16931" y="1715"/>
                        </a:cubicBezTo>
                        <a:cubicBezTo>
                          <a:pt x="13121" y="-572"/>
                          <a:pt x="6834" y="-572"/>
                          <a:pt x="2929" y="1715"/>
                        </a:cubicBezTo>
                        <a:cubicBezTo>
                          <a:pt x="-976" y="3905"/>
                          <a:pt x="-976" y="7525"/>
                          <a:pt x="2929" y="981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33" name="Google Shape;6467;p64">
                  <a:extLst>
                    <a:ext uri="{FF2B5EF4-FFF2-40B4-BE49-F238E27FC236}">
                      <a16:creationId xmlns:a16="http://schemas.microsoft.com/office/drawing/2014/main" id="{4B5A6947-CB6B-FBA1-1D1F-42B5C89F5935}"/>
                    </a:ext>
                  </a:extLst>
                </p:cNvPr>
                <p:cNvGrpSpPr/>
                <p:nvPr/>
              </p:nvGrpSpPr>
              <p:grpSpPr>
                <a:xfrm>
                  <a:off x="868347" y="3733272"/>
                  <a:ext cx="14489" cy="23956"/>
                  <a:chOff x="868347" y="3733272"/>
                  <a:chExt cx="14489" cy="23956"/>
                </a:xfrm>
              </p:grpSpPr>
              <p:sp>
                <p:nvSpPr>
                  <p:cNvPr id="2966" name="Google Shape;6468;p64">
                    <a:extLst>
                      <a:ext uri="{FF2B5EF4-FFF2-40B4-BE49-F238E27FC236}">
                        <a16:creationId xmlns:a16="http://schemas.microsoft.com/office/drawing/2014/main" id="{EE193323-8B2A-E9D2-CF42-CB5A44744F45}"/>
                      </a:ext>
                    </a:extLst>
                  </p:cNvPr>
                  <p:cNvSpPr/>
                  <p:nvPr/>
                </p:nvSpPr>
                <p:spPr>
                  <a:xfrm>
                    <a:off x="868454" y="3737440"/>
                    <a:ext cx="14382" cy="19788"/>
                  </a:xfrm>
                  <a:custGeom>
                    <a:avLst/>
                    <a:gdLst/>
                    <a:ahLst/>
                    <a:cxnLst/>
                    <a:rect l="l" t="t" r="r" b="b"/>
                    <a:pathLst>
                      <a:path w="14382" h="19788" extrusionOk="0">
                        <a:moveTo>
                          <a:pt x="14288" y="0"/>
                        </a:moveTo>
                        <a:lnTo>
                          <a:pt x="14288" y="15716"/>
                        </a:lnTo>
                        <a:lnTo>
                          <a:pt x="14288" y="15716"/>
                        </a:lnTo>
                        <a:cubicBezTo>
                          <a:pt x="14288" y="16764"/>
                          <a:pt x="13621" y="17812"/>
                          <a:pt x="12192" y="18574"/>
                        </a:cubicBezTo>
                        <a:cubicBezTo>
                          <a:pt x="9430" y="20193"/>
                          <a:pt x="4858" y="20193"/>
                          <a:pt x="2096" y="18574"/>
                        </a:cubicBezTo>
                        <a:cubicBezTo>
                          <a:pt x="667" y="17812"/>
                          <a:pt x="0" y="16669"/>
                          <a:pt x="0" y="15716"/>
                        </a:cubicBezTo>
                        <a:lnTo>
                          <a:pt x="0" y="0"/>
                        </a:lnTo>
                        <a:lnTo>
                          <a:pt x="1438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7" name="Google Shape;6469;p64">
                    <a:extLst>
                      <a:ext uri="{FF2B5EF4-FFF2-40B4-BE49-F238E27FC236}">
                        <a16:creationId xmlns:a16="http://schemas.microsoft.com/office/drawing/2014/main" id="{0E6DEC0F-0FD5-47A8-633D-CB42C0671607}"/>
                      </a:ext>
                    </a:extLst>
                  </p:cNvPr>
                  <p:cNvSpPr/>
                  <p:nvPr/>
                </p:nvSpPr>
                <p:spPr>
                  <a:xfrm>
                    <a:off x="868347" y="3733272"/>
                    <a:ext cx="14275" cy="8239"/>
                  </a:xfrm>
                  <a:custGeom>
                    <a:avLst/>
                    <a:gdLst/>
                    <a:ahLst/>
                    <a:cxnLst/>
                    <a:rect l="l" t="t" r="r" b="b"/>
                    <a:pathLst>
                      <a:path w="14275" h="8239" extrusionOk="0">
                        <a:moveTo>
                          <a:pt x="2108" y="7025"/>
                        </a:moveTo>
                        <a:cubicBezTo>
                          <a:pt x="4870" y="8644"/>
                          <a:pt x="9442" y="8644"/>
                          <a:pt x="12204" y="7025"/>
                        </a:cubicBezTo>
                        <a:cubicBezTo>
                          <a:pt x="14966" y="5406"/>
                          <a:pt x="14966" y="2834"/>
                          <a:pt x="12204" y="1215"/>
                        </a:cubicBezTo>
                        <a:cubicBezTo>
                          <a:pt x="9442" y="-405"/>
                          <a:pt x="4870" y="-405"/>
                          <a:pt x="2108" y="1215"/>
                        </a:cubicBezTo>
                        <a:cubicBezTo>
                          <a:pt x="-750" y="2834"/>
                          <a:pt x="-655" y="5406"/>
                          <a:pt x="2108" y="7025"/>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34" name="Google Shape;6470;p64">
                  <a:extLst>
                    <a:ext uri="{FF2B5EF4-FFF2-40B4-BE49-F238E27FC236}">
                      <a16:creationId xmlns:a16="http://schemas.microsoft.com/office/drawing/2014/main" id="{CCA351EC-916C-1167-96C2-F22FA74B1B6B}"/>
                    </a:ext>
                  </a:extLst>
                </p:cNvPr>
                <p:cNvGrpSpPr/>
                <p:nvPr/>
              </p:nvGrpSpPr>
              <p:grpSpPr>
                <a:xfrm>
                  <a:off x="860275" y="3727534"/>
                  <a:ext cx="30658" cy="22097"/>
                  <a:chOff x="860275" y="3727534"/>
                  <a:chExt cx="30658" cy="22097"/>
                </a:xfrm>
              </p:grpSpPr>
              <p:sp>
                <p:nvSpPr>
                  <p:cNvPr id="2964" name="Google Shape;6471;p64">
                    <a:extLst>
                      <a:ext uri="{FF2B5EF4-FFF2-40B4-BE49-F238E27FC236}">
                        <a16:creationId xmlns:a16="http://schemas.microsoft.com/office/drawing/2014/main" id="{9D1B8F0E-A616-A862-451C-D2F1515367F7}"/>
                      </a:ext>
                    </a:extLst>
                  </p:cNvPr>
                  <p:cNvSpPr/>
                  <p:nvPr/>
                </p:nvSpPr>
                <p:spPr>
                  <a:xfrm>
                    <a:off x="860358" y="3736392"/>
                    <a:ext cx="30575" cy="13239"/>
                  </a:xfrm>
                  <a:custGeom>
                    <a:avLst/>
                    <a:gdLst/>
                    <a:ahLst/>
                    <a:cxnLst/>
                    <a:rect l="l" t="t" r="r" b="b"/>
                    <a:pathLst>
                      <a:path w="30575" h="13239" extrusionOk="0">
                        <a:moveTo>
                          <a:pt x="30480" y="0"/>
                        </a:moveTo>
                        <a:lnTo>
                          <a:pt x="30480" y="4381"/>
                        </a:lnTo>
                        <a:lnTo>
                          <a:pt x="30480" y="4381"/>
                        </a:lnTo>
                        <a:cubicBezTo>
                          <a:pt x="30480" y="6667"/>
                          <a:pt x="28956" y="8858"/>
                          <a:pt x="26003" y="10668"/>
                        </a:cubicBezTo>
                        <a:cubicBezTo>
                          <a:pt x="20002" y="14097"/>
                          <a:pt x="10382" y="14097"/>
                          <a:pt x="4477" y="10668"/>
                        </a:cubicBezTo>
                        <a:cubicBezTo>
                          <a:pt x="1524" y="8953"/>
                          <a:pt x="0" y="6667"/>
                          <a:pt x="0" y="4381"/>
                        </a:cubicBezTo>
                        <a:lnTo>
                          <a:pt x="0" y="0"/>
                        </a:lnTo>
                        <a:lnTo>
                          <a:pt x="30575"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5" name="Google Shape;6472;p64">
                    <a:extLst>
                      <a:ext uri="{FF2B5EF4-FFF2-40B4-BE49-F238E27FC236}">
                        <a16:creationId xmlns:a16="http://schemas.microsoft.com/office/drawing/2014/main" id="{17A81C9D-9879-A519-9263-3024B26DB579}"/>
                      </a:ext>
                    </a:extLst>
                  </p:cNvPr>
                  <p:cNvSpPr/>
                  <p:nvPr/>
                </p:nvSpPr>
                <p:spPr>
                  <a:xfrm>
                    <a:off x="860275" y="3727534"/>
                    <a:ext cx="30420" cy="17621"/>
                  </a:xfrm>
                  <a:custGeom>
                    <a:avLst/>
                    <a:gdLst/>
                    <a:ahLst/>
                    <a:cxnLst/>
                    <a:rect l="l" t="t" r="r" b="b"/>
                    <a:pathLst>
                      <a:path w="30420" h="17621" extrusionOk="0">
                        <a:moveTo>
                          <a:pt x="4465" y="15050"/>
                        </a:moveTo>
                        <a:cubicBezTo>
                          <a:pt x="10466" y="18478"/>
                          <a:pt x="20086" y="18478"/>
                          <a:pt x="25991" y="15050"/>
                        </a:cubicBezTo>
                        <a:cubicBezTo>
                          <a:pt x="31897" y="11620"/>
                          <a:pt x="31897" y="6001"/>
                          <a:pt x="25991" y="2572"/>
                        </a:cubicBezTo>
                        <a:cubicBezTo>
                          <a:pt x="19991" y="-857"/>
                          <a:pt x="10370" y="-857"/>
                          <a:pt x="4465" y="2572"/>
                        </a:cubicBezTo>
                        <a:cubicBezTo>
                          <a:pt x="-1536" y="6001"/>
                          <a:pt x="-1441" y="11525"/>
                          <a:pt x="4465" y="1505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35" name="Google Shape;6473;p64">
                  <a:extLst>
                    <a:ext uri="{FF2B5EF4-FFF2-40B4-BE49-F238E27FC236}">
                      <a16:creationId xmlns:a16="http://schemas.microsoft.com/office/drawing/2014/main" id="{69D3C463-F907-965E-8D74-B98AB91ECF7C}"/>
                    </a:ext>
                  </a:extLst>
                </p:cNvPr>
                <p:cNvGrpSpPr/>
                <p:nvPr/>
              </p:nvGrpSpPr>
              <p:grpSpPr>
                <a:xfrm>
                  <a:off x="864049" y="3715985"/>
                  <a:ext cx="23074" cy="25860"/>
                  <a:chOff x="864049" y="3715985"/>
                  <a:chExt cx="23074" cy="25860"/>
                </a:xfrm>
              </p:grpSpPr>
              <p:sp>
                <p:nvSpPr>
                  <p:cNvPr id="2962" name="Google Shape;6474;p64">
                    <a:extLst>
                      <a:ext uri="{FF2B5EF4-FFF2-40B4-BE49-F238E27FC236}">
                        <a16:creationId xmlns:a16="http://schemas.microsoft.com/office/drawing/2014/main" id="{B4FCAF23-AA86-86E2-7071-7F3640958212}"/>
                      </a:ext>
                    </a:extLst>
                  </p:cNvPr>
                  <p:cNvSpPr/>
                  <p:nvPr/>
                </p:nvSpPr>
                <p:spPr>
                  <a:xfrm>
                    <a:off x="864168" y="3722581"/>
                    <a:ext cx="22955" cy="19264"/>
                  </a:xfrm>
                  <a:custGeom>
                    <a:avLst/>
                    <a:gdLst/>
                    <a:ahLst/>
                    <a:cxnLst/>
                    <a:rect l="l" t="t" r="r" b="b"/>
                    <a:pathLst>
                      <a:path w="22955" h="19264" extrusionOk="0">
                        <a:moveTo>
                          <a:pt x="22860" y="0"/>
                        </a:moveTo>
                        <a:lnTo>
                          <a:pt x="22860" y="12668"/>
                        </a:lnTo>
                        <a:lnTo>
                          <a:pt x="22860" y="12668"/>
                        </a:lnTo>
                        <a:cubicBezTo>
                          <a:pt x="22860" y="14383"/>
                          <a:pt x="21717" y="16097"/>
                          <a:pt x="19526" y="17336"/>
                        </a:cubicBezTo>
                        <a:cubicBezTo>
                          <a:pt x="15050" y="19907"/>
                          <a:pt x="7810" y="19907"/>
                          <a:pt x="3334" y="17336"/>
                        </a:cubicBezTo>
                        <a:cubicBezTo>
                          <a:pt x="1143" y="16097"/>
                          <a:pt x="0" y="14383"/>
                          <a:pt x="0" y="12668"/>
                        </a:cubicBezTo>
                        <a:lnTo>
                          <a:pt x="0" y="0"/>
                        </a:lnTo>
                        <a:lnTo>
                          <a:pt x="22955"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3" name="Google Shape;6475;p64">
                    <a:extLst>
                      <a:ext uri="{FF2B5EF4-FFF2-40B4-BE49-F238E27FC236}">
                        <a16:creationId xmlns:a16="http://schemas.microsoft.com/office/drawing/2014/main" id="{46DAED81-B2A1-38A6-2E33-93D0F7A46AD5}"/>
                      </a:ext>
                    </a:extLst>
                  </p:cNvPr>
                  <p:cNvSpPr/>
                  <p:nvPr/>
                </p:nvSpPr>
                <p:spPr>
                  <a:xfrm>
                    <a:off x="864049" y="3715985"/>
                    <a:ext cx="22907" cy="13287"/>
                  </a:xfrm>
                  <a:custGeom>
                    <a:avLst/>
                    <a:gdLst/>
                    <a:ahLst/>
                    <a:cxnLst/>
                    <a:rect l="l" t="t" r="r" b="b"/>
                    <a:pathLst>
                      <a:path w="22907" h="13287" extrusionOk="0">
                        <a:moveTo>
                          <a:pt x="3358" y="11359"/>
                        </a:moveTo>
                        <a:cubicBezTo>
                          <a:pt x="7834" y="13930"/>
                          <a:pt x="15073" y="13930"/>
                          <a:pt x="19550" y="11359"/>
                        </a:cubicBezTo>
                        <a:cubicBezTo>
                          <a:pt x="24027" y="8787"/>
                          <a:pt x="24027" y="4596"/>
                          <a:pt x="19550" y="1929"/>
                        </a:cubicBezTo>
                        <a:cubicBezTo>
                          <a:pt x="15073" y="-643"/>
                          <a:pt x="7834" y="-643"/>
                          <a:pt x="3358" y="1929"/>
                        </a:cubicBezTo>
                        <a:cubicBezTo>
                          <a:pt x="-1119" y="4501"/>
                          <a:pt x="-1119" y="8692"/>
                          <a:pt x="3358" y="11359"/>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51" name="Google Shape;6476;p64">
                  <a:extLst>
                    <a:ext uri="{FF2B5EF4-FFF2-40B4-BE49-F238E27FC236}">
                      <a16:creationId xmlns:a16="http://schemas.microsoft.com/office/drawing/2014/main" id="{65B2BB96-3090-38FD-92F2-03DA28B79172}"/>
                    </a:ext>
                  </a:extLst>
                </p:cNvPr>
                <p:cNvGrpSpPr/>
                <p:nvPr/>
              </p:nvGrpSpPr>
              <p:grpSpPr>
                <a:xfrm>
                  <a:off x="856167" y="3703674"/>
                  <a:ext cx="38671" cy="27907"/>
                  <a:chOff x="856167" y="3703674"/>
                  <a:chExt cx="38671" cy="27907"/>
                </a:xfrm>
              </p:grpSpPr>
              <p:sp>
                <p:nvSpPr>
                  <p:cNvPr id="2960" name="Google Shape;6477;p64">
                    <a:extLst>
                      <a:ext uri="{FF2B5EF4-FFF2-40B4-BE49-F238E27FC236}">
                        <a16:creationId xmlns:a16="http://schemas.microsoft.com/office/drawing/2014/main" id="{566CECCD-656A-53AA-4AC2-5BBBA393B77E}"/>
                      </a:ext>
                    </a:extLst>
                  </p:cNvPr>
                  <p:cNvSpPr/>
                  <p:nvPr/>
                </p:nvSpPr>
                <p:spPr>
                  <a:xfrm>
                    <a:off x="856167" y="3714770"/>
                    <a:ext cx="38671" cy="16811"/>
                  </a:xfrm>
                  <a:custGeom>
                    <a:avLst/>
                    <a:gdLst/>
                    <a:ahLst/>
                    <a:cxnLst/>
                    <a:rect l="l" t="t" r="r" b="b"/>
                    <a:pathLst>
                      <a:path w="38671" h="16811" extrusionOk="0">
                        <a:moveTo>
                          <a:pt x="38672" y="0"/>
                        </a:moveTo>
                        <a:lnTo>
                          <a:pt x="38672" y="5620"/>
                        </a:lnTo>
                        <a:lnTo>
                          <a:pt x="38576" y="5620"/>
                        </a:lnTo>
                        <a:cubicBezTo>
                          <a:pt x="38576" y="8477"/>
                          <a:pt x="36671" y="11335"/>
                          <a:pt x="32957" y="13526"/>
                        </a:cubicBezTo>
                        <a:cubicBezTo>
                          <a:pt x="25432" y="17907"/>
                          <a:pt x="13240" y="17907"/>
                          <a:pt x="5715" y="13526"/>
                        </a:cubicBezTo>
                        <a:cubicBezTo>
                          <a:pt x="1905" y="11335"/>
                          <a:pt x="0" y="8477"/>
                          <a:pt x="0" y="5620"/>
                        </a:cubicBezTo>
                        <a:lnTo>
                          <a:pt x="0" y="0"/>
                        </a:lnTo>
                        <a:lnTo>
                          <a:pt x="38672"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1" name="Google Shape;6478;p64">
                    <a:extLst>
                      <a:ext uri="{FF2B5EF4-FFF2-40B4-BE49-F238E27FC236}">
                        <a16:creationId xmlns:a16="http://schemas.microsoft.com/office/drawing/2014/main" id="{160FC625-087C-B883-CBF3-4F765AFBF537}"/>
                      </a:ext>
                    </a:extLst>
                  </p:cNvPr>
                  <p:cNvSpPr/>
                  <p:nvPr/>
                </p:nvSpPr>
                <p:spPr>
                  <a:xfrm>
                    <a:off x="856239" y="3703674"/>
                    <a:ext cx="38528" cy="22288"/>
                  </a:xfrm>
                  <a:custGeom>
                    <a:avLst/>
                    <a:gdLst/>
                    <a:ahLst/>
                    <a:cxnLst/>
                    <a:rect l="l" t="t" r="r" b="b"/>
                    <a:pathLst>
                      <a:path w="38528" h="22288" extrusionOk="0">
                        <a:moveTo>
                          <a:pt x="5644" y="19003"/>
                        </a:moveTo>
                        <a:cubicBezTo>
                          <a:pt x="13168" y="23384"/>
                          <a:pt x="25360" y="23384"/>
                          <a:pt x="32885" y="19003"/>
                        </a:cubicBezTo>
                        <a:cubicBezTo>
                          <a:pt x="40410" y="14621"/>
                          <a:pt x="40410" y="7572"/>
                          <a:pt x="32885" y="3286"/>
                        </a:cubicBezTo>
                        <a:cubicBezTo>
                          <a:pt x="25360" y="-1095"/>
                          <a:pt x="13168" y="-1095"/>
                          <a:pt x="5644" y="3286"/>
                        </a:cubicBezTo>
                        <a:cubicBezTo>
                          <a:pt x="-1881" y="7668"/>
                          <a:pt x="-1881" y="14716"/>
                          <a:pt x="5644" y="19003"/>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54" name="Google Shape;6479;p64">
                  <a:extLst>
                    <a:ext uri="{FF2B5EF4-FFF2-40B4-BE49-F238E27FC236}">
                      <a16:creationId xmlns:a16="http://schemas.microsoft.com/office/drawing/2014/main" id="{C1556395-3288-B0E3-4804-2031FFDC8DF8}"/>
                    </a:ext>
                  </a:extLst>
                </p:cNvPr>
                <p:cNvGrpSpPr/>
                <p:nvPr/>
              </p:nvGrpSpPr>
              <p:grpSpPr>
                <a:xfrm>
                  <a:off x="860549" y="3694196"/>
                  <a:ext cx="30003" cy="27741"/>
                  <a:chOff x="860549" y="3694196"/>
                  <a:chExt cx="30003" cy="27741"/>
                </a:xfrm>
              </p:grpSpPr>
              <p:sp>
                <p:nvSpPr>
                  <p:cNvPr id="2958" name="Google Shape;6480;p64">
                    <a:extLst>
                      <a:ext uri="{FF2B5EF4-FFF2-40B4-BE49-F238E27FC236}">
                        <a16:creationId xmlns:a16="http://schemas.microsoft.com/office/drawing/2014/main" id="{4F3BECFA-8265-1E02-66B4-171EF2EE8C22}"/>
                      </a:ext>
                    </a:extLst>
                  </p:cNvPr>
                  <p:cNvSpPr/>
                  <p:nvPr/>
                </p:nvSpPr>
                <p:spPr>
                  <a:xfrm>
                    <a:off x="860549" y="3702864"/>
                    <a:ext cx="30003" cy="19073"/>
                  </a:xfrm>
                  <a:custGeom>
                    <a:avLst/>
                    <a:gdLst/>
                    <a:ahLst/>
                    <a:cxnLst/>
                    <a:rect l="l" t="t" r="r" b="b"/>
                    <a:pathLst>
                      <a:path w="30003" h="19073" extrusionOk="0">
                        <a:moveTo>
                          <a:pt x="30004" y="0"/>
                        </a:moveTo>
                        <a:lnTo>
                          <a:pt x="30004" y="10478"/>
                        </a:lnTo>
                        <a:lnTo>
                          <a:pt x="30004" y="10478"/>
                        </a:lnTo>
                        <a:cubicBezTo>
                          <a:pt x="30004" y="12668"/>
                          <a:pt x="28575" y="14859"/>
                          <a:pt x="25622" y="16574"/>
                        </a:cubicBezTo>
                        <a:cubicBezTo>
                          <a:pt x="19717" y="19907"/>
                          <a:pt x="10287" y="19907"/>
                          <a:pt x="4381" y="16574"/>
                        </a:cubicBezTo>
                        <a:cubicBezTo>
                          <a:pt x="1429" y="14859"/>
                          <a:pt x="0" y="12668"/>
                          <a:pt x="0" y="10478"/>
                        </a:cubicBezTo>
                        <a:lnTo>
                          <a:pt x="0" y="0"/>
                        </a:lnTo>
                        <a:lnTo>
                          <a:pt x="30004"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9" name="Google Shape;6481;p64">
                    <a:extLst>
                      <a:ext uri="{FF2B5EF4-FFF2-40B4-BE49-F238E27FC236}">
                        <a16:creationId xmlns:a16="http://schemas.microsoft.com/office/drawing/2014/main" id="{4B35E88D-BCD4-2E69-D63B-3EC1149C4FD0}"/>
                      </a:ext>
                    </a:extLst>
                  </p:cNvPr>
                  <p:cNvSpPr/>
                  <p:nvPr/>
                </p:nvSpPr>
                <p:spPr>
                  <a:xfrm>
                    <a:off x="860573" y="3694196"/>
                    <a:ext cx="29956" cy="17264"/>
                  </a:xfrm>
                  <a:custGeom>
                    <a:avLst/>
                    <a:gdLst/>
                    <a:ahLst/>
                    <a:cxnLst/>
                    <a:rect l="l" t="t" r="r" b="b"/>
                    <a:pathLst>
                      <a:path w="29956" h="17264" extrusionOk="0">
                        <a:moveTo>
                          <a:pt x="4358" y="14764"/>
                        </a:moveTo>
                        <a:cubicBezTo>
                          <a:pt x="10168" y="18098"/>
                          <a:pt x="19693" y="18098"/>
                          <a:pt x="25598" y="14764"/>
                        </a:cubicBezTo>
                        <a:cubicBezTo>
                          <a:pt x="31409" y="11430"/>
                          <a:pt x="31409" y="5906"/>
                          <a:pt x="25598" y="2572"/>
                        </a:cubicBezTo>
                        <a:cubicBezTo>
                          <a:pt x="19693" y="-857"/>
                          <a:pt x="10263" y="-857"/>
                          <a:pt x="4358" y="2572"/>
                        </a:cubicBezTo>
                        <a:cubicBezTo>
                          <a:pt x="-1453" y="5906"/>
                          <a:pt x="-1453" y="11430"/>
                          <a:pt x="4358" y="14764"/>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55" name="Google Shape;6482;p64">
                  <a:extLst>
                    <a:ext uri="{FF2B5EF4-FFF2-40B4-BE49-F238E27FC236}">
                      <a16:creationId xmlns:a16="http://schemas.microsoft.com/office/drawing/2014/main" id="{88CF3689-D990-4D33-EA98-48BCD112EE58}"/>
                    </a:ext>
                  </a:extLst>
                </p:cNvPr>
                <p:cNvGrpSpPr/>
                <p:nvPr/>
              </p:nvGrpSpPr>
              <p:grpSpPr>
                <a:xfrm>
                  <a:off x="862835" y="3691196"/>
                  <a:ext cx="25336" cy="18193"/>
                  <a:chOff x="862835" y="3691196"/>
                  <a:chExt cx="25336" cy="18193"/>
                </a:xfrm>
              </p:grpSpPr>
              <p:sp>
                <p:nvSpPr>
                  <p:cNvPr id="2956" name="Google Shape;6483;p64">
                    <a:extLst>
                      <a:ext uri="{FF2B5EF4-FFF2-40B4-BE49-F238E27FC236}">
                        <a16:creationId xmlns:a16="http://schemas.microsoft.com/office/drawing/2014/main" id="{8EB4AB06-9051-DC6E-88C7-E6D48D8E3880}"/>
                      </a:ext>
                    </a:extLst>
                  </p:cNvPr>
                  <p:cNvSpPr/>
                  <p:nvPr/>
                </p:nvSpPr>
                <p:spPr>
                  <a:xfrm>
                    <a:off x="862835" y="3698483"/>
                    <a:ext cx="25336" cy="10906"/>
                  </a:xfrm>
                  <a:custGeom>
                    <a:avLst/>
                    <a:gdLst/>
                    <a:ahLst/>
                    <a:cxnLst/>
                    <a:rect l="l" t="t" r="r" b="b"/>
                    <a:pathLst>
                      <a:path w="25336" h="10906" extrusionOk="0">
                        <a:moveTo>
                          <a:pt x="25336" y="0"/>
                        </a:moveTo>
                        <a:lnTo>
                          <a:pt x="25336" y="3620"/>
                        </a:lnTo>
                        <a:lnTo>
                          <a:pt x="25336" y="3620"/>
                        </a:lnTo>
                        <a:cubicBezTo>
                          <a:pt x="25336" y="5525"/>
                          <a:pt x="24098" y="7334"/>
                          <a:pt x="21622" y="8763"/>
                        </a:cubicBezTo>
                        <a:cubicBezTo>
                          <a:pt x="16669" y="11621"/>
                          <a:pt x="8668" y="11621"/>
                          <a:pt x="3715" y="8763"/>
                        </a:cubicBezTo>
                        <a:cubicBezTo>
                          <a:pt x="1238" y="7334"/>
                          <a:pt x="0" y="5525"/>
                          <a:pt x="0" y="3620"/>
                        </a:cubicBezTo>
                        <a:lnTo>
                          <a:pt x="0" y="0"/>
                        </a:lnTo>
                        <a:lnTo>
                          <a:pt x="25336"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7" name="Google Shape;6484;p64">
                    <a:extLst>
                      <a:ext uri="{FF2B5EF4-FFF2-40B4-BE49-F238E27FC236}">
                        <a16:creationId xmlns:a16="http://schemas.microsoft.com/office/drawing/2014/main" id="{C5E94BA2-1119-0849-FC9B-A75AF54905CB}"/>
                      </a:ext>
                    </a:extLst>
                  </p:cNvPr>
                  <p:cNvSpPr/>
                  <p:nvPr/>
                </p:nvSpPr>
                <p:spPr>
                  <a:xfrm>
                    <a:off x="862835" y="3691196"/>
                    <a:ext cx="25336" cy="14573"/>
                  </a:xfrm>
                  <a:custGeom>
                    <a:avLst/>
                    <a:gdLst/>
                    <a:ahLst/>
                    <a:cxnLst/>
                    <a:rect l="l" t="t" r="r" b="b"/>
                    <a:pathLst>
                      <a:path w="25336" h="14573" extrusionOk="0">
                        <a:moveTo>
                          <a:pt x="3715" y="12430"/>
                        </a:moveTo>
                        <a:cubicBezTo>
                          <a:pt x="8668" y="15288"/>
                          <a:pt x="16669" y="15288"/>
                          <a:pt x="21622" y="12430"/>
                        </a:cubicBezTo>
                        <a:cubicBezTo>
                          <a:pt x="26575" y="9573"/>
                          <a:pt x="26575" y="5001"/>
                          <a:pt x="21622" y="2143"/>
                        </a:cubicBezTo>
                        <a:cubicBezTo>
                          <a:pt x="16669" y="-714"/>
                          <a:pt x="8668" y="-714"/>
                          <a:pt x="3715" y="2143"/>
                        </a:cubicBezTo>
                        <a:cubicBezTo>
                          <a:pt x="-1238" y="5001"/>
                          <a:pt x="-1238" y="9668"/>
                          <a:pt x="3715" y="12430"/>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708" name="Google Shape;6485;p64">
                <a:extLst>
                  <a:ext uri="{FF2B5EF4-FFF2-40B4-BE49-F238E27FC236}">
                    <a16:creationId xmlns:a16="http://schemas.microsoft.com/office/drawing/2014/main" id="{A1B30507-FCD3-4DF9-ADC8-0245922F2292}"/>
                  </a:ext>
                </a:extLst>
              </p:cNvPr>
              <p:cNvGrpSpPr/>
              <p:nvPr/>
            </p:nvGrpSpPr>
            <p:grpSpPr>
              <a:xfrm>
                <a:off x="823211" y="3662478"/>
                <a:ext cx="104393" cy="80677"/>
                <a:chOff x="823211" y="3662478"/>
                <a:chExt cx="104393" cy="80677"/>
              </a:xfrm>
            </p:grpSpPr>
            <p:sp>
              <p:nvSpPr>
                <p:cNvPr id="4728" name="Google Shape;6486;p64">
                  <a:extLst>
                    <a:ext uri="{FF2B5EF4-FFF2-40B4-BE49-F238E27FC236}">
                      <a16:creationId xmlns:a16="http://schemas.microsoft.com/office/drawing/2014/main" id="{3C99EBF0-E7A9-23BE-DF32-30C4911020EF}"/>
                    </a:ext>
                  </a:extLst>
                </p:cNvPr>
                <p:cNvSpPr/>
                <p:nvPr/>
              </p:nvSpPr>
              <p:spPr>
                <a:xfrm>
                  <a:off x="885028" y="3698197"/>
                  <a:ext cx="42576" cy="44958"/>
                </a:xfrm>
                <a:custGeom>
                  <a:avLst/>
                  <a:gdLst/>
                  <a:ahLst/>
                  <a:cxnLst/>
                  <a:rect l="l" t="t" r="r" b="b"/>
                  <a:pathLst>
                    <a:path w="42576" h="44958" extrusionOk="0">
                      <a:moveTo>
                        <a:pt x="42577" y="0"/>
                      </a:moveTo>
                      <a:lnTo>
                        <a:pt x="42577" y="20383"/>
                      </a:lnTo>
                      <a:lnTo>
                        <a:pt x="0" y="44958"/>
                      </a:lnTo>
                      <a:lnTo>
                        <a:pt x="0" y="24574"/>
                      </a:lnTo>
                      <a:lnTo>
                        <a:pt x="42577"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9" name="Google Shape;6487;p64">
                  <a:extLst>
                    <a:ext uri="{FF2B5EF4-FFF2-40B4-BE49-F238E27FC236}">
                      <a16:creationId xmlns:a16="http://schemas.microsoft.com/office/drawing/2014/main" id="{18164E5D-D6ED-A675-AA8F-0723FB93A3EB}"/>
                    </a:ext>
                  </a:extLst>
                </p:cNvPr>
                <p:cNvSpPr/>
                <p:nvPr/>
              </p:nvSpPr>
              <p:spPr>
                <a:xfrm>
                  <a:off x="823211" y="3662478"/>
                  <a:ext cx="104393" cy="60293"/>
                </a:xfrm>
                <a:custGeom>
                  <a:avLst/>
                  <a:gdLst/>
                  <a:ahLst/>
                  <a:cxnLst/>
                  <a:rect l="l" t="t" r="r" b="b"/>
                  <a:pathLst>
                    <a:path w="104393" h="60293" extrusionOk="0">
                      <a:moveTo>
                        <a:pt x="104394" y="35719"/>
                      </a:moveTo>
                      <a:lnTo>
                        <a:pt x="42577" y="0"/>
                      </a:lnTo>
                      <a:lnTo>
                        <a:pt x="0" y="24575"/>
                      </a:lnTo>
                      <a:lnTo>
                        <a:pt x="61817" y="60293"/>
                      </a:lnTo>
                      <a:lnTo>
                        <a:pt x="104394" y="357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0" name="Google Shape;6488;p64">
                  <a:extLst>
                    <a:ext uri="{FF2B5EF4-FFF2-40B4-BE49-F238E27FC236}">
                      <a16:creationId xmlns:a16="http://schemas.microsoft.com/office/drawing/2014/main" id="{04C0BE7A-8FAA-2CF2-7242-1861EA197B34}"/>
                    </a:ext>
                  </a:extLst>
                </p:cNvPr>
                <p:cNvSpPr/>
                <p:nvPr/>
              </p:nvSpPr>
              <p:spPr>
                <a:xfrm>
                  <a:off x="823211" y="3687053"/>
                  <a:ext cx="61817" cy="56102"/>
                </a:xfrm>
                <a:custGeom>
                  <a:avLst/>
                  <a:gdLst/>
                  <a:ahLst/>
                  <a:cxnLst/>
                  <a:rect l="l" t="t" r="r" b="b"/>
                  <a:pathLst>
                    <a:path w="61817" h="56102" extrusionOk="0">
                      <a:moveTo>
                        <a:pt x="61817" y="35719"/>
                      </a:moveTo>
                      <a:lnTo>
                        <a:pt x="0" y="0"/>
                      </a:lnTo>
                      <a:lnTo>
                        <a:pt x="0" y="20383"/>
                      </a:lnTo>
                      <a:lnTo>
                        <a:pt x="61817" y="56102"/>
                      </a:lnTo>
                      <a:lnTo>
                        <a:pt x="61817" y="3571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09" name="Google Shape;6489;p64">
                <a:extLst>
                  <a:ext uri="{FF2B5EF4-FFF2-40B4-BE49-F238E27FC236}">
                    <a16:creationId xmlns:a16="http://schemas.microsoft.com/office/drawing/2014/main" id="{BD4511C4-AEBB-0F5C-C4A1-96691CAADF1E}"/>
                  </a:ext>
                </a:extLst>
              </p:cNvPr>
              <p:cNvGrpSpPr/>
              <p:nvPr/>
            </p:nvGrpSpPr>
            <p:grpSpPr>
              <a:xfrm>
                <a:off x="910079" y="3706674"/>
                <a:ext cx="174021" cy="110871"/>
                <a:chOff x="910079" y="3706674"/>
                <a:chExt cx="174021" cy="110871"/>
              </a:xfrm>
            </p:grpSpPr>
            <p:sp>
              <p:nvSpPr>
                <p:cNvPr id="4725" name="Google Shape;6490;p64">
                  <a:extLst>
                    <a:ext uri="{FF2B5EF4-FFF2-40B4-BE49-F238E27FC236}">
                      <a16:creationId xmlns:a16="http://schemas.microsoft.com/office/drawing/2014/main" id="{65AC85BC-2400-C275-DEED-F78045E1633C}"/>
                    </a:ext>
                  </a:extLst>
                </p:cNvPr>
                <p:cNvSpPr/>
                <p:nvPr/>
              </p:nvSpPr>
              <p:spPr>
                <a:xfrm>
                  <a:off x="910079" y="3706674"/>
                  <a:ext cx="174021" cy="100393"/>
                </a:xfrm>
                <a:custGeom>
                  <a:avLst/>
                  <a:gdLst/>
                  <a:ahLst/>
                  <a:cxnLst/>
                  <a:rect l="l" t="t" r="r" b="b"/>
                  <a:pathLst>
                    <a:path w="174021" h="100393" extrusionOk="0">
                      <a:moveTo>
                        <a:pt x="0" y="6667"/>
                      </a:moveTo>
                      <a:lnTo>
                        <a:pt x="11716" y="0"/>
                      </a:lnTo>
                      <a:lnTo>
                        <a:pt x="174022" y="93726"/>
                      </a:lnTo>
                      <a:lnTo>
                        <a:pt x="162401" y="100393"/>
                      </a:lnTo>
                      <a:lnTo>
                        <a:pt x="0" y="666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6" name="Google Shape;6491;p64">
                  <a:extLst>
                    <a:ext uri="{FF2B5EF4-FFF2-40B4-BE49-F238E27FC236}">
                      <a16:creationId xmlns:a16="http://schemas.microsoft.com/office/drawing/2014/main" id="{8B492449-D5DB-B6E6-A7E3-534531E93B5A}"/>
                    </a:ext>
                  </a:extLst>
                </p:cNvPr>
                <p:cNvSpPr/>
                <p:nvPr/>
              </p:nvSpPr>
              <p:spPr>
                <a:xfrm>
                  <a:off x="910079" y="3713342"/>
                  <a:ext cx="162401" cy="104203"/>
                </a:xfrm>
                <a:custGeom>
                  <a:avLst/>
                  <a:gdLst/>
                  <a:ahLst/>
                  <a:cxnLst/>
                  <a:rect l="l" t="t" r="r" b="b"/>
                  <a:pathLst>
                    <a:path w="162401" h="104203" extrusionOk="0">
                      <a:moveTo>
                        <a:pt x="0" y="0"/>
                      </a:moveTo>
                      <a:lnTo>
                        <a:pt x="0" y="10478"/>
                      </a:lnTo>
                      <a:lnTo>
                        <a:pt x="162401" y="104204"/>
                      </a:lnTo>
                      <a:lnTo>
                        <a:pt x="162401" y="9372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7" name="Google Shape;6492;p64">
                  <a:extLst>
                    <a:ext uri="{FF2B5EF4-FFF2-40B4-BE49-F238E27FC236}">
                      <a16:creationId xmlns:a16="http://schemas.microsoft.com/office/drawing/2014/main" id="{0D2E553F-9C99-2ACC-1C0F-3A45F722F679}"/>
                    </a:ext>
                  </a:extLst>
                </p:cNvPr>
                <p:cNvSpPr/>
                <p:nvPr/>
              </p:nvSpPr>
              <p:spPr>
                <a:xfrm>
                  <a:off x="1072480" y="3800400"/>
                  <a:ext cx="11620" cy="17144"/>
                </a:xfrm>
                <a:custGeom>
                  <a:avLst/>
                  <a:gdLst/>
                  <a:ahLst/>
                  <a:cxnLst/>
                  <a:rect l="l" t="t" r="r" b="b"/>
                  <a:pathLst>
                    <a:path w="11620" h="17144" extrusionOk="0">
                      <a:moveTo>
                        <a:pt x="0" y="6667"/>
                      </a:moveTo>
                      <a:lnTo>
                        <a:pt x="0" y="17145"/>
                      </a:lnTo>
                      <a:lnTo>
                        <a:pt x="11621" y="10382"/>
                      </a:lnTo>
                      <a:lnTo>
                        <a:pt x="11621" y="0"/>
                      </a:lnTo>
                      <a:lnTo>
                        <a:pt x="0" y="6667"/>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10" name="Google Shape;6493;p64">
                <a:extLst>
                  <a:ext uri="{FF2B5EF4-FFF2-40B4-BE49-F238E27FC236}">
                    <a16:creationId xmlns:a16="http://schemas.microsoft.com/office/drawing/2014/main" id="{3CE180EE-6087-7D4F-E26D-6B7403CC7B33}"/>
                  </a:ext>
                </a:extLst>
              </p:cNvPr>
              <p:cNvGrpSpPr/>
              <p:nvPr/>
            </p:nvGrpSpPr>
            <p:grpSpPr>
              <a:xfrm>
                <a:off x="890933" y="3717723"/>
                <a:ext cx="173926" cy="110966"/>
                <a:chOff x="890933" y="3717723"/>
                <a:chExt cx="173926" cy="110966"/>
              </a:xfrm>
            </p:grpSpPr>
            <p:sp>
              <p:nvSpPr>
                <p:cNvPr id="4722" name="Google Shape;6494;p64">
                  <a:extLst>
                    <a:ext uri="{FF2B5EF4-FFF2-40B4-BE49-F238E27FC236}">
                      <a16:creationId xmlns:a16="http://schemas.microsoft.com/office/drawing/2014/main" id="{8886404C-4901-C1E8-2F09-362349A216A3}"/>
                    </a:ext>
                  </a:extLst>
                </p:cNvPr>
                <p:cNvSpPr/>
                <p:nvPr/>
              </p:nvSpPr>
              <p:spPr>
                <a:xfrm>
                  <a:off x="890933" y="3717723"/>
                  <a:ext cx="173926" cy="100488"/>
                </a:xfrm>
                <a:custGeom>
                  <a:avLst/>
                  <a:gdLst/>
                  <a:ahLst/>
                  <a:cxnLst/>
                  <a:rect l="l" t="t" r="r" b="b"/>
                  <a:pathLst>
                    <a:path w="173926" h="100488" extrusionOk="0">
                      <a:moveTo>
                        <a:pt x="0" y="6763"/>
                      </a:moveTo>
                      <a:lnTo>
                        <a:pt x="11621" y="0"/>
                      </a:lnTo>
                      <a:lnTo>
                        <a:pt x="173926" y="93726"/>
                      </a:lnTo>
                      <a:lnTo>
                        <a:pt x="162306" y="100489"/>
                      </a:lnTo>
                      <a:lnTo>
                        <a:pt x="0" y="676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3" name="Google Shape;6495;p64">
                  <a:extLst>
                    <a:ext uri="{FF2B5EF4-FFF2-40B4-BE49-F238E27FC236}">
                      <a16:creationId xmlns:a16="http://schemas.microsoft.com/office/drawing/2014/main" id="{F1EA63DC-63CD-6EA7-11E4-2F7887C9A811}"/>
                    </a:ext>
                  </a:extLst>
                </p:cNvPr>
                <p:cNvSpPr/>
                <p:nvPr/>
              </p:nvSpPr>
              <p:spPr>
                <a:xfrm>
                  <a:off x="890933" y="3724486"/>
                  <a:ext cx="162305" cy="104203"/>
                </a:xfrm>
                <a:custGeom>
                  <a:avLst/>
                  <a:gdLst/>
                  <a:ahLst/>
                  <a:cxnLst/>
                  <a:rect l="l" t="t" r="r" b="b"/>
                  <a:pathLst>
                    <a:path w="162305" h="104203" extrusionOk="0">
                      <a:moveTo>
                        <a:pt x="0" y="0"/>
                      </a:moveTo>
                      <a:lnTo>
                        <a:pt x="0" y="10477"/>
                      </a:lnTo>
                      <a:lnTo>
                        <a:pt x="162306" y="104203"/>
                      </a:lnTo>
                      <a:lnTo>
                        <a:pt x="162306" y="9372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4" name="Google Shape;6496;p64">
                  <a:extLst>
                    <a:ext uri="{FF2B5EF4-FFF2-40B4-BE49-F238E27FC236}">
                      <a16:creationId xmlns:a16="http://schemas.microsoft.com/office/drawing/2014/main" id="{C5E6D067-6BF1-1EA2-4E74-0CBF10E3C733}"/>
                    </a:ext>
                  </a:extLst>
                </p:cNvPr>
                <p:cNvSpPr/>
                <p:nvPr/>
              </p:nvSpPr>
              <p:spPr>
                <a:xfrm>
                  <a:off x="1053239" y="3811449"/>
                  <a:ext cx="11620" cy="17240"/>
                </a:xfrm>
                <a:custGeom>
                  <a:avLst/>
                  <a:gdLst/>
                  <a:ahLst/>
                  <a:cxnLst/>
                  <a:rect l="l" t="t" r="r" b="b"/>
                  <a:pathLst>
                    <a:path w="11620" h="17240" extrusionOk="0">
                      <a:moveTo>
                        <a:pt x="0" y="6763"/>
                      </a:moveTo>
                      <a:lnTo>
                        <a:pt x="0" y="17240"/>
                      </a:lnTo>
                      <a:lnTo>
                        <a:pt x="11621" y="10478"/>
                      </a:lnTo>
                      <a:lnTo>
                        <a:pt x="11621" y="0"/>
                      </a:lnTo>
                      <a:lnTo>
                        <a:pt x="0" y="6763"/>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11" name="Google Shape;6497;p64">
                <a:extLst>
                  <a:ext uri="{FF2B5EF4-FFF2-40B4-BE49-F238E27FC236}">
                    <a16:creationId xmlns:a16="http://schemas.microsoft.com/office/drawing/2014/main" id="{57CE7C9E-5E33-9EC4-C959-49432FAAA054}"/>
                  </a:ext>
                </a:extLst>
              </p:cNvPr>
              <p:cNvGrpSpPr/>
              <p:nvPr/>
            </p:nvGrpSpPr>
            <p:grpSpPr>
              <a:xfrm>
                <a:off x="1038571" y="3786875"/>
                <a:ext cx="56292" cy="52768"/>
                <a:chOff x="1038571" y="3786875"/>
                <a:chExt cx="56292" cy="52768"/>
              </a:xfrm>
            </p:grpSpPr>
            <p:sp>
              <p:nvSpPr>
                <p:cNvPr id="4719" name="Google Shape;6498;p64">
                  <a:extLst>
                    <a:ext uri="{FF2B5EF4-FFF2-40B4-BE49-F238E27FC236}">
                      <a16:creationId xmlns:a16="http://schemas.microsoft.com/office/drawing/2014/main" id="{AB2603F9-AF72-5A0D-573E-A13E820C1BB5}"/>
                    </a:ext>
                  </a:extLst>
                </p:cNvPr>
                <p:cNvSpPr/>
                <p:nvPr/>
              </p:nvSpPr>
              <p:spPr>
                <a:xfrm>
                  <a:off x="1052287" y="3794780"/>
                  <a:ext cx="42576" cy="44862"/>
                </a:xfrm>
                <a:custGeom>
                  <a:avLst/>
                  <a:gdLst/>
                  <a:ahLst/>
                  <a:cxnLst/>
                  <a:rect l="l" t="t" r="r" b="b"/>
                  <a:pathLst>
                    <a:path w="42576" h="44862" extrusionOk="0">
                      <a:moveTo>
                        <a:pt x="42577" y="0"/>
                      </a:moveTo>
                      <a:lnTo>
                        <a:pt x="42577" y="20288"/>
                      </a:lnTo>
                      <a:lnTo>
                        <a:pt x="0" y="44863"/>
                      </a:lnTo>
                      <a:lnTo>
                        <a:pt x="0" y="24479"/>
                      </a:lnTo>
                      <a:lnTo>
                        <a:pt x="4257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0" name="Google Shape;6499;p64">
                  <a:extLst>
                    <a:ext uri="{FF2B5EF4-FFF2-40B4-BE49-F238E27FC236}">
                      <a16:creationId xmlns:a16="http://schemas.microsoft.com/office/drawing/2014/main" id="{E4D50645-4872-5A51-4832-346184A684F0}"/>
                    </a:ext>
                  </a:extLst>
                </p:cNvPr>
                <p:cNvSpPr/>
                <p:nvPr/>
              </p:nvSpPr>
              <p:spPr>
                <a:xfrm>
                  <a:off x="1038571" y="3786875"/>
                  <a:ext cx="56292" cy="32384"/>
                </a:xfrm>
                <a:custGeom>
                  <a:avLst/>
                  <a:gdLst/>
                  <a:ahLst/>
                  <a:cxnLst/>
                  <a:rect l="l" t="t" r="r" b="b"/>
                  <a:pathLst>
                    <a:path w="56292" h="32384" extrusionOk="0">
                      <a:moveTo>
                        <a:pt x="56293" y="7906"/>
                      </a:moveTo>
                      <a:lnTo>
                        <a:pt x="42577" y="0"/>
                      </a:lnTo>
                      <a:lnTo>
                        <a:pt x="0" y="24479"/>
                      </a:lnTo>
                      <a:lnTo>
                        <a:pt x="13716" y="32385"/>
                      </a:lnTo>
                      <a:lnTo>
                        <a:pt x="56293" y="790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1" name="Google Shape;6500;p64">
                  <a:extLst>
                    <a:ext uri="{FF2B5EF4-FFF2-40B4-BE49-F238E27FC236}">
                      <a16:creationId xmlns:a16="http://schemas.microsoft.com/office/drawing/2014/main" id="{F3B30979-3E5C-9B56-1B23-B7648F1A197E}"/>
                    </a:ext>
                  </a:extLst>
                </p:cNvPr>
                <p:cNvSpPr/>
                <p:nvPr/>
              </p:nvSpPr>
              <p:spPr>
                <a:xfrm>
                  <a:off x="1038571" y="3811354"/>
                  <a:ext cx="13715" cy="28289"/>
                </a:xfrm>
                <a:custGeom>
                  <a:avLst/>
                  <a:gdLst/>
                  <a:ahLst/>
                  <a:cxnLst/>
                  <a:rect l="l" t="t" r="r" b="b"/>
                  <a:pathLst>
                    <a:path w="13715" h="28289" extrusionOk="0">
                      <a:moveTo>
                        <a:pt x="13716" y="7906"/>
                      </a:moveTo>
                      <a:lnTo>
                        <a:pt x="0" y="0"/>
                      </a:lnTo>
                      <a:lnTo>
                        <a:pt x="0" y="20383"/>
                      </a:lnTo>
                      <a:lnTo>
                        <a:pt x="13716" y="28289"/>
                      </a:lnTo>
                      <a:lnTo>
                        <a:pt x="13716" y="790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12" name="Google Shape;6501;p64">
                <a:extLst>
                  <a:ext uri="{FF2B5EF4-FFF2-40B4-BE49-F238E27FC236}">
                    <a16:creationId xmlns:a16="http://schemas.microsoft.com/office/drawing/2014/main" id="{FB39D33E-0AEF-F471-470D-28219EEBCA58}"/>
                  </a:ext>
                </a:extLst>
              </p:cNvPr>
              <p:cNvGrpSpPr/>
              <p:nvPr/>
            </p:nvGrpSpPr>
            <p:grpSpPr>
              <a:xfrm>
                <a:off x="855977" y="3652596"/>
                <a:ext cx="39052" cy="51363"/>
                <a:chOff x="855977" y="3652596"/>
                <a:chExt cx="39052" cy="51363"/>
              </a:xfrm>
            </p:grpSpPr>
            <p:grpSp>
              <p:nvGrpSpPr>
                <p:cNvPr id="4713" name="Google Shape;6502;p64">
                  <a:extLst>
                    <a:ext uri="{FF2B5EF4-FFF2-40B4-BE49-F238E27FC236}">
                      <a16:creationId xmlns:a16="http://schemas.microsoft.com/office/drawing/2014/main" id="{215FB961-5CC6-2797-FFC9-BCFF78F63EE4}"/>
                    </a:ext>
                  </a:extLst>
                </p:cNvPr>
                <p:cNvGrpSpPr/>
                <p:nvPr/>
              </p:nvGrpSpPr>
              <p:grpSpPr>
                <a:xfrm>
                  <a:off x="855977" y="3670050"/>
                  <a:ext cx="39052" cy="33909"/>
                  <a:chOff x="855977" y="3670050"/>
                  <a:chExt cx="39052" cy="33909"/>
                </a:xfrm>
              </p:grpSpPr>
              <p:sp>
                <p:nvSpPr>
                  <p:cNvPr id="4717" name="Google Shape;6503;p64">
                    <a:extLst>
                      <a:ext uri="{FF2B5EF4-FFF2-40B4-BE49-F238E27FC236}">
                        <a16:creationId xmlns:a16="http://schemas.microsoft.com/office/drawing/2014/main" id="{1B286B92-E607-8587-C0EA-0F2C7A7281EB}"/>
                      </a:ext>
                    </a:extLst>
                  </p:cNvPr>
                  <p:cNvSpPr/>
                  <p:nvPr/>
                </p:nvSpPr>
                <p:spPr>
                  <a:xfrm>
                    <a:off x="855977" y="3681242"/>
                    <a:ext cx="39052" cy="22717"/>
                  </a:xfrm>
                  <a:custGeom>
                    <a:avLst/>
                    <a:gdLst/>
                    <a:ahLst/>
                    <a:cxnLst/>
                    <a:rect l="l" t="t" r="r" b="b"/>
                    <a:pathLst>
                      <a:path w="39052" h="22717" extrusionOk="0">
                        <a:moveTo>
                          <a:pt x="39052" y="0"/>
                        </a:moveTo>
                        <a:lnTo>
                          <a:pt x="39052" y="11430"/>
                        </a:lnTo>
                        <a:cubicBezTo>
                          <a:pt x="39052" y="14288"/>
                          <a:pt x="37147" y="17145"/>
                          <a:pt x="33338" y="19431"/>
                        </a:cubicBezTo>
                        <a:cubicBezTo>
                          <a:pt x="25717" y="23813"/>
                          <a:pt x="13335" y="23813"/>
                          <a:pt x="5715" y="19431"/>
                        </a:cubicBezTo>
                        <a:cubicBezTo>
                          <a:pt x="1905" y="17240"/>
                          <a:pt x="0" y="14383"/>
                          <a:pt x="0" y="11430"/>
                        </a:cubicBezTo>
                        <a:lnTo>
                          <a:pt x="0" y="0"/>
                        </a:lnTo>
                        <a:lnTo>
                          <a:pt x="3895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18" name="Google Shape;6504;p64">
                    <a:extLst>
                      <a:ext uri="{FF2B5EF4-FFF2-40B4-BE49-F238E27FC236}">
                        <a16:creationId xmlns:a16="http://schemas.microsoft.com/office/drawing/2014/main" id="{DC6CA229-1899-55FB-6FBD-B027A2954CAE}"/>
                      </a:ext>
                    </a:extLst>
                  </p:cNvPr>
                  <p:cNvSpPr/>
                  <p:nvPr/>
                </p:nvSpPr>
                <p:spPr>
                  <a:xfrm>
                    <a:off x="855977" y="3670050"/>
                    <a:ext cx="39052" cy="22478"/>
                  </a:xfrm>
                  <a:custGeom>
                    <a:avLst/>
                    <a:gdLst/>
                    <a:ahLst/>
                    <a:cxnLst/>
                    <a:rect l="l" t="t" r="r" b="b"/>
                    <a:pathLst>
                      <a:path w="39052" h="22478" extrusionOk="0">
                        <a:moveTo>
                          <a:pt x="5715" y="19193"/>
                        </a:moveTo>
                        <a:cubicBezTo>
                          <a:pt x="13335" y="23574"/>
                          <a:pt x="25717" y="23574"/>
                          <a:pt x="33338" y="19193"/>
                        </a:cubicBezTo>
                        <a:cubicBezTo>
                          <a:pt x="40958" y="14811"/>
                          <a:pt x="40958" y="7668"/>
                          <a:pt x="33338" y="3286"/>
                        </a:cubicBezTo>
                        <a:cubicBezTo>
                          <a:pt x="25717" y="-1095"/>
                          <a:pt x="13335" y="-1095"/>
                          <a:pt x="5715" y="3286"/>
                        </a:cubicBezTo>
                        <a:cubicBezTo>
                          <a:pt x="-1905" y="7668"/>
                          <a:pt x="-1905" y="14811"/>
                          <a:pt x="5715" y="1919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14" name="Google Shape;6505;p64">
                  <a:extLst>
                    <a:ext uri="{FF2B5EF4-FFF2-40B4-BE49-F238E27FC236}">
                      <a16:creationId xmlns:a16="http://schemas.microsoft.com/office/drawing/2014/main" id="{9A89BB86-A210-2AB4-097D-720DA5D16A93}"/>
                    </a:ext>
                  </a:extLst>
                </p:cNvPr>
                <p:cNvGrpSpPr/>
                <p:nvPr/>
              </p:nvGrpSpPr>
              <p:grpSpPr>
                <a:xfrm>
                  <a:off x="858144" y="3652596"/>
                  <a:ext cx="34718" cy="37766"/>
                  <a:chOff x="858144" y="3652596"/>
                  <a:chExt cx="34718" cy="37766"/>
                </a:xfrm>
              </p:grpSpPr>
              <p:sp>
                <p:nvSpPr>
                  <p:cNvPr id="4715" name="Google Shape;6506;p64">
                    <a:extLst>
                      <a:ext uri="{FF2B5EF4-FFF2-40B4-BE49-F238E27FC236}">
                        <a16:creationId xmlns:a16="http://schemas.microsoft.com/office/drawing/2014/main" id="{19D8003C-1CCF-9582-0D8E-0F6C4F15C0CD}"/>
                      </a:ext>
                    </a:extLst>
                  </p:cNvPr>
                  <p:cNvSpPr/>
                  <p:nvPr/>
                </p:nvSpPr>
                <p:spPr>
                  <a:xfrm>
                    <a:off x="858168" y="3662573"/>
                    <a:ext cx="34670" cy="27789"/>
                  </a:xfrm>
                  <a:custGeom>
                    <a:avLst/>
                    <a:gdLst/>
                    <a:ahLst/>
                    <a:cxnLst/>
                    <a:rect l="l" t="t" r="r" b="b"/>
                    <a:pathLst>
                      <a:path w="34670" h="27789" extrusionOk="0">
                        <a:moveTo>
                          <a:pt x="34671" y="0"/>
                        </a:moveTo>
                        <a:lnTo>
                          <a:pt x="34671" y="17717"/>
                        </a:lnTo>
                        <a:cubicBezTo>
                          <a:pt x="34671" y="20288"/>
                          <a:pt x="32956" y="22860"/>
                          <a:pt x="29623" y="24860"/>
                        </a:cubicBezTo>
                        <a:cubicBezTo>
                          <a:pt x="22860" y="28766"/>
                          <a:pt x="11906" y="28766"/>
                          <a:pt x="5048" y="24860"/>
                        </a:cubicBezTo>
                        <a:cubicBezTo>
                          <a:pt x="1619" y="22955"/>
                          <a:pt x="0" y="20288"/>
                          <a:pt x="0" y="17717"/>
                        </a:cubicBezTo>
                        <a:lnTo>
                          <a:pt x="0" y="0"/>
                        </a:lnTo>
                        <a:lnTo>
                          <a:pt x="3467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16" name="Google Shape;6507;p64">
                    <a:extLst>
                      <a:ext uri="{FF2B5EF4-FFF2-40B4-BE49-F238E27FC236}">
                        <a16:creationId xmlns:a16="http://schemas.microsoft.com/office/drawing/2014/main" id="{B641336F-B851-112F-B127-65632E43F898}"/>
                      </a:ext>
                    </a:extLst>
                  </p:cNvPr>
                  <p:cNvSpPr/>
                  <p:nvPr/>
                </p:nvSpPr>
                <p:spPr>
                  <a:xfrm>
                    <a:off x="858144" y="3652596"/>
                    <a:ext cx="34718" cy="19954"/>
                  </a:xfrm>
                  <a:custGeom>
                    <a:avLst/>
                    <a:gdLst/>
                    <a:ahLst/>
                    <a:cxnLst/>
                    <a:rect l="l" t="t" r="r" b="b"/>
                    <a:pathLst>
                      <a:path w="34718" h="19954" extrusionOk="0">
                        <a:moveTo>
                          <a:pt x="5072" y="17026"/>
                        </a:moveTo>
                        <a:cubicBezTo>
                          <a:pt x="11835" y="20931"/>
                          <a:pt x="22884" y="20931"/>
                          <a:pt x="29647" y="17026"/>
                        </a:cubicBezTo>
                        <a:cubicBezTo>
                          <a:pt x="36409" y="13121"/>
                          <a:pt x="36409" y="6739"/>
                          <a:pt x="29647" y="2929"/>
                        </a:cubicBezTo>
                        <a:cubicBezTo>
                          <a:pt x="22884" y="-976"/>
                          <a:pt x="11930" y="-976"/>
                          <a:pt x="5072" y="2929"/>
                        </a:cubicBezTo>
                        <a:cubicBezTo>
                          <a:pt x="-1691" y="6834"/>
                          <a:pt x="-1691" y="13121"/>
                          <a:pt x="5072" y="1702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3" name="Google Shape;6508;p64">
              <a:extLst>
                <a:ext uri="{FF2B5EF4-FFF2-40B4-BE49-F238E27FC236}">
                  <a16:creationId xmlns:a16="http://schemas.microsoft.com/office/drawing/2014/main" id="{B12A5C6B-7062-0C07-0C20-D0B11CEC3208}"/>
                </a:ext>
              </a:extLst>
            </p:cNvPr>
            <p:cNvGrpSpPr/>
            <p:nvPr/>
          </p:nvGrpSpPr>
          <p:grpSpPr>
            <a:xfrm>
              <a:off x="564607" y="3630093"/>
              <a:ext cx="165449" cy="365474"/>
              <a:chOff x="564607" y="3630093"/>
              <a:chExt cx="165449" cy="365474"/>
            </a:xfrm>
          </p:grpSpPr>
          <p:grpSp>
            <p:nvGrpSpPr>
              <p:cNvPr id="3198" name="Google Shape;6509;p64">
                <a:extLst>
                  <a:ext uri="{FF2B5EF4-FFF2-40B4-BE49-F238E27FC236}">
                    <a16:creationId xmlns:a16="http://schemas.microsoft.com/office/drawing/2014/main" id="{8F5D8F10-54AC-2D17-5343-648CDAB667E3}"/>
                  </a:ext>
                </a:extLst>
              </p:cNvPr>
              <p:cNvGrpSpPr/>
              <p:nvPr/>
            </p:nvGrpSpPr>
            <p:grpSpPr>
              <a:xfrm>
                <a:off x="568703" y="3739631"/>
                <a:ext cx="19431" cy="255936"/>
                <a:chOff x="568703" y="3739631"/>
                <a:chExt cx="19431" cy="255936"/>
              </a:xfrm>
            </p:grpSpPr>
            <p:sp>
              <p:nvSpPr>
                <p:cNvPr id="4701" name="Google Shape;6510;p64">
                  <a:extLst>
                    <a:ext uri="{FF2B5EF4-FFF2-40B4-BE49-F238E27FC236}">
                      <a16:creationId xmlns:a16="http://schemas.microsoft.com/office/drawing/2014/main" id="{080334EB-9236-6846-C949-14B0675B27B9}"/>
                    </a:ext>
                  </a:extLst>
                </p:cNvPr>
                <p:cNvSpPr/>
                <p:nvPr/>
              </p:nvSpPr>
              <p:spPr>
                <a:xfrm>
                  <a:off x="568703" y="3744583"/>
                  <a:ext cx="10953" cy="250983"/>
                </a:xfrm>
                <a:custGeom>
                  <a:avLst/>
                  <a:gdLst/>
                  <a:ahLst/>
                  <a:cxnLst/>
                  <a:rect l="l" t="t" r="r" b="b"/>
                  <a:pathLst>
                    <a:path w="10953" h="250983" extrusionOk="0">
                      <a:moveTo>
                        <a:pt x="10954" y="250984"/>
                      </a:moveTo>
                      <a:lnTo>
                        <a:pt x="0" y="244602"/>
                      </a:lnTo>
                      <a:lnTo>
                        <a:pt x="0" y="0"/>
                      </a:lnTo>
                      <a:lnTo>
                        <a:pt x="10954" y="6287"/>
                      </a:lnTo>
                      <a:lnTo>
                        <a:pt x="10954" y="250984"/>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2" name="Google Shape;6511;p64">
                  <a:extLst>
                    <a:ext uri="{FF2B5EF4-FFF2-40B4-BE49-F238E27FC236}">
                      <a16:creationId xmlns:a16="http://schemas.microsoft.com/office/drawing/2014/main" id="{01F49882-A9EE-ADAB-D0A3-E3C59CEEA4AF}"/>
                    </a:ext>
                  </a:extLst>
                </p:cNvPr>
                <p:cNvSpPr/>
                <p:nvPr/>
              </p:nvSpPr>
              <p:spPr>
                <a:xfrm>
                  <a:off x="579656" y="3746012"/>
                  <a:ext cx="8477" cy="249555"/>
                </a:xfrm>
                <a:custGeom>
                  <a:avLst/>
                  <a:gdLst/>
                  <a:ahLst/>
                  <a:cxnLst/>
                  <a:rect l="l" t="t" r="r" b="b"/>
                  <a:pathLst>
                    <a:path w="8477" h="249555" extrusionOk="0">
                      <a:moveTo>
                        <a:pt x="0" y="249555"/>
                      </a:moveTo>
                      <a:lnTo>
                        <a:pt x="8477" y="244602"/>
                      </a:lnTo>
                      <a:lnTo>
                        <a:pt x="8477" y="0"/>
                      </a:lnTo>
                      <a:lnTo>
                        <a:pt x="0" y="4858"/>
                      </a:lnTo>
                      <a:lnTo>
                        <a:pt x="0" y="24955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3" name="Google Shape;6512;p64">
                  <a:extLst>
                    <a:ext uri="{FF2B5EF4-FFF2-40B4-BE49-F238E27FC236}">
                      <a16:creationId xmlns:a16="http://schemas.microsoft.com/office/drawing/2014/main" id="{C4D5C8EE-7D88-1AC3-EE1B-55B58DA0C27C}"/>
                    </a:ext>
                  </a:extLst>
                </p:cNvPr>
                <p:cNvSpPr/>
                <p:nvPr/>
              </p:nvSpPr>
              <p:spPr>
                <a:xfrm>
                  <a:off x="568703" y="3739631"/>
                  <a:ext cx="19431" cy="11239"/>
                </a:xfrm>
                <a:custGeom>
                  <a:avLst/>
                  <a:gdLst/>
                  <a:ahLst/>
                  <a:cxnLst/>
                  <a:rect l="l" t="t" r="r" b="b"/>
                  <a:pathLst>
                    <a:path w="19431" h="11239" extrusionOk="0">
                      <a:moveTo>
                        <a:pt x="10954" y="11239"/>
                      </a:moveTo>
                      <a:lnTo>
                        <a:pt x="19431" y="6382"/>
                      </a:lnTo>
                      <a:lnTo>
                        <a:pt x="8477" y="0"/>
                      </a:lnTo>
                      <a:lnTo>
                        <a:pt x="0" y="4953"/>
                      </a:lnTo>
                      <a:lnTo>
                        <a:pt x="10954" y="1123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99" name="Google Shape;6513;p64">
                <a:extLst>
                  <a:ext uri="{FF2B5EF4-FFF2-40B4-BE49-F238E27FC236}">
                    <a16:creationId xmlns:a16="http://schemas.microsoft.com/office/drawing/2014/main" id="{16667499-84D8-29FA-12EB-233715767F5B}"/>
                  </a:ext>
                </a:extLst>
              </p:cNvPr>
              <p:cNvGrpSpPr/>
              <p:nvPr/>
            </p:nvGrpSpPr>
            <p:grpSpPr>
              <a:xfrm>
                <a:off x="594992" y="3630093"/>
                <a:ext cx="135064" cy="93059"/>
                <a:chOff x="594992" y="3630093"/>
                <a:chExt cx="135064" cy="93059"/>
              </a:xfrm>
            </p:grpSpPr>
            <p:sp>
              <p:nvSpPr>
                <p:cNvPr id="4698" name="Google Shape;6514;p64">
                  <a:extLst>
                    <a:ext uri="{FF2B5EF4-FFF2-40B4-BE49-F238E27FC236}">
                      <a16:creationId xmlns:a16="http://schemas.microsoft.com/office/drawing/2014/main" id="{3E7545FE-5FD4-CAC0-E679-B1CF9F2D7CFE}"/>
                    </a:ext>
                  </a:extLst>
                </p:cNvPr>
                <p:cNvSpPr/>
                <p:nvPr/>
              </p:nvSpPr>
              <p:spPr>
                <a:xfrm>
                  <a:off x="605088" y="3635903"/>
                  <a:ext cx="124968" cy="87249"/>
                </a:xfrm>
                <a:custGeom>
                  <a:avLst/>
                  <a:gdLst/>
                  <a:ahLst/>
                  <a:cxnLst/>
                  <a:rect l="l" t="t" r="r" b="b"/>
                  <a:pathLst>
                    <a:path w="124968" h="87249" extrusionOk="0">
                      <a:moveTo>
                        <a:pt x="124968" y="0"/>
                      </a:moveTo>
                      <a:lnTo>
                        <a:pt x="124968" y="15050"/>
                      </a:lnTo>
                      <a:lnTo>
                        <a:pt x="0" y="87249"/>
                      </a:lnTo>
                      <a:lnTo>
                        <a:pt x="0" y="72200"/>
                      </a:lnTo>
                      <a:lnTo>
                        <a:pt x="124968"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9" name="Google Shape;6515;p64">
                  <a:extLst>
                    <a:ext uri="{FF2B5EF4-FFF2-40B4-BE49-F238E27FC236}">
                      <a16:creationId xmlns:a16="http://schemas.microsoft.com/office/drawing/2014/main" id="{D8E7DDAA-61A5-BFF9-3D2F-570B0B5BC602}"/>
                    </a:ext>
                  </a:extLst>
                </p:cNvPr>
                <p:cNvSpPr/>
                <p:nvPr/>
              </p:nvSpPr>
              <p:spPr>
                <a:xfrm>
                  <a:off x="594992" y="3630093"/>
                  <a:ext cx="135064" cy="78009"/>
                </a:xfrm>
                <a:custGeom>
                  <a:avLst/>
                  <a:gdLst/>
                  <a:ahLst/>
                  <a:cxnLst/>
                  <a:rect l="l" t="t" r="r" b="b"/>
                  <a:pathLst>
                    <a:path w="135064" h="78009" extrusionOk="0">
                      <a:moveTo>
                        <a:pt x="135065" y="5810"/>
                      </a:moveTo>
                      <a:lnTo>
                        <a:pt x="124968" y="0"/>
                      </a:lnTo>
                      <a:lnTo>
                        <a:pt x="0" y="72200"/>
                      </a:lnTo>
                      <a:lnTo>
                        <a:pt x="10096" y="78010"/>
                      </a:lnTo>
                      <a:lnTo>
                        <a:pt x="135065" y="581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0" name="Google Shape;6516;p64">
                  <a:extLst>
                    <a:ext uri="{FF2B5EF4-FFF2-40B4-BE49-F238E27FC236}">
                      <a16:creationId xmlns:a16="http://schemas.microsoft.com/office/drawing/2014/main" id="{EE9C4FC5-CC16-DCAC-B961-943FACD8ED85}"/>
                    </a:ext>
                  </a:extLst>
                </p:cNvPr>
                <p:cNvSpPr/>
                <p:nvPr/>
              </p:nvSpPr>
              <p:spPr>
                <a:xfrm>
                  <a:off x="594992" y="3702292"/>
                  <a:ext cx="10096" cy="20859"/>
                </a:xfrm>
                <a:custGeom>
                  <a:avLst/>
                  <a:gdLst/>
                  <a:ahLst/>
                  <a:cxnLst/>
                  <a:rect l="l" t="t" r="r" b="b"/>
                  <a:pathLst>
                    <a:path w="10096" h="20859" extrusionOk="0">
                      <a:moveTo>
                        <a:pt x="10096" y="5810"/>
                      </a:moveTo>
                      <a:lnTo>
                        <a:pt x="0" y="0"/>
                      </a:lnTo>
                      <a:lnTo>
                        <a:pt x="0" y="15050"/>
                      </a:lnTo>
                      <a:lnTo>
                        <a:pt x="10096" y="20860"/>
                      </a:lnTo>
                      <a:lnTo>
                        <a:pt x="10096" y="581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682" name="Google Shape;6517;p64">
                <a:extLst>
                  <a:ext uri="{FF2B5EF4-FFF2-40B4-BE49-F238E27FC236}">
                    <a16:creationId xmlns:a16="http://schemas.microsoft.com/office/drawing/2014/main" id="{CF0B2CBE-3DF0-C21D-A6FC-AC4C4192DB8C}"/>
                  </a:ext>
                </a:extLst>
              </p:cNvPr>
              <p:cNvGrpSpPr/>
              <p:nvPr/>
            </p:nvGrpSpPr>
            <p:grpSpPr>
              <a:xfrm>
                <a:off x="578418" y="3700197"/>
                <a:ext cx="27622" cy="33813"/>
                <a:chOff x="578418" y="3700197"/>
                <a:chExt cx="27622" cy="33813"/>
              </a:xfrm>
            </p:grpSpPr>
            <p:sp>
              <p:nvSpPr>
                <p:cNvPr id="4695" name="Google Shape;6518;p64">
                  <a:extLst>
                    <a:ext uri="{FF2B5EF4-FFF2-40B4-BE49-F238E27FC236}">
                      <a16:creationId xmlns:a16="http://schemas.microsoft.com/office/drawing/2014/main" id="{1FC02E56-A2C4-E097-BBAF-2B99C8E16F2E}"/>
                    </a:ext>
                  </a:extLst>
                </p:cNvPr>
                <p:cNvSpPr/>
                <p:nvPr/>
              </p:nvSpPr>
              <p:spPr>
                <a:xfrm>
                  <a:off x="590420" y="3707055"/>
                  <a:ext cx="15620" cy="26955"/>
                </a:xfrm>
                <a:custGeom>
                  <a:avLst/>
                  <a:gdLst/>
                  <a:ahLst/>
                  <a:cxnLst/>
                  <a:rect l="l" t="t" r="r" b="b"/>
                  <a:pathLst>
                    <a:path w="15620" h="26955" extrusionOk="0">
                      <a:moveTo>
                        <a:pt x="15621" y="0"/>
                      </a:moveTo>
                      <a:lnTo>
                        <a:pt x="15621" y="18002"/>
                      </a:lnTo>
                      <a:lnTo>
                        <a:pt x="0" y="26956"/>
                      </a:lnTo>
                      <a:lnTo>
                        <a:pt x="0" y="9049"/>
                      </a:lnTo>
                      <a:lnTo>
                        <a:pt x="1562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6" name="Google Shape;6519;p64">
                  <a:extLst>
                    <a:ext uri="{FF2B5EF4-FFF2-40B4-BE49-F238E27FC236}">
                      <a16:creationId xmlns:a16="http://schemas.microsoft.com/office/drawing/2014/main" id="{54B42A20-5EA1-8284-4AAB-B2F8F0211D3A}"/>
                    </a:ext>
                  </a:extLst>
                </p:cNvPr>
                <p:cNvSpPr/>
                <p:nvPr/>
              </p:nvSpPr>
              <p:spPr>
                <a:xfrm>
                  <a:off x="578418" y="3700197"/>
                  <a:ext cx="27622" cy="15906"/>
                </a:xfrm>
                <a:custGeom>
                  <a:avLst/>
                  <a:gdLst/>
                  <a:ahLst/>
                  <a:cxnLst/>
                  <a:rect l="l" t="t" r="r" b="b"/>
                  <a:pathLst>
                    <a:path w="27622" h="15906" extrusionOk="0">
                      <a:moveTo>
                        <a:pt x="27622" y="6858"/>
                      </a:moveTo>
                      <a:lnTo>
                        <a:pt x="15526" y="0"/>
                      </a:lnTo>
                      <a:lnTo>
                        <a:pt x="0" y="8954"/>
                      </a:lnTo>
                      <a:lnTo>
                        <a:pt x="12002" y="15907"/>
                      </a:lnTo>
                      <a:lnTo>
                        <a:pt x="27622" y="685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7" name="Google Shape;6520;p64">
                  <a:extLst>
                    <a:ext uri="{FF2B5EF4-FFF2-40B4-BE49-F238E27FC236}">
                      <a16:creationId xmlns:a16="http://schemas.microsoft.com/office/drawing/2014/main" id="{52ADF247-951A-3714-ABE1-3328DD70D987}"/>
                    </a:ext>
                  </a:extLst>
                </p:cNvPr>
                <p:cNvSpPr/>
                <p:nvPr/>
              </p:nvSpPr>
              <p:spPr>
                <a:xfrm>
                  <a:off x="578418" y="3709150"/>
                  <a:ext cx="12001" cy="24860"/>
                </a:xfrm>
                <a:custGeom>
                  <a:avLst/>
                  <a:gdLst/>
                  <a:ahLst/>
                  <a:cxnLst/>
                  <a:rect l="l" t="t" r="r" b="b"/>
                  <a:pathLst>
                    <a:path w="12001" h="24860" extrusionOk="0">
                      <a:moveTo>
                        <a:pt x="12002" y="6953"/>
                      </a:moveTo>
                      <a:lnTo>
                        <a:pt x="0" y="0"/>
                      </a:lnTo>
                      <a:lnTo>
                        <a:pt x="0" y="17907"/>
                      </a:lnTo>
                      <a:lnTo>
                        <a:pt x="12002" y="24860"/>
                      </a:lnTo>
                      <a:lnTo>
                        <a:pt x="12002" y="6953"/>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683" name="Google Shape;6521;p64">
                <a:extLst>
                  <a:ext uri="{FF2B5EF4-FFF2-40B4-BE49-F238E27FC236}">
                    <a16:creationId xmlns:a16="http://schemas.microsoft.com/office/drawing/2014/main" id="{CEB39708-006C-CC06-A943-3DCD2A2072B7}"/>
                  </a:ext>
                </a:extLst>
              </p:cNvPr>
              <p:cNvGrpSpPr/>
              <p:nvPr/>
            </p:nvGrpSpPr>
            <p:grpSpPr>
              <a:xfrm>
                <a:off x="564607" y="3696673"/>
                <a:ext cx="27527" cy="56768"/>
                <a:chOff x="564607" y="3696673"/>
                <a:chExt cx="27527" cy="56768"/>
              </a:xfrm>
            </p:grpSpPr>
            <p:sp>
              <p:nvSpPr>
                <p:cNvPr id="4692" name="Google Shape;6522;p64">
                  <a:extLst>
                    <a:ext uri="{FF2B5EF4-FFF2-40B4-BE49-F238E27FC236}">
                      <a16:creationId xmlns:a16="http://schemas.microsoft.com/office/drawing/2014/main" id="{63818605-EB78-5812-0C8F-5F04F5B360CC}"/>
                    </a:ext>
                  </a:extLst>
                </p:cNvPr>
                <p:cNvSpPr/>
                <p:nvPr/>
              </p:nvSpPr>
              <p:spPr>
                <a:xfrm>
                  <a:off x="564607" y="3703626"/>
                  <a:ext cx="15525" cy="49815"/>
                </a:xfrm>
                <a:custGeom>
                  <a:avLst/>
                  <a:gdLst/>
                  <a:ahLst/>
                  <a:cxnLst/>
                  <a:rect l="l" t="t" r="r" b="b"/>
                  <a:pathLst>
                    <a:path w="15525" h="49815" extrusionOk="0">
                      <a:moveTo>
                        <a:pt x="15526" y="49816"/>
                      </a:moveTo>
                      <a:lnTo>
                        <a:pt x="0" y="40862"/>
                      </a:lnTo>
                      <a:lnTo>
                        <a:pt x="0" y="0"/>
                      </a:lnTo>
                      <a:lnTo>
                        <a:pt x="15526" y="8954"/>
                      </a:lnTo>
                      <a:lnTo>
                        <a:pt x="15526" y="4981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3" name="Google Shape;6523;p64">
                  <a:extLst>
                    <a:ext uri="{FF2B5EF4-FFF2-40B4-BE49-F238E27FC236}">
                      <a16:creationId xmlns:a16="http://schemas.microsoft.com/office/drawing/2014/main" id="{096695E2-586A-7E31-4478-E8358A8899D9}"/>
                    </a:ext>
                  </a:extLst>
                </p:cNvPr>
                <p:cNvSpPr/>
                <p:nvPr/>
              </p:nvSpPr>
              <p:spPr>
                <a:xfrm>
                  <a:off x="580133" y="3705626"/>
                  <a:ext cx="12001" cy="47815"/>
                </a:xfrm>
                <a:custGeom>
                  <a:avLst/>
                  <a:gdLst/>
                  <a:ahLst/>
                  <a:cxnLst/>
                  <a:rect l="l" t="t" r="r" b="b"/>
                  <a:pathLst>
                    <a:path w="12001" h="47815" extrusionOk="0">
                      <a:moveTo>
                        <a:pt x="0" y="47815"/>
                      </a:moveTo>
                      <a:lnTo>
                        <a:pt x="12002" y="40862"/>
                      </a:lnTo>
                      <a:lnTo>
                        <a:pt x="12002" y="0"/>
                      </a:lnTo>
                      <a:lnTo>
                        <a:pt x="0" y="6953"/>
                      </a:lnTo>
                      <a:lnTo>
                        <a:pt x="0" y="4781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4" name="Google Shape;6524;p64">
                  <a:extLst>
                    <a:ext uri="{FF2B5EF4-FFF2-40B4-BE49-F238E27FC236}">
                      <a16:creationId xmlns:a16="http://schemas.microsoft.com/office/drawing/2014/main" id="{DF6E16B3-7DDB-2A10-F704-F40FCAFDFC14}"/>
                    </a:ext>
                  </a:extLst>
                </p:cNvPr>
                <p:cNvSpPr/>
                <p:nvPr/>
              </p:nvSpPr>
              <p:spPr>
                <a:xfrm>
                  <a:off x="564607" y="3696673"/>
                  <a:ext cx="27527" cy="15906"/>
                </a:xfrm>
                <a:custGeom>
                  <a:avLst/>
                  <a:gdLst/>
                  <a:ahLst/>
                  <a:cxnLst/>
                  <a:rect l="l" t="t" r="r" b="b"/>
                  <a:pathLst>
                    <a:path w="27527" h="15906" extrusionOk="0">
                      <a:moveTo>
                        <a:pt x="15526" y="15907"/>
                      </a:moveTo>
                      <a:lnTo>
                        <a:pt x="27527" y="8954"/>
                      </a:lnTo>
                      <a:lnTo>
                        <a:pt x="12097" y="0"/>
                      </a:lnTo>
                      <a:lnTo>
                        <a:pt x="0" y="6953"/>
                      </a:lnTo>
                      <a:lnTo>
                        <a:pt x="15526" y="15907"/>
                      </a:lnTo>
                      <a:close/>
                    </a:path>
                  </a:pathLst>
                </a:custGeom>
                <a:solidFill>
                  <a:srgbClr val="2A4E6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688" name="Google Shape;6525;p64">
                <a:extLst>
                  <a:ext uri="{FF2B5EF4-FFF2-40B4-BE49-F238E27FC236}">
                    <a16:creationId xmlns:a16="http://schemas.microsoft.com/office/drawing/2014/main" id="{964DDED2-EB62-ADE8-F586-3F3ABF09D798}"/>
                  </a:ext>
                </a:extLst>
              </p:cNvPr>
              <p:cNvGrpSpPr/>
              <p:nvPr/>
            </p:nvGrpSpPr>
            <p:grpSpPr>
              <a:xfrm>
                <a:off x="568703" y="3650000"/>
                <a:ext cx="19431" cy="60198"/>
                <a:chOff x="568703" y="3650000"/>
                <a:chExt cx="19431" cy="60198"/>
              </a:xfrm>
            </p:grpSpPr>
            <p:sp>
              <p:nvSpPr>
                <p:cNvPr id="4689" name="Google Shape;6526;p64">
                  <a:extLst>
                    <a:ext uri="{FF2B5EF4-FFF2-40B4-BE49-F238E27FC236}">
                      <a16:creationId xmlns:a16="http://schemas.microsoft.com/office/drawing/2014/main" id="{0EEE8556-9BDC-B4C5-BC0F-0E248DAC6B67}"/>
                    </a:ext>
                  </a:extLst>
                </p:cNvPr>
                <p:cNvSpPr/>
                <p:nvPr/>
              </p:nvSpPr>
              <p:spPr>
                <a:xfrm>
                  <a:off x="568703" y="3654858"/>
                  <a:ext cx="10953" cy="55340"/>
                </a:xfrm>
                <a:custGeom>
                  <a:avLst/>
                  <a:gdLst/>
                  <a:ahLst/>
                  <a:cxnLst/>
                  <a:rect l="l" t="t" r="r" b="b"/>
                  <a:pathLst>
                    <a:path w="10953" h="55340" extrusionOk="0">
                      <a:moveTo>
                        <a:pt x="10954" y="55340"/>
                      </a:moveTo>
                      <a:lnTo>
                        <a:pt x="0" y="49054"/>
                      </a:lnTo>
                      <a:lnTo>
                        <a:pt x="0" y="0"/>
                      </a:lnTo>
                      <a:lnTo>
                        <a:pt x="10954" y="6382"/>
                      </a:lnTo>
                      <a:lnTo>
                        <a:pt x="10954" y="5534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0" name="Google Shape;6527;p64">
                  <a:extLst>
                    <a:ext uri="{FF2B5EF4-FFF2-40B4-BE49-F238E27FC236}">
                      <a16:creationId xmlns:a16="http://schemas.microsoft.com/office/drawing/2014/main" id="{151221E0-509A-451D-E5C5-2764B8D6599E}"/>
                    </a:ext>
                  </a:extLst>
                </p:cNvPr>
                <p:cNvSpPr/>
                <p:nvPr/>
              </p:nvSpPr>
              <p:spPr>
                <a:xfrm>
                  <a:off x="579656" y="3656287"/>
                  <a:ext cx="8477" cy="53911"/>
                </a:xfrm>
                <a:custGeom>
                  <a:avLst/>
                  <a:gdLst/>
                  <a:ahLst/>
                  <a:cxnLst/>
                  <a:rect l="l" t="t" r="r" b="b"/>
                  <a:pathLst>
                    <a:path w="8477" h="53911" extrusionOk="0">
                      <a:moveTo>
                        <a:pt x="0" y="53912"/>
                      </a:moveTo>
                      <a:lnTo>
                        <a:pt x="8477" y="49054"/>
                      </a:lnTo>
                      <a:lnTo>
                        <a:pt x="8477" y="0"/>
                      </a:lnTo>
                      <a:lnTo>
                        <a:pt x="0" y="4953"/>
                      </a:lnTo>
                      <a:lnTo>
                        <a:pt x="0" y="53912"/>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1" name="Google Shape;6528;p64">
                  <a:extLst>
                    <a:ext uri="{FF2B5EF4-FFF2-40B4-BE49-F238E27FC236}">
                      <a16:creationId xmlns:a16="http://schemas.microsoft.com/office/drawing/2014/main" id="{9EA1CCE6-7B97-D8BE-2A64-C3271FD5878C}"/>
                    </a:ext>
                  </a:extLst>
                </p:cNvPr>
                <p:cNvSpPr/>
                <p:nvPr/>
              </p:nvSpPr>
              <p:spPr>
                <a:xfrm>
                  <a:off x="568703" y="3650000"/>
                  <a:ext cx="19431" cy="11239"/>
                </a:xfrm>
                <a:custGeom>
                  <a:avLst/>
                  <a:gdLst/>
                  <a:ahLst/>
                  <a:cxnLst/>
                  <a:rect l="l" t="t" r="r" b="b"/>
                  <a:pathLst>
                    <a:path w="19431" h="11239" extrusionOk="0">
                      <a:moveTo>
                        <a:pt x="10954" y="11239"/>
                      </a:moveTo>
                      <a:lnTo>
                        <a:pt x="19431" y="6286"/>
                      </a:lnTo>
                      <a:lnTo>
                        <a:pt x="8477" y="0"/>
                      </a:lnTo>
                      <a:lnTo>
                        <a:pt x="0" y="4858"/>
                      </a:lnTo>
                      <a:lnTo>
                        <a:pt x="10954" y="1123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4" name="Google Shape;6529;p64">
              <a:extLst>
                <a:ext uri="{FF2B5EF4-FFF2-40B4-BE49-F238E27FC236}">
                  <a16:creationId xmlns:a16="http://schemas.microsoft.com/office/drawing/2014/main" id="{97D1A4F0-9FF1-1F46-D5FE-061CC558DD67}"/>
                </a:ext>
              </a:extLst>
            </p:cNvPr>
            <p:cNvGrpSpPr/>
            <p:nvPr/>
          </p:nvGrpSpPr>
          <p:grpSpPr>
            <a:xfrm>
              <a:off x="885123" y="3815068"/>
              <a:ext cx="165354" cy="365474"/>
              <a:chOff x="885123" y="3815068"/>
              <a:chExt cx="165354" cy="365474"/>
            </a:xfrm>
          </p:grpSpPr>
          <p:grpSp>
            <p:nvGrpSpPr>
              <p:cNvPr id="3178" name="Google Shape;6530;p64">
                <a:extLst>
                  <a:ext uri="{FF2B5EF4-FFF2-40B4-BE49-F238E27FC236}">
                    <a16:creationId xmlns:a16="http://schemas.microsoft.com/office/drawing/2014/main" id="{007D8442-9AE7-2F06-B011-CBABE55B5044}"/>
                  </a:ext>
                </a:extLst>
              </p:cNvPr>
              <p:cNvGrpSpPr/>
              <p:nvPr/>
            </p:nvGrpSpPr>
            <p:grpSpPr>
              <a:xfrm>
                <a:off x="889124" y="3924701"/>
                <a:ext cx="19430" cy="255841"/>
                <a:chOff x="889124" y="3924701"/>
                <a:chExt cx="19430" cy="255841"/>
              </a:xfrm>
            </p:grpSpPr>
            <p:sp>
              <p:nvSpPr>
                <p:cNvPr id="3195" name="Google Shape;6531;p64">
                  <a:extLst>
                    <a:ext uri="{FF2B5EF4-FFF2-40B4-BE49-F238E27FC236}">
                      <a16:creationId xmlns:a16="http://schemas.microsoft.com/office/drawing/2014/main" id="{95A486C5-2853-D83F-7A2D-C45855D8391B}"/>
                    </a:ext>
                  </a:extLst>
                </p:cNvPr>
                <p:cNvSpPr/>
                <p:nvPr/>
              </p:nvSpPr>
              <p:spPr>
                <a:xfrm>
                  <a:off x="889124" y="3929559"/>
                  <a:ext cx="10953" cy="250983"/>
                </a:xfrm>
                <a:custGeom>
                  <a:avLst/>
                  <a:gdLst/>
                  <a:ahLst/>
                  <a:cxnLst/>
                  <a:rect l="l" t="t" r="r" b="b"/>
                  <a:pathLst>
                    <a:path w="10953" h="250983" extrusionOk="0">
                      <a:moveTo>
                        <a:pt x="10954" y="250984"/>
                      </a:moveTo>
                      <a:lnTo>
                        <a:pt x="0" y="244697"/>
                      </a:lnTo>
                      <a:lnTo>
                        <a:pt x="0" y="0"/>
                      </a:lnTo>
                      <a:lnTo>
                        <a:pt x="10954" y="6382"/>
                      </a:lnTo>
                      <a:lnTo>
                        <a:pt x="10954" y="250984"/>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6" name="Google Shape;6532;p64">
                  <a:extLst>
                    <a:ext uri="{FF2B5EF4-FFF2-40B4-BE49-F238E27FC236}">
                      <a16:creationId xmlns:a16="http://schemas.microsoft.com/office/drawing/2014/main" id="{7CEFB1BD-3F64-A430-649A-C4C079A616B1}"/>
                    </a:ext>
                  </a:extLst>
                </p:cNvPr>
                <p:cNvSpPr/>
                <p:nvPr/>
              </p:nvSpPr>
              <p:spPr>
                <a:xfrm>
                  <a:off x="900077" y="3930988"/>
                  <a:ext cx="8477" cy="249554"/>
                </a:xfrm>
                <a:custGeom>
                  <a:avLst/>
                  <a:gdLst/>
                  <a:ahLst/>
                  <a:cxnLst/>
                  <a:rect l="l" t="t" r="r" b="b"/>
                  <a:pathLst>
                    <a:path w="8477" h="249554" extrusionOk="0">
                      <a:moveTo>
                        <a:pt x="0" y="249555"/>
                      </a:moveTo>
                      <a:lnTo>
                        <a:pt x="8477" y="244602"/>
                      </a:lnTo>
                      <a:lnTo>
                        <a:pt x="8477" y="0"/>
                      </a:lnTo>
                      <a:lnTo>
                        <a:pt x="0" y="4953"/>
                      </a:lnTo>
                      <a:lnTo>
                        <a:pt x="0" y="249555"/>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7" name="Google Shape;6533;p64">
                  <a:extLst>
                    <a:ext uri="{FF2B5EF4-FFF2-40B4-BE49-F238E27FC236}">
                      <a16:creationId xmlns:a16="http://schemas.microsoft.com/office/drawing/2014/main" id="{F3FBB5D7-E938-8EDA-6611-7CFD6E769ADD}"/>
                    </a:ext>
                  </a:extLst>
                </p:cNvPr>
                <p:cNvSpPr/>
                <p:nvPr/>
              </p:nvSpPr>
              <p:spPr>
                <a:xfrm>
                  <a:off x="889124" y="3924701"/>
                  <a:ext cx="19430" cy="11239"/>
                </a:xfrm>
                <a:custGeom>
                  <a:avLst/>
                  <a:gdLst/>
                  <a:ahLst/>
                  <a:cxnLst/>
                  <a:rect l="l" t="t" r="r" b="b"/>
                  <a:pathLst>
                    <a:path w="19430" h="11239" extrusionOk="0">
                      <a:moveTo>
                        <a:pt x="10954" y="11239"/>
                      </a:moveTo>
                      <a:lnTo>
                        <a:pt x="19431" y="6287"/>
                      </a:lnTo>
                      <a:lnTo>
                        <a:pt x="8477" y="0"/>
                      </a:lnTo>
                      <a:lnTo>
                        <a:pt x="0" y="4858"/>
                      </a:lnTo>
                      <a:lnTo>
                        <a:pt x="10954" y="1123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79" name="Google Shape;6534;p64">
                <a:extLst>
                  <a:ext uri="{FF2B5EF4-FFF2-40B4-BE49-F238E27FC236}">
                    <a16:creationId xmlns:a16="http://schemas.microsoft.com/office/drawing/2014/main" id="{ED764321-2ED0-E33F-0C08-20352D9F0F55}"/>
                  </a:ext>
                </a:extLst>
              </p:cNvPr>
              <p:cNvGrpSpPr/>
              <p:nvPr/>
            </p:nvGrpSpPr>
            <p:grpSpPr>
              <a:xfrm>
                <a:off x="915413" y="3815068"/>
                <a:ext cx="135064" cy="93059"/>
                <a:chOff x="915413" y="3815068"/>
                <a:chExt cx="135064" cy="93059"/>
              </a:xfrm>
            </p:grpSpPr>
            <p:sp>
              <p:nvSpPr>
                <p:cNvPr id="3192" name="Google Shape;6535;p64">
                  <a:extLst>
                    <a:ext uri="{FF2B5EF4-FFF2-40B4-BE49-F238E27FC236}">
                      <a16:creationId xmlns:a16="http://schemas.microsoft.com/office/drawing/2014/main" id="{2C1093B5-E625-828E-BD15-8EB2B535C806}"/>
                    </a:ext>
                  </a:extLst>
                </p:cNvPr>
                <p:cNvSpPr/>
                <p:nvPr/>
              </p:nvSpPr>
              <p:spPr>
                <a:xfrm>
                  <a:off x="925509" y="3820974"/>
                  <a:ext cx="124968" cy="87153"/>
                </a:xfrm>
                <a:custGeom>
                  <a:avLst/>
                  <a:gdLst/>
                  <a:ahLst/>
                  <a:cxnLst/>
                  <a:rect l="l" t="t" r="r" b="b"/>
                  <a:pathLst>
                    <a:path w="124968" h="87153" extrusionOk="0">
                      <a:moveTo>
                        <a:pt x="124968" y="0"/>
                      </a:moveTo>
                      <a:lnTo>
                        <a:pt x="124968" y="14954"/>
                      </a:lnTo>
                      <a:lnTo>
                        <a:pt x="0" y="87154"/>
                      </a:lnTo>
                      <a:lnTo>
                        <a:pt x="0" y="72104"/>
                      </a:lnTo>
                      <a:lnTo>
                        <a:pt x="124968"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3" name="Google Shape;6536;p64">
                  <a:extLst>
                    <a:ext uri="{FF2B5EF4-FFF2-40B4-BE49-F238E27FC236}">
                      <a16:creationId xmlns:a16="http://schemas.microsoft.com/office/drawing/2014/main" id="{1BFE6917-4DB4-A325-3E74-2A66E41A5761}"/>
                    </a:ext>
                  </a:extLst>
                </p:cNvPr>
                <p:cNvSpPr/>
                <p:nvPr/>
              </p:nvSpPr>
              <p:spPr>
                <a:xfrm>
                  <a:off x="915413" y="3815068"/>
                  <a:ext cx="135064" cy="78009"/>
                </a:xfrm>
                <a:custGeom>
                  <a:avLst/>
                  <a:gdLst/>
                  <a:ahLst/>
                  <a:cxnLst/>
                  <a:rect l="l" t="t" r="r" b="b"/>
                  <a:pathLst>
                    <a:path w="135064" h="78009" extrusionOk="0">
                      <a:moveTo>
                        <a:pt x="135065" y="5905"/>
                      </a:moveTo>
                      <a:lnTo>
                        <a:pt x="124968" y="0"/>
                      </a:lnTo>
                      <a:lnTo>
                        <a:pt x="0" y="72200"/>
                      </a:lnTo>
                      <a:lnTo>
                        <a:pt x="10097" y="78010"/>
                      </a:lnTo>
                      <a:lnTo>
                        <a:pt x="135065" y="590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4" name="Google Shape;6537;p64">
                  <a:extLst>
                    <a:ext uri="{FF2B5EF4-FFF2-40B4-BE49-F238E27FC236}">
                      <a16:creationId xmlns:a16="http://schemas.microsoft.com/office/drawing/2014/main" id="{EF1B513B-B5FA-2A7E-E1A3-CF7E67EC6463}"/>
                    </a:ext>
                  </a:extLst>
                </p:cNvPr>
                <p:cNvSpPr/>
                <p:nvPr/>
              </p:nvSpPr>
              <p:spPr>
                <a:xfrm>
                  <a:off x="915413" y="3887268"/>
                  <a:ext cx="10096" cy="20859"/>
                </a:xfrm>
                <a:custGeom>
                  <a:avLst/>
                  <a:gdLst/>
                  <a:ahLst/>
                  <a:cxnLst/>
                  <a:rect l="l" t="t" r="r" b="b"/>
                  <a:pathLst>
                    <a:path w="10096" h="20859" extrusionOk="0">
                      <a:moveTo>
                        <a:pt x="10097" y="5810"/>
                      </a:moveTo>
                      <a:lnTo>
                        <a:pt x="0" y="0"/>
                      </a:lnTo>
                      <a:lnTo>
                        <a:pt x="0" y="15049"/>
                      </a:lnTo>
                      <a:lnTo>
                        <a:pt x="10097" y="20860"/>
                      </a:lnTo>
                      <a:lnTo>
                        <a:pt x="10097" y="581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80" name="Google Shape;6538;p64">
                <a:extLst>
                  <a:ext uri="{FF2B5EF4-FFF2-40B4-BE49-F238E27FC236}">
                    <a16:creationId xmlns:a16="http://schemas.microsoft.com/office/drawing/2014/main" id="{1DCBFCF1-17DD-F611-E2AA-46722624E325}"/>
                  </a:ext>
                </a:extLst>
              </p:cNvPr>
              <p:cNvGrpSpPr/>
              <p:nvPr/>
            </p:nvGrpSpPr>
            <p:grpSpPr>
              <a:xfrm>
                <a:off x="898839" y="3885173"/>
                <a:ext cx="27622" cy="33813"/>
                <a:chOff x="898839" y="3885173"/>
                <a:chExt cx="27622" cy="33813"/>
              </a:xfrm>
            </p:grpSpPr>
            <p:sp>
              <p:nvSpPr>
                <p:cNvPr id="3189" name="Google Shape;6539;p64">
                  <a:extLst>
                    <a:ext uri="{FF2B5EF4-FFF2-40B4-BE49-F238E27FC236}">
                      <a16:creationId xmlns:a16="http://schemas.microsoft.com/office/drawing/2014/main" id="{535D82F4-EB64-32E8-1F05-4A131494A473}"/>
                    </a:ext>
                  </a:extLst>
                </p:cNvPr>
                <p:cNvSpPr/>
                <p:nvPr/>
              </p:nvSpPr>
              <p:spPr>
                <a:xfrm>
                  <a:off x="910936" y="3892126"/>
                  <a:ext cx="15525" cy="26860"/>
                </a:xfrm>
                <a:custGeom>
                  <a:avLst/>
                  <a:gdLst/>
                  <a:ahLst/>
                  <a:cxnLst/>
                  <a:rect l="l" t="t" r="r" b="b"/>
                  <a:pathLst>
                    <a:path w="15525" h="26860" extrusionOk="0">
                      <a:moveTo>
                        <a:pt x="15526" y="0"/>
                      </a:moveTo>
                      <a:lnTo>
                        <a:pt x="15526" y="17907"/>
                      </a:lnTo>
                      <a:lnTo>
                        <a:pt x="0" y="26861"/>
                      </a:lnTo>
                      <a:lnTo>
                        <a:pt x="0" y="8954"/>
                      </a:lnTo>
                      <a:lnTo>
                        <a:pt x="15526"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0" name="Google Shape;6540;p64">
                  <a:extLst>
                    <a:ext uri="{FF2B5EF4-FFF2-40B4-BE49-F238E27FC236}">
                      <a16:creationId xmlns:a16="http://schemas.microsoft.com/office/drawing/2014/main" id="{646EFFD9-82AC-984A-01C5-573E8D8F9555}"/>
                    </a:ext>
                  </a:extLst>
                </p:cNvPr>
                <p:cNvSpPr/>
                <p:nvPr/>
              </p:nvSpPr>
              <p:spPr>
                <a:xfrm>
                  <a:off x="898839" y="3885173"/>
                  <a:ext cx="27622" cy="15906"/>
                </a:xfrm>
                <a:custGeom>
                  <a:avLst/>
                  <a:gdLst/>
                  <a:ahLst/>
                  <a:cxnLst/>
                  <a:rect l="l" t="t" r="r" b="b"/>
                  <a:pathLst>
                    <a:path w="27622" h="15906" extrusionOk="0">
                      <a:moveTo>
                        <a:pt x="27622" y="6953"/>
                      </a:moveTo>
                      <a:lnTo>
                        <a:pt x="15621" y="0"/>
                      </a:lnTo>
                      <a:lnTo>
                        <a:pt x="0" y="8954"/>
                      </a:lnTo>
                      <a:lnTo>
                        <a:pt x="12097" y="15907"/>
                      </a:lnTo>
                      <a:lnTo>
                        <a:pt x="27622" y="695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1" name="Google Shape;6541;p64">
                  <a:extLst>
                    <a:ext uri="{FF2B5EF4-FFF2-40B4-BE49-F238E27FC236}">
                      <a16:creationId xmlns:a16="http://schemas.microsoft.com/office/drawing/2014/main" id="{12266EF0-AD9D-05C2-0A66-CAE7491EA75A}"/>
                    </a:ext>
                  </a:extLst>
                </p:cNvPr>
                <p:cNvSpPr/>
                <p:nvPr/>
              </p:nvSpPr>
              <p:spPr>
                <a:xfrm>
                  <a:off x="898839" y="3894126"/>
                  <a:ext cx="12096" cy="24860"/>
                </a:xfrm>
                <a:custGeom>
                  <a:avLst/>
                  <a:gdLst/>
                  <a:ahLst/>
                  <a:cxnLst/>
                  <a:rect l="l" t="t" r="r" b="b"/>
                  <a:pathLst>
                    <a:path w="12096" h="24860" extrusionOk="0">
                      <a:moveTo>
                        <a:pt x="12097" y="6953"/>
                      </a:moveTo>
                      <a:lnTo>
                        <a:pt x="0" y="0"/>
                      </a:lnTo>
                      <a:lnTo>
                        <a:pt x="0" y="17907"/>
                      </a:lnTo>
                      <a:lnTo>
                        <a:pt x="12097" y="24860"/>
                      </a:lnTo>
                      <a:lnTo>
                        <a:pt x="12097" y="6953"/>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81" name="Google Shape;6542;p64">
                <a:extLst>
                  <a:ext uri="{FF2B5EF4-FFF2-40B4-BE49-F238E27FC236}">
                    <a16:creationId xmlns:a16="http://schemas.microsoft.com/office/drawing/2014/main" id="{53137261-7BF3-CE36-315B-41F490B4B15C}"/>
                  </a:ext>
                </a:extLst>
              </p:cNvPr>
              <p:cNvGrpSpPr/>
              <p:nvPr/>
            </p:nvGrpSpPr>
            <p:grpSpPr>
              <a:xfrm>
                <a:off x="885123" y="3881648"/>
                <a:ext cx="27527" cy="56769"/>
                <a:chOff x="885123" y="3881648"/>
                <a:chExt cx="27527" cy="56769"/>
              </a:xfrm>
            </p:grpSpPr>
            <p:sp>
              <p:nvSpPr>
                <p:cNvPr id="3186" name="Google Shape;6543;p64">
                  <a:extLst>
                    <a:ext uri="{FF2B5EF4-FFF2-40B4-BE49-F238E27FC236}">
                      <a16:creationId xmlns:a16="http://schemas.microsoft.com/office/drawing/2014/main" id="{CCDA227B-F4C5-E486-8722-C4488A148BEC}"/>
                    </a:ext>
                  </a:extLst>
                </p:cNvPr>
                <p:cNvSpPr/>
                <p:nvPr/>
              </p:nvSpPr>
              <p:spPr>
                <a:xfrm>
                  <a:off x="885123" y="3888601"/>
                  <a:ext cx="15430" cy="49815"/>
                </a:xfrm>
                <a:custGeom>
                  <a:avLst/>
                  <a:gdLst/>
                  <a:ahLst/>
                  <a:cxnLst/>
                  <a:rect l="l" t="t" r="r" b="b"/>
                  <a:pathLst>
                    <a:path w="15430" h="49815" extrusionOk="0">
                      <a:moveTo>
                        <a:pt x="15430" y="49816"/>
                      </a:moveTo>
                      <a:lnTo>
                        <a:pt x="0" y="40862"/>
                      </a:lnTo>
                      <a:lnTo>
                        <a:pt x="0" y="0"/>
                      </a:lnTo>
                      <a:lnTo>
                        <a:pt x="15430" y="8954"/>
                      </a:lnTo>
                      <a:lnTo>
                        <a:pt x="15430" y="4981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7" name="Google Shape;6544;p64">
                  <a:extLst>
                    <a:ext uri="{FF2B5EF4-FFF2-40B4-BE49-F238E27FC236}">
                      <a16:creationId xmlns:a16="http://schemas.microsoft.com/office/drawing/2014/main" id="{FDB3808A-5762-8858-D989-193FD96F98D6}"/>
                    </a:ext>
                  </a:extLst>
                </p:cNvPr>
                <p:cNvSpPr/>
                <p:nvPr/>
              </p:nvSpPr>
              <p:spPr>
                <a:xfrm>
                  <a:off x="900554" y="3890602"/>
                  <a:ext cx="12096" cy="47815"/>
                </a:xfrm>
                <a:custGeom>
                  <a:avLst/>
                  <a:gdLst/>
                  <a:ahLst/>
                  <a:cxnLst/>
                  <a:rect l="l" t="t" r="r" b="b"/>
                  <a:pathLst>
                    <a:path w="12096" h="47815" extrusionOk="0">
                      <a:moveTo>
                        <a:pt x="0" y="47816"/>
                      </a:moveTo>
                      <a:lnTo>
                        <a:pt x="12097" y="40862"/>
                      </a:lnTo>
                      <a:lnTo>
                        <a:pt x="12097" y="0"/>
                      </a:lnTo>
                      <a:lnTo>
                        <a:pt x="0" y="6953"/>
                      </a:lnTo>
                      <a:lnTo>
                        <a:pt x="0" y="47816"/>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8" name="Google Shape;6545;p64">
                  <a:extLst>
                    <a:ext uri="{FF2B5EF4-FFF2-40B4-BE49-F238E27FC236}">
                      <a16:creationId xmlns:a16="http://schemas.microsoft.com/office/drawing/2014/main" id="{B2593B07-712C-69EB-0BFF-5CF5F6C87812}"/>
                    </a:ext>
                  </a:extLst>
                </p:cNvPr>
                <p:cNvSpPr/>
                <p:nvPr/>
              </p:nvSpPr>
              <p:spPr>
                <a:xfrm>
                  <a:off x="885123" y="3881648"/>
                  <a:ext cx="27527" cy="15906"/>
                </a:xfrm>
                <a:custGeom>
                  <a:avLst/>
                  <a:gdLst/>
                  <a:ahLst/>
                  <a:cxnLst/>
                  <a:rect l="l" t="t" r="r" b="b"/>
                  <a:pathLst>
                    <a:path w="27527" h="15906" extrusionOk="0">
                      <a:moveTo>
                        <a:pt x="15430" y="15907"/>
                      </a:moveTo>
                      <a:lnTo>
                        <a:pt x="27527" y="8953"/>
                      </a:lnTo>
                      <a:lnTo>
                        <a:pt x="12002" y="0"/>
                      </a:lnTo>
                      <a:lnTo>
                        <a:pt x="0" y="6953"/>
                      </a:lnTo>
                      <a:lnTo>
                        <a:pt x="15430" y="1590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82" name="Google Shape;6546;p64">
                <a:extLst>
                  <a:ext uri="{FF2B5EF4-FFF2-40B4-BE49-F238E27FC236}">
                    <a16:creationId xmlns:a16="http://schemas.microsoft.com/office/drawing/2014/main" id="{6FC7DCF8-12DB-890E-F542-097D1FD4BA0E}"/>
                  </a:ext>
                </a:extLst>
              </p:cNvPr>
              <p:cNvGrpSpPr/>
              <p:nvPr/>
            </p:nvGrpSpPr>
            <p:grpSpPr>
              <a:xfrm>
                <a:off x="889124" y="3834976"/>
                <a:ext cx="19430" cy="60293"/>
                <a:chOff x="889124" y="3834976"/>
                <a:chExt cx="19430" cy="60293"/>
              </a:xfrm>
            </p:grpSpPr>
            <p:sp>
              <p:nvSpPr>
                <p:cNvPr id="3183" name="Google Shape;6547;p64">
                  <a:extLst>
                    <a:ext uri="{FF2B5EF4-FFF2-40B4-BE49-F238E27FC236}">
                      <a16:creationId xmlns:a16="http://schemas.microsoft.com/office/drawing/2014/main" id="{C7AFEAF9-0489-C58E-EC7F-AF5A50DBAE11}"/>
                    </a:ext>
                  </a:extLst>
                </p:cNvPr>
                <p:cNvSpPr/>
                <p:nvPr/>
              </p:nvSpPr>
              <p:spPr>
                <a:xfrm>
                  <a:off x="889124" y="3839929"/>
                  <a:ext cx="10953" cy="55340"/>
                </a:xfrm>
                <a:custGeom>
                  <a:avLst/>
                  <a:gdLst/>
                  <a:ahLst/>
                  <a:cxnLst/>
                  <a:rect l="l" t="t" r="r" b="b"/>
                  <a:pathLst>
                    <a:path w="10953" h="55340" extrusionOk="0">
                      <a:moveTo>
                        <a:pt x="10954" y="55340"/>
                      </a:moveTo>
                      <a:lnTo>
                        <a:pt x="0" y="48958"/>
                      </a:lnTo>
                      <a:lnTo>
                        <a:pt x="0" y="0"/>
                      </a:lnTo>
                      <a:lnTo>
                        <a:pt x="10954" y="6287"/>
                      </a:lnTo>
                      <a:lnTo>
                        <a:pt x="10954" y="5534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4" name="Google Shape;6548;p64">
                  <a:extLst>
                    <a:ext uri="{FF2B5EF4-FFF2-40B4-BE49-F238E27FC236}">
                      <a16:creationId xmlns:a16="http://schemas.microsoft.com/office/drawing/2014/main" id="{CC08D999-D448-E272-F3E1-D20F21FEF557}"/>
                    </a:ext>
                  </a:extLst>
                </p:cNvPr>
                <p:cNvSpPr/>
                <p:nvPr/>
              </p:nvSpPr>
              <p:spPr>
                <a:xfrm>
                  <a:off x="900077" y="3841358"/>
                  <a:ext cx="8477" cy="53911"/>
                </a:xfrm>
                <a:custGeom>
                  <a:avLst/>
                  <a:gdLst/>
                  <a:ahLst/>
                  <a:cxnLst/>
                  <a:rect l="l" t="t" r="r" b="b"/>
                  <a:pathLst>
                    <a:path w="8477" h="53911" extrusionOk="0">
                      <a:moveTo>
                        <a:pt x="0" y="53912"/>
                      </a:moveTo>
                      <a:lnTo>
                        <a:pt x="8477" y="48958"/>
                      </a:lnTo>
                      <a:lnTo>
                        <a:pt x="8477" y="0"/>
                      </a:lnTo>
                      <a:lnTo>
                        <a:pt x="0" y="4858"/>
                      </a:lnTo>
                      <a:lnTo>
                        <a:pt x="0" y="53912"/>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5" name="Google Shape;6549;p64">
                  <a:extLst>
                    <a:ext uri="{FF2B5EF4-FFF2-40B4-BE49-F238E27FC236}">
                      <a16:creationId xmlns:a16="http://schemas.microsoft.com/office/drawing/2014/main" id="{583FD425-0027-8E8D-B532-CEBAA99EFC2A}"/>
                    </a:ext>
                  </a:extLst>
                </p:cNvPr>
                <p:cNvSpPr/>
                <p:nvPr/>
              </p:nvSpPr>
              <p:spPr>
                <a:xfrm>
                  <a:off x="889124" y="3834976"/>
                  <a:ext cx="19430" cy="11239"/>
                </a:xfrm>
                <a:custGeom>
                  <a:avLst/>
                  <a:gdLst/>
                  <a:ahLst/>
                  <a:cxnLst/>
                  <a:rect l="l" t="t" r="r" b="b"/>
                  <a:pathLst>
                    <a:path w="19430" h="11239" extrusionOk="0">
                      <a:moveTo>
                        <a:pt x="10954" y="11240"/>
                      </a:moveTo>
                      <a:lnTo>
                        <a:pt x="19431" y="6382"/>
                      </a:lnTo>
                      <a:lnTo>
                        <a:pt x="8477" y="0"/>
                      </a:lnTo>
                      <a:lnTo>
                        <a:pt x="0" y="4953"/>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5" name="Google Shape;6550;p64">
              <a:extLst>
                <a:ext uri="{FF2B5EF4-FFF2-40B4-BE49-F238E27FC236}">
                  <a16:creationId xmlns:a16="http://schemas.microsoft.com/office/drawing/2014/main" id="{891DBED5-D9C4-A78D-E669-AEF78EBE87EF}"/>
                </a:ext>
              </a:extLst>
            </p:cNvPr>
            <p:cNvGrpSpPr/>
            <p:nvPr/>
          </p:nvGrpSpPr>
          <p:grpSpPr>
            <a:xfrm>
              <a:off x="900077" y="3695339"/>
              <a:ext cx="278035" cy="537019"/>
              <a:chOff x="900077" y="3695339"/>
              <a:chExt cx="278035" cy="537019"/>
            </a:xfrm>
          </p:grpSpPr>
          <p:sp>
            <p:nvSpPr>
              <p:cNvPr id="3158" name="Google Shape;6551;p64">
                <a:extLst>
                  <a:ext uri="{FF2B5EF4-FFF2-40B4-BE49-F238E27FC236}">
                    <a16:creationId xmlns:a16="http://schemas.microsoft.com/office/drawing/2014/main" id="{F08AE125-A432-DE38-2345-D83E37B5A1AB}"/>
                  </a:ext>
                </a:extLst>
              </p:cNvPr>
              <p:cNvSpPr/>
              <p:nvPr/>
            </p:nvSpPr>
            <p:spPr>
              <a:xfrm>
                <a:off x="900077" y="3846215"/>
                <a:ext cx="11144" cy="386143"/>
              </a:xfrm>
              <a:custGeom>
                <a:avLst/>
                <a:gdLst/>
                <a:ahLst/>
                <a:cxnLst/>
                <a:rect l="l" t="t" r="r" b="b"/>
                <a:pathLst>
                  <a:path w="11144" h="386143" extrusionOk="0">
                    <a:moveTo>
                      <a:pt x="11144" y="386143"/>
                    </a:moveTo>
                    <a:lnTo>
                      <a:pt x="0" y="379666"/>
                    </a:lnTo>
                    <a:lnTo>
                      <a:pt x="0" y="0"/>
                    </a:lnTo>
                    <a:lnTo>
                      <a:pt x="11144" y="6477"/>
                    </a:lnTo>
                    <a:lnTo>
                      <a:pt x="11144" y="386143"/>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9" name="Google Shape;6552;p64">
                <a:extLst>
                  <a:ext uri="{FF2B5EF4-FFF2-40B4-BE49-F238E27FC236}">
                    <a16:creationId xmlns:a16="http://schemas.microsoft.com/office/drawing/2014/main" id="{15EE4C07-5F41-C99E-2D5C-9AB1D0C7E747}"/>
                  </a:ext>
                </a:extLst>
              </p:cNvPr>
              <p:cNvSpPr/>
              <p:nvPr/>
            </p:nvSpPr>
            <p:spPr>
              <a:xfrm>
                <a:off x="900077" y="3695339"/>
                <a:ext cx="272415" cy="157353"/>
              </a:xfrm>
              <a:custGeom>
                <a:avLst/>
                <a:gdLst/>
                <a:ahLst/>
                <a:cxnLst/>
                <a:rect l="l" t="t" r="r" b="b"/>
                <a:pathLst>
                  <a:path w="272415" h="157353" extrusionOk="0">
                    <a:moveTo>
                      <a:pt x="11144" y="157353"/>
                    </a:moveTo>
                    <a:lnTo>
                      <a:pt x="0" y="150876"/>
                    </a:lnTo>
                    <a:lnTo>
                      <a:pt x="261271" y="0"/>
                    </a:lnTo>
                    <a:lnTo>
                      <a:pt x="272415" y="6477"/>
                    </a:lnTo>
                    <a:lnTo>
                      <a:pt x="11144" y="157353"/>
                    </a:lnTo>
                    <a:close/>
                  </a:path>
                </a:pathLst>
              </a:custGeom>
              <a:solidFill>
                <a:srgbClr val="E6E7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0" name="Google Shape;6553;p64">
                <a:extLst>
                  <a:ext uri="{FF2B5EF4-FFF2-40B4-BE49-F238E27FC236}">
                    <a16:creationId xmlns:a16="http://schemas.microsoft.com/office/drawing/2014/main" id="{4D710320-0773-A13D-1B0B-5F6A2E9E54DA}"/>
                  </a:ext>
                </a:extLst>
              </p:cNvPr>
              <p:cNvSpPr/>
              <p:nvPr/>
            </p:nvSpPr>
            <p:spPr>
              <a:xfrm>
                <a:off x="902649" y="3714675"/>
                <a:ext cx="261270" cy="512730"/>
              </a:xfrm>
              <a:custGeom>
                <a:avLst/>
                <a:gdLst/>
                <a:ahLst/>
                <a:cxnLst/>
                <a:rect l="l" t="t" r="r" b="b"/>
                <a:pathLst>
                  <a:path w="261270" h="512730" extrusionOk="0">
                    <a:moveTo>
                      <a:pt x="261271" y="0"/>
                    </a:moveTo>
                    <a:lnTo>
                      <a:pt x="0" y="150876"/>
                    </a:lnTo>
                    <a:lnTo>
                      <a:pt x="0" y="512731"/>
                    </a:lnTo>
                    <a:lnTo>
                      <a:pt x="261271" y="361855"/>
                    </a:lnTo>
                    <a:lnTo>
                      <a:pt x="261271" y="0"/>
                    </a:lnTo>
                    <a:close/>
                    <a:moveTo>
                      <a:pt x="252317" y="314611"/>
                    </a:moveTo>
                    <a:lnTo>
                      <a:pt x="119634" y="391192"/>
                    </a:lnTo>
                    <a:lnTo>
                      <a:pt x="93726" y="358426"/>
                    </a:lnTo>
                    <a:lnTo>
                      <a:pt x="93917" y="352711"/>
                    </a:lnTo>
                    <a:lnTo>
                      <a:pt x="85344" y="347758"/>
                    </a:lnTo>
                    <a:lnTo>
                      <a:pt x="8668" y="392049"/>
                    </a:lnTo>
                    <a:lnTo>
                      <a:pt x="8668" y="140398"/>
                    </a:lnTo>
                    <a:lnTo>
                      <a:pt x="203549" y="27908"/>
                    </a:lnTo>
                    <a:lnTo>
                      <a:pt x="252317" y="51625"/>
                    </a:lnTo>
                    <a:lnTo>
                      <a:pt x="252317" y="31470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1" name="Google Shape;6554;p64">
                <a:extLst>
                  <a:ext uri="{FF2B5EF4-FFF2-40B4-BE49-F238E27FC236}">
                    <a16:creationId xmlns:a16="http://schemas.microsoft.com/office/drawing/2014/main" id="{542939A3-369D-9DEB-3364-B1C2044422FB}"/>
                  </a:ext>
                </a:extLst>
              </p:cNvPr>
              <p:cNvSpPr/>
              <p:nvPr/>
            </p:nvSpPr>
            <p:spPr>
              <a:xfrm>
                <a:off x="911222" y="3701721"/>
                <a:ext cx="266890" cy="530637"/>
              </a:xfrm>
              <a:custGeom>
                <a:avLst/>
                <a:gdLst/>
                <a:ahLst/>
                <a:cxnLst/>
                <a:rect l="l" t="t" r="r" b="b"/>
                <a:pathLst>
                  <a:path w="266890" h="530637" extrusionOk="0">
                    <a:moveTo>
                      <a:pt x="261271" y="95"/>
                    </a:moveTo>
                    <a:lnTo>
                      <a:pt x="0" y="150971"/>
                    </a:lnTo>
                    <a:lnTo>
                      <a:pt x="0" y="530638"/>
                    </a:lnTo>
                    <a:lnTo>
                      <a:pt x="261271" y="379762"/>
                    </a:lnTo>
                    <a:lnTo>
                      <a:pt x="266890" y="297752"/>
                    </a:lnTo>
                    <a:lnTo>
                      <a:pt x="266890" y="29718"/>
                    </a:lnTo>
                    <a:lnTo>
                      <a:pt x="261271" y="0"/>
                    </a:lnTo>
                    <a:close/>
                    <a:moveTo>
                      <a:pt x="252317" y="332518"/>
                    </a:moveTo>
                    <a:lnTo>
                      <a:pt x="119634" y="409099"/>
                    </a:lnTo>
                    <a:lnTo>
                      <a:pt x="85344" y="365570"/>
                    </a:lnTo>
                    <a:lnTo>
                      <a:pt x="8668" y="409861"/>
                    </a:lnTo>
                    <a:lnTo>
                      <a:pt x="8668" y="158210"/>
                    </a:lnTo>
                    <a:lnTo>
                      <a:pt x="203549" y="45625"/>
                    </a:lnTo>
                    <a:lnTo>
                      <a:pt x="252317" y="69342"/>
                    </a:lnTo>
                    <a:lnTo>
                      <a:pt x="252317" y="33242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162" name="Google Shape;6555;p64">
                <a:extLst>
                  <a:ext uri="{FF2B5EF4-FFF2-40B4-BE49-F238E27FC236}">
                    <a16:creationId xmlns:a16="http://schemas.microsoft.com/office/drawing/2014/main" id="{3EBD5C64-A76D-8CDC-BEAB-88333558C4F4}"/>
                  </a:ext>
                </a:extLst>
              </p:cNvPr>
              <p:cNvGrpSpPr/>
              <p:nvPr/>
            </p:nvGrpSpPr>
            <p:grpSpPr>
              <a:xfrm>
                <a:off x="925890" y="4082171"/>
                <a:ext cx="72008" cy="126449"/>
                <a:chOff x="925890" y="4082171"/>
                <a:chExt cx="72008" cy="126449"/>
              </a:xfrm>
            </p:grpSpPr>
            <p:sp>
              <p:nvSpPr>
                <p:cNvPr id="3164" name="Google Shape;6556;p64">
                  <a:extLst>
                    <a:ext uri="{FF2B5EF4-FFF2-40B4-BE49-F238E27FC236}">
                      <a16:creationId xmlns:a16="http://schemas.microsoft.com/office/drawing/2014/main" id="{D9AD1A88-F6E2-F72F-CAE8-C326D5557B2E}"/>
                    </a:ext>
                  </a:extLst>
                </p:cNvPr>
                <p:cNvSpPr/>
                <p:nvPr/>
              </p:nvSpPr>
              <p:spPr>
                <a:xfrm>
                  <a:off x="925890" y="4082171"/>
                  <a:ext cx="72008" cy="126449"/>
                </a:xfrm>
                <a:custGeom>
                  <a:avLst/>
                  <a:gdLst/>
                  <a:ahLst/>
                  <a:cxnLst/>
                  <a:rect l="l" t="t" r="r" b="b"/>
                  <a:pathLst>
                    <a:path w="72008" h="126449" extrusionOk="0">
                      <a:moveTo>
                        <a:pt x="72009" y="79989"/>
                      </a:moveTo>
                      <a:cubicBezTo>
                        <a:pt x="72009" y="84370"/>
                        <a:pt x="68866" y="89705"/>
                        <a:pt x="65151" y="91895"/>
                      </a:cubicBezTo>
                      <a:lnTo>
                        <a:pt x="6858" y="125518"/>
                      </a:lnTo>
                      <a:cubicBezTo>
                        <a:pt x="3048" y="127709"/>
                        <a:pt x="0" y="125900"/>
                        <a:pt x="0" y="121518"/>
                      </a:cubicBezTo>
                      <a:lnTo>
                        <a:pt x="0" y="46461"/>
                      </a:lnTo>
                      <a:cubicBezTo>
                        <a:pt x="0" y="42080"/>
                        <a:pt x="3143" y="36745"/>
                        <a:pt x="6858" y="34555"/>
                      </a:cubicBezTo>
                      <a:lnTo>
                        <a:pt x="65151" y="932"/>
                      </a:lnTo>
                      <a:cubicBezTo>
                        <a:pt x="68961" y="-1259"/>
                        <a:pt x="72009" y="550"/>
                        <a:pt x="72009" y="4932"/>
                      </a:cubicBezTo>
                      <a:lnTo>
                        <a:pt x="72009" y="7998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165" name="Google Shape;6557;p64">
                  <a:extLst>
                    <a:ext uri="{FF2B5EF4-FFF2-40B4-BE49-F238E27FC236}">
                      <a16:creationId xmlns:a16="http://schemas.microsoft.com/office/drawing/2014/main" id="{A66BF57F-8D29-E9E1-5763-516DD81A1923}"/>
                    </a:ext>
                  </a:extLst>
                </p:cNvPr>
                <p:cNvGrpSpPr/>
                <p:nvPr/>
              </p:nvGrpSpPr>
              <p:grpSpPr>
                <a:xfrm>
                  <a:off x="931796" y="4117736"/>
                  <a:ext cx="25717" cy="33221"/>
                  <a:chOff x="931796" y="4117736"/>
                  <a:chExt cx="25717" cy="33221"/>
                </a:xfrm>
              </p:grpSpPr>
              <p:sp>
                <p:nvSpPr>
                  <p:cNvPr id="3175" name="Google Shape;6558;p64">
                    <a:extLst>
                      <a:ext uri="{FF2B5EF4-FFF2-40B4-BE49-F238E27FC236}">
                        <a16:creationId xmlns:a16="http://schemas.microsoft.com/office/drawing/2014/main" id="{1F492484-F0CB-5837-EC1D-0FDA9B8E1CF2}"/>
                      </a:ext>
                    </a:extLst>
                  </p:cNvPr>
                  <p:cNvSpPr/>
                  <p:nvPr/>
                </p:nvSpPr>
                <p:spPr>
                  <a:xfrm>
                    <a:off x="931796" y="4117736"/>
                    <a:ext cx="25717" cy="33221"/>
                  </a:xfrm>
                  <a:custGeom>
                    <a:avLst/>
                    <a:gdLst/>
                    <a:ahLst/>
                    <a:cxnLst/>
                    <a:rect l="l" t="t" r="r" b="b"/>
                    <a:pathLst>
                      <a:path w="25717" h="33221" extrusionOk="0">
                        <a:moveTo>
                          <a:pt x="25718" y="9181"/>
                        </a:moveTo>
                        <a:cubicBezTo>
                          <a:pt x="25718" y="17373"/>
                          <a:pt x="19907" y="27374"/>
                          <a:pt x="12859" y="31470"/>
                        </a:cubicBezTo>
                        <a:cubicBezTo>
                          <a:pt x="5715" y="35565"/>
                          <a:pt x="0" y="32232"/>
                          <a:pt x="0" y="24040"/>
                        </a:cubicBezTo>
                        <a:cubicBezTo>
                          <a:pt x="0" y="15849"/>
                          <a:pt x="5810" y="5847"/>
                          <a:pt x="12859" y="1752"/>
                        </a:cubicBezTo>
                        <a:cubicBezTo>
                          <a:pt x="20003" y="-2344"/>
                          <a:pt x="25718" y="990"/>
                          <a:pt x="25718" y="918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6" name="Google Shape;6559;p64">
                    <a:extLst>
                      <a:ext uri="{FF2B5EF4-FFF2-40B4-BE49-F238E27FC236}">
                        <a16:creationId xmlns:a16="http://schemas.microsoft.com/office/drawing/2014/main" id="{43897928-47D8-EADC-EFD0-06B58618971F}"/>
                      </a:ext>
                    </a:extLst>
                  </p:cNvPr>
                  <p:cNvSpPr/>
                  <p:nvPr/>
                </p:nvSpPr>
                <p:spPr>
                  <a:xfrm>
                    <a:off x="932653" y="4118990"/>
                    <a:ext cx="23907" cy="30790"/>
                  </a:xfrm>
                  <a:custGeom>
                    <a:avLst/>
                    <a:gdLst/>
                    <a:ahLst/>
                    <a:cxnLst/>
                    <a:rect l="l" t="t" r="r" b="b"/>
                    <a:pathLst>
                      <a:path w="23907" h="30790" extrusionOk="0">
                        <a:moveTo>
                          <a:pt x="23908" y="8498"/>
                        </a:moveTo>
                        <a:cubicBezTo>
                          <a:pt x="23908" y="16118"/>
                          <a:pt x="18574" y="25358"/>
                          <a:pt x="11906" y="29167"/>
                        </a:cubicBezTo>
                        <a:cubicBezTo>
                          <a:pt x="5334" y="32977"/>
                          <a:pt x="0" y="29834"/>
                          <a:pt x="0" y="22309"/>
                        </a:cubicBezTo>
                        <a:cubicBezTo>
                          <a:pt x="0" y="14785"/>
                          <a:pt x="5334" y="5355"/>
                          <a:pt x="11906" y="1640"/>
                        </a:cubicBezTo>
                        <a:cubicBezTo>
                          <a:pt x="18479" y="-2170"/>
                          <a:pt x="23908" y="878"/>
                          <a:pt x="23908" y="8498"/>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7" name="Google Shape;6560;p64">
                    <a:extLst>
                      <a:ext uri="{FF2B5EF4-FFF2-40B4-BE49-F238E27FC236}">
                        <a16:creationId xmlns:a16="http://schemas.microsoft.com/office/drawing/2014/main" id="{315C7125-A088-68D9-BE84-E888849CFF32}"/>
                      </a:ext>
                    </a:extLst>
                  </p:cNvPr>
                  <p:cNvSpPr/>
                  <p:nvPr/>
                </p:nvSpPr>
                <p:spPr>
                  <a:xfrm>
                    <a:off x="939225" y="4127412"/>
                    <a:ext cx="10763" cy="13947"/>
                  </a:xfrm>
                  <a:custGeom>
                    <a:avLst/>
                    <a:gdLst/>
                    <a:ahLst/>
                    <a:cxnLst/>
                    <a:rect l="l" t="t" r="r" b="b"/>
                    <a:pathLst>
                      <a:path w="10763" h="13947" extrusionOk="0">
                        <a:moveTo>
                          <a:pt x="10763" y="3887"/>
                        </a:moveTo>
                        <a:cubicBezTo>
                          <a:pt x="10763" y="7316"/>
                          <a:pt x="8382" y="11507"/>
                          <a:pt x="5334" y="13221"/>
                        </a:cubicBezTo>
                        <a:cubicBezTo>
                          <a:pt x="2381" y="14936"/>
                          <a:pt x="0" y="13507"/>
                          <a:pt x="0" y="10078"/>
                        </a:cubicBezTo>
                        <a:cubicBezTo>
                          <a:pt x="0" y="6649"/>
                          <a:pt x="2381" y="2458"/>
                          <a:pt x="5334" y="744"/>
                        </a:cubicBezTo>
                        <a:cubicBezTo>
                          <a:pt x="8287" y="-971"/>
                          <a:pt x="10763" y="363"/>
                          <a:pt x="10763" y="38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166" name="Google Shape;6561;p64">
                  <a:extLst>
                    <a:ext uri="{FF2B5EF4-FFF2-40B4-BE49-F238E27FC236}">
                      <a16:creationId xmlns:a16="http://schemas.microsoft.com/office/drawing/2014/main" id="{4FEB840D-4B34-A856-1567-B9023AF1794D}"/>
                    </a:ext>
                  </a:extLst>
                </p:cNvPr>
                <p:cNvSpPr/>
                <p:nvPr/>
              </p:nvSpPr>
              <p:spPr>
                <a:xfrm>
                  <a:off x="931700" y="4139556"/>
                  <a:ext cx="60293" cy="41110"/>
                </a:xfrm>
                <a:custGeom>
                  <a:avLst/>
                  <a:gdLst/>
                  <a:ahLst/>
                  <a:cxnLst/>
                  <a:rect l="l" t="t" r="r" b="b"/>
                  <a:pathLst>
                    <a:path w="60293" h="41110" extrusionOk="0">
                      <a:moveTo>
                        <a:pt x="60293" y="4220"/>
                      </a:moveTo>
                      <a:cubicBezTo>
                        <a:pt x="60293" y="6125"/>
                        <a:pt x="58960" y="8411"/>
                        <a:pt x="57341" y="9364"/>
                      </a:cubicBezTo>
                      <a:lnTo>
                        <a:pt x="2953" y="40701"/>
                      </a:lnTo>
                      <a:cubicBezTo>
                        <a:pt x="1334" y="41653"/>
                        <a:pt x="0" y="40891"/>
                        <a:pt x="0" y="38986"/>
                      </a:cubicBezTo>
                      <a:lnTo>
                        <a:pt x="0" y="36986"/>
                      </a:lnTo>
                      <a:cubicBezTo>
                        <a:pt x="0" y="35081"/>
                        <a:pt x="1334" y="32795"/>
                        <a:pt x="2953" y="31843"/>
                      </a:cubicBezTo>
                      <a:lnTo>
                        <a:pt x="57341" y="410"/>
                      </a:lnTo>
                      <a:cubicBezTo>
                        <a:pt x="58960" y="-542"/>
                        <a:pt x="60293" y="219"/>
                        <a:pt x="60293" y="2125"/>
                      </a:cubicBezTo>
                      <a:lnTo>
                        <a:pt x="60293" y="412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7" name="Google Shape;6562;p64">
                  <a:extLst>
                    <a:ext uri="{FF2B5EF4-FFF2-40B4-BE49-F238E27FC236}">
                      <a16:creationId xmlns:a16="http://schemas.microsoft.com/office/drawing/2014/main" id="{736BA251-6770-E02C-59AD-25C9B255E055}"/>
                    </a:ext>
                  </a:extLst>
                </p:cNvPr>
                <p:cNvSpPr/>
                <p:nvPr/>
              </p:nvSpPr>
              <p:spPr>
                <a:xfrm>
                  <a:off x="931700" y="4154034"/>
                  <a:ext cx="60293" cy="41110"/>
                </a:xfrm>
                <a:custGeom>
                  <a:avLst/>
                  <a:gdLst/>
                  <a:ahLst/>
                  <a:cxnLst/>
                  <a:rect l="l" t="t" r="r" b="b"/>
                  <a:pathLst>
                    <a:path w="60293" h="41110" extrusionOk="0">
                      <a:moveTo>
                        <a:pt x="60293" y="4125"/>
                      </a:moveTo>
                      <a:cubicBezTo>
                        <a:pt x="60293" y="6030"/>
                        <a:pt x="58960" y="8316"/>
                        <a:pt x="57341" y="9268"/>
                      </a:cubicBezTo>
                      <a:lnTo>
                        <a:pt x="2953" y="40701"/>
                      </a:lnTo>
                      <a:cubicBezTo>
                        <a:pt x="1334" y="41653"/>
                        <a:pt x="0" y="40891"/>
                        <a:pt x="0" y="38986"/>
                      </a:cubicBezTo>
                      <a:lnTo>
                        <a:pt x="0" y="36986"/>
                      </a:lnTo>
                      <a:cubicBezTo>
                        <a:pt x="0" y="35081"/>
                        <a:pt x="1334" y="32795"/>
                        <a:pt x="2953" y="31842"/>
                      </a:cubicBezTo>
                      <a:lnTo>
                        <a:pt x="57341" y="410"/>
                      </a:lnTo>
                      <a:cubicBezTo>
                        <a:pt x="58960" y="-542"/>
                        <a:pt x="60293" y="220"/>
                        <a:pt x="60293" y="2125"/>
                      </a:cubicBezTo>
                      <a:lnTo>
                        <a:pt x="60293" y="412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168" name="Google Shape;6563;p64">
                  <a:extLst>
                    <a:ext uri="{FF2B5EF4-FFF2-40B4-BE49-F238E27FC236}">
                      <a16:creationId xmlns:a16="http://schemas.microsoft.com/office/drawing/2014/main" id="{4A60A07F-9630-4B2D-3153-638A11C780D4}"/>
                    </a:ext>
                  </a:extLst>
                </p:cNvPr>
                <p:cNvGrpSpPr/>
                <p:nvPr/>
              </p:nvGrpSpPr>
              <p:grpSpPr>
                <a:xfrm>
                  <a:off x="964181" y="4099361"/>
                  <a:ext cx="27812" cy="46730"/>
                  <a:chOff x="964181" y="4099361"/>
                  <a:chExt cx="27812" cy="46730"/>
                </a:xfrm>
              </p:grpSpPr>
              <p:sp>
                <p:nvSpPr>
                  <p:cNvPr id="3169" name="Google Shape;6564;p64">
                    <a:extLst>
                      <a:ext uri="{FF2B5EF4-FFF2-40B4-BE49-F238E27FC236}">
                        <a16:creationId xmlns:a16="http://schemas.microsoft.com/office/drawing/2014/main" id="{0286166F-1CC2-D73D-BC9E-5F9F640196E4}"/>
                      </a:ext>
                    </a:extLst>
                  </p:cNvPr>
                  <p:cNvSpPr/>
                  <p:nvPr/>
                </p:nvSpPr>
                <p:spPr>
                  <a:xfrm>
                    <a:off x="964181" y="4108790"/>
                    <a:ext cx="11430" cy="12821"/>
                  </a:xfrm>
                  <a:custGeom>
                    <a:avLst/>
                    <a:gdLst/>
                    <a:ahLst/>
                    <a:cxnLst/>
                    <a:rect l="l" t="t" r="r" b="b"/>
                    <a:pathLst>
                      <a:path w="11430" h="12821" extrusionOk="0">
                        <a:moveTo>
                          <a:pt x="11430" y="4125"/>
                        </a:moveTo>
                        <a:cubicBezTo>
                          <a:pt x="11430" y="6030"/>
                          <a:pt x="10097" y="8316"/>
                          <a:pt x="8477" y="9268"/>
                        </a:cubicBezTo>
                        <a:lnTo>
                          <a:pt x="2953" y="12412"/>
                        </a:lnTo>
                        <a:cubicBezTo>
                          <a:pt x="1333" y="13364"/>
                          <a:pt x="0" y="12602"/>
                          <a:pt x="0" y="10697"/>
                        </a:cubicBezTo>
                        <a:lnTo>
                          <a:pt x="0" y="8697"/>
                        </a:lnTo>
                        <a:cubicBezTo>
                          <a:pt x="0" y="6792"/>
                          <a:pt x="1333" y="4506"/>
                          <a:pt x="2953" y="3553"/>
                        </a:cubicBezTo>
                        <a:lnTo>
                          <a:pt x="8477" y="410"/>
                        </a:lnTo>
                        <a:cubicBezTo>
                          <a:pt x="10097" y="-542"/>
                          <a:pt x="11430" y="220"/>
                          <a:pt x="11430" y="2125"/>
                        </a:cubicBezTo>
                        <a:lnTo>
                          <a:pt x="11430" y="412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0" name="Google Shape;6565;p64">
                    <a:extLst>
                      <a:ext uri="{FF2B5EF4-FFF2-40B4-BE49-F238E27FC236}">
                        <a16:creationId xmlns:a16="http://schemas.microsoft.com/office/drawing/2014/main" id="{F4C294CF-D672-4ABB-85F0-09548895D66A}"/>
                      </a:ext>
                    </a:extLst>
                  </p:cNvPr>
                  <p:cNvSpPr/>
                  <p:nvPr/>
                </p:nvSpPr>
                <p:spPr>
                  <a:xfrm>
                    <a:off x="964181" y="4120982"/>
                    <a:ext cx="11430" cy="12821"/>
                  </a:xfrm>
                  <a:custGeom>
                    <a:avLst/>
                    <a:gdLst/>
                    <a:ahLst/>
                    <a:cxnLst/>
                    <a:rect l="l" t="t" r="r" b="b"/>
                    <a:pathLst>
                      <a:path w="11430" h="12821" extrusionOk="0">
                        <a:moveTo>
                          <a:pt x="11430" y="4125"/>
                        </a:moveTo>
                        <a:cubicBezTo>
                          <a:pt x="11430" y="6030"/>
                          <a:pt x="10097" y="8316"/>
                          <a:pt x="8477" y="9268"/>
                        </a:cubicBezTo>
                        <a:lnTo>
                          <a:pt x="2953" y="12412"/>
                        </a:lnTo>
                        <a:cubicBezTo>
                          <a:pt x="1333" y="13364"/>
                          <a:pt x="0" y="12602"/>
                          <a:pt x="0" y="10697"/>
                        </a:cubicBezTo>
                        <a:lnTo>
                          <a:pt x="0" y="8697"/>
                        </a:lnTo>
                        <a:cubicBezTo>
                          <a:pt x="0" y="6792"/>
                          <a:pt x="1333" y="4506"/>
                          <a:pt x="2953" y="3553"/>
                        </a:cubicBezTo>
                        <a:lnTo>
                          <a:pt x="8477" y="410"/>
                        </a:lnTo>
                        <a:cubicBezTo>
                          <a:pt x="10097" y="-542"/>
                          <a:pt x="11430" y="220"/>
                          <a:pt x="11430" y="2125"/>
                        </a:cubicBezTo>
                        <a:lnTo>
                          <a:pt x="11430" y="412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1" name="Google Shape;6566;p64">
                    <a:extLst>
                      <a:ext uri="{FF2B5EF4-FFF2-40B4-BE49-F238E27FC236}">
                        <a16:creationId xmlns:a16="http://schemas.microsoft.com/office/drawing/2014/main" id="{B62B3DA6-FC3C-DA0A-B434-D224B4E0465D}"/>
                      </a:ext>
                    </a:extLst>
                  </p:cNvPr>
                  <p:cNvSpPr/>
                  <p:nvPr/>
                </p:nvSpPr>
                <p:spPr>
                  <a:xfrm>
                    <a:off x="964181" y="4133270"/>
                    <a:ext cx="11430" cy="12821"/>
                  </a:xfrm>
                  <a:custGeom>
                    <a:avLst/>
                    <a:gdLst/>
                    <a:ahLst/>
                    <a:cxnLst/>
                    <a:rect l="l" t="t" r="r" b="b"/>
                    <a:pathLst>
                      <a:path w="11430" h="12821" extrusionOk="0">
                        <a:moveTo>
                          <a:pt x="11430" y="4125"/>
                        </a:moveTo>
                        <a:cubicBezTo>
                          <a:pt x="11430" y="6030"/>
                          <a:pt x="10097" y="8316"/>
                          <a:pt x="8477" y="9268"/>
                        </a:cubicBezTo>
                        <a:lnTo>
                          <a:pt x="2953" y="12412"/>
                        </a:lnTo>
                        <a:cubicBezTo>
                          <a:pt x="1333" y="13364"/>
                          <a:pt x="0" y="12602"/>
                          <a:pt x="0" y="10697"/>
                        </a:cubicBezTo>
                        <a:lnTo>
                          <a:pt x="0" y="8697"/>
                        </a:lnTo>
                        <a:cubicBezTo>
                          <a:pt x="0" y="6792"/>
                          <a:pt x="1333" y="4506"/>
                          <a:pt x="2953" y="3553"/>
                        </a:cubicBezTo>
                        <a:lnTo>
                          <a:pt x="8477" y="410"/>
                        </a:lnTo>
                        <a:cubicBezTo>
                          <a:pt x="10097" y="-542"/>
                          <a:pt x="11430" y="219"/>
                          <a:pt x="11430" y="2125"/>
                        </a:cubicBezTo>
                        <a:lnTo>
                          <a:pt x="11430" y="412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2" name="Google Shape;6567;p64">
                    <a:extLst>
                      <a:ext uri="{FF2B5EF4-FFF2-40B4-BE49-F238E27FC236}">
                        <a16:creationId xmlns:a16="http://schemas.microsoft.com/office/drawing/2014/main" id="{65EC719C-476D-2934-90FE-3EDD89B62C20}"/>
                      </a:ext>
                    </a:extLst>
                  </p:cNvPr>
                  <p:cNvSpPr/>
                  <p:nvPr/>
                </p:nvSpPr>
                <p:spPr>
                  <a:xfrm>
                    <a:off x="980659" y="4099361"/>
                    <a:ext cx="11334" cy="12821"/>
                  </a:xfrm>
                  <a:custGeom>
                    <a:avLst/>
                    <a:gdLst/>
                    <a:ahLst/>
                    <a:cxnLst/>
                    <a:rect l="l" t="t" r="r" b="b"/>
                    <a:pathLst>
                      <a:path w="11334" h="12821" extrusionOk="0">
                        <a:moveTo>
                          <a:pt x="11335" y="4125"/>
                        </a:moveTo>
                        <a:cubicBezTo>
                          <a:pt x="11335" y="6030"/>
                          <a:pt x="10001" y="8316"/>
                          <a:pt x="8382" y="9268"/>
                        </a:cubicBezTo>
                        <a:lnTo>
                          <a:pt x="2953" y="12411"/>
                        </a:lnTo>
                        <a:cubicBezTo>
                          <a:pt x="1333" y="13364"/>
                          <a:pt x="0" y="12602"/>
                          <a:pt x="0" y="10697"/>
                        </a:cubicBezTo>
                        <a:lnTo>
                          <a:pt x="0" y="8697"/>
                        </a:lnTo>
                        <a:cubicBezTo>
                          <a:pt x="0" y="6792"/>
                          <a:pt x="1333" y="4506"/>
                          <a:pt x="2953" y="3553"/>
                        </a:cubicBezTo>
                        <a:lnTo>
                          <a:pt x="8382" y="410"/>
                        </a:lnTo>
                        <a:cubicBezTo>
                          <a:pt x="10001" y="-542"/>
                          <a:pt x="11335" y="219"/>
                          <a:pt x="11335" y="2125"/>
                        </a:cubicBezTo>
                        <a:lnTo>
                          <a:pt x="11335" y="412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3" name="Google Shape;6568;p64">
                    <a:extLst>
                      <a:ext uri="{FF2B5EF4-FFF2-40B4-BE49-F238E27FC236}">
                        <a16:creationId xmlns:a16="http://schemas.microsoft.com/office/drawing/2014/main" id="{DA90E2EE-3CF0-8169-9EC2-1C5B1A8468FC}"/>
                      </a:ext>
                    </a:extLst>
                  </p:cNvPr>
                  <p:cNvSpPr/>
                  <p:nvPr/>
                </p:nvSpPr>
                <p:spPr>
                  <a:xfrm>
                    <a:off x="980659" y="4111553"/>
                    <a:ext cx="11334" cy="12821"/>
                  </a:xfrm>
                  <a:custGeom>
                    <a:avLst/>
                    <a:gdLst/>
                    <a:ahLst/>
                    <a:cxnLst/>
                    <a:rect l="l" t="t" r="r" b="b"/>
                    <a:pathLst>
                      <a:path w="11334" h="12821" extrusionOk="0">
                        <a:moveTo>
                          <a:pt x="11335" y="4125"/>
                        </a:moveTo>
                        <a:cubicBezTo>
                          <a:pt x="11335" y="6030"/>
                          <a:pt x="10001" y="8316"/>
                          <a:pt x="8382" y="9268"/>
                        </a:cubicBezTo>
                        <a:lnTo>
                          <a:pt x="2953" y="12411"/>
                        </a:lnTo>
                        <a:cubicBezTo>
                          <a:pt x="1333" y="13364"/>
                          <a:pt x="0" y="12602"/>
                          <a:pt x="0" y="10697"/>
                        </a:cubicBezTo>
                        <a:lnTo>
                          <a:pt x="0" y="8697"/>
                        </a:lnTo>
                        <a:cubicBezTo>
                          <a:pt x="0" y="6792"/>
                          <a:pt x="1333" y="4506"/>
                          <a:pt x="2953" y="3553"/>
                        </a:cubicBezTo>
                        <a:lnTo>
                          <a:pt x="8382" y="410"/>
                        </a:lnTo>
                        <a:cubicBezTo>
                          <a:pt x="10001" y="-542"/>
                          <a:pt x="11335" y="219"/>
                          <a:pt x="11335" y="2125"/>
                        </a:cubicBezTo>
                        <a:lnTo>
                          <a:pt x="11335" y="412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4" name="Google Shape;6569;p64">
                    <a:extLst>
                      <a:ext uri="{FF2B5EF4-FFF2-40B4-BE49-F238E27FC236}">
                        <a16:creationId xmlns:a16="http://schemas.microsoft.com/office/drawing/2014/main" id="{1E974902-BA8A-1403-6DF5-C157686E53F6}"/>
                      </a:ext>
                    </a:extLst>
                  </p:cNvPr>
                  <p:cNvSpPr/>
                  <p:nvPr/>
                </p:nvSpPr>
                <p:spPr>
                  <a:xfrm>
                    <a:off x="980659" y="4123840"/>
                    <a:ext cx="11334" cy="12821"/>
                  </a:xfrm>
                  <a:custGeom>
                    <a:avLst/>
                    <a:gdLst/>
                    <a:ahLst/>
                    <a:cxnLst/>
                    <a:rect l="l" t="t" r="r" b="b"/>
                    <a:pathLst>
                      <a:path w="11334" h="12821" extrusionOk="0">
                        <a:moveTo>
                          <a:pt x="11335" y="4125"/>
                        </a:moveTo>
                        <a:cubicBezTo>
                          <a:pt x="11335" y="6030"/>
                          <a:pt x="10001" y="8316"/>
                          <a:pt x="8382" y="9268"/>
                        </a:cubicBezTo>
                        <a:lnTo>
                          <a:pt x="2953" y="12411"/>
                        </a:lnTo>
                        <a:cubicBezTo>
                          <a:pt x="1333" y="13364"/>
                          <a:pt x="0" y="12602"/>
                          <a:pt x="0" y="10697"/>
                        </a:cubicBezTo>
                        <a:lnTo>
                          <a:pt x="0" y="8697"/>
                        </a:lnTo>
                        <a:cubicBezTo>
                          <a:pt x="0" y="6792"/>
                          <a:pt x="1333" y="4506"/>
                          <a:pt x="2953" y="3553"/>
                        </a:cubicBezTo>
                        <a:lnTo>
                          <a:pt x="8382" y="410"/>
                        </a:lnTo>
                        <a:cubicBezTo>
                          <a:pt x="10001" y="-542"/>
                          <a:pt x="11335" y="219"/>
                          <a:pt x="11335" y="2125"/>
                        </a:cubicBezTo>
                        <a:lnTo>
                          <a:pt x="11335" y="4125"/>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3163" name="Google Shape;6570;p64">
                <a:extLst>
                  <a:ext uri="{FF2B5EF4-FFF2-40B4-BE49-F238E27FC236}">
                    <a16:creationId xmlns:a16="http://schemas.microsoft.com/office/drawing/2014/main" id="{E695D687-2B51-83E8-8074-7BC7867926B4}"/>
                  </a:ext>
                </a:extLst>
              </p:cNvPr>
              <p:cNvSpPr/>
              <p:nvPr/>
            </p:nvSpPr>
            <p:spPr>
              <a:xfrm>
                <a:off x="919985" y="3747346"/>
                <a:ext cx="243649" cy="364235"/>
              </a:xfrm>
              <a:custGeom>
                <a:avLst/>
                <a:gdLst/>
                <a:ahLst/>
                <a:cxnLst/>
                <a:rect l="l" t="t" r="r" b="b"/>
                <a:pathLst>
                  <a:path w="243649" h="364235" extrusionOk="0">
                    <a:moveTo>
                      <a:pt x="243650" y="286893"/>
                    </a:moveTo>
                    <a:lnTo>
                      <a:pt x="110966" y="363474"/>
                    </a:lnTo>
                    <a:lnTo>
                      <a:pt x="76676" y="319945"/>
                    </a:lnTo>
                    <a:lnTo>
                      <a:pt x="0" y="364236"/>
                    </a:lnTo>
                    <a:lnTo>
                      <a:pt x="0" y="112586"/>
                    </a:lnTo>
                    <a:lnTo>
                      <a:pt x="194881" y="0"/>
                    </a:lnTo>
                    <a:lnTo>
                      <a:pt x="243650" y="23717"/>
                    </a:lnTo>
                    <a:lnTo>
                      <a:pt x="243650" y="286798"/>
                    </a:lnTo>
                    <a:close/>
                  </a:path>
                </a:pathLst>
              </a:custGeom>
              <a:solidFill>
                <a:srgbClr val="24D2C1">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 name="Google Shape;6571;p64">
              <a:extLst>
                <a:ext uri="{FF2B5EF4-FFF2-40B4-BE49-F238E27FC236}">
                  <a16:creationId xmlns:a16="http://schemas.microsoft.com/office/drawing/2014/main" id="{6B0F9CD1-7EA2-E57A-9DB7-43F642FD71D4}"/>
                </a:ext>
              </a:extLst>
            </p:cNvPr>
            <p:cNvGrpSpPr/>
            <p:nvPr/>
          </p:nvGrpSpPr>
          <p:grpSpPr>
            <a:xfrm>
              <a:off x="546414" y="3648476"/>
              <a:ext cx="364807" cy="590264"/>
              <a:chOff x="546414" y="3648476"/>
              <a:chExt cx="364807" cy="590264"/>
            </a:xfrm>
          </p:grpSpPr>
          <p:sp>
            <p:nvSpPr>
              <p:cNvPr id="3154" name="Google Shape;6572;p64">
                <a:extLst>
                  <a:ext uri="{FF2B5EF4-FFF2-40B4-BE49-F238E27FC236}">
                    <a16:creationId xmlns:a16="http://schemas.microsoft.com/office/drawing/2014/main" id="{85064B02-D8F3-EE94-F313-6C0B33C02DAA}"/>
                  </a:ext>
                </a:extLst>
              </p:cNvPr>
              <p:cNvSpPr/>
              <p:nvPr/>
            </p:nvSpPr>
            <p:spPr>
              <a:xfrm>
                <a:off x="900077" y="3852692"/>
                <a:ext cx="11144" cy="386048"/>
              </a:xfrm>
              <a:custGeom>
                <a:avLst/>
                <a:gdLst/>
                <a:ahLst/>
                <a:cxnLst/>
                <a:rect l="l" t="t" r="r" b="b"/>
                <a:pathLst>
                  <a:path w="11144" h="386048" extrusionOk="0">
                    <a:moveTo>
                      <a:pt x="0" y="386048"/>
                    </a:moveTo>
                    <a:lnTo>
                      <a:pt x="11144" y="379666"/>
                    </a:lnTo>
                    <a:lnTo>
                      <a:pt x="11144" y="0"/>
                    </a:lnTo>
                    <a:lnTo>
                      <a:pt x="0" y="6382"/>
                    </a:lnTo>
                    <a:lnTo>
                      <a:pt x="0" y="38604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5" name="Google Shape;6573;p64">
                <a:extLst>
                  <a:ext uri="{FF2B5EF4-FFF2-40B4-BE49-F238E27FC236}">
                    <a16:creationId xmlns:a16="http://schemas.microsoft.com/office/drawing/2014/main" id="{AB6B9023-1340-C3D1-2F5D-316C30181515}"/>
                  </a:ext>
                </a:extLst>
              </p:cNvPr>
              <p:cNvSpPr/>
              <p:nvPr/>
            </p:nvSpPr>
            <p:spPr>
              <a:xfrm>
                <a:off x="546414" y="3648476"/>
                <a:ext cx="364807" cy="210597"/>
              </a:xfrm>
              <a:custGeom>
                <a:avLst/>
                <a:gdLst/>
                <a:ahLst/>
                <a:cxnLst/>
                <a:rect l="l" t="t" r="r" b="b"/>
                <a:pathLst>
                  <a:path w="364807" h="210597" extrusionOk="0">
                    <a:moveTo>
                      <a:pt x="353663" y="210598"/>
                    </a:moveTo>
                    <a:lnTo>
                      <a:pt x="364808" y="204216"/>
                    </a:lnTo>
                    <a:lnTo>
                      <a:pt x="11144" y="0"/>
                    </a:lnTo>
                    <a:lnTo>
                      <a:pt x="0" y="6382"/>
                    </a:lnTo>
                    <a:lnTo>
                      <a:pt x="353663" y="210598"/>
                    </a:lnTo>
                    <a:close/>
                  </a:path>
                </a:pathLst>
              </a:custGeom>
              <a:solidFill>
                <a:srgbClr val="E6E7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6" name="Google Shape;6574;p64">
                <a:extLst>
                  <a:ext uri="{FF2B5EF4-FFF2-40B4-BE49-F238E27FC236}">
                    <a16:creationId xmlns:a16="http://schemas.microsoft.com/office/drawing/2014/main" id="{25ED6AB9-AD63-7576-7103-F5D9DFD36F38}"/>
                  </a:ext>
                </a:extLst>
              </p:cNvPr>
              <p:cNvSpPr/>
              <p:nvPr/>
            </p:nvSpPr>
            <p:spPr>
              <a:xfrm>
                <a:off x="550891" y="3664383"/>
                <a:ext cx="348995" cy="566070"/>
              </a:xfrm>
              <a:custGeom>
                <a:avLst/>
                <a:gdLst/>
                <a:ahLst/>
                <a:cxnLst/>
                <a:rect l="l" t="t" r="r" b="b"/>
                <a:pathLst>
                  <a:path w="348995" h="566070" extrusionOk="0">
                    <a:moveTo>
                      <a:pt x="572" y="0"/>
                    </a:moveTo>
                    <a:lnTo>
                      <a:pt x="0" y="370903"/>
                    </a:lnTo>
                    <a:lnTo>
                      <a:pt x="343948" y="566071"/>
                    </a:lnTo>
                    <a:lnTo>
                      <a:pt x="345853" y="198310"/>
                    </a:lnTo>
                    <a:lnTo>
                      <a:pt x="476" y="0"/>
                    </a:lnTo>
                    <a:close/>
                    <a:moveTo>
                      <a:pt x="12954" y="54864"/>
                    </a:moveTo>
                    <a:lnTo>
                      <a:pt x="61722" y="31147"/>
                    </a:lnTo>
                    <a:lnTo>
                      <a:pt x="348996" y="197072"/>
                    </a:lnTo>
                    <a:lnTo>
                      <a:pt x="348996" y="448723"/>
                    </a:lnTo>
                    <a:lnTo>
                      <a:pt x="289465" y="477679"/>
                    </a:lnTo>
                    <a:lnTo>
                      <a:pt x="12954" y="318040"/>
                    </a:lnTo>
                    <a:lnTo>
                      <a:pt x="12954" y="5495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7" name="Google Shape;6575;p64">
                <a:extLst>
                  <a:ext uri="{FF2B5EF4-FFF2-40B4-BE49-F238E27FC236}">
                    <a16:creationId xmlns:a16="http://schemas.microsoft.com/office/drawing/2014/main" id="{81EDD69C-140C-149F-57A2-04F3C1E10B4A}"/>
                  </a:ext>
                </a:extLst>
              </p:cNvPr>
              <p:cNvSpPr/>
              <p:nvPr/>
            </p:nvSpPr>
            <p:spPr>
              <a:xfrm>
                <a:off x="546414" y="3654858"/>
                <a:ext cx="353663" cy="583882"/>
              </a:xfrm>
              <a:custGeom>
                <a:avLst/>
                <a:gdLst/>
                <a:ahLst/>
                <a:cxnLst/>
                <a:rect l="l" t="t" r="r" b="b"/>
                <a:pathLst>
                  <a:path w="353663" h="583882" extrusionOk="0">
                    <a:moveTo>
                      <a:pt x="0" y="0"/>
                    </a:moveTo>
                    <a:lnTo>
                      <a:pt x="0" y="379667"/>
                    </a:lnTo>
                    <a:lnTo>
                      <a:pt x="353663" y="583883"/>
                    </a:lnTo>
                    <a:lnTo>
                      <a:pt x="353663" y="204216"/>
                    </a:lnTo>
                    <a:lnTo>
                      <a:pt x="0" y="0"/>
                    </a:lnTo>
                    <a:close/>
                    <a:moveTo>
                      <a:pt x="8954" y="69342"/>
                    </a:moveTo>
                    <a:lnTo>
                      <a:pt x="57721" y="45625"/>
                    </a:lnTo>
                    <a:lnTo>
                      <a:pt x="344996" y="211455"/>
                    </a:lnTo>
                    <a:lnTo>
                      <a:pt x="344996" y="463106"/>
                    </a:lnTo>
                    <a:lnTo>
                      <a:pt x="285464" y="492061"/>
                    </a:lnTo>
                    <a:lnTo>
                      <a:pt x="8954" y="332423"/>
                    </a:lnTo>
                    <a:lnTo>
                      <a:pt x="8954" y="6934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 name="Google Shape;6576;p64">
              <a:extLst>
                <a:ext uri="{FF2B5EF4-FFF2-40B4-BE49-F238E27FC236}">
                  <a16:creationId xmlns:a16="http://schemas.microsoft.com/office/drawing/2014/main" id="{57515451-020A-D34A-77D1-A44F8A779CF3}"/>
                </a:ext>
              </a:extLst>
            </p:cNvPr>
            <p:cNvGrpSpPr/>
            <p:nvPr/>
          </p:nvGrpSpPr>
          <p:grpSpPr>
            <a:xfrm>
              <a:off x="546414" y="3478265"/>
              <a:ext cx="637222" cy="380808"/>
              <a:chOff x="546414" y="3478265"/>
              <a:chExt cx="637222" cy="380808"/>
            </a:xfrm>
          </p:grpSpPr>
          <p:sp>
            <p:nvSpPr>
              <p:cNvPr id="18" name="Google Shape;6577;p64">
                <a:extLst>
                  <a:ext uri="{FF2B5EF4-FFF2-40B4-BE49-F238E27FC236}">
                    <a16:creationId xmlns:a16="http://schemas.microsoft.com/office/drawing/2014/main" id="{033C1B20-33BE-7B5D-9FDA-937A953930ED}"/>
                  </a:ext>
                </a:extLst>
              </p:cNvPr>
              <p:cNvSpPr/>
              <p:nvPr/>
            </p:nvSpPr>
            <p:spPr>
              <a:xfrm>
                <a:off x="546414" y="3641999"/>
                <a:ext cx="353663" cy="217074"/>
              </a:xfrm>
              <a:custGeom>
                <a:avLst/>
                <a:gdLst/>
                <a:ahLst/>
                <a:cxnLst/>
                <a:rect l="l" t="t" r="r" b="b"/>
                <a:pathLst>
                  <a:path w="353663" h="217074" extrusionOk="0">
                    <a:moveTo>
                      <a:pt x="0" y="0"/>
                    </a:moveTo>
                    <a:lnTo>
                      <a:pt x="0" y="12859"/>
                    </a:lnTo>
                    <a:lnTo>
                      <a:pt x="353663" y="217075"/>
                    </a:lnTo>
                    <a:lnTo>
                      <a:pt x="353663" y="204216"/>
                    </a:lnTo>
                    <a:lnTo>
                      <a:pt x="0"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6578;p64">
                <a:extLst>
                  <a:ext uri="{FF2B5EF4-FFF2-40B4-BE49-F238E27FC236}">
                    <a16:creationId xmlns:a16="http://schemas.microsoft.com/office/drawing/2014/main" id="{A2AD7308-849A-200F-C2EA-F058A5022369}"/>
                  </a:ext>
                </a:extLst>
              </p:cNvPr>
              <p:cNvSpPr/>
              <p:nvPr/>
            </p:nvSpPr>
            <p:spPr>
              <a:xfrm>
                <a:off x="900077" y="3682480"/>
                <a:ext cx="283559" cy="176593"/>
              </a:xfrm>
              <a:custGeom>
                <a:avLst/>
                <a:gdLst/>
                <a:ahLst/>
                <a:cxnLst/>
                <a:rect l="l" t="t" r="r" b="b"/>
                <a:pathLst>
                  <a:path w="283559" h="176593" extrusionOk="0">
                    <a:moveTo>
                      <a:pt x="0" y="163735"/>
                    </a:moveTo>
                    <a:lnTo>
                      <a:pt x="0" y="176593"/>
                    </a:lnTo>
                    <a:lnTo>
                      <a:pt x="283559" y="12859"/>
                    </a:lnTo>
                    <a:lnTo>
                      <a:pt x="283559" y="0"/>
                    </a:lnTo>
                    <a:lnTo>
                      <a:pt x="0" y="16373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1" name="Google Shape;6579;p64">
                <a:extLst>
                  <a:ext uri="{FF2B5EF4-FFF2-40B4-BE49-F238E27FC236}">
                    <a16:creationId xmlns:a16="http://schemas.microsoft.com/office/drawing/2014/main" id="{C37195D6-D58E-547F-9883-BEF074A50716}"/>
                  </a:ext>
                </a:extLst>
              </p:cNvPr>
              <p:cNvSpPr/>
              <p:nvPr/>
            </p:nvSpPr>
            <p:spPr>
              <a:xfrm>
                <a:off x="556225" y="3481979"/>
                <a:ext cx="616743" cy="363092"/>
              </a:xfrm>
              <a:custGeom>
                <a:avLst/>
                <a:gdLst/>
                <a:ahLst/>
                <a:cxnLst/>
                <a:rect l="l" t="t" r="r" b="b"/>
                <a:pathLst>
                  <a:path w="616743" h="363092" extrusionOk="0">
                    <a:moveTo>
                      <a:pt x="616744" y="200215"/>
                    </a:moveTo>
                    <a:lnTo>
                      <a:pt x="270891" y="0"/>
                    </a:lnTo>
                    <a:lnTo>
                      <a:pt x="0" y="159829"/>
                    </a:lnTo>
                    <a:lnTo>
                      <a:pt x="342424" y="359664"/>
                    </a:lnTo>
                    <a:lnTo>
                      <a:pt x="616744" y="200215"/>
                    </a:lnTo>
                    <a:close/>
                    <a:moveTo>
                      <a:pt x="558260" y="186309"/>
                    </a:moveTo>
                    <a:lnTo>
                      <a:pt x="554450" y="240411"/>
                    </a:lnTo>
                    <a:lnTo>
                      <a:pt x="341947" y="363093"/>
                    </a:lnTo>
                    <a:lnTo>
                      <a:pt x="99155" y="222885"/>
                    </a:lnTo>
                    <a:lnTo>
                      <a:pt x="103822" y="156877"/>
                    </a:lnTo>
                    <a:lnTo>
                      <a:pt x="305562" y="40481"/>
                    </a:lnTo>
                    <a:lnTo>
                      <a:pt x="558260" y="18640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2" name="Google Shape;6580;p64">
                <a:extLst>
                  <a:ext uri="{FF2B5EF4-FFF2-40B4-BE49-F238E27FC236}">
                    <a16:creationId xmlns:a16="http://schemas.microsoft.com/office/drawing/2014/main" id="{AC5B65D6-6176-01F8-A4F5-C6457630BEAD}"/>
                  </a:ext>
                </a:extLst>
              </p:cNvPr>
              <p:cNvSpPr/>
              <p:nvPr/>
            </p:nvSpPr>
            <p:spPr>
              <a:xfrm>
                <a:off x="546414" y="3478265"/>
                <a:ext cx="637222" cy="367950"/>
              </a:xfrm>
              <a:custGeom>
                <a:avLst/>
                <a:gdLst/>
                <a:ahLst/>
                <a:cxnLst/>
                <a:rect l="l" t="t" r="r" b="b"/>
                <a:pathLst>
                  <a:path w="637222" h="367950" extrusionOk="0">
                    <a:moveTo>
                      <a:pt x="637223" y="204216"/>
                    </a:moveTo>
                    <a:lnTo>
                      <a:pt x="283559" y="0"/>
                    </a:lnTo>
                    <a:lnTo>
                      <a:pt x="0" y="163735"/>
                    </a:lnTo>
                    <a:lnTo>
                      <a:pt x="353663" y="367951"/>
                    </a:lnTo>
                    <a:lnTo>
                      <a:pt x="637223" y="204216"/>
                    </a:lnTo>
                    <a:close/>
                    <a:moveTo>
                      <a:pt x="567976" y="180022"/>
                    </a:moveTo>
                    <a:lnTo>
                      <a:pt x="564166" y="234124"/>
                    </a:lnTo>
                    <a:lnTo>
                      <a:pt x="351663" y="356806"/>
                    </a:lnTo>
                    <a:lnTo>
                      <a:pt x="108871" y="216598"/>
                    </a:lnTo>
                    <a:lnTo>
                      <a:pt x="113538" y="150590"/>
                    </a:lnTo>
                    <a:lnTo>
                      <a:pt x="315278" y="34195"/>
                    </a:lnTo>
                    <a:lnTo>
                      <a:pt x="567976"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3" name="Google Shape;6581;p64">
                <a:extLst>
                  <a:ext uri="{FF2B5EF4-FFF2-40B4-BE49-F238E27FC236}">
                    <a16:creationId xmlns:a16="http://schemas.microsoft.com/office/drawing/2014/main" id="{C154161B-AEC7-22E9-2A8A-C59422D4FA0E}"/>
                  </a:ext>
                </a:extLst>
              </p:cNvPr>
              <p:cNvSpPr/>
              <p:nvPr/>
            </p:nvSpPr>
            <p:spPr>
              <a:xfrm>
                <a:off x="655380" y="3512459"/>
                <a:ext cx="459104" cy="322611"/>
              </a:xfrm>
              <a:custGeom>
                <a:avLst/>
                <a:gdLst/>
                <a:ahLst/>
                <a:cxnLst/>
                <a:rect l="l" t="t" r="r" b="b"/>
                <a:pathLst>
                  <a:path w="459104" h="322611" extrusionOk="0">
                    <a:moveTo>
                      <a:pt x="459105" y="145828"/>
                    </a:moveTo>
                    <a:lnTo>
                      <a:pt x="455295" y="199930"/>
                    </a:lnTo>
                    <a:lnTo>
                      <a:pt x="242792" y="322612"/>
                    </a:lnTo>
                    <a:lnTo>
                      <a:pt x="0" y="182404"/>
                    </a:lnTo>
                    <a:lnTo>
                      <a:pt x="4667" y="116396"/>
                    </a:lnTo>
                    <a:lnTo>
                      <a:pt x="206407" y="0"/>
                    </a:lnTo>
                    <a:lnTo>
                      <a:pt x="459105" y="145923"/>
                    </a:lnTo>
                    <a:close/>
                  </a:path>
                </a:pathLst>
              </a:custGeom>
              <a:solidFill>
                <a:srgbClr val="24D2C1">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741" name="Google Shape;1900;p35">
            <a:extLst>
              <a:ext uri="{FF2B5EF4-FFF2-40B4-BE49-F238E27FC236}">
                <a16:creationId xmlns:a16="http://schemas.microsoft.com/office/drawing/2014/main" id="{29EEA1E2-07C9-1AB2-E1F8-B56D75427AB3}"/>
              </a:ext>
            </a:extLst>
          </p:cNvPr>
          <p:cNvGrpSpPr/>
          <p:nvPr/>
        </p:nvGrpSpPr>
        <p:grpSpPr>
          <a:xfrm>
            <a:off x="218409" y="4389618"/>
            <a:ext cx="639842" cy="559831"/>
            <a:chOff x="4037470" y="4779094"/>
            <a:chExt cx="422171" cy="369379"/>
          </a:xfrm>
        </p:grpSpPr>
        <p:sp>
          <p:nvSpPr>
            <p:cNvPr id="4742" name="Google Shape;1901;p35">
              <a:extLst>
                <a:ext uri="{FF2B5EF4-FFF2-40B4-BE49-F238E27FC236}">
                  <a16:creationId xmlns:a16="http://schemas.microsoft.com/office/drawing/2014/main" id="{63C8D221-53B8-221D-A783-5834A2D62EEB}"/>
                </a:ext>
              </a:extLst>
            </p:cNvPr>
            <p:cNvSpPr/>
            <p:nvPr/>
          </p:nvSpPr>
          <p:spPr>
            <a:xfrm>
              <a:off x="4037470" y="4904728"/>
              <a:ext cx="422171" cy="243745"/>
            </a:xfrm>
            <a:custGeom>
              <a:avLst/>
              <a:gdLst/>
              <a:ahLst/>
              <a:cxnLst/>
              <a:rect l="l" t="t" r="r" b="b"/>
              <a:pathLst>
                <a:path w="422171" h="243745" extrusionOk="0">
                  <a:moveTo>
                    <a:pt x="360378" y="208026"/>
                  </a:moveTo>
                  <a:cubicBezTo>
                    <a:pt x="277892" y="255651"/>
                    <a:pt x="144256" y="255651"/>
                    <a:pt x="61865" y="208026"/>
                  </a:cubicBezTo>
                  <a:cubicBezTo>
                    <a:pt x="-20622" y="160401"/>
                    <a:pt x="-20622" y="83249"/>
                    <a:pt x="61865" y="35719"/>
                  </a:cubicBezTo>
                  <a:cubicBezTo>
                    <a:pt x="144256" y="-11906"/>
                    <a:pt x="277987" y="-11906"/>
                    <a:pt x="360378" y="35719"/>
                  </a:cubicBezTo>
                  <a:cubicBezTo>
                    <a:pt x="442770" y="83344"/>
                    <a:pt x="442770"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743" name="Google Shape;1902;p35">
              <a:extLst>
                <a:ext uri="{FF2B5EF4-FFF2-40B4-BE49-F238E27FC236}">
                  <a16:creationId xmlns:a16="http://schemas.microsoft.com/office/drawing/2014/main" id="{D3A2BA2B-C9D0-33F4-65A7-49975C6353F2}"/>
                </a:ext>
              </a:extLst>
            </p:cNvPr>
            <p:cNvGrpSpPr/>
            <p:nvPr/>
          </p:nvGrpSpPr>
          <p:grpSpPr>
            <a:xfrm>
              <a:off x="4045709" y="4892537"/>
              <a:ext cx="405669" cy="247649"/>
              <a:chOff x="4045709" y="4892537"/>
              <a:chExt cx="405669" cy="247649"/>
            </a:xfrm>
          </p:grpSpPr>
          <p:sp>
            <p:nvSpPr>
              <p:cNvPr id="4774" name="Google Shape;1903;p35">
                <a:extLst>
                  <a:ext uri="{FF2B5EF4-FFF2-40B4-BE49-F238E27FC236}">
                    <a16:creationId xmlns:a16="http://schemas.microsoft.com/office/drawing/2014/main" id="{67898374-C633-FA63-4A64-B555514931A1}"/>
                  </a:ext>
                </a:extLst>
              </p:cNvPr>
              <p:cNvSpPr/>
              <p:nvPr/>
            </p:nvSpPr>
            <p:spPr>
              <a:xfrm>
                <a:off x="4045709" y="4905871"/>
                <a:ext cx="405669" cy="234315"/>
              </a:xfrm>
              <a:custGeom>
                <a:avLst/>
                <a:gdLst/>
                <a:ahLst/>
                <a:cxnLst/>
                <a:rect l="l" t="t" r="r" b="b"/>
                <a:pathLst>
                  <a:path w="405669" h="234315" extrusionOk="0">
                    <a:moveTo>
                      <a:pt x="404336" y="103727"/>
                    </a:moveTo>
                    <a:cubicBezTo>
                      <a:pt x="399288" y="78391"/>
                      <a:pt x="379952" y="53721"/>
                      <a:pt x="346234" y="34290"/>
                    </a:cubicBezTo>
                    <a:cubicBezTo>
                      <a:pt x="267081" y="-11430"/>
                      <a:pt x="138589" y="-11430"/>
                      <a:pt x="59436" y="34290"/>
                    </a:cubicBezTo>
                    <a:cubicBezTo>
                      <a:pt x="25527" y="53911"/>
                      <a:pt x="6096" y="78676"/>
                      <a:pt x="1238" y="104299"/>
                    </a:cubicBezTo>
                    <a:lnTo>
                      <a:pt x="0" y="103823"/>
                    </a:lnTo>
                    <a:lnTo>
                      <a:pt x="0" y="117919"/>
                    </a:lnTo>
                    <a:lnTo>
                      <a:pt x="0" y="117919"/>
                    </a:lnTo>
                    <a:cubicBezTo>
                      <a:pt x="381" y="147638"/>
                      <a:pt x="20098" y="177260"/>
                      <a:pt x="59436" y="200025"/>
                    </a:cubicBezTo>
                    <a:cubicBezTo>
                      <a:pt x="138589" y="245745"/>
                      <a:pt x="267081" y="245745"/>
                      <a:pt x="346234" y="200025"/>
                    </a:cubicBezTo>
                    <a:cubicBezTo>
                      <a:pt x="385858" y="177165"/>
                      <a:pt x="405670" y="147161"/>
                      <a:pt x="405670" y="117253"/>
                    </a:cubicBezTo>
                    <a:lnTo>
                      <a:pt x="405670" y="103918"/>
                    </a:lnTo>
                    <a:lnTo>
                      <a:pt x="404336" y="103918"/>
                    </a:lnTo>
                    <a:close/>
                    <a:moveTo>
                      <a:pt x="76200" y="43910"/>
                    </a:moveTo>
                    <a:cubicBezTo>
                      <a:pt x="82963" y="40005"/>
                      <a:pt x="93821" y="40005"/>
                      <a:pt x="100584" y="43910"/>
                    </a:cubicBezTo>
                    <a:lnTo>
                      <a:pt x="150209" y="72581"/>
                    </a:lnTo>
                    <a:cubicBezTo>
                      <a:pt x="156877" y="76486"/>
                      <a:pt x="156877" y="82772"/>
                      <a:pt x="150209" y="86677"/>
                    </a:cubicBezTo>
                    <a:cubicBezTo>
                      <a:pt x="143446" y="90583"/>
                      <a:pt x="132588" y="90583"/>
                      <a:pt x="125825" y="86677"/>
                    </a:cubicBezTo>
                    <a:lnTo>
                      <a:pt x="76200" y="58007"/>
                    </a:lnTo>
                    <a:cubicBezTo>
                      <a:pt x="69533" y="54102"/>
                      <a:pt x="69533" y="47816"/>
                      <a:pt x="76200" y="44006"/>
                    </a:cubicBezTo>
                    <a:close/>
                    <a:moveTo>
                      <a:pt x="40958" y="126968"/>
                    </a:moveTo>
                    <a:cubicBezTo>
                      <a:pt x="31433" y="126968"/>
                      <a:pt x="23717" y="122492"/>
                      <a:pt x="23717" y="117062"/>
                    </a:cubicBezTo>
                    <a:cubicBezTo>
                      <a:pt x="23717" y="111633"/>
                      <a:pt x="31433" y="107156"/>
                      <a:pt x="40958" y="107156"/>
                    </a:cubicBezTo>
                    <a:lnTo>
                      <a:pt x="111062" y="107156"/>
                    </a:lnTo>
                    <a:cubicBezTo>
                      <a:pt x="120587" y="107156"/>
                      <a:pt x="128302" y="111633"/>
                      <a:pt x="128302" y="117062"/>
                    </a:cubicBezTo>
                    <a:cubicBezTo>
                      <a:pt x="128302" y="122492"/>
                      <a:pt x="120587" y="126968"/>
                      <a:pt x="111062" y="126968"/>
                    </a:cubicBezTo>
                    <a:lnTo>
                      <a:pt x="40958" y="126968"/>
                    </a:lnTo>
                    <a:close/>
                    <a:moveTo>
                      <a:pt x="150114" y="161449"/>
                    </a:moveTo>
                    <a:lnTo>
                      <a:pt x="100489" y="190119"/>
                    </a:lnTo>
                    <a:cubicBezTo>
                      <a:pt x="93821" y="194024"/>
                      <a:pt x="82868" y="194024"/>
                      <a:pt x="76105" y="190119"/>
                    </a:cubicBezTo>
                    <a:cubicBezTo>
                      <a:pt x="69437" y="186214"/>
                      <a:pt x="69437" y="179927"/>
                      <a:pt x="76105" y="176117"/>
                    </a:cubicBezTo>
                    <a:lnTo>
                      <a:pt x="125730" y="147447"/>
                    </a:lnTo>
                    <a:cubicBezTo>
                      <a:pt x="132493" y="143542"/>
                      <a:pt x="143351" y="143542"/>
                      <a:pt x="150114" y="147447"/>
                    </a:cubicBezTo>
                    <a:cubicBezTo>
                      <a:pt x="156877" y="151352"/>
                      <a:pt x="156781" y="157639"/>
                      <a:pt x="150114" y="161544"/>
                    </a:cubicBezTo>
                    <a:close/>
                    <a:moveTo>
                      <a:pt x="185547" y="23527"/>
                    </a:moveTo>
                    <a:cubicBezTo>
                      <a:pt x="185547" y="18002"/>
                      <a:pt x="193262" y="13621"/>
                      <a:pt x="202787" y="13621"/>
                    </a:cubicBezTo>
                    <a:cubicBezTo>
                      <a:pt x="212312" y="13621"/>
                      <a:pt x="220028" y="18098"/>
                      <a:pt x="219932" y="23527"/>
                    </a:cubicBezTo>
                    <a:lnTo>
                      <a:pt x="219932" y="64008"/>
                    </a:lnTo>
                    <a:cubicBezTo>
                      <a:pt x="219932" y="69533"/>
                      <a:pt x="212217" y="73914"/>
                      <a:pt x="202787" y="73914"/>
                    </a:cubicBezTo>
                    <a:cubicBezTo>
                      <a:pt x="193358" y="73914"/>
                      <a:pt x="185547" y="69437"/>
                      <a:pt x="185547" y="64008"/>
                    </a:cubicBezTo>
                    <a:lnTo>
                      <a:pt x="185547" y="23527"/>
                    </a:lnTo>
                    <a:close/>
                    <a:moveTo>
                      <a:pt x="202787" y="220313"/>
                    </a:moveTo>
                    <a:cubicBezTo>
                      <a:pt x="193262" y="220313"/>
                      <a:pt x="185547" y="215836"/>
                      <a:pt x="185547" y="210407"/>
                    </a:cubicBezTo>
                    <a:lnTo>
                      <a:pt x="185547" y="169926"/>
                    </a:lnTo>
                    <a:cubicBezTo>
                      <a:pt x="185547" y="164401"/>
                      <a:pt x="193262" y="160020"/>
                      <a:pt x="202787" y="160020"/>
                    </a:cubicBezTo>
                    <a:cubicBezTo>
                      <a:pt x="212312" y="160020"/>
                      <a:pt x="220028" y="164497"/>
                      <a:pt x="220028" y="169926"/>
                    </a:cubicBezTo>
                    <a:lnTo>
                      <a:pt x="220028" y="210407"/>
                    </a:lnTo>
                    <a:cubicBezTo>
                      <a:pt x="220028" y="215836"/>
                      <a:pt x="212312" y="220313"/>
                      <a:pt x="202787" y="220313"/>
                    </a:cubicBezTo>
                    <a:close/>
                    <a:moveTo>
                      <a:pt x="255461" y="72485"/>
                    </a:moveTo>
                    <a:lnTo>
                      <a:pt x="305086" y="43815"/>
                    </a:lnTo>
                    <a:cubicBezTo>
                      <a:pt x="311848" y="39910"/>
                      <a:pt x="322707" y="39910"/>
                      <a:pt x="329375" y="43815"/>
                    </a:cubicBezTo>
                    <a:cubicBezTo>
                      <a:pt x="336137" y="47720"/>
                      <a:pt x="336137" y="54007"/>
                      <a:pt x="329375" y="57817"/>
                    </a:cubicBezTo>
                    <a:lnTo>
                      <a:pt x="279749" y="86487"/>
                    </a:lnTo>
                    <a:cubicBezTo>
                      <a:pt x="272987" y="90392"/>
                      <a:pt x="262128" y="90392"/>
                      <a:pt x="255365" y="86487"/>
                    </a:cubicBezTo>
                    <a:cubicBezTo>
                      <a:pt x="248698" y="82582"/>
                      <a:pt x="248698" y="76295"/>
                      <a:pt x="255365" y="72390"/>
                    </a:cubicBezTo>
                    <a:close/>
                    <a:moveTo>
                      <a:pt x="329375" y="190024"/>
                    </a:moveTo>
                    <a:cubicBezTo>
                      <a:pt x="322707" y="193929"/>
                      <a:pt x="311753" y="193929"/>
                      <a:pt x="305086" y="190024"/>
                    </a:cubicBezTo>
                    <a:lnTo>
                      <a:pt x="255461" y="161354"/>
                    </a:lnTo>
                    <a:cubicBezTo>
                      <a:pt x="248698" y="157448"/>
                      <a:pt x="248698" y="151162"/>
                      <a:pt x="255461" y="147257"/>
                    </a:cubicBezTo>
                    <a:cubicBezTo>
                      <a:pt x="262128" y="143351"/>
                      <a:pt x="273082" y="143351"/>
                      <a:pt x="279749" y="147257"/>
                    </a:cubicBezTo>
                    <a:lnTo>
                      <a:pt x="329375" y="175927"/>
                    </a:lnTo>
                    <a:cubicBezTo>
                      <a:pt x="336137" y="179832"/>
                      <a:pt x="336137" y="186118"/>
                      <a:pt x="329375" y="189929"/>
                    </a:cubicBezTo>
                    <a:close/>
                    <a:moveTo>
                      <a:pt x="364617" y="126873"/>
                    </a:moveTo>
                    <a:lnTo>
                      <a:pt x="294418" y="126873"/>
                    </a:lnTo>
                    <a:cubicBezTo>
                      <a:pt x="284893" y="126873"/>
                      <a:pt x="277178" y="122396"/>
                      <a:pt x="277178" y="116967"/>
                    </a:cubicBezTo>
                    <a:cubicBezTo>
                      <a:pt x="277178"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5" name="Google Shape;1904;p35">
                <a:extLst>
                  <a:ext uri="{FF2B5EF4-FFF2-40B4-BE49-F238E27FC236}">
                    <a16:creationId xmlns:a16="http://schemas.microsoft.com/office/drawing/2014/main" id="{4E80C2E5-2B22-5A7E-CBF0-B464416FEAC1}"/>
                  </a:ext>
                </a:extLst>
              </p:cNvPr>
              <p:cNvSpPr/>
              <p:nvPr/>
            </p:nvSpPr>
            <p:spPr>
              <a:xfrm>
                <a:off x="4045709" y="4892537"/>
                <a:ext cx="405598" cy="234219"/>
              </a:xfrm>
              <a:custGeom>
                <a:avLst/>
                <a:gdLst/>
                <a:ahLst/>
                <a:cxnLst/>
                <a:rect l="l" t="t" r="r" b="b"/>
                <a:pathLst>
                  <a:path w="405598" h="234219" extrusionOk="0">
                    <a:moveTo>
                      <a:pt x="346234" y="34290"/>
                    </a:moveTo>
                    <a:cubicBezTo>
                      <a:pt x="267081" y="-11430"/>
                      <a:pt x="138589" y="-11430"/>
                      <a:pt x="59436" y="34290"/>
                    </a:cubicBezTo>
                    <a:cubicBezTo>
                      <a:pt x="-19812" y="80010"/>
                      <a:pt x="-19812" y="154115"/>
                      <a:pt x="59436" y="199930"/>
                    </a:cubicBezTo>
                    <a:cubicBezTo>
                      <a:pt x="138589" y="245650"/>
                      <a:pt x="267081" y="245650"/>
                      <a:pt x="346234" y="199930"/>
                    </a:cubicBezTo>
                    <a:cubicBezTo>
                      <a:pt x="425386" y="154210"/>
                      <a:pt x="425386" y="80105"/>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773"/>
                    </a:cubicBezTo>
                    <a:cubicBezTo>
                      <a:pt x="143446" y="90678"/>
                      <a:pt x="132588" y="90678"/>
                      <a:pt x="125825" y="86773"/>
                    </a:cubicBezTo>
                    <a:lnTo>
                      <a:pt x="76200" y="58102"/>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677"/>
                    </a:moveTo>
                    <a:cubicBezTo>
                      <a:pt x="273082" y="90583"/>
                      <a:pt x="262223" y="90583"/>
                      <a:pt x="255461" y="86677"/>
                    </a:cubicBezTo>
                    <a:cubicBezTo>
                      <a:pt x="248793" y="82772"/>
                      <a:pt x="248793" y="76486"/>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156"/>
                    </a:moveTo>
                    <a:lnTo>
                      <a:pt x="364712" y="107156"/>
                    </a:lnTo>
                    <a:cubicBezTo>
                      <a:pt x="374237" y="107156"/>
                      <a:pt x="381953" y="111633"/>
                      <a:pt x="381953" y="117062"/>
                    </a:cubicBezTo>
                    <a:cubicBezTo>
                      <a:pt x="381953" y="122492"/>
                      <a:pt x="374237" y="126968"/>
                      <a:pt x="364712" y="126968"/>
                    </a:cubicBezTo>
                    <a:lnTo>
                      <a:pt x="294513" y="126968"/>
                    </a:lnTo>
                    <a:cubicBezTo>
                      <a:pt x="284988" y="126968"/>
                      <a:pt x="277273" y="122492"/>
                      <a:pt x="277273" y="117062"/>
                    </a:cubicBezTo>
                    <a:cubicBezTo>
                      <a:pt x="277273" y="111633"/>
                      <a:pt x="284988" y="107156"/>
                      <a:pt x="294513" y="107156"/>
                    </a:cubicBezTo>
                    <a:close/>
                    <a:moveTo>
                      <a:pt x="202883" y="220504"/>
                    </a:moveTo>
                    <a:cubicBezTo>
                      <a:pt x="193358" y="220504"/>
                      <a:pt x="185642" y="216027"/>
                      <a:pt x="185642" y="210598"/>
                    </a:cubicBezTo>
                    <a:lnTo>
                      <a:pt x="185642" y="170117"/>
                    </a:lnTo>
                    <a:cubicBezTo>
                      <a:pt x="185642" y="164592"/>
                      <a:pt x="193358" y="160210"/>
                      <a:pt x="202883" y="160210"/>
                    </a:cubicBezTo>
                    <a:cubicBezTo>
                      <a:pt x="212408" y="160210"/>
                      <a:pt x="220123" y="164687"/>
                      <a:pt x="220123" y="170117"/>
                    </a:cubicBezTo>
                    <a:lnTo>
                      <a:pt x="220123" y="210598"/>
                    </a:lnTo>
                    <a:cubicBezTo>
                      <a:pt x="220123" y="216122"/>
                      <a:pt x="212408" y="220504"/>
                      <a:pt x="202883" y="220504"/>
                    </a:cubicBezTo>
                    <a:close/>
                    <a:moveTo>
                      <a:pt x="305181" y="190214"/>
                    </a:moveTo>
                    <a:lnTo>
                      <a:pt x="255556" y="161544"/>
                    </a:lnTo>
                    <a:cubicBezTo>
                      <a:pt x="248793" y="157639"/>
                      <a:pt x="248793" y="151352"/>
                      <a:pt x="255556" y="147542"/>
                    </a:cubicBezTo>
                    <a:cubicBezTo>
                      <a:pt x="262223" y="143637"/>
                      <a:pt x="273177" y="143637"/>
                      <a:pt x="279844" y="147542"/>
                    </a:cubicBezTo>
                    <a:lnTo>
                      <a:pt x="329470" y="176212"/>
                    </a:lnTo>
                    <a:cubicBezTo>
                      <a:pt x="336233" y="180118"/>
                      <a:pt x="336233" y="186404"/>
                      <a:pt x="329470" y="190214"/>
                    </a:cubicBezTo>
                    <a:cubicBezTo>
                      <a:pt x="322802" y="194119"/>
                      <a:pt x="311848" y="194119"/>
                      <a:pt x="305181"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6" name="Google Shape;1905;p35">
                <a:extLst>
                  <a:ext uri="{FF2B5EF4-FFF2-40B4-BE49-F238E27FC236}">
                    <a16:creationId xmlns:a16="http://schemas.microsoft.com/office/drawing/2014/main" id="{B77ECF55-407B-8931-4AAB-11267DDF4AB7}"/>
                  </a:ext>
                </a:extLst>
              </p:cNvPr>
              <p:cNvSpPr/>
              <p:nvPr/>
            </p:nvSpPr>
            <p:spPr>
              <a:xfrm>
                <a:off x="4191364" y="4976547"/>
                <a:ext cx="114454" cy="46386"/>
              </a:xfrm>
              <a:custGeom>
                <a:avLst/>
                <a:gdLst/>
                <a:ahLst/>
                <a:cxnLst/>
                <a:rect l="l" t="t" r="r" b="b"/>
                <a:pathLst>
                  <a:path w="114454" h="46386" extrusionOk="0">
                    <a:moveTo>
                      <a:pt x="109615" y="46387"/>
                    </a:moveTo>
                    <a:cubicBezTo>
                      <a:pt x="106852" y="42767"/>
                      <a:pt x="102852" y="39338"/>
                      <a:pt x="97709" y="36290"/>
                    </a:cubicBezTo>
                    <a:cubicBezTo>
                      <a:pt x="75325" y="23336"/>
                      <a:pt x="39130" y="23336"/>
                      <a:pt x="16746" y="36290"/>
                    </a:cubicBezTo>
                    <a:cubicBezTo>
                      <a:pt x="11602" y="39243"/>
                      <a:pt x="7602" y="42672"/>
                      <a:pt x="4840" y="46387"/>
                    </a:cubicBezTo>
                    <a:cubicBezTo>
                      <a:pt x="-4400" y="34290"/>
                      <a:pt x="-399" y="19621"/>
                      <a:pt x="16746" y="9716"/>
                    </a:cubicBezTo>
                    <a:cubicBezTo>
                      <a:pt x="39130" y="-3239"/>
                      <a:pt x="75325" y="-3239"/>
                      <a:pt x="97709" y="9716"/>
                    </a:cubicBezTo>
                    <a:cubicBezTo>
                      <a:pt x="114853" y="19621"/>
                      <a:pt x="118854" y="34290"/>
                      <a:pt x="109615" y="46387"/>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7" name="Google Shape;1906;p35">
                <a:extLst>
                  <a:ext uri="{FF2B5EF4-FFF2-40B4-BE49-F238E27FC236}">
                    <a16:creationId xmlns:a16="http://schemas.microsoft.com/office/drawing/2014/main" id="{5F378BF5-9088-A88D-ABC6-A446CED9CDCB}"/>
                  </a:ext>
                </a:extLst>
              </p:cNvPr>
              <p:cNvSpPr/>
              <p:nvPr/>
            </p:nvSpPr>
            <p:spPr>
              <a:xfrm>
                <a:off x="4196204" y="5003122"/>
                <a:ext cx="104775" cy="39528"/>
              </a:xfrm>
              <a:custGeom>
                <a:avLst/>
                <a:gdLst/>
                <a:ahLst/>
                <a:cxnLst/>
                <a:rect l="l" t="t" r="r" b="b"/>
                <a:pathLst>
                  <a:path w="104775" h="39528" extrusionOk="0">
                    <a:moveTo>
                      <a:pt x="104775" y="19812"/>
                    </a:moveTo>
                    <a:cubicBezTo>
                      <a:pt x="102013" y="23431"/>
                      <a:pt x="98012" y="26861"/>
                      <a:pt x="92869" y="29813"/>
                    </a:cubicBezTo>
                    <a:cubicBezTo>
                      <a:pt x="70485" y="42767"/>
                      <a:pt x="34290" y="42767"/>
                      <a:pt x="11906" y="29813"/>
                    </a:cubicBezTo>
                    <a:cubicBezTo>
                      <a:pt x="6763" y="26861"/>
                      <a:pt x="2762" y="23431"/>
                      <a:pt x="0" y="19812"/>
                    </a:cubicBezTo>
                    <a:cubicBezTo>
                      <a:pt x="2762" y="16192"/>
                      <a:pt x="6763" y="12763"/>
                      <a:pt x="11906" y="9715"/>
                    </a:cubicBezTo>
                    <a:cubicBezTo>
                      <a:pt x="34290" y="-3238"/>
                      <a:pt x="70485" y="-3238"/>
                      <a:pt x="92869" y="9715"/>
                    </a:cubicBezTo>
                    <a:cubicBezTo>
                      <a:pt x="98012" y="12668"/>
                      <a:pt x="102013" y="16097"/>
                      <a:pt x="104775" y="19812"/>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44" name="Google Shape;1907;p35">
              <a:extLst>
                <a:ext uri="{FF2B5EF4-FFF2-40B4-BE49-F238E27FC236}">
                  <a16:creationId xmlns:a16="http://schemas.microsoft.com/office/drawing/2014/main" id="{74CF4BB6-689E-11E4-85E4-F3C6C8E0F918}"/>
                </a:ext>
              </a:extLst>
            </p:cNvPr>
            <p:cNvGrpSpPr/>
            <p:nvPr/>
          </p:nvGrpSpPr>
          <p:grpSpPr>
            <a:xfrm>
              <a:off x="4069212" y="4805192"/>
              <a:ext cx="358735" cy="305895"/>
              <a:chOff x="4069212" y="4805192"/>
              <a:chExt cx="358735" cy="305895"/>
            </a:xfrm>
          </p:grpSpPr>
          <p:sp>
            <p:nvSpPr>
              <p:cNvPr id="4750" name="Google Shape;1908;p35">
                <a:extLst>
                  <a:ext uri="{FF2B5EF4-FFF2-40B4-BE49-F238E27FC236}">
                    <a16:creationId xmlns:a16="http://schemas.microsoft.com/office/drawing/2014/main" id="{91E47B5F-DC4F-3C91-9514-0AE02CAEC3D6}"/>
                  </a:ext>
                </a:extLst>
              </p:cNvPr>
              <p:cNvSpPr/>
              <p:nvPr/>
            </p:nvSpPr>
            <p:spPr>
              <a:xfrm>
                <a:off x="4069235" y="4908824"/>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2" y="212407"/>
                      <a:pt x="52388" y="171831"/>
                    </a:cubicBezTo>
                    <a:cubicBezTo>
                      <a:pt x="17336" y="151733"/>
                      <a:pt x="0" y="125063"/>
                      <a:pt x="0" y="98393"/>
                    </a:cubicBezTo>
                    <a:lnTo>
                      <a:pt x="0" y="0"/>
                    </a:lnTo>
                    <a:lnTo>
                      <a:pt x="3587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1" name="Google Shape;1909;p35">
                <a:extLst>
                  <a:ext uri="{FF2B5EF4-FFF2-40B4-BE49-F238E27FC236}">
                    <a16:creationId xmlns:a16="http://schemas.microsoft.com/office/drawing/2014/main" id="{ABA4CD15-BD6A-9DB2-EA8E-526669791270}"/>
                  </a:ext>
                </a:extLst>
              </p:cNvPr>
              <p:cNvSpPr/>
              <p:nvPr/>
            </p:nvSpPr>
            <p:spPr>
              <a:xfrm>
                <a:off x="4069235" y="4921492"/>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2" name="Google Shape;1910;p35">
                <a:extLst>
                  <a:ext uri="{FF2B5EF4-FFF2-40B4-BE49-F238E27FC236}">
                    <a16:creationId xmlns:a16="http://schemas.microsoft.com/office/drawing/2014/main" id="{6C7D13D8-B460-6760-5C38-BE01077915AE}"/>
                  </a:ext>
                </a:extLst>
              </p:cNvPr>
              <p:cNvSpPr/>
              <p:nvPr/>
            </p:nvSpPr>
            <p:spPr>
              <a:xfrm>
                <a:off x="4069235" y="493873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3" name="Google Shape;1911;p35">
                <a:extLst>
                  <a:ext uri="{FF2B5EF4-FFF2-40B4-BE49-F238E27FC236}">
                    <a16:creationId xmlns:a16="http://schemas.microsoft.com/office/drawing/2014/main" id="{4F4BAF82-6D25-4ACA-7753-FF3A72C48647}"/>
                  </a:ext>
                </a:extLst>
              </p:cNvPr>
              <p:cNvSpPr/>
              <p:nvPr/>
            </p:nvSpPr>
            <p:spPr>
              <a:xfrm>
                <a:off x="4069235" y="4955878"/>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4" name="Google Shape;1912;p35">
                <a:extLst>
                  <a:ext uri="{FF2B5EF4-FFF2-40B4-BE49-F238E27FC236}">
                    <a16:creationId xmlns:a16="http://schemas.microsoft.com/office/drawing/2014/main" id="{416BC773-6D3A-C7B0-1A52-EE3F2A27C9EC}"/>
                  </a:ext>
                </a:extLst>
              </p:cNvPr>
              <p:cNvSpPr/>
              <p:nvPr/>
            </p:nvSpPr>
            <p:spPr>
              <a:xfrm>
                <a:off x="4069235" y="4973118"/>
                <a:ext cx="358711" cy="110632"/>
              </a:xfrm>
              <a:custGeom>
                <a:avLst/>
                <a:gdLst/>
                <a:ahLst/>
                <a:cxnLst/>
                <a:rect l="l" t="t" r="r" b="b"/>
                <a:pathLst>
                  <a:path w="358711" h="110632" extrusionOk="0">
                    <a:moveTo>
                      <a:pt x="358712" y="0"/>
                    </a:moveTo>
                    <a:cubicBezTo>
                      <a:pt x="358712" y="26479"/>
                      <a:pt x="341090" y="52864"/>
                      <a:pt x="306134" y="73057"/>
                    </a:cubicBezTo>
                    <a:cubicBezTo>
                      <a:pt x="236220" y="113824"/>
                      <a:pt x="122587" y="113824"/>
                      <a:pt x="52483" y="73057"/>
                    </a:cubicBezTo>
                    <a:cubicBezTo>
                      <a:pt x="18288" y="53340"/>
                      <a:pt x="762" y="27622"/>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5" name="Google Shape;1913;p35">
                <a:extLst>
                  <a:ext uri="{FF2B5EF4-FFF2-40B4-BE49-F238E27FC236}">
                    <a16:creationId xmlns:a16="http://schemas.microsoft.com/office/drawing/2014/main" id="{A257366E-77D5-F96B-7106-523EDD04C774}"/>
                  </a:ext>
                </a:extLst>
              </p:cNvPr>
              <p:cNvSpPr/>
              <p:nvPr/>
            </p:nvSpPr>
            <p:spPr>
              <a:xfrm>
                <a:off x="4069235" y="499026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622"/>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6" name="Google Shape;1914;p35">
                <a:extLst>
                  <a:ext uri="{FF2B5EF4-FFF2-40B4-BE49-F238E27FC236}">
                    <a16:creationId xmlns:a16="http://schemas.microsoft.com/office/drawing/2014/main" id="{7C31FF83-65E3-4CD5-878A-CA99864CE76F}"/>
                  </a:ext>
                </a:extLst>
              </p:cNvPr>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7" name="Google Shape;1915;p35">
                <a:extLst>
                  <a:ext uri="{FF2B5EF4-FFF2-40B4-BE49-F238E27FC236}">
                    <a16:creationId xmlns:a16="http://schemas.microsoft.com/office/drawing/2014/main" id="{7CA27D64-BC5D-A44D-0594-603A50325C6B}"/>
                  </a:ext>
                </a:extLst>
              </p:cNvPr>
              <p:cNvSpPr/>
              <p:nvPr/>
            </p:nvSpPr>
            <p:spPr>
              <a:xfrm>
                <a:off x="4083356" y="4813360"/>
                <a:ext cx="330445" cy="190857"/>
              </a:xfrm>
              <a:custGeom>
                <a:avLst/>
                <a:gdLst/>
                <a:ahLst/>
                <a:cxnLst/>
                <a:rect l="l" t="t" r="r" b="b"/>
                <a:pathLst>
                  <a:path w="330445" h="190857" extrusionOk="0">
                    <a:moveTo>
                      <a:pt x="48363" y="162711"/>
                    </a:moveTo>
                    <a:cubicBezTo>
                      <a:pt x="112943" y="200239"/>
                      <a:pt x="217623" y="200239"/>
                      <a:pt x="282011" y="162711"/>
                    </a:cubicBezTo>
                    <a:cubicBezTo>
                      <a:pt x="346591" y="125563"/>
                      <a:pt x="346591" y="65080"/>
                      <a:pt x="282011" y="27932"/>
                    </a:cubicBezTo>
                    <a:cubicBezTo>
                      <a:pt x="217623" y="-9311"/>
                      <a:pt x="112943" y="-9311"/>
                      <a:pt x="48363" y="27932"/>
                    </a:cubicBezTo>
                    <a:cubicBezTo>
                      <a:pt x="-16121" y="65080"/>
                      <a:pt x="-16121" y="125563"/>
                      <a:pt x="48363" y="16271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8" name="Google Shape;1916;p35">
                <a:extLst>
                  <a:ext uri="{FF2B5EF4-FFF2-40B4-BE49-F238E27FC236}">
                    <a16:creationId xmlns:a16="http://schemas.microsoft.com/office/drawing/2014/main" id="{E37B9B8D-47BC-8658-BD40-BC75F4868C23}"/>
                  </a:ext>
                </a:extLst>
              </p:cNvPr>
              <p:cNvSpPr/>
              <p:nvPr/>
            </p:nvSpPr>
            <p:spPr>
              <a:xfrm>
                <a:off x="4094024" y="4819504"/>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9" name="Google Shape;1917;p35">
                <a:extLst>
                  <a:ext uri="{FF2B5EF4-FFF2-40B4-BE49-F238E27FC236}">
                    <a16:creationId xmlns:a16="http://schemas.microsoft.com/office/drawing/2014/main" id="{1A2E0305-31A5-8910-5E55-7D840C562B27}"/>
                  </a:ext>
                </a:extLst>
              </p:cNvPr>
              <p:cNvSpPr/>
              <p:nvPr/>
            </p:nvSpPr>
            <p:spPr>
              <a:xfrm>
                <a:off x="4102621" y="4824933"/>
                <a:ext cx="291917" cy="168568"/>
              </a:xfrm>
              <a:custGeom>
                <a:avLst/>
                <a:gdLst/>
                <a:ahLst/>
                <a:cxnLst/>
                <a:rect l="l" t="t" r="r" b="b"/>
                <a:pathLst>
                  <a:path w="291917" h="168568" extrusionOk="0">
                    <a:moveTo>
                      <a:pt x="42719" y="143709"/>
                    </a:moveTo>
                    <a:cubicBezTo>
                      <a:pt x="99774" y="176855"/>
                      <a:pt x="192262" y="176855"/>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0" name="Google Shape;1918;p35">
                <a:extLst>
                  <a:ext uri="{FF2B5EF4-FFF2-40B4-BE49-F238E27FC236}">
                    <a16:creationId xmlns:a16="http://schemas.microsoft.com/office/drawing/2014/main" id="{D459CA09-0D41-D28C-9D9F-EE8F84ED048C}"/>
                  </a:ext>
                </a:extLst>
              </p:cNvPr>
              <p:cNvSpPr/>
              <p:nvPr/>
            </p:nvSpPr>
            <p:spPr>
              <a:xfrm>
                <a:off x="4111550" y="4829672"/>
                <a:ext cx="273962" cy="158329"/>
              </a:xfrm>
              <a:custGeom>
                <a:avLst/>
                <a:gdLst/>
                <a:ahLst/>
                <a:cxnLst/>
                <a:rect l="l" t="t" r="r" b="b"/>
                <a:pathLst>
                  <a:path w="273962" h="158329" extrusionOk="0">
                    <a:moveTo>
                      <a:pt x="40076" y="134969"/>
                    </a:moveTo>
                    <a:cubicBezTo>
                      <a:pt x="93607" y="166116"/>
                      <a:pt x="180475" y="166116"/>
                      <a:pt x="233815" y="134969"/>
                    </a:cubicBezTo>
                    <a:cubicBezTo>
                      <a:pt x="287346" y="104108"/>
                      <a:pt x="287346" y="54007"/>
                      <a:pt x="233815" y="23146"/>
                    </a:cubicBezTo>
                    <a:cubicBezTo>
                      <a:pt x="180475" y="-7715"/>
                      <a:pt x="93607" y="-7715"/>
                      <a:pt x="40076" y="23146"/>
                    </a:cubicBezTo>
                    <a:cubicBezTo>
                      <a:pt x="-13359" y="54007"/>
                      <a:pt x="-13359" y="104108"/>
                      <a:pt x="40076" y="13496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1" name="Google Shape;1919;p35">
                <a:extLst>
                  <a:ext uri="{FF2B5EF4-FFF2-40B4-BE49-F238E27FC236}">
                    <a16:creationId xmlns:a16="http://schemas.microsoft.com/office/drawing/2014/main" id="{AD1985DF-ABB7-716F-4E94-64B337137702}"/>
                  </a:ext>
                </a:extLst>
              </p:cNvPr>
              <p:cNvSpPr/>
              <p:nvPr/>
            </p:nvSpPr>
            <p:spPr>
              <a:xfrm>
                <a:off x="4119194" y="4834386"/>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2" name="Google Shape;1920;p35">
                <a:extLst>
                  <a:ext uri="{FF2B5EF4-FFF2-40B4-BE49-F238E27FC236}">
                    <a16:creationId xmlns:a16="http://schemas.microsoft.com/office/drawing/2014/main" id="{A83F040A-AAC7-672A-6DFF-534FD8F9F480}"/>
                  </a:ext>
                </a:extLst>
              </p:cNvPr>
              <p:cNvSpPr/>
              <p:nvPr/>
            </p:nvSpPr>
            <p:spPr>
              <a:xfrm>
                <a:off x="4126743" y="4838434"/>
                <a:ext cx="243673" cy="140803"/>
              </a:xfrm>
              <a:custGeom>
                <a:avLst/>
                <a:gdLst/>
                <a:ahLst/>
                <a:cxnLst/>
                <a:rect l="l" t="t" r="r" b="b"/>
                <a:pathLst>
                  <a:path w="243673" h="140803" extrusionOk="0">
                    <a:moveTo>
                      <a:pt x="35647" y="120015"/>
                    </a:moveTo>
                    <a:cubicBezTo>
                      <a:pt x="83272" y="147733"/>
                      <a:pt x="160520" y="147733"/>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3" name="Google Shape;1921;p35">
                <a:extLst>
                  <a:ext uri="{FF2B5EF4-FFF2-40B4-BE49-F238E27FC236}">
                    <a16:creationId xmlns:a16="http://schemas.microsoft.com/office/drawing/2014/main" id="{38364662-2DEA-1A44-BE8B-904AC3ACCDE9}"/>
                  </a:ext>
                </a:extLst>
              </p:cNvPr>
              <p:cNvSpPr/>
              <p:nvPr/>
            </p:nvSpPr>
            <p:spPr>
              <a:xfrm>
                <a:off x="4133505" y="4842626"/>
                <a:ext cx="230147" cy="132921"/>
              </a:xfrm>
              <a:custGeom>
                <a:avLst/>
                <a:gdLst/>
                <a:ahLst/>
                <a:cxnLst/>
                <a:rect l="l" t="t" r="r" b="b"/>
                <a:pathLst>
                  <a:path w="230147" h="132921" extrusionOk="0">
                    <a:moveTo>
                      <a:pt x="33647" y="113347"/>
                    </a:moveTo>
                    <a:cubicBezTo>
                      <a:pt x="78605" y="139446"/>
                      <a:pt x="151567" y="139446"/>
                      <a:pt x="196429" y="113347"/>
                    </a:cubicBezTo>
                    <a:cubicBezTo>
                      <a:pt x="241387" y="87439"/>
                      <a:pt x="241387" y="45339"/>
                      <a:pt x="196429" y="19431"/>
                    </a:cubicBezTo>
                    <a:cubicBezTo>
                      <a:pt x="151567" y="-6477"/>
                      <a:pt x="78700" y="-6477"/>
                      <a:pt x="33647" y="19431"/>
                    </a:cubicBezTo>
                    <a:cubicBezTo>
                      <a:pt x="-11216" y="45339"/>
                      <a:pt x="-11216" y="87439"/>
                      <a:pt x="33647" y="11334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4" name="Google Shape;1922;p35">
                <a:extLst>
                  <a:ext uri="{FF2B5EF4-FFF2-40B4-BE49-F238E27FC236}">
                    <a16:creationId xmlns:a16="http://schemas.microsoft.com/office/drawing/2014/main" id="{8E689BBC-2817-85BB-0E59-BED9D12948BE}"/>
                  </a:ext>
                </a:extLst>
              </p:cNvPr>
              <p:cNvSpPr/>
              <p:nvPr/>
            </p:nvSpPr>
            <p:spPr>
              <a:xfrm>
                <a:off x="4140459" y="4846507"/>
                <a:ext cx="216074" cy="124682"/>
              </a:xfrm>
              <a:custGeom>
                <a:avLst/>
                <a:gdLst/>
                <a:ahLst/>
                <a:cxnLst/>
                <a:rect l="l" t="t" r="r" b="b"/>
                <a:pathLst>
                  <a:path w="216074" h="124682" extrusionOk="0">
                    <a:moveTo>
                      <a:pt x="31647" y="106323"/>
                    </a:moveTo>
                    <a:cubicBezTo>
                      <a:pt x="73843" y="130802"/>
                      <a:pt x="142327" y="130802"/>
                      <a:pt x="184428" y="106323"/>
                    </a:cubicBezTo>
                    <a:cubicBezTo>
                      <a:pt x="226623" y="82034"/>
                      <a:pt x="226623" y="42505"/>
                      <a:pt x="184428" y="18217"/>
                    </a:cubicBezTo>
                    <a:cubicBezTo>
                      <a:pt x="142327" y="-6072"/>
                      <a:pt x="73843" y="-6072"/>
                      <a:pt x="31647" y="18217"/>
                    </a:cubicBezTo>
                    <a:cubicBezTo>
                      <a:pt x="-10549" y="42505"/>
                      <a:pt x="-10549" y="82034"/>
                      <a:pt x="31647" y="106323"/>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5" name="Google Shape;1923;p35">
                <a:extLst>
                  <a:ext uri="{FF2B5EF4-FFF2-40B4-BE49-F238E27FC236}">
                    <a16:creationId xmlns:a16="http://schemas.microsoft.com/office/drawing/2014/main" id="{2198854A-436E-0B9A-8FF1-DBC69B55CCAC}"/>
                  </a:ext>
                </a:extLst>
              </p:cNvPr>
              <p:cNvSpPr/>
              <p:nvPr/>
            </p:nvSpPr>
            <p:spPr>
              <a:xfrm>
                <a:off x="4146531" y="4850174"/>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6" name="Google Shape;1924;p35">
                <a:extLst>
                  <a:ext uri="{FF2B5EF4-FFF2-40B4-BE49-F238E27FC236}">
                    <a16:creationId xmlns:a16="http://schemas.microsoft.com/office/drawing/2014/main" id="{E01490B2-C21A-EF25-5EB7-07AFB1A3BB20}"/>
                  </a:ext>
                </a:extLst>
              </p:cNvPr>
              <p:cNvSpPr/>
              <p:nvPr/>
            </p:nvSpPr>
            <p:spPr>
              <a:xfrm>
                <a:off x="4152008" y="4853103"/>
                <a:ext cx="193166" cy="111490"/>
              </a:xfrm>
              <a:custGeom>
                <a:avLst/>
                <a:gdLst/>
                <a:ahLst/>
                <a:cxnLst/>
                <a:rect l="l" t="t" r="r" b="b"/>
                <a:pathLst>
                  <a:path w="193166" h="111490" extrusionOk="0">
                    <a:moveTo>
                      <a:pt x="28289" y="95060"/>
                    </a:moveTo>
                    <a:cubicBezTo>
                      <a:pt x="66008" y="116967"/>
                      <a:pt x="127254" y="116967"/>
                      <a:pt x="164878" y="95060"/>
                    </a:cubicBezTo>
                    <a:cubicBezTo>
                      <a:pt x="202597" y="73342"/>
                      <a:pt x="202597" y="38005"/>
                      <a:pt x="164878" y="16288"/>
                    </a:cubicBezTo>
                    <a:cubicBezTo>
                      <a:pt x="127254" y="-5429"/>
                      <a:pt x="66103" y="-5429"/>
                      <a:pt x="28289" y="16288"/>
                    </a:cubicBezTo>
                    <a:cubicBezTo>
                      <a:pt x="-9430" y="38005"/>
                      <a:pt x="-9430" y="73342"/>
                      <a:pt x="28289" y="9506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7" name="Google Shape;1925;p35">
                <a:extLst>
                  <a:ext uri="{FF2B5EF4-FFF2-40B4-BE49-F238E27FC236}">
                    <a16:creationId xmlns:a16="http://schemas.microsoft.com/office/drawing/2014/main" id="{BBCF4822-D725-F50D-C934-F84C466F1F84}"/>
                  </a:ext>
                </a:extLst>
              </p:cNvPr>
              <p:cNvSpPr/>
              <p:nvPr/>
            </p:nvSpPr>
            <p:spPr>
              <a:xfrm>
                <a:off x="4157294" y="4856341"/>
                <a:ext cx="182475" cy="105322"/>
              </a:xfrm>
              <a:custGeom>
                <a:avLst/>
                <a:gdLst/>
                <a:ahLst/>
                <a:cxnLst/>
                <a:rect l="l" t="t" r="r" b="b"/>
                <a:pathLst>
                  <a:path w="182475" h="105322" extrusionOk="0">
                    <a:moveTo>
                      <a:pt x="26718" y="89821"/>
                    </a:moveTo>
                    <a:cubicBezTo>
                      <a:pt x="62341" y="110490"/>
                      <a:pt x="120158" y="110490"/>
                      <a:pt x="155686" y="89821"/>
                    </a:cubicBezTo>
                    <a:cubicBezTo>
                      <a:pt x="191405" y="69342"/>
                      <a:pt x="191405" y="35909"/>
                      <a:pt x="155686" y="15431"/>
                    </a:cubicBezTo>
                    <a:cubicBezTo>
                      <a:pt x="120158" y="-5144"/>
                      <a:pt x="62341" y="-5144"/>
                      <a:pt x="26718" y="15431"/>
                    </a:cubicBezTo>
                    <a:cubicBezTo>
                      <a:pt x="-8906" y="35909"/>
                      <a:pt x="-8906" y="69342"/>
                      <a:pt x="26718" y="8982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8" name="Google Shape;1926;p35">
                <a:extLst>
                  <a:ext uri="{FF2B5EF4-FFF2-40B4-BE49-F238E27FC236}">
                    <a16:creationId xmlns:a16="http://schemas.microsoft.com/office/drawing/2014/main" id="{D41B899C-5090-EB6A-F857-814C0B29E1C8}"/>
                  </a:ext>
                </a:extLst>
              </p:cNvPr>
              <p:cNvSpPr/>
              <p:nvPr/>
            </p:nvSpPr>
            <p:spPr>
              <a:xfrm>
                <a:off x="4162676" y="4859175"/>
                <a:ext cx="171831" cy="99250"/>
              </a:xfrm>
              <a:custGeom>
                <a:avLst/>
                <a:gdLst/>
                <a:ahLst/>
                <a:cxnLst/>
                <a:rect l="l" t="t" r="r" b="b"/>
                <a:pathLst>
                  <a:path w="171831" h="99250" extrusionOk="0">
                    <a:moveTo>
                      <a:pt x="25146" y="84606"/>
                    </a:moveTo>
                    <a:cubicBezTo>
                      <a:pt x="58769" y="104132"/>
                      <a:pt x="113157" y="104132"/>
                      <a:pt x="146685" y="84606"/>
                    </a:cubicBezTo>
                    <a:cubicBezTo>
                      <a:pt x="180213" y="65270"/>
                      <a:pt x="180213" y="33838"/>
                      <a:pt x="146685" y="14502"/>
                    </a:cubicBezTo>
                    <a:cubicBezTo>
                      <a:pt x="113252" y="-4834"/>
                      <a:pt x="58769" y="-4834"/>
                      <a:pt x="25146" y="14502"/>
                    </a:cubicBezTo>
                    <a:cubicBezTo>
                      <a:pt x="-8382" y="33838"/>
                      <a:pt x="-8382" y="65270"/>
                      <a:pt x="25146" y="8460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9" name="Google Shape;1927;p35">
                <a:extLst>
                  <a:ext uri="{FF2B5EF4-FFF2-40B4-BE49-F238E27FC236}">
                    <a16:creationId xmlns:a16="http://schemas.microsoft.com/office/drawing/2014/main" id="{8524A28D-F63D-8F6C-479D-421F112A4485}"/>
                  </a:ext>
                </a:extLst>
              </p:cNvPr>
              <p:cNvSpPr/>
              <p:nvPr/>
            </p:nvSpPr>
            <p:spPr>
              <a:xfrm>
                <a:off x="4167438" y="4862152"/>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1909"/>
                      <a:pt x="138493" y="13716"/>
                    </a:cubicBezTo>
                    <a:cubicBezTo>
                      <a:pt x="106870" y="-4572"/>
                      <a:pt x="55435" y="-4572"/>
                      <a:pt x="23717" y="13716"/>
                    </a:cubicBezTo>
                    <a:cubicBezTo>
                      <a:pt x="-7906" y="32004"/>
                      <a:pt x="-7906" y="61627"/>
                      <a:pt x="23717" y="7991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0" name="Google Shape;1928;p35">
                <a:extLst>
                  <a:ext uri="{FF2B5EF4-FFF2-40B4-BE49-F238E27FC236}">
                    <a16:creationId xmlns:a16="http://schemas.microsoft.com/office/drawing/2014/main" id="{9FA1CB5B-A7B7-17E5-6B92-29E536523B9F}"/>
                  </a:ext>
                </a:extLst>
              </p:cNvPr>
              <p:cNvSpPr/>
              <p:nvPr/>
            </p:nvSpPr>
            <p:spPr>
              <a:xfrm>
                <a:off x="4172391" y="4864819"/>
                <a:ext cx="152376" cy="87963"/>
              </a:xfrm>
              <a:custGeom>
                <a:avLst/>
                <a:gdLst/>
                <a:ahLst/>
                <a:cxnLst/>
                <a:rect l="l" t="t" r="r" b="b"/>
                <a:pathLst>
                  <a:path w="152376" h="87963" extrusionOk="0">
                    <a:moveTo>
                      <a:pt x="22288" y="74962"/>
                    </a:moveTo>
                    <a:cubicBezTo>
                      <a:pt x="52102" y="92297"/>
                      <a:pt x="100298" y="92297"/>
                      <a:pt x="130016" y="74962"/>
                    </a:cubicBezTo>
                    <a:cubicBezTo>
                      <a:pt x="159829" y="57817"/>
                      <a:pt x="159829" y="30004"/>
                      <a:pt x="130016" y="12859"/>
                    </a:cubicBezTo>
                    <a:cubicBezTo>
                      <a:pt x="100298" y="-4286"/>
                      <a:pt x="52102" y="-4286"/>
                      <a:pt x="22288" y="12859"/>
                    </a:cubicBezTo>
                    <a:cubicBezTo>
                      <a:pt x="-7429" y="30004"/>
                      <a:pt x="-7429" y="57817"/>
                      <a:pt x="22288" y="74962"/>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1" name="Google Shape;1929;p35">
                <a:extLst>
                  <a:ext uri="{FF2B5EF4-FFF2-40B4-BE49-F238E27FC236}">
                    <a16:creationId xmlns:a16="http://schemas.microsoft.com/office/drawing/2014/main" id="{172482A4-1E60-2391-7BA3-9282D571A11D}"/>
                  </a:ext>
                </a:extLst>
              </p:cNvPr>
              <p:cNvSpPr/>
              <p:nvPr/>
            </p:nvSpPr>
            <p:spPr>
              <a:xfrm>
                <a:off x="4176654" y="4867438"/>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2" name="Google Shape;1930;p35">
                <a:extLst>
                  <a:ext uri="{FF2B5EF4-FFF2-40B4-BE49-F238E27FC236}">
                    <a16:creationId xmlns:a16="http://schemas.microsoft.com/office/drawing/2014/main" id="{0C7BC79F-D938-798F-8FE9-E55367200456}"/>
                  </a:ext>
                </a:extLst>
              </p:cNvPr>
              <p:cNvSpPr/>
              <p:nvPr/>
            </p:nvSpPr>
            <p:spPr>
              <a:xfrm>
                <a:off x="4183678" y="4871796"/>
                <a:ext cx="129635" cy="74866"/>
              </a:xfrm>
              <a:custGeom>
                <a:avLst/>
                <a:gdLst/>
                <a:ahLst/>
                <a:cxnLst/>
                <a:rect l="l" t="t" r="r" b="b"/>
                <a:pathLst>
                  <a:path w="129635" h="74866" extrusionOk="0">
                    <a:moveTo>
                      <a:pt x="19002" y="63794"/>
                    </a:moveTo>
                    <a:cubicBezTo>
                      <a:pt x="44339" y="78557"/>
                      <a:pt x="85392" y="78557"/>
                      <a:pt x="110633" y="63794"/>
                    </a:cubicBezTo>
                    <a:cubicBezTo>
                      <a:pt x="135969" y="49221"/>
                      <a:pt x="135969" y="25503"/>
                      <a:pt x="110633" y="10930"/>
                    </a:cubicBezTo>
                    <a:cubicBezTo>
                      <a:pt x="85392" y="-3643"/>
                      <a:pt x="44339" y="-3643"/>
                      <a:pt x="19002" y="10930"/>
                    </a:cubicBezTo>
                    <a:cubicBezTo>
                      <a:pt x="-6334" y="25503"/>
                      <a:pt x="-6334" y="49221"/>
                      <a:pt x="19002" y="63794"/>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3" name="Google Shape;1931;p35">
                <a:extLst>
                  <a:ext uri="{FF2B5EF4-FFF2-40B4-BE49-F238E27FC236}">
                    <a16:creationId xmlns:a16="http://schemas.microsoft.com/office/drawing/2014/main" id="{8225F2E9-855B-2D96-434D-9F8F5AF7B2ED}"/>
                  </a:ext>
                </a:extLst>
              </p:cNvPr>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45" name="Google Shape;1932;p35">
              <a:extLst>
                <a:ext uri="{FF2B5EF4-FFF2-40B4-BE49-F238E27FC236}">
                  <a16:creationId xmlns:a16="http://schemas.microsoft.com/office/drawing/2014/main" id="{C8578634-00F8-23D2-50D6-91436903FA13}"/>
                </a:ext>
              </a:extLst>
            </p:cNvPr>
            <p:cNvGrpSpPr/>
            <p:nvPr/>
          </p:nvGrpSpPr>
          <p:grpSpPr>
            <a:xfrm>
              <a:off x="4045709" y="4779094"/>
              <a:ext cx="405669" cy="247363"/>
              <a:chOff x="4045709" y="4779094"/>
              <a:chExt cx="405669" cy="247363"/>
            </a:xfrm>
          </p:grpSpPr>
          <p:sp>
            <p:nvSpPr>
              <p:cNvPr id="4746" name="Google Shape;1933;p35">
                <a:extLst>
                  <a:ext uri="{FF2B5EF4-FFF2-40B4-BE49-F238E27FC236}">
                    <a16:creationId xmlns:a16="http://schemas.microsoft.com/office/drawing/2014/main" id="{80359B12-C283-A433-04D1-ADE6A3CE9649}"/>
                  </a:ext>
                </a:extLst>
              </p:cNvPr>
              <p:cNvSpPr/>
              <p:nvPr/>
            </p:nvSpPr>
            <p:spPr>
              <a:xfrm>
                <a:off x="4045709" y="4792333"/>
                <a:ext cx="405669" cy="234124"/>
              </a:xfrm>
              <a:custGeom>
                <a:avLst/>
                <a:gdLst/>
                <a:ahLst/>
                <a:cxnLst/>
                <a:rect l="l" t="t" r="r" b="b"/>
                <a:pathLst>
                  <a:path w="405669" h="234124" extrusionOk="0">
                    <a:moveTo>
                      <a:pt x="404336" y="103823"/>
                    </a:moveTo>
                    <a:cubicBezTo>
                      <a:pt x="399288" y="78391"/>
                      <a:pt x="379952" y="53816"/>
                      <a:pt x="346234" y="34290"/>
                    </a:cubicBezTo>
                    <a:cubicBezTo>
                      <a:pt x="267081" y="-11430"/>
                      <a:pt x="138589" y="-11430"/>
                      <a:pt x="59436" y="34290"/>
                    </a:cubicBezTo>
                    <a:cubicBezTo>
                      <a:pt x="25527" y="53912"/>
                      <a:pt x="6096" y="78677"/>
                      <a:pt x="1238" y="104299"/>
                    </a:cubicBezTo>
                    <a:lnTo>
                      <a:pt x="0" y="103823"/>
                    </a:lnTo>
                    <a:lnTo>
                      <a:pt x="0" y="117824"/>
                    </a:lnTo>
                    <a:lnTo>
                      <a:pt x="0" y="117824"/>
                    </a:lnTo>
                    <a:cubicBezTo>
                      <a:pt x="381" y="147542"/>
                      <a:pt x="20098" y="177165"/>
                      <a:pt x="59436" y="199835"/>
                    </a:cubicBezTo>
                    <a:cubicBezTo>
                      <a:pt x="138589" y="245555"/>
                      <a:pt x="267081" y="245555"/>
                      <a:pt x="346234" y="199835"/>
                    </a:cubicBezTo>
                    <a:cubicBezTo>
                      <a:pt x="385858" y="176974"/>
                      <a:pt x="405670" y="147066"/>
                      <a:pt x="405670" y="117062"/>
                    </a:cubicBezTo>
                    <a:lnTo>
                      <a:pt x="405670" y="103727"/>
                    </a:lnTo>
                    <a:lnTo>
                      <a:pt x="404336" y="103727"/>
                    </a:lnTo>
                    <a:close/>
                    <a:moveTo>
                      <a:pt x="76200" y="44006"/>
                    </a:moveTo>
                    <a:cubicBezTo>
                      <a:pt x="82963" y="40100"/>
                      <a:pt x="93821" y="40100"/>
                      <a:pt x="100584" y="44006"/>
                    </a:cubicBezTo>
                    <a:lnTo>
                      <a:pt x="150209" y="72676"/>
                    </a:lnTo>
                    <a:cubicBezTo>
                      <a:pt x="156877" y="76581"/>
                      <a:pt x="156877" y="82868"/>
                      <a:pt x="150209" y="86773"/>
                    </a:cubicBezTo>
                    <a:cubicBezTo>
                      <a:pt x="143446" y="90678"/>
                      <a:pt x="132588" y="90678"/>
                      <a:pt x="125825" y="86773"/>
                    </a:cubicBezTo>
                    <a:lnTo>
                      <a:pt x="76200" y="58103"/>
                    </a:lnTo>
                    <a:cubicBezTo>
                      <a:pt x="69533" y="54197"/>
                      <a:pt x="69533" y="47911"/>
                      <a:pt x="76200" y="44101"/>
                    </a:cubicBezTo>
                    <a:close/>
                    <a:moveTo>
                      <a:pt x="40958" y="127064"/>
                    </a:moveTo>
                    <a:cubicBezTo>
                      <a:pt x="31433" y="127064"/>
                      <a:pt x="23717" y="122587"/>
                      <a:pt x="23717" y="117157"/>
                    </a:cubicBezTo>
                    <a:cubicBezTo>
                      <a:pt x="23717" y="111728"/>
                      <a:pt x="31433" y="107252"/>
                      <a:pt x="40958" y="107252"/>
                    </a:cubicBezTo>
                    <a:lnTo>
                      <a:pt x="111062" y="107252"/>
                    </a:lnTo>
                    <a:cubicBezTo>
                      <a:pt x="120587" y="107252"/>
                      <a:pt x="128302" y="111728"/>
                      <a:pt x="128302" y="117157"/>
                    </a:cubicBezTo>
                    <a:cubicBezTo>
                      <a:pt x="128302" y="122587"/>
                      <a:pt x="120587" y="127064"/>
                      <a:pt x="111062" y="127064"/>
                    </a:cubicBezTo>
                    <a:lnTo>
                      <a:pt x="40958" y="127064"/>
                    </a:lnTo>
                    <a:close/>
                    <a:moveTo>
                      <a:pt x="150114" y="161544"/>
                    </a:moveTo>
                    <a:lnTo>
                      <a:pt x="100489" y="190214"/>
                    </a:lnTo>
                    <a:cubicBezTo>
                      <a:pt x="93821" y="194120"/>
                      <a:pt x="82868" y="194120"/>
                      <a:pt x="76105" y="190214"/>
                    </a:cubicBezTo>
                    <a:cubicBezTo>
                      <a:pt x="69437" y="186309"/>
                      <a:pt x="69437" y="180023"/>
                      <a:pt x="76105" y="176213"/>
                    </a:cubicBezTo>
                    <a:lnTo>
                      <a:pt x="125730" y="147542"/>
                    </a:lnTo>
                    <a:cubicBezTo>
                      <a:pt x="132493" y="143637"/>
                      <a:pt x="143351" y="143637"/>
                      <a:pt x="150114" y="147542"/>
                    </a:cubicBezTo>
                    <a:cubicBezTo>
                      <a:pt x="156877" y="151448"/>
                      <a:pt x="156781" y="157734"/>
                      <a:pt x="150114" y="161544"/>
                    </a:cubicBezTo>
                    <a:close/>
                    <a:moveTo>
                      <a:pt x="185547" y="23622"/>
                    </a:moveTo>
                    <a:cubicBezTo>
                      <a:pt x="185547" y="18098"/>
                      <a:pt x="193262" y="13716"/>
                      <a:pt x="202787" y="13716"/>
                    </a:cubicBezTo>
                    <a:cubicBezTo>
                      <a:pt x="212312" y="13716"/>
                      <a:pt x="220028" y="18193"/>
                      <a:pt x="219932" y="23622"/>
                    </a:cubicBezTo>
                    <a:lnTo>
                      <a:pt x="219932" y="64103"/>
                    </a:lnTo>
                    <a:cubicBezTo>
                      <a:pt x="219932" y="69532"/>
                      <a:pt x="212217" y="74009"/>
                      <a:pt x="202787" y="74009"/>
                    </a:cubicBezTo>
                    <a:cubicBezTo>
                      <a:pt x="193358" y="74009"/>
                      <a:pt x="185547" y="69532"/>
                      <a:pt x="185547" y="64103"/>
                    </a:cubicBezTo>
                    <a:lnTo>
                      <a:pt x="185547" y="23622"/>
                    </a:lnTo>
                    <a:close/>
                    <a:moveTo>
                      <a:pt x="202787" y="220409"/>
                    </a:moveTo>
                    <a:cubicBezTo>
                      <a:pt x="193262" y="220409"/>
                      <a:pt x="185547" y="215932"/>
                      <a:pt x="185547" y="210503"/>
                    </a:cubicBezTo>
                    <a:lnTo>
                      <a:pt x="185547" y="170021"/>
                    </a:lnTo>
                    <a:cubicBezTo>
                      <a:pt x="185547" y="164497"/>
                      <a:pt x="193262" y="160115"/>
                      <a:pt x="202787" y="160115"/>
                    </a:cubicBezTo>
                    <a:cubicBezTo>
                      <a:pt x="212312" y="160115"/>
                      <a:pt x="220028" y="164592"/>
                      <a:pt x="220028" y="170021"/>
                    </a:cubicBezTo>
                    <a:lnTo>
                      <a:pt x="220028" y="210503"/>
                    </a:lnTo>
                    <a:cubicBezTo>
                      <a:pt x="220028" y="216027"/>
                      <a:pt x="212312" y="220409"/>
                      <a:pt x="202787" y="220409"/>
                    </a:cubicBezTo>
                    <a:close/>
                    <a:moveTo>
                      <a:pt x="255461" y="72581"/>
                    </a:moveTo>
                    <a:lnTo>
                      <a:pt x="305086" y="43910"/>
                    </a:lnTo>
                    <a:cubicBezTo>
                      <a:pt x="311848" y="40005"/>
                      <a:pt x="322707" y="40005"/>
                      <a:pt x="329375" y="43910"/>
                    </a:cubicBezTo>
                    <a:cubicBezTo>
                      <a:pt x="336137" y="47815"/>
                      <a:pt x="336137" y="54102"/>
                      <a:pt x="329375" y="57912"/>
                    </a:cubicBezTo>
                    <a:lnTo>
                      <a:pt x="279749" y="86582"/>
                    </a:lnTo>
                    <a:cubicBezTo>
                      <a:pt x="272987" y="90488"/>
                      <a:pt x="262128" y="90488"/>
                      <a:pt x="255365" y="86582"/>
                    </a:cubicBezTo>
                    <a:cubicBezTo>
                      <a:pt x="248698" y="82677"/>
                      <a:pt x="248698" y="76390"/>
                      <a:pt x="255365" y="72485"/>
                    </a:cubicBezTo>
                    <a:close/>
                    <a:moveTo>
                      <a:pt x="329375" y="190119"/>
                    </a:moveTo>
                    <a:cubicBezTo>
                      <a:pt x="322707" y="194024"/>
                      <a:pt x="311753" y="194024"/>
                      <a:pt x="305086" y="190119"/>
                    </a:cubicBezTo>
                    <a:lnTo>
                      <a:pt x="255461" y="161449"/>
                    </a:lnTo>
                    <a:cubicBezTo>
                      <a:pt x="248698" y="157544"/>
                      <a:pt x="248698" y="151257"/>
                      <a:pt x="255461" y="147447"/>
                    </a:cubicBezTo>
                    <a:cubicBezTo>
                      <a:pt x="262128" y="143542"/>
                      <a:pt x="273082" y="143542"/>
                      <a:pt x="279749" y="147447"/>
                    </a:cubicBezTo>
                    <a:lnTo>
                      <a:pt x="329375" y="176117"/>
                    </a:lnTo>
                    <a:cubicBezTo>
                      <a:pt x="336137" y="180023"/>
                      <a:pt x="336137" y="186309"/>
                      <a:pt x="329375" y="190119"/>
                    </a:cubicBezTo>
                    <a:close/>
                    <a:moveTo>
                      <a:pt x="364617" y="126968"/>
                    </a:moveTo>
                    <a:lnTo>
                      <a:pt x="294418" y="126968"/>
                    </a:lnTo>
                    <a:cubicBezTo>
                      <a:pt x="284893" y="126968"/>
                      <a:pt x="277178" y="122492"/>
                      <a:pt x="277178" y="117062"/>
                    </a:cubicBezTo>
                    <a:cubicBezTo>
                      <a:pt x="277178" y="111633"/>
                      <a:pt x="284893" y="107156"/>
                      <a:pt x="294418" y="107156"/>
                    </a:cubicBezTo>
                    <a:lnTo>
                      <a:pt x="364617" y="107156"/>
                    </a:lnTo>
                    <a:cubicBezTo>
                      <a:pt x="374142" y="107156"/>
                      <a:pt x="381857" y="111633"/>
                      <a:pt x="381857" y="117062"/>
                    </a:cubicBezTo>
                    <a:cubicBezTo>
                      <a:pt x="381857" y="122492"/>
                      <a:pt x="374142" y="126968"/>
                      <a:pt x="364617"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7" name="Google Shape;1934;p35">
                <a:extLst>
                  <a:ext uri="{FF2B5EF4-FFF2-40B4-BE49-F238E27FC236}">
                    <a16:creationId xmlns:a16="http://schemas.microsoft.com/office/drawing/2014/main" id="{9CFF0CFF-BDCB-FC4D-5723-B3553A2B23B6}"/>
                  </a:ext>
                </a:extLst>
              </p:cNvPr>
              <p:cNvSpPr/>
              <p:nvPr/>
            </p:nvSpPr>
            <p:spPr>
              <a:xfrm>
                <a:off x="4045709" y="4779094"/>
                <a:ext cx="405598" cy="234124"/>
              </a:xfrm>
              <a:custGeom>
                <a:avLst/>
                <a:gdLst/>
                <a:ahLst/>
                <a:cxnLst/>
                <a:rect l="l" t="t" r="r" b="b"/>
                <a:pathLst>
                  <a:path w="405598" h="234124" extrusionOk="0">
                    <a:moveTo>
                      <a:pt x="346234" y="34290"/>
                    </a:moveTo>
                    <a:cubicBezTo>
                      <a:pt x="267081" y="-11430"/>
                      <a:pt x="138589" y="-11430"/>
                      <a:pt x="59436" y="34290"/>
                    </a:cubicBezTo>
                    <a:cubicBezTo>
                      <a:pt x="-19812" y="80010"/>
                      <a:pt x="-19812" y="154115"/>
                      <a:pt x="59436" y="199834"/>
                    </a:cubicBezTo>
                    <a:cubicBezTo>
                      <a:pt x="138589" y="245555"/>
                      <a:pt x="267081" y="245555"/>
                      <a:pt x="346234" y="199834"/>
                    </a:cubicBezTo>
                    <a:cubicBezTo>
                      <a:pt x="425386" y="154115"/>
                      <a:pt x="425386" y="80010"/>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677"/>
                    </a:cubicBezTo>
                    <a:cubicBezTo>
                      <a:pt x="143446" y="90583"/>
                      <a:pt x="132588" y="90583"/>
                      <a:pt x="125825" y="86677"/>
                    </a:cubicBezTo>
                    <a:lnTo>
                      <a:pt x="76200" y="58007"/>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582"/>
                    </a:moveTo>
                    <a:cubicBezTo>
                      <a:pt x="273082" y="90488"/>
                      <a:pt x="262223" y="90488"/>
                      <a:pt x="255461" y="86582"/>
                    </a:cubicBezTo>
                    <a:cubicBezTo>
                      <a:pt x="248793" y="82677"/>
                      <a:pt x="248793" y="76391"/>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061"/>
                    </a:moveTo>
                    <a:lnTo>
                      <a:pt x="364712" y="107061"/>
                    </a:lnTo>
                    <a:cubicBezTo>
                      <a:pt x="374237" y="107061"/>
                      <a:pt x="381953" y="111538"/>
                      <a:pt x="381953" y="116967"/>
                    </a:cubicBezTo>
                    <a:cubicBezTo>
                      <a:pt x="381953" y="122396"/>
                      <a:pt x="374237" y="126873"/>
                      <a:pt x="364712" y="126873"/>
                    </a:cubicBezTo>
                    <a:lnTo>
                      <a:pt x="294513" y="126873"/>
                    </a:lnTo>
                    <a:cubicBezTo>
                      <a:pt x="284988" y="126873"/>
                      <a:pt x="277273" y="122396"/>
                      <a:pt x="277273" y="116967"/>
                    </a:cubicBezTo>
                    <a:cubicBezTo>
                      <a:pt x="277273" y="111538"/>
                      <a:pt x="284988" y="107061"/>
                      <a:pt x="294513" y="107061"/>
                    </a:cubicBezTo>
                    <a:close/>
                    <a:moveTo>
                      <a:pt x="202883" y="220409"/>
                    </a:moveTo>
                    <a:cubicBezTo>
                      <a:pt x="193358" y="220409"/>
                      <a:pt x="185642" y="215932"/>
                      <a:pt x="185642" y="210502"/>
                    </a:cubicBezTo>
                    <a:lnTo>
                      <a:pt x="185642" y="170021"/>
                    </a:lnTo>
                    <a:cubicBezTo>
                      <a:pt x="185642" y="164497"/>
                      <a:pt x="193358" y="160115"/>
                      <a:pt x="202883" y="160115"/>
                    </a:cubicBezTo>
                    <a:cubicBezTo>
                      <a:pt x="212408" y="160115"/>
                      <a:pt x="220123" y="164592"/>
                      <a:pt x="220123" y="170021"/>
                    </a:cubicBezTo>
                    <a:lnTo>
                      <a:pt x="220123" y="210502"/>
                    </a:lnTo>
                    <a:cubicBezTo>
                      <a:pt x="220123" y="216027"/>
                      <a:pt x="212408" y="220409"/>
                      <a:pt x="202883" y="220409"/>
                    </a:cubicBezTo>
                    <a:close/>
                    <a:moveTo>
                      <a:pt x="305181" y="190119"/>
                    </a:moveTo>
                    <a:lnTo>
                      <a:pt x="255556" y="161449"/>
                    </a:lnTo>
                    <a:cubicBezTo>
                      <a:pt x="248793" y="157543"/>
                      <a:pt x="248793" y="151257"/>
                      <a:pt x="255556" y="147447"/>
                    </a:cubicBezTo>
                    <a:cubicBezTo>
                      <a:pt x="262223" y="143542"/>
                      <a:pt x="273177" y="143542"/>
                      <a:pt x="279844" y="147447"/>
                    </a:cubicBezTo>
                    <a:lnTo>
                      <a:pt x="329470" y="176117"/>
                    </a:lnTo>
                    <a:cubicBezTo>
                      <a:pt x="336233" y="180023"/>
                      <a:pt x="336233" y="186309"/>
                      <a:pt x="329470" y="190119"/>
                    </a:cubicBezTo>
                    <a:cubicBezTo>
                      <a:pt x="322802" y="194024"/>
                      <a:pt x="311848" y="194024"/>
                      <a:pt x="305181"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8" name="Google Shape;1935;p35">
                <a:extLst>
                  <a:ext uri="{FF2B5EF4-FFF2-40B4-BE49-F238E27FC236}">
                    <a16:creationId xmlns:a16="http://schemas.microsoft.com/office/drawing/2014/main" id="{38B2CAC0-ECA5-B444-262B-35EA2501FC0E}"/>
                  </a:ext>
                </a:extLst>
              </p:cNvPr>
              <p:cNvSpPr/>
              <p:nvPr/>
            </p:nvSpPr>
            <p:spPr>
              <a:xfrm>
                <a:off x="4191364" y="4863176"/>
                <a:ext cx="114454" cy="46315"/>
              </a:xfrm>
              <a:custGeom>
                <a:avLst/>
                <a:gdLst/>
                <a:ahLst/>
                <a:cxnLst/>
                <a:rect l="l" t="t" r="r" b="b"/>
                <a:pathLst>
                  <a:path w="114454" h="46315" extrusionOk="0">
                    <a:moveTo>
                      <a:pt x="109615" y="46315"/>
                    </a:moveTo>
                    <a:cubicBezTo>
                      <a:pt x="106852" y="42696"/>
                      <a:pt x="102852" y="39267"/>
                      <a:pt x="97709" y="36219"/>
                    </a:cubicBezTo>
                    <a:cubicBezTo>
                      <a:pt x="75325" y="23360"/>
                      <a:pt x="39130" y="23360"/>
                      <a:pt x="16746" y="36219"/>
                    </a:cubicBezTo>
                    <a:cubicBezTo>
                      <a:pt x="11602" y="39171"/>
                      <a:pt x="7602" y="42601"/>
                      <a:pt x="4840" y="46315"/>
                    </a:cubicBezTo>
                    <a:cubicBezTo>
                      <a:pt x="-4400" y="34218"/>
                      <a:pt x="-399" y="19550"/>
                      <a:pt x="16746" y="9644"/>
                    </a:cubicBezTo>
                    <a:cubicBezTo>
                      <a:pt x="39130" y="-3215"/>
                      <a:pt x="75325" y="-3215"/>
                      <a:pt x="97709" y="9644"/>
                    </a:cubicBezTo>
                    <a:cubicBezTo>
                      <a:pt x="114853" y="19550"/>
                      <a:pt x="118854" y="34218"/>
                      <a:pt x="109615" y="4631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9" name="Google Shape;1936;p35">
                <a:extLst>
                  <a:ext uri="{FF2B5EF4-FFF2-40B4-BE49-F238E27FC236}">
                    <a16:creationId xmlns:a16="http://schemas.microsoft.com/office/drawing/2014/main" id="{8DA00E23-3B62-ECD1-2258-CF9631B16FCA}"/>
                  </a:ext>
                </a:extLst>
              </p:cNvPr>
              <p:cNvSpPr/>
              <p:nvPr/>
            </p:nvSpPr>
            <p:spPr>
              <a:xfrm>
                <a:off x="4196204" y="4889751"/>
                <a:ext cx="104775" cy="39481"/>
              </a:xfrm>
              <a:custGeom>
                <a:avLst/>
                <a:gdLst/>
                <a:ahLst/>
                <a:cxnLst/>
                <a:rect l="l" t="t" r="r" b="b"/>
                <a:pathLst>
                  <a:path w="104775" h="39481" extrusionOk="0">
                    <a:moveTo>
                      <a:pt x="104775" y="19740"/>
                    </a:moveTo>
                    <a:cubicBezTo>
                      <a:pt x="102013" y="23360"/>
                      <a:pt x="98012" y="26789"/>
                      <a:pt x="92869" y="29837"/>
                    </a:cubicBezTo>
                    <a:cubicBezTo>
                      <a:pt x="70485" y="42696"/>
                      <a:pt x="34290" y="42696"/>
                      <a:pt x="11906" y="29837"/>
                    </a:cubicBezTo>
                    <a:cubicBezTo>
                      <a:pt x="6763" y="26884"/>
                      <a:pt x="2762" y="23455"/>
                      <a:pt x="0" y="19740"/>
                    </a:cubicBezTo>
                    <a:cubicBezTo>
                      <a:pt x="2762" y="16121"/>
                      <a:pt x="6763" y="12692"/>
                      <a:pt x="11906" y="9644"/>
                    </a:cubicBezTo>
                    <a:cubicBezTo>
                      <a:pt x="34290" y="-3215"/>
                      <a:pt x="70485" y="-3215"/>
                      <a:pt x="92869" y="9644"/>
                    </a:cubicBezTo>
                    <a:cubicBezTo>
                      <a:pt x="98012" y="12597"/>
                      <a:pt x="102013" y="16026"/>
                      <a:pt x="104775" y="197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808098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50">
          <a:extLst>
            <a:ext uri="{FF2B5EF4-FFF2-40B4-BE49-F238E27FC236}">
              <a16:creationId xmlns:a16="http://schemas.microsoft.com/office/drawing/2014/main" id="{DDC7FE1E-74B4-56FE-F0B6-821F38F859D5}"/>
            </a:ext>
          </a:extLst>
        </p:cNvPr>
        <p:cNvGrpSpPr/>
        <p:nvPr/>
      </p:nvGrpSpPr>
      <p:grpSpPr>
        <a:xfrm>
          <a:off x="0" y="0"/>
          <a:ext cx="0" cy="0"/>
          <a:chOff x="0" y="0"/>
          <a:chExt cx="0" cy="0"/>
        </a:xfrm>
      </p:grpSpPr>
      <p:sp>
        <p:nvSpPr>
          <p:cNvPr id="20" name="Google Shape;4672;p53">
            <a:extLst>
              <a:ext uri="{FF2B5EF4-FFF2-40B4-BE49-F238E27FC236}">
                <a16:creationId xmlns:a16="http://schemas.microsoft.com/office/drawing/2014/main" id="{CF16A749-9D46-2FF5-01D1-E3D4DAF1D8A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a:r>
              <a:rPr lang="en-US" dirty="0"/>
              <a:t>AI-to-Print Flow</a:t>
            </a:r>
            <a:endParaRPr dirty="0"/>
          </a:p>
        </p:txBody>
      </p:sp>
      <p:sp>
        <p:nvSpPr>
          <p:cNvPr id="21" name="Google Shape;4673;p53">
            <a:extLst>
              <a:ext uri="{FF2B5EF4-FFF2-40B4-BE49-F238E27FC236}">
                <a16:creationId xmlns:a16="http://schemas.microsoft.com/office/drawing/2014/main" id="{848337B2-8488-E545-28A9-D6CA019724C3}"/>
              </a:ext>
            </a:extLst>
          </p:cNvPr>
          <p:cNvSpPr txBox="1"/>
          <p:nvPr/>
        </p:nvSpPr>
        <p:spPr>
          <a:xfrm>
            <a:off x="720000" y="1677462"/>
            <a:ext cx="2338800" cy="637200"/>
          </a:xfrm>
          <a:prstGeom prst="rect">
            <a:avLst/>
          </a:prstGeom>
          <a:noFill/>
          <a:ln>
            <a:noFill/>
          </a:ln>
        </p:spPr>
        <p:txBody>
          <a:bodyPr spcFirstLastPara="1" wrap="square" lIns="91425" tIns="91425" rIns="91425" bIns="91425" anchor="t" anchorCtr="0">
            <a:noAutofit/>
          </a:bodyPr>
          <a:lstStyle/>
          <a:p>
            <a:pPr lvl="0" algn="ctr">
              <a:lnSpc>
                <a:spcPct val="115000"/>
              </a:lnSpc>
            </a:pPr>
            <a:r>
              <a:rPr lang="en-US" dirty="0">
                <a:latin typeface="Mulish" panose="020B0604020202020204" charset="0"/>
              </a:rPr>
              <a:t>User enters text prompt describing desired object</a:t>
            </a:r>
            <a:endParaRPr dirty="0">
              <a:solidFill>
                <a:schemeClr val="dk1"/>
              </a:solidFill>
              <a:latin typeface="Mulish" panose="020B0604020202020204" charset="0"/>
              <a:ea typeface="Mulish"/>
              <a:cs typeface="Mulish"/>
              <a:sym typeface="Mulish"/>
            </a:endParaRPr>
          </a:p>
        </p:txBody>
      </p:sp>
      <p:sp>
        <p:nvSpPr>
          <p:cNvPr id="22" name="Google Shape;4674;p53">
            <a:extLst>
              <a:ext uri="{FF2B5EF4-FFF2-40B4-BE49-F238E27FC236}">
                <a16:creationId xmlns:a16="http://schemas.microsoft.com/office/drawing/2014/main" id="{79A923C7-6DD1-2F2C-679C-C5D2AAEB61AD}"/>
              </a:ext>
            </a:extLst>
          </p:cNvPr>
          <p:cNvSpPr txBox="1"/>
          <p:nvPr/>
        </p:nvSpPr>
        <p:spPr>
          <a:xfrm>
            <a:off x="720000" y="1353375"/>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First</a:t>
            </a:r>
            <a:endParaRPr sz="2000" b="1">
              <a:solidFill>
                <a:schemeClr val="dk1"/>
              </a:solidFill>
              <a:latin typeface="Barlow"/>
              <a:ea typeface="Barlow"/>
              <a:cs typeface="Barlow"/>
              <a:sym typeface="Barlow"/>
            </a:endParaRPr>
          </a:p>
        </p:txBody>
      </p:sp>
      <p:sp>
        <p:nvSpPr>
          <p:cNvPr id="23" name="Google Shape;4675;p53">
            <a:extLst>
              <a:ext uri="{FF2B5EF4-FFF2-40B4-BE49-F238E27FC236}">
                <a16:creationId xmlns:a16="http://schemas.microsoft.com/office/drawing/2014/main" id="{F9C73D7A-217B-7888-6BCD-2AAE237C8A69}"/>
              </a:ext>
            </a:extLst>
          </p:cNvPr>
          <p:cNvSpPr txBox="1"/>
          <p:nvPr/>
        </p:nvSpPr>
        <p:spPr>
          <a:xfrm>
            <a:off x="3402600" y="1677462"/>
            <a:ext cx="2338800" cy="637200"/>
          </a:xfrm>
          <a:prstGeom prst="rect">
            <a:avLst/>
          </a:prstGeom>
          <a:noFill/>
          <a:ln>
            <a:noFill/>
          </a:ln>
        </p:spPr>
        <p:txBody>
          <a:bodyPr spcFirstLastPara="1" wrap="square" lIns="91425" tIns="91425" rIns="91425" bIns="91425" anchor="t" anchorCtr="0">
            <a:noAutofit/>
          </a:bodyPr>
          <a:lstStyle/>
          <a:p>
            <a:pPr lvl="0" algn="ctr">
              <a:lnSpc>
                <a:spcPct val="115000"/>
              </a:lnSpc>
            </a:pPr>
            <a:r>
              <a:rPr lang="en-US" dirty="0">
                <a:latin typeface="Mulish" panose="020B0604020202020204" charset="0"/>
              </a:rPr>
              <a:t>AI Engine generates 3D model from description</a:t>
            </a:r>
            <a:endParaRPr dirty="0">
              <a:solidFill>
                <a:schemeClr val="dk1"/>
              </a:solidFill>
              <a:latin typeface="Mulish" panose="020B0604020202020204" charset="0"/>
              <a:ea typeface="Mulish"/>
              <a:cs typeface="Mulish"/>
              <a:sym typeface="Mulish"/>
            </a:endParaRPr>
          </a:p>
        </p:txBody>
      </p:sp>
      <p:sp>
        <p:nvSpPr>
          <p:cNvPr id="24" name="Google Shape;4676;p53">
            <a:extLst>
              <a:ext uri="{FF2B5EF4-FFF2-40B4-BE49-F238E27FC236}">
                <a16:creationId xmlns:a16="http://schemas.microsoft.com/office/drawing/2014/main" id="{A8447573-D8D9-C302-3179-E1BEDA6C1E4C}"/>
              </a:ext>
            </a:extLst>
          </p:cNvPr>
          <p:cNvSpPr txBox="1"/>
          <p:nvPr/>
        </p:nvSpPr>
        <p:spPr>
          <a:xfrm>
            <a:off x="3402600" y="1353375"/>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Next</a:t>
            </a:r>
            <a:endParaRPr sz="2000" b="1">
              <a:solidFill>
                <a:schemeClr val="dk1"/>
              </a:solidFill>
              <a:latin typeface="Barlow"/>
              <a:ea typeface="Barlow"/>
              <a:cs typeface="Barlow"/>
              <a:sym typeface="Barlow"/>
            </a:endParaRPr>
          </a:p>
        </p:txBody>
      </p:sp>
      <p:sp>
        <p:nvSpPr>
          <p:cNvPr id="25" name="Google Shape;4677;p53">
            <a:extLst>
              <a:ext uri="{FF2B5EF4-FFF2-40B4-BE49-F238E27FC236}">
                <a16:creationId xmlns:a16="http://schemas.microsoft.com/office/drawing/2014/main" id="{15136DF6-DBDE-1FDD-7146-2C5BBB32A608}"/>
              </a:ext>
            </a:extLst>
          </p:cNvPr>
          <p:cNvSpPr txBox="1"/>
          <p:nvPr/>
        </p:nvSpPr>
        <p:spPr>
          <a:xfrm>
            <a:off x="6085200" y="1677462"/>
            <a:ext cx="2338800" cy="637200"/>
          </a:xfrm>
          <a:prstGeom prst="rect">
            <a:avLst/>
          </a:prstGeom>
          <a:noFill/>
          <a:ln>
            <a:noFill/>
          </a:ln>
        </p:spPr>
        <p:txBody>
          <a:bodyPr spcFirstLastPara="1" wrap="square" lIns="91425" tIns="91425" rIns="91425" bIns="91425" anchor="t" anchorCtr="0">
            <a:noAutofit/>
          </a:bodyPr>
          <a:lstStyle/>
          <a:p>
            <a:pPr lvl="0" algn="ctr">
              <a:lnSpc>
                <a:spcPct val="115000"/>
              </a:lnSpc>
            </a:pPr>
            <a:r>
              <a:rPr lang="en-US" dirty="0">
                <a:latin typeface="Mulish" panose="020B0604020202020204" charset="0"/>
              </a:rPr>
              <a:t> Blender Script </a:t>
            </a:r>
            <a:r>
              <a:rPr lang="en-US" dirty="0"/>
              <a:t>checks for geometric errors</a:t>
            </a:r>
            <a:endParaRPr dirty="0">
              <a:solidFill>
                <a:schemeClr val="dk1"/>
              </a:solidFill>
              <a:latin typeface="Mulish"/>
              <a:ea typeface="Mulish"/>
              <a:cs typeface="Mulish"/>
              <a:sym typeface="Mulish"/>
            </a:endParaRPr>
          </a:p>
        </p:txBody>
      </p:sp>
      <p:sp>
        <p:nvSpPr>
          <p:cNvPr id="26" name="Google Shape;4678;p53">
            <a:extLst>
              <a:ext uri="{FF2B5EF4-FFF2-40B4-BE49-F238E27FC236}">
                <a16:creationId xmlns:a16="http://schemas.microsoft.com/office/drawing/2014/main" id="{5688830C-ACF8-6C58-08D8-94610FCF03F1}"/>
              </a:ext>
            </a:extLst>
          </p:cNvPr>
          <p:cNvSpPr txBox="1"/>
          <p:nvPr/>
        </p:nvSpPr>
        <p:spPr>
          <a:xfrm>
            <a:off x="6085200" y="1353375"/>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Next</a:t>
            </a:r>
            <a:endParaRPr sz="2000" b="1">
              <a:solidFill>
                <a:schemeClr val="dk1"/>
              </a:solidFill>
              <a:latin typeface="Barlow"/>
              <a:ea typeface="Barlow"/>
              <a:cs typeface="Barlow"/>
              <a:sym typeface="Barlow"/>
            </a:endParaRPr>
          </a:p>
        </p:txBody>
      </p:sp>
      <p:sp>
        <p:nvSpPr>
          <p:cNvPr id="27" name="Google Shape;4679;p53">
            <a:extLst>
              <a:ext uri="{FF2B5EF4-FFF2-40B4-BE49-F238E27FC236}">
                <a16:creationId xmlns:a16="http://schemas.microsoft.com/office/drawing/2014/main" id="{FB2922F0-A264-5860-CDF4-7D1A4040D110}"/>
              </a:ext>
            </a:extLst>
          </p:cNvPr>
          <p:cNvSpPr txBox="1"/>
          <p:nvPr/>
        </p:nvSpPr>
        <p:spPr>
          <a:xfrm>
            <a:off x="720000" y="3432411"/>
            <a:ext cx="2424644" cy="637200"/>
          </a:xfrm>
          <a:prstGeom prst="rect">
            <a:avLst/>
          </a:prstGeom>
          <a:noFill/>
          <a:ln>
            <a:noFill/>
          </a:ln>
        </p:spPr>
        <p:txBody>
          <a:bodyPr spcFirstLastPara="1" wrap="square" lIns="91425" tIns="91425" rIns="91425" bIns="91425" anchor="t" anchorCtr="0">
            <a:noAutofit/>
          </a:bodyPr>
          <a:lstStyle/>
          <a:p>
            <a:pPr lvl="0" algn="ctr">
              <a:lnSpc>
                <a:spcPct val="115000"/>
              </a:lnSpc>
            </a:pPr>
            <a:r>
              <a:rPr lang="en-US" dirty="0">
                <a:latin typeface="Mulish" panose="020B0604020202020204" charset="0"/>
              </a:rPr>
              <a:t>Decision Gate: Valid models proceed to print queue</a:t>
            </a:r>
            <a:endParaRPr dirty="0">
              <a:solidFill>
                <a:schemeClr val="dk1"/>
              </a:solidFill>
              <a:latin typeface="Mulish" panose="020B0604020202020204" charset="0"/>
              <a:ea typeface="Mulish"/>
              <a:cs typeface="Mulish"/>
              <a:sym typeface="Mulish"/>
            </a:endParaRPr>
          </a:p>
        </p:txBody>
      </p:sp>
      <p:sp>
        <p:nvSpPr>
          <p:cNvPr id="28" name="Google Shape;4680;p53">
            <a:extLst>
              <a:ext uri="{FF2B5EF4-FFF2-40B4-BE49-F238E27FC236}">
                <a16:creationId xmlns:a16="http://schemas.microsoft.com/office/drawing/2014/main" id="{CCA5D0FC-8C25-EEB2-02BC-D543C388AE80}"/>
              </a:ext>
            </a:extLst>
          </p:cNvPr>
          <p:cNvSpPr txBox="1"/>
          <p:nvPr/>
        </p:nvSpPr>
        <p:spPr>
          <a:xfrm>
            <a:off x="720000" y="3108318"/>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Next</a:t>
            </a:r>
            <a:endParaRPr sz="2000" b="1">
              <a:solidFill>
                <a:schemeClr val="dk1"/>
              </a:solidFill>
              <a:latin typeface="Barlow"/>
              <a:ea typeface="Barlow"/>
              <a:cs typeface="Barlow"/>
              <a:sym typeface="Barlow"/>
            </a:endParaRPr>
          </a:p>
        </p:txBody>
      </p:sp>
      <p:sp>
        <p:nvSpPr>
          <p:cNvPr id="29" name="Google Shape;4681;p53">
            <a:extLst>
              <a:ext uri="{FF2B5EF4-FFF2-40B4-BE49-F238E27FC236}">
                <a16:creationId xmlns:a16="http://schemas.microsoft.com/office/drawing/2014/main" id="{7063DC89-508A-572E-F224-DB1D631F00B5}"/>
              </a:ext>
            </a:extLst>
          </p:cNvPr>
          <p:cNvSpPr txBox="1"/>
          <p:nvPr/>
        </p:nvSpPr>
        <p:spPr>
          <a:xfrm>
            <a:off x="4668503" y="3432411"/>
            <a:ext cx="2498013" cy="637200"/>
          </a:xfrm>
          <a:prstGeom prst="rect">
            <a:avLst/>
          </a:prstGeom>
          <a:noFill/>
          <a:ln>
            <a:noFill/>
          </a:ln>
        </p:spPr>
        <p:txBody>
          <a:bodyPr spcFirstLastPara="1" wrap="square" lIns="91425" tIns="91425" rIns="91425" bIns="91425" anchor="t" anchorCtr="0">
            <a:noAutofit/>
          </a:bodyPr>
          <a:lstStyle/>
          <a:p>
            <a:pPr lvl="0" algn="ctr">
              <a:lnSpc>
                <a:spcPct val="115000"/>
              </a:lnSpc>
            </a:pPr>
            <a:r>
              <a:rPr lang="en-US" dirty="0">
                <a:latin typeface="Mulish" panose="020B0604020202020204" charset="0"/>
              </a:rPr>
              <a:t>Complex models are flagged for professional review</a:t>
            </a:r>
            <a:endParaRPr dirty="0">
              <a:solidFill>
                <a:schemeClr val="dk1"/>
              </a:solidFill>
              <a:latin typeface="Mulish" panose="020B0604020202020204" charset="0"/>
              <a:ea typeface="Mulish"/>
              <a:cs typeface="Mulish"/>
              <a:sym typeface="Mulish"/>
            </a:endParaRPr>
          </a:p>
        </p:txBody>
      </p:sp>
      <p:sp>
        <p:nvSpPr>
          <p:cNvPr id="30" name="Google Shape;4684;p53">
            <a:extLst>
              <a:ext uri="{FF2B5EF4-FFF2-40B4-BE49-F238E27FC236}">
                <a16:creationId xmlns:a16="http://schemas.microsoft.com/office/drawing/2014/main" id="{B6B81BE7-F23D-E751-D32F-EE4B60A2F66B}"/>
              </a:ext>
            </a:extLst>
          </p:cNvPr>
          <p:cNvSpPr txBox="1"/>
          <p:nvPr/>
        </p:nvSpPr>
        <p:spPr>
          <a:xfrm>
            <a:off x="4668504" y="3108318"/>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dirty="0">
                <a:solidFill>
                  <a:schemeClr val="dk1"/>
                </a:solidFill>
                <a:latin typeface="Barlow"/>
                <a:ea typeface="Barlow"/>
                <a:cs typeface="Barlow"/>
                <a:sym typeface="Barlow"/>
              </a:rPr>
              <a:t>Last</a:t>
            </a:r>
            <a:endParaRPr sz="2000" b="1" dirty="0">
              <a:solidFill>
                <a:schemeClr val="dk1"/>
              </a:solidFill>
              <a:latin typeface="Barlow"/>
              <a:ea typeface="Barlow"/>
              <a:cs typeface="Barlow"/>
              <a:sym typeface="Barlow"/>
            </a:endParaRPr>
          </a:p>
        </p:txBody>
      </p:sp>
      <p:cxnSp>
        <p:nvCxnSpPr>
          <p:cNvPr id="31" name="Google Shape;4685;p53">
            <a:extLst>
              <a:ext uri="{FF2B5EF4-FFF2-40B4-BE49-F238E27FC236}">
                <a16:creationId xmlns:a16="http://schemas.microsoft.com/office/drawing/2014/main" id="{5550A1DD-27A0-4ABC-B8A8-6A91793CA1EB}"/>
              </a:ext>
            </a:extLst>
          </p:cNvPr>
          <p:cNvCxnSpPr>
            <a:cxnSpLocks/>
            <a:stCxn id="22" idx="3"/>
            <a:endCxn id="24" idx="1"/>
          </p:cNvCxnSpPr>
          <p:nvPr/>
        </p:nvCxnSpPr>
        <p:spPr>
          <a:xfrm>
            <a:off x="3058800" y="1590675"/>
            <a:ext cx="343800" cy="600"/>
          </a:xfrm>
          <a:prstGeom prst="bentConnector3">
            <a:avLst>
              <a:gd name="adj1" fmla="val 50000"/>
            </a:avLst>
          </a:prstGeom>
          <a:noFill/>
          <a:ln w="9525" cap="flat" cmpd="sng">
            <a:solidFill>
              <a:schemeClr val="dk1"/>
            </a:solidFill>
            <a:prstDash val="solid"/>
            <a:round/>
            <a:headEnd type="none" w="med" len="med"/>
            <a:tailEnd type="triangle" w="med" len="med"/>
          </a:ln>
        </p:spPr>
      </p:cxnSp>
      <p:cxnSp>
        <p:nvCxnSpPr>
          <p:cNvPr id="32" name="Google Shape;4686;p53">
            <a:extLst>
              <a:ext uri="{FF2B5EF4-FFF2-40B4-BE49-F238E27FC236}">
                <a16:creationId xmlns:a16="http://schemas.microsoft.com/office/drawing/2014/main" id="{1CAA8654-2D83-8CE8-C2C0-12499F3F53A8}"/>
              </a:ext>
            </a:extLst>
          </p:cNvPr>
          <p:cNvCxnSpPr>
            <a:stCxn id="24" idx="3"/>
            <a:endCxn id="26" idx="1"/>
          </p:cNvCxnSpPr>
          <p:nvPr/>
        </p:nvCxnSpPr>
        <p:spPr>
          <a:xfrm>
            <a:off x="5741400" y="1590675"/>
            <a:ext cx="343800" cy="600"/>
          </a:xfrm>
          <a:prstGeom prst="bentConnector3">
            <a:avLst>
              <a:gd name="adj1" fmla="val 50000"/>
            </a:avLst>
          </a:prstGeom>
          <a:noFill/>
          <a:ln w="9525" cap="flat" cmpd="sng">
            <a:solidFill>
              <a:schemeClr val="dk1"/>
            </a:solidFill>
            <a:prstDash val="solid"/>
            <a:round/>
            <a:headEnd type="none" w="med" len="med"/>
            <a:tailEnd type="triangle" w="med" len="med"/>
          </a:ln>
        </p:spPr>
      </p:cxnSp>
      <p:cxnSp>
        <p:nvCxnSpPr>
          <p:cNvPr id="33" name="Google Shape;4687;p53">
            <a:extLst>
              <a:ext uri="{FF2B5EF4-FFF2-40B4-BE49-F238E27FC236}">
                <a16:creationId xmlns:a16="http://schemas.microsoft.com/office/drawing/2014/main" id="{07F7586F-ACA8-6FA9-9C87-58B7A2377D2C}"/>
              </a:ext>
            </a:extLst>
          </p:cNvPr>
          <p:cNvCxnSpPr>
            <a:stCxn id="25" idx="2"/>
            <a:endCxn id="28" idx="0"/>
          </p:cNvCxnSpPr>
          <p:nvPr/>
        </p:nvCxnSpPr>
        <p:spPr>
          <a:xfrm rot="5400000">
            <a:off x="4175100" y="28962"/>
            <a:ext cx="793800" cy="5365200"/>
          </a:xfrm>
          <a:prstGeom prst="bentConnector3">
            <a:avLst>
              <a:gd name="adj1" fmla="val 49991"/>
            </a:avLst>
          </a:prstGeom>
          <a:noFill/>
          <a:ln w="9525" cap="flat" cmpd="sng">
            <a:solidFill>
              <a:schemeClr val="dk1"/>
            </a:solidFill>
            <a:prstDash val="solid"/>
            <a:round/>
            <a:headEnd type="none" w="med" len="med"/>
            <a:tailEnd type="triangle" w="med" len="med"/>
          </a:ln>
        </p:spPr>
      </p:cxnSp>
      <p:cxnSp>
        <p:nvCxnSpPr>
          <p:cNvPr id="34" name="Straight Arrow Connector 33">
            <a:extLst>
              <a:ext uri="{FF2B5EF4-FFF2-40B4-BE49-F238E27FC236}">
                <a16:creationId xmlns:a16="http://schemas.microsoft.com/office/drawing/2014/main" id="{004F49EA-58C5-5DA3-8249-7A7DD0243335}"/>
              </a:ext>
            </a:extLst>
          </p:cNvPr>
          <p:cNvCxnSpPr>
            <a:cxnSpLocks/>
          </p:cNvCxnSpPr>
          <p:nvPr/>
        </p:nvCxnSpPr>
        <p:spPr>
          <a:xfrm>
            <a:off x="3451860" y="3299460"/>
            <a:ext cx="6443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151" name="Google Shape;1937;p35">
            <a:extLst>
              <a:ext uri="{FF2B5EF4-FFF2-40B4-BE49-F238E27FC236}">
                <a16:creationId xmlns:a16="http://schemas.microsoft.com/office/drawing/2014/main" id="{18C04A02-F1BB-F499-C360-310DBF1600DB}"/>
              </a:ext>
            </a:extLst>
          </p:cNvPr>
          <p:cNvGrpSpPr/>
          <p:nvPr/>
        </p:nvGrpSpPr>
        <p:grpSpPr>
          <a:xfrm>
            <a:off x="116486" y="4177127"/>
            <a:ext cx="1319282" cy="877909"/>
            <a:chOff x="7468856" y="4194453"/>
            <a:chExt cx="1319282" cy="877909"/>
          </a:xfrm>
        </p:grpSpPr>
        <p:grpSp>
          <p:nvGrpSpPr>
            <p:cNvPr id="3152" name="Google Shape;1938;p35">
              <a:extLst>
                <a:ext uri="{FF2B5EF4-FFF2-40B4-BE49-F238E27FC236}">
                  <a16:creationId xmlns:a16="http://schemas.microsoft.com/office/drawing/2014/main" id="{D67AD6BA-44A7-1336-5D1B-07DE61697EF9}"/>
                </a:ext>
              </a:extLst>
            </p:cNvPr>
            <p:cNvGrpSpPr/>
            <p:nvPr/>
          </p:nvGrpSpPr>
          <p:grpSpPr>
            <a:xfrm>
              <a:off x="8148186" y="4194453"/>
              <a:ext cx="639951" cy="559831"/>
              <a:chOff x="3638372" y="4678414"/>
              <a:chExt cx="422243" cy="369379"/>
            </a:xfrm>
          </p:grpSpPr>
          <p:sp>
            <p:nvSpPr>
              <p:cNvPr id="3190" name="Google Shape;1939;p35">
                <a:extLst>
                  <a:ext uri="{FF2B5EF4-FFF2-40B4-BE49-F238E27FC236}">
                    <a16:creationId xmlns:a16="http://schemas.microsoft.com/office/drawing/2014/main" id="{A9B9EC08-7E40-C941-0F98-5E09B22B7326}"/>
                  </a:ext>
                </a:extLst>
              </p:cNvPr>
              <p:cNvSpPr/>
              <p:nvPr/>
            </p:nvSpPr>
            <p:spPr>
              <a:xfrm>
                <a:off x="3638372" y="4804049"/>
                <a:ext cx="422243" cy="243744"/>
              </a:xfrm>
              <a:custGeom>
                <a:avLst/>
                <a:gdLst/>
                <a:ahLst/>
                <a:cxnLst/>
                <a:rect l="l" t="t" r="r" b="b"/>
                <a:pathLst>
                  <a:path w="422243" h="243744" extrusionOk="0">
                    <a:moveTo>
                      <a:pt x="360378" y="208026"/>
                    </a:moveTo>
                    <a:cubicBezTo>
                      <a:pt x="277987" y="255651"/>
                      <a:pt x="144351" y="255651"/>
                      <a:pt x="61865" y="208026"/>
                    </a:cubicBezTo>
                    <a:cubicBezTo>
                      <a:pt x="-20622" y="160401"/>
                      <a:pt x="-20622" y="83248"/>
                      <a:pt x="61865" y="35719"/>
                    </a:cubicBezTo>
                    <a:cubicBezTo>
                      <a:pt x="144256" y="-11906"/>
                      <a:pt x="277987" y="-11906"/>
                      <a:pt x="360378" y="35719"/>
                    </a:cubicBezTo>
                    <a:cubicBezTo>
                      <a:pt x="442865" y="83344"/>
                      <a:pt x="442865"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191" name="Google Shape;1940;p35">
                <a:extLst>
                  <a:ext uri="{FF2B5EF4-FFF2-40B4-BE49-F238E27FC236}">
                    <a16:creationId xmlns:a16="http://schemas.microsoft.com/office/drawing/2014/main" id="{8887746C-EF51-20DC-3AEC-8F190AD6BF15}"/>
                  </a:ext>
                </a:extLst>
              </p:cNvPr>
              <p:cNvGrpSpPr/>
              <p:nvPr/>
            </p:nvGrpSpPr>
            <p:grpSpPr>
              <a:xfrm>
                <a:off x="3646611" y="4791857"/>
                <a:ext cx="405669" cy="247459"/>
                <a:chOff x="3646611" y="4791857"/>
                <a:chExt cx="405669" cy="247459"/>
              </a:xfrm>
            </p:grpSpPr>
            <p:sp>
              <p:nvSpPr>
                <p:cNvPr id="3222" name="Google Shape;1941;p35">
                  <a:extLst>
                    <a:ext uri="{FF2B5EF4-FFF2-40B4-BE49-F238E27FC236}">
                      <a16:creationId xmlns:a16="http://schemas.microsoft.com/office/drawing/2014/main" id="{DACB8F75-99B5-3C72-FD03-8AFC38F9AB6A}"/>
                    </a:ext>
                  </a:extLst>
                </p:cNvPr>
                <p:cNvSpPr/>
                <p:nvPr/>
              </p:nvSpPr>
              <p:spPr>
                <a:xfrm>
                  <a:off x="3646611" y="4805192"/>
                  <a:ext cx="405574" cy="234124"/>
                </a:xfrm>
                <a:custGeom>
                  <a:avLst/>
                  <a:gdLst/>
                  <a:ahLst/>
                  <a:cxnLst/>
                  <a:rect l="l" t="t" r="r" b="b"/>
                  <a:pathLst>
                    <a:path w="405574" h="234124" extrusionOk="0">
                      <a:moveTo>
                        <a:pt x="404336" y="103727"/>
                      </a:moveTo>
                      <a:cubicBezTo>
                        <a:pt x="399288" y="78296"/>
                        <a:pt x="379952" y="53721"/>
                        <a:pt x="346234" y="34290"/>
                      </a:cubicBezTo>
                      <a:cubicBezTo>
                        <a:pt x="267081" y="-11430"/>
                        <a:pt x="138684" y="-11430"/>
                        <a:pt x="59436" y="34290"/>
                      </a:cubicBezTo>
                      <a:cubicBezTo>
                        <a:pt x="25527" y="53912"/>
                        <a:pt x="6096" y="78677"/>
                        <a:pt x="1238" y="104299"/>
                      </a:cubicBezTo>
                      <a:lnTo>
                        <a:pt x="0" y="103823"/>
                      </a:lnTo>
                      <a:lnTo>
                        <a:pt x="0" y="117824"/>
                      </a:lnTo>
                      <a:lnTo>
                        <a:pt x="0" y="117824"/>
                      </a:lnTo>
                      <a:cubicBezTo>
                        <a:pt x="286" y="147542"/>
                        <a:pt x="20098" y="177165"/>
                        <a:pt x="59341" y="199834"/>
                      </a:cubicBezTo>
                      <a:cubicBezTo>
                        <a:pt x="138589" y="245555"/>
                        <a:pt x="266986" y="245555"/>
                        <a:pt x="346138" y="199834"/>
                      </a:cubicBezTo>
                      <a:cubicBezTo>
                        <a:pt x="385763" y="176974"/>
                        <a:pt x="405574" y="146971"/>
                        <a:pt x="405574" y="117062"/>
                      </a:cubicBezTo>
                      <a:lnTo>
                        <a:pt x="405574" y="103727"/>
                      </a:lnTo>
                      <a:lnTo>
                        <a:pt x="404241" y="103727"/>
                      </a:lnTo>
                      <a:close/>
                      <a:moveTo>
                        <a:pt x="76295" y="43910"/>
                      </a:moveTo>
                      <a:cubicBezTo>
                        <a:pt x="83058" y="40005"/>
                        <a:pt x="93916"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1053" y="126968"/>
                      </a:moveTo>
                      <a:cubicBezTo>
                        <a:pt x="31528" y="126968"/>
                        <a:pt x="23813" y="122491"/>
                        <a:pt x="23813" y="117062"/>
                      </a:cubicBezTo>
                      <a:cubicBezTo>
                        <a:pt x="23813" y="111633"/>
                        <a:pt x="31528" y="107156"/>
                        <a:pt x="41053" y="107156"/>
                      </a:cubicBezTo>
                      <a:lnTo>
                        <a:pt x="111252" y="107156"/>
                      </a:lnTo>
                      <a:cubicBezTo>
                        <a:pt x="120777" y="107156"/>
                        <a:pt x="128492" y="111633"/>
                        <a:pt x="128492" y="117062"/>
                      </a:cubicBezTo>
                      <a:cubicBezTo>
                        <a:pt x="128492" y="122491"/>
                        <a:pt x="120777" y="126968"/>
                        <a:pt x="111252" y="126968"/>
                      </a:cubicBezTo>
                      <a:lnTo>
                        <a:pt x="41148" y="126968"/>
                      </a:lnTo>
                      <a:close/>
                      <a:moveTo>
                        <a:pt x="150209" y="161449"/>
                      </a:moveTo>
                      <a:lnTo>
                        <a:pt x="100584" y="190119"/>
                      </a:lnTo>
                      <a:cubicBezTo>
                        <a:pt x="93916" y="194024"/>
                        <a:pt x="82963" y="194024"/>
                        <a:pt x="76295" y="190119"/>
                      </a:cubicBezTo>
                      <a:cubicBezTo>
                        <a:pt x="69532" y="186214"/>
                        <a:pt x="69532" y="179927"/>
                        <a:pt x="76295" y="176117"/>
                      </a:cubicBezTo>
                      <a:lnTo>
                        <a:pt x="125921" y="147447"/>
                      </a:lnTo>
                      <a:cubicBezTo>
                        <a:pt x="132588" y="143542"/>
                        <a:pt x="143542" y="143542"/>
                        <a:pt x="150209" y="147447"/>
                      </a:cubicBezTo>
                      <a:cubicBezTo>
                        <a:pt x="156972" y="151352"/>
                        <a:pt x="156972" y="157639"/>
                        <a:pt x="150209" y="161544"/>
                      </a:cubicBezTo>
                      <a:close/>
                      <a:moveTo>
                        <a:pt x="185642" y="23527"/>
                      </a:moveTo>
                      <a:cubicBezTo>
                        <a:pt x="185642" y="18002"/>
                        <a:pt x="193357" y="13621"/>
                        <a:pt x="202882" y="13621"/>
                      </a:cubicBezTo>
                      <a:cubicBezTo>
                        <a:pt x="212407" y="13621"/>
                        <a:pt x="220123" y="18098"/>
                        <a:pt x="220123" y="23527"/>
                      </a:cubicBezTo>
                      <a:lnTo>
                        <a:pt x="220123" y="64008"/>
                      </a:lnTo>
                      <a:cubicBezTo>
                        <a:pt x="220123" y="69532"/>
                        <a:pt x="212407" y="73914"/>
                        <a:pt x="202882" y="73914"/>
                      </a:cubicBezTo>
                      <a:cubicBezTo>
                        <a:pt x="193357" y="73914"/>
                        <a:pt x="185642" y="69437"/>
                        <a:pt x="185642" y="64008"/>
                      </a:cubicBezTo>
                      <a:lnTo>
                        <a:pt x="185642" y="23527"/>
                      </a:lnTo>
                      <a:close/>
                      <a:moveTo>
                        <a:pt x="202882" y="220313"/>
                      </a:moveTo>
                      <a:cubicBezTo>
                        <a:pt x="193357" y="220313"/>
                        <a:pt x="185642" y="215837"/>
                        <a:pt x="185642" y="210407"/>
                      </a:cubicBezTo>
                      <a:lnTo>
                        <a:pt x="185642" y="169926"/>
                      </a:lnTo>
                      <a:cubicBezTo>
                        <a:pt x="185642" y="164497"/>
                        <a:pt x="193357" y="160020"/>
                        <a:pt x="202882" y="160020"/>
                      </a:cubicBezTo>
                      <a:cubicBezTo>
                        <a:pt x="212407" y="160020"/>
                        <a:pt x="220123" y="164497"/>
                        <a:pt x="220123" y="169926"/>
                      </a:cubicBezTo>
                      <a:lnTo>
                        <a:pt x="220123" y="210407"/>
                      </a:lnTo>
                      <a:cubicBezTo>
                        <a:pt x="220123" y="215932"/>
                        <a:pt x="212407" y="220313"/>
                        <a:pt x="202882" y="220313"/>
                      </a:cubicBezTo>
                      <a:close/>
                      <a:moveTo>
                        <a:pt x="255556" y="72485"/>
                      </a:moveTo>
                      <a:lnTo>
                        <a:pt x="305181" y="43815"/>
                      </a:lnTo>
                      <a:cubicBezTo>
                        <a:pt x="311944" y="39910"/>
                        <a:pt x="322802" y="39910"/>
                        <a:pt x="329470" y="43815"/>
                      </a:cubicBezTo>
                      <a:cubicBezTo>
                        <a:pt x="336232" y="47720"/>
                        <a:pt x="336232" y="54007"/>
                        <a:pt x="329470" y="57912"/>
                      </a:cubicBezTo>
                      <a:lnTo>
                        <a:pt x="279845" y="86582"/>
                      </a:lnTo>
                      <a:cubicBezTo>
                        <a:pt x="273082" y="90488"/>
                        <a:pt x="262223" y="90488"/>
                        <a:pt x="255461" y="86582"/>
                      </a:cubicBezTo>
                      <a:cubicBezTo>
                        <a:pt x="248698" y="82677"/>
                        <a:pt x="248698" y="76390"/>
                        <a:pt x="255461" y="72581"/>
                      </a:cubicBezTo>
                      <a:close/>
                      <a:moveTo>
                        <a:pt x="329470" y="190024"/>
                      </a:moveTo>
                      <a:cubicBezTo>
                        <a:pt x="322802" y="193929"/>
                        <a:pt x="311848" y="193929"/>
                        <a:pt x="305181" y="190024"/>
                      </a:cubicBezTo>
                      <a:lnTo>
                        <a:pt x="255556" y="161354"/>
                      </a:lnTo>
                      <a:cubicBezTo>
                        <a:pt x="248793" y="157448"/>
                        <a:pt x="248793" y="151162"/>
                        <a:pt x="255556" y="147256"/>
                      </a:cubicBezTo>
                      <a:cubicBezTo>
                        <a:pt x="262319" y="143351"/>
                        <a:pt x="273177" y="143351"/>
                        <a:pt x="279940" y="147256"/>
                      </a:cubicBezTo>
                      <a:lnTo>
                        <a:pt x="329565" y="175927"/>
                      </a:lnTo>
                      <a:cubicBezTo>
                        <a:pt x="336328" y="179832"/>
                        <a:pt x="336328" y="186119"/>
                        <a:pt x="329565" y="189929"/>
                      </a:cubicBezTo>
                      <a:close/>
                      <a:moveTo>
                        <a:pt x="364712" y="126873"/>
                      </a:moveTo>
                      <a:lnTo>
                        <a:pt x="294513" y="126873"/>
                      </a:lnTo>
                      <a:cubicBezTo>
                        <a:pt x="284988" y="126873"/>
                        <a:pt x="277368" y="122396"/>
                        <a:pt x="277368" y="116967"/>
                      </a:cubicBezTo>
                      <a:cubicBezTo>
                        <a:pt x="277368" y="111538"/>
                        <a:pt x="285083" y="107061"/>
                        <a:pt x="294513" y="107061"/>
                      </a:cubicBezTo>
                      <a:lnTo>
                        <a:pt x="364712" y="107061"/>
                      </a:lnTo>
                      <a:cubicBezTo>
                        <a:pt x="374237" y="107061"/>
                        <a:pt x="381953" y="111538"/>
                        <a:pt x="381953" y="116967"/>
                      </a:cubicBezTo>
                      <a:cubicBezTo>
                        <a:pt x="381953" y="122396"/>
                        <a:pt x="374237" y="126873"/>
                        <a:pt x="364712"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3" name="Google Shape;1942;p35">
                  <a:extLst>
                    <a:ext uri="{FF2B5EF4-FFF2-40B4-BE49-F238E27FC236}">
                      <a16:creationId xmlns:a16="http://schemas.microsoft.com/office/drawing/2014/main" id="{A5E348C5-A32D-B615-9CBE-A85A7C38D282}"/>
                    </a:ext>
                  </a:extLst>
                </p:cNvPr>
                <p:cNvSpPr/>
                <p:nvPr/>
              </p:nvSpPr>
              <p:spPr>
                <a:xfrm>
                  <a:off x="3646611" y="4791857"/>
                  <a:ext cx="405669" cy="234219"/>
                </a:xfrm>
                <a:custGeom>
                  <a:avLst/>
                  <a:gdLst/>
                  <a:ahLst/>
                  <a:cxnLst/>
                  <a:rect l="l" t="t" r="r" b="b"/>
                  <a:pathLst>
                    <a:path w="405669" h="234219" extrusionOk="0">
                      <a:moveTo>
                        <a:pt x="346234" y="34290"/>
                      </a:moveTo>
                      <a:cubicBezTo>
                        <a:pt x="267081" y="-11430"/>
                        <a:pt x="138684" y="-11430"/>
                        <a:pt x="59436" y="34290"/>
                      </a:cubicBezTo>
                      <a:cubicBezTo>
                        <a:pt x="-19812" y="80010"/>
                        <a:pt x="-19812" y="154115"/>
                        <a:pt x="59436" y="199930"/>
                      </a:cubicBezTo>
                      <a:cubicBezTo>
                        <a:pt x="138684" y="245650"/>
                        <a:pt x="267081" y="245650"/>
                        <a:pt x="346234" y="199930"/>
                      </a:cubicBezTo>
                      <a:cubicBezTo>
                        <a:pt x="425482" y="154210"/>
                        <a:pt x="425482" y="80010"/>
                        <a:pt x="346234" y="34290"/>
                      </a:cubicBezTo>
                      <a:close/>
                      <a:moveTo>
                        <a:pt x="76200" y="58007"/>
                      </a:moveTo>
                      <a:cubicBezTo>
                        <a:pt x="69437" y="54102"/>
                        <a:pt x="69437" y="47816"/>
                        <a:pt x="76200" y="44006"/>
                      </a:cubicBezTo>
                      <a:cubicBezTo>
                        <a:pt x="82963" y="40100"/>
                        <a:pt x="93821" y="40100"/>
                        <a:pt x="100489" y="44006"/>
                      </a:cubicBezTo>
                      <a:lnTo>
                        <a:pt x="150114" y="72676"/>
                      </a:lnTo>
                      <a:cubicBezTo>
                        <a:pt x="156877" y="76581"/>
                        <a:pt x="156877" y="82867"/>
                        <a:pt x="150114" y="86773"/>
                      </a:cubicBezTo>
                      <a:cubicBezTo>
                        <a:pt x="143351" y="90678"/>
                        <a:pt x="132493" y="90678"/>
                        <a:pt x="125825" y="86773"/>
                      </a:cubicBezTo>
                      <a:lnTo>
                        <a:pt x="76200" y="58102"/>
                      </a:lnTo>
                      <a:close/>
                      <a:moveTo>
                        <a:pt x="111061" y="126968"/>
                      </a:moveTo>
                      <a:lnTo>
                        <a:pt x="40957" y="126968"/>
                      </a:lnTo>
                      <a:cubicBezTo>
                        <a:pt x="31432" y="126968"/>
                        <a:pt x="23717" y="122492"/>
                        <a:pt x="23717" y="117062"/>
                      </a:cubicBezTo>
                      <a:cubicBezTo>
                        <a:pt x="23717" y="111633"/>
                        <a:pt x="31432" y="107156"/>
                        <a:pt x="40957" y="107156"/>
                      </a:cubicBezTo>
                      <a:lnTo>
                        <a:pt x="111157" y="107156"/>
                      </a:lnTo>
                      <a:cubicBezTo>
                        <a:pt x="120682" y="107156"/>
                        <a:pt x="128397" y="111633"/>
                        <a:pt x="128397" y="117062"/>
                      </a:cubicBezTo>
                      <a:cubicBezTo>
                        <a:pt x="128397" y="122492"/>
                        <a:pt x="120682" y="126968"/>
                        <a:pt x="111157" y="126968"/>
                      </a:cubicBezTo>
                      <a:close/>
                      <a:moveTo>
                        <a:pt x="202787" y="74009"/>
                      </a:moveTo>
                      <a:cubicBezTo>
                        <a:pt x="193262" y="74009"/>
                        <a:pt x="185547" y="69533"/>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628"/>
                        <a:pt x="212312" y="74009"/>
                        <a:pt x="202787" y="74009"/>
                      </a:cubicBezTo>
                      <a:close/>
                      <a:moveTo>
                        <a:pt x="100489" y="190119"/>
                      </a:moveTo>
                      <a:cubicBezTo>
                        <a:pt x="93821" y="194024"/>
                        <a:pt x="82868" y="194024"/>
                        <a:pt x="76200" y="190119"/>
                      </a:cubicBezTo>
                      <a:cubicBezTo>
                        <a:pt x="69437" y="186214"/>
                        <a:pt x="69437" y="179927"/>
                        <a:pt x="76200" y="176117"/>
                      </a:cubicBezTo>
                      <a:lnTo>
                        <a:pt x="125825" y="147447"/>
                      </a:lnTo>
                      <a:cubicBezTo>
                        <a:pt x="132493" y="143542"/>
                        <a:pt x="143446" y="143542"/>
                        <a:pt x="150114" y="147447"/>
                      </a:cubicBezTo>
                      <a:cubicBezTo>
                        <a:pt x="156877" y="151352"/>
                        <a:pt x="156877" y="157639"/>
                        <a:pt x="150114" y="161544"/>
                      </a:cubicBezTo>
                      <a:lnTo>
                        <a:pt x="100489" y="190214"/>
                      </a:lnTo>
                      <a:close/>
                      <a:moveTo>
                        <a:pt x="279749" y="86582"/>
                      </a:moveTo>
                      <a:cubicBezTo>
                        <a:pt x="272986" y="90488"/>
                        <a:pt x="262128" y="90488"/>
                        <a:pt x="255365" y="86582"/>
                      </a:cubicBezTo>
                      <a:cubicBezTo>
                        <a:pt x="248602" y="82677"/>
                        <a:pt x="248602" y="76391"/>
                        <a:pt x="255365" y="72485"/>
                      </a:cubicBezTo>
                      <a:lnTo>
                        <a:pt x="304990" y="43815"/>
                      </a:lnTo>
                      <a:cubicBezTo>
                        <a:pt x="311753" y="39910"/>
                        <a:pt x="322612" y="39910"/>
                        <a:pt x="329279" y="43815"/>
                      </a:cubicBezTo>
                      <a:cubicBezTo>
                        <a:pt x="336042" y="47720"/>
                        <a:pt x="336042" y="54007"/>
                        <a:pt x="329279" y="57817"/>
                      </a:cubicBezTo>
                      <a:lnTo>
                        <a:pt x="279654" y="86487"/>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9"/>
                      </a:moveTo>
                      <a:cubicBezTo>
                        <a:pt x="193167" y="220409"/>
                        <a:pt x="185452" y="215932"/>
                        <a:pt x="185452" y="210502"/>
                      </a:cubicBezTo>
                      <a:lnTo>
                        <a:pt x="185452" y="170021"/>
                      </a:lnTo>
                      <a:cubicBezTo>
                        <a:pt x="185452" y="164497"/>
                        <a:pt x="193167" y="160115"/>
                        <a:pt x="202692" y="160115"/>
                      </a:cubicBezTo>
                      <a:cubicBezTo>
                        <a:pt x="212217" y="160115"/>
                        <a:pt x="219932" y="164592"/>
                        <a:pt x="219932" y="170021"/>
                      </a:cubicBezTo>
                      <a:lnTo>
                        <a:pt x="219932" y="210502"/>
                      </a:lnTo>
                      <a:cubicBezTo>
                        <a:pt x="219932" y="216027"/>
                        <a:pt x="212217" y="220409"/>
                        <a:pt x="202692" y="220409"/>
                      </a:cubicBezTo>
                      <a:close/>
                      <a:moveTo>
                        <a:pt x="304990" y="190119"/>
                      </a:moveTo>
                      <a:lnTo>
                        <a:pt x="255365" y="161449"/>
                      </a:lnTo>
                      <a:cubicBezTo>
                        <a:pt x="248602" y="157543"/>
                        <a:pt x="248602" y="151257"/>
                        <a:pt x="255365" y="147352"/>
                      </a:cubicBezTo>
                      <a:cubicBezTo>
                        <a:pt x="262128" y="143447"/>
                        <a:pt x="272986" y="143447"/>
                        <a:pt x="279749" y="147352"/>
                      </a:cubicBezTo>
                      <a:lnTo>
                        <a:pt x="329374" y="176022"/>
                      </a:lnTo>
                      <a:cubicBezTo>
                        <a:pt x="336137" y="179927"/>
                        <a:pt x="336137" y="186214"/>
                        <a:pt x="329374" y="190024"/>
                      </a:cubicBezTo>
                      <a:cubicBezTo>
                        <a:pt x="322707" y="193929"/>
                        <a:pt x="311753" y="193929"/>
                        <a:pt x="305086"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4" name="Google Shape;1943;p35">
                  <a:extLst>
                    <a:ext uri="{FF2B5EF4-FFF2-40B4-BE49-F238E27FC236}">
                      <a16:creationId xmlns:a16="http://schemas.microsoft.com/office/drawing/2014/main" id="{DE7B7E43-DB61-969B-7A83-EDFED5D41CA2}"/>
                    </a:ext>
                  </a:extLst>
                </p:cNvPr>
                <p:cNvSpPr/>
                <p:nvPr/>
              </p:nvSpPr>
              <p:spPr>
                <a:xfrm>
                  <a:off x="3792266" y="4875939"/>
                  <a:ext cx="114454" cy="46315"/>
                </a:xfrm>
                <a:custGeom>
                  <a:avLst/>
                  <a:gdLst/>
                  <a:ahLst/>
                  <a:cxnLst/>
                  <a:rect l="l" t="t" r="r" b="b"/>
                  <a:pathLst>
                    <a:path w="114454" h="46315" extrusionOk="0">
                      <a:moveTo>
                        <a:pt x="109615" y="46315"/>
                      </a:moveTo>
                      <a:cubicBezTo>
                        <a:pt x="106853" y="42696"/>
                        <a:pt x="102852" y="39267"/>
                        <a:pt x="97708" y="36314"/>
                      </a:cubicBezTo>
                      <a:cubicBezTo>
                        <a:pt x="75325" y="23360"/>
                        <a:pt x="39130" y="23360"/>
                        <a:pt x="16746" y="36314"/>
                      </a:cubicBezTo>
                      <a:cubicBezTo>
                        <a:pt x="11603" y="39267"/>
                        <a:pt x="7602" y="42696"/>
                        <a:pt x="4840" y="46315"/>
                      </a:cubicBezTo>
                      <a:cubicBezTo>
                        <a:pt x="-4400" y="34218"/>
                        <a:pt x="-399" y="19550"/>
                        <a:pt x="16746" y="9644"/>
                      </a:cubicBezTo>
                      <a:cubicBezTo>
                        <a:pt x="39130" y="-3215"/>
                        <a:pt x="75325" y="-3215"/>
                        <a:pt x="97708" y="9644"/>
                      </a:cubicBezTo>
                      <a:cubicBezTo>
                        <a:pt x="114854"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5" name="Google Shape;1944;p35">
                  <a:extLst>
                    <a:ext uri="{FF2B5EF4-FFF2-40B4-BE49-F238E27FC236}">
                      <a16:creationId xmlns:a16="http://schemas.microsoft.com/office/drawing/2014/main" id="{0B8596DB-2F9E-6D6D-0815-9697AC621FD4}"/>
                    </a:ext>
                  </a:extLst>
                </p:cNvPr>
                <p:cNvSpPr/>
                <p:nvPr/>
              </p:nvSpPr>
              <p:spPr>
                <a:xfrm>
                  <a:off x="3797106" y="4902538"/>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92" name="Google Shape;1945;p35">
                <a:extLst>
                  <a:ext uri="{FF2B5EF4-FFF2-40B4-BE49-F238E27FC236}">
                    <a16:creationId xmlns:a16="http://schemas.microsoft.com/office/drawing/2014/main" id="{45B5B2D7-CE6B-A432-2DD4-BF8FFAFBB3D0}"/>
                  </a:ext>
                </a:extLst>
              </p:cNvPr>
              <p:cNvGrpSpPr/>
              <p:nvPr/>
            </p:nvGrpSpPr>
            <p:grpSpPr>
              <a:xfrm>
                <a:off x="3670114" y="4704608"/>
                <a:ext cx="358735" cy="305800"/>
                <a:chOff x="3670114" y="4704608"/>
                <a:chExt cx="358735" cy="305800"/>
              </a:xfrm>
            </p:grpSpPr>
            <p:sp>
              <p:nvSpPr>
                <p:cNvPr id="3198" name="Google Shape;1946;p35">
                  <a:extLst>
                    <a:ext uri="{FF2B5EF4-FFF2-40B4-BE49-F238E27FC236}">
                      <a16:creationId xmlns:a16="http://schemas.microsoft.com/office/drawing/2014/main" id="{67DB6AF1-EF3F-28F7-36D2-1C882639E784}"/>
                    </a:ext>
                  </a:extLst>
                </p:cNvPr>
                <p:cNvSpPr/>
                <p:nvPr/>
              </p:nvSpPr>
              <p:spPr>
                <a:xfrm>
                  <a:off x="3670138" y="4808145"/>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1" y="212407"/>
                        <a:pt x="52388" y="171831"/>
                      </a:cubicBezTo>
                      <a:cubicBezTo>
                        <a:pt x="17336" y="151733"/>
                        <a:pt x="0" y="125063"/>
                        <a:pt x="0" y="98393"/>
                      </a:cubicBezTo>
                      <a:lnTo>
                        <a:pt x="0" y="0"/>
                      </a:lnTo>
                      <a:lnTo>
                        <a:pt x="3587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9" name="Google Shape;1947;p35">
                  <a:extLst>
                    <a:ext uri="{FF2B5EF4-FFF2-40B4-BE49-F238E27FC236}">
                      <a16:creationId xmlns:a16="http://schemas.microsoft.com/office/drawing/2014/main" id="{CD670DED-29D3-E798-8E79-807F10F822DF}"/>
                    </a:ext>
                  </a:extLst>
                </p:cNvPr>
                <p:cNvSpPr/>
                <p:nvPr/>
              </p:nvSpPr>
              <p:spPr>
                <a:xfrm>
                  <a:off x="3670138" y="4820908"/>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622"/>
                        <a:pt x="0" y="1714"/>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0" name="Google Shape;1948;p35">
                  <a:extLst>
                    <a:ext uri="{FF2B5EF4-FFF2-40B4-BE49-F238E27FC236}">
                      <a16:creationId xmlns:a16="http://schemas.microsoft.com/office/drawing/2014/main" id="{82F41654-D223-F8E8-DC7E-9854D5E2516A}"/>
                    </a:ext>
                  </a:extLst>
                </p:cNvPr>
                <p:cNvSpPr/>
                <p:nvPr/>
              </p:nvSpPr>
              <p:spPr>
                <a:xfrm>
                  <a:off x="3670138" y="4838053"/>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1" name="Google Shape;1949;p35">
                  <a:extLst>
                    <a:ext uri="{FF2B5EF4-FFF2-40B4-BE49-F238E27FC236}">
                      <a16:creationId xmlns:a16="http://schemas.microsoft.com/office/drawing/2014/main" id="{FE7749FB-2F5B-526C-8A88-7B7C52425EA1}"/>
                    </a:ext>
                  </a:extLst>
                </p:cNvPr>
                <p:cNvSpPr/>
                <p:nvPr/>
              </p:nvSpPr>
              <p:spPr>
                <a:xfrm>
                  <a:off x="3670138" y="4855294"/>
                  <a:ext cx="358711" cy="110632"/>
                </a:xfrm>
                <a:custGeom>
                  <a:avLst/>
                  <a:gdLst/>
                  <a:ahLst/>
                  <a:cxnLst/>
                  <a:rect l="l" t="t" r="r" b="b"/>
                  <a:pathLst>
                    <a:path w="358711" h="110632" extrusionOk="0">
                      <a:moveTo>
                        <a:pt x="358712" y="0"/>
                      </a:moveTo>
                      <a:cubicBezTo>
                        <a:pt x="358712" y="26479"/>
                        <a:pt x="341090" y="52864"/>
                        <a:pt x="306133" y="73057"/>
                      </a:cubicBezTo>
                      <a:cubicBezTo>
                        <a:pt x="236220" y="113728"/>
                        <a:pt x="122587" y="113728"/>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2" name="Google Shape;1950;p35">
                  <a:extLst>
                    <a:ext uri="{FF2B5EF4-FFF2-40B4-BE49-F238E27FC236}">
                      <a16:creationId xmlns:a16="http://schemas.microsoft.com/office/drawing/2014/main" id="{28B2DABC-4529-5450-A18D-E6C709659D9E}"/>
                    </a:ext>
                  </a:extLst>
                </p:cNvPr>
                <p:cNvSpPr/>
                <p:nvPr/>
              </p:nvSpPr>
              <p:spPr>
                <a:xfrm>
                  <a:off x="3670138" y="4872439"/>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3" name="Google Shape;1951;p35">
                  <a:extLst>
                    <a:ext uri="{FF2B5EF4-FFF2-40B4-BE49-F238E27FC236}">
                      <a16:creationId xmlns:a16="http://schemas.microsoft.com/office/drawing/2014/main" id="{51F9E92F-CC97-F0AD-B959-6BC188C48C90}"/>
                    </a:ext>
                  </a:extLst>
                </p:cNvPr>
                <p:cNvSpPr/>
                <p:nvPr/>
              </p:nvSpPr>
              <p:spPr>
                <a:xfrm>
                  <a:off x="3670138" y="4889584"/>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4" name="Google Shape;1952;p35">
                  <a:extLst>
                    <a:ext uri="{FF2B5EF4-FFF2-40B4-BE49-F238E27FC236}">
                      <a16:creationId xmlns:a16="http://schemas.microsoft.com/office/drawing/2014/main" id="{CCEFC1A9-218E-06B6-C7AF-07D7A4CFCE16}"/>
                    </a:ext>
                  </a:extLst>
                </p:cNvPr>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5" name="Google Shape;1953;p35">
                  <a:extLst>
                    <a:ext uri="{FF2B5EF4-FFF2-40B4-BE49-F238E27FC236}">
                      <a16:creationId xmlns:a16="http://schemas.microsoft.com/office/drawing/2014/main" id="{0F1FC8E1-3FDF-D2E1-BA59-2DDC9C5AA130}"/>
                    </a:ext>
                  </a:extLst>
                </p:cNvPr>
                <p:cNvSpPr/>
                <p:nvPr/>
              </p:nvSpPr>
              <p:spPr>
                <a:xfrm>
                  <a:off x="3684259" y="4712752"/>
                  <a:ext cx="330445" cy="190881"/>
                </a:xfrm>
                <a:custGeom>
                  <a:avLst/>
                  <a:gdLst/>
                  <a:ahLst/>
                  <a:cxnLst/>
                  <a:rect l="l" t="t" r="r" b="b"/>
                  <a:pathLst>
                    <a:path w="330445" h="190881" extrusionOk="0">
                      <a:moveTo>
                        <a:pt x="48363" y="162735"/>
                      </a:moveTo>
                      <a:cubicBezTo>
                        <a:pt x="112943" y="200263"/>
                        <a:pt x="217622" y="200263"/>
                        <a:pt x="282011" y="162735"/>
                      </a:cubicBezTo>
                      <a:cubicBezTo>
                        <a:pt x="346591" y="125492"/>
                        <a:pt x="346591" y="65103"/>
                        <a:pt x="282011" y="27861"/>
                      </a:cubicBezTo>
                      <a:cubicBezTo>
                        <a:pt x="217622" y="-9287"/>
                        <a:pt x="112943" y="-9287"/>
                        <a:pt x="48363" y="27861"/>
                      </a:cubicBezTo>
                      <a:cubicBezTo>
                        <a:pt x="-16121" y="65008"/>
                        <a:pt x="-16121" y="125492"/>
                        <a:pt x="48363" y="16273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6" name="Google Shape;1954;p35">
                  <a:extLst>
                    <a:ext uri="{FF2B5EF4-FFF2-40B4-BE49-F238E27FC236}">
                      <a16:creationId xmlns:a16="http://schemas.microsoft.com/office/drawing/2014/main" id="{E78BC395-686F-01E6-D262-B546FB5721ED}"/>
                    </a:ext>
                  </a:extLst>
                </p:cNvPr>
                <p:cNvSpPr/>
                <p:nvPr/>
              </p:nvSpPr>
              <p:spPr>
                <a:xfrm>
                  <a:off x="3694927" y="4718920"/>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7" name="Google Shape;1955;p35">
                  <a:extLst>
                    <a:ext uri="{FF2B5EF4-FFF2-40B4-BE49-F238E27FC236}">
                      <a16:creationId xmlns:a16="http://schemas.microsoft.com/office/drawing/2014/main" id="{E6088418-3A52-93FD-AB52-515142F21E80}"/>
                    </a:ext>
                  </a:extLst>
                </p:cNvPr>
                <p:cNvSpPr/>
                <p:nvPr/>
              </p:nvSpPr>
              <p:spPr>
                <a:xfrm>
                  <a:off x="3703523" y="4724253"/>
                  <a:ext cx="291917" cy="168568"/>
                </a:xfrm>
                <a:custGeom>
                  <a:avLst/>
                  <a:gdLst/>
                  <a:ahLst/>
                  <a:cxnLst/>
                  <a:rect l="l" t="t" r="r" b="b"/>
                  <a:pathLst>
                    <a:path w="291917" h="168568" extrusionOk="0">
                      <a:moveTo>
                        <a:pt x="42719" y="143709"/>
                      </a:moveTo>
                      <a:cubicBezTo>
                        <a:pt x="99774" y="176856"/>
                        <a:pt x="192262" y="176856"/>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8" name="Google Shape;1956;p35">
                  <a:extLst>
                    <a:ext uri="{FF2B5EF4-FFF2-40B4-BE49-F238E27FC236}">
                      <a16:creationId xmlns:a16="http://schemas.microsoft.com/office/drawing/2014/main" id="{860B44E3-1C58-81A1-B317-425447BE1254}"/>
                    </a:ext>
                  </a:extLst>
                </p:cNvPr>
                <p:cNvSpPr/>
                <p:nvPr/>
              </p:nvSpPr>
              <p:spPr>
                <a:xfrm>
                  <a:off x="3712548" y="4729087"/>
                  <a:ext cx="273962" cy="158234"/>
                </a:xfrm>
                <a:custGeom>
                  <a:avLst/>
                  <a:gdLst/>
                  <a:ahLst/>
                  <a:cxnLst/>
                  <a:rect l="l" t="t" r="r" b="b"/>
                  <a:pathLst>
                    <a:path w="273962" h="158234" extrusionOk="0">
                      <a:moveTo>
                        <a:pt x="40077" y="134874"/>
                      </a:moveTo>
                      <a:cubicBezTo>
                        <a:pt x="93607" y="166021"/>
                        <a:pt x="180475" y="166021"/>
                        <a:pt x="233815" y="134874"/>
                      </a:cubicBezTo>
                      <a:cubicBezTo>
                        <a:pt x="287345" y="104013"/>
                        <a:pt x="287345" y="53911"/>
                        <a:pt x="233815" y="23146"/>
                      </a:cubicBezTo>
                      <a:cubicBezTo>
                        <a:pt x="180475" y="-7715"/>
                        <a:pt x="93607" y="-7715"/>
                        <a:pt x="40077" y="23146"/>
                      </a:cubicBezTo>
                      <a:cubicBezTo>
                        <a:pt x="-13359" y="54007"/>
                        <a:pt x="-13359" y="104108"/>
                        <a:pt x="40077" y="13487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9" name="Google Shape;1957;p35">
                  <a:extLst>
                    <a:ext uri="{FF2B5EF4-FFF2-40B4-BE49-F238E27FC236}">
                      <a16:creationId xmlns:a16="http://schemas.microsoft.com/office/drawing/2014/main" id="{46E24E77-612B-A937-C500-D9AA67A6957E}"/>
                    </a:ext>
                  </a:extLst>
                </p:cNvPr>
                <p:cNvSpPr/>
                <p:nvPr/>
              </p:nvSpPr>
              <p:spPr>
                <a:xfrm>
                  <a:off x="3720097" y="4733802"/>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0" name="Google Shape;1958;p35">
                  <a:extLst>
                    <a:ext uri="{FF2B5EF4-FFF2-40B4-BE49-F238E27FC236}">
                      <a16:creationId xmlns:a16="http://schemas.microsoft.com/office/drawing/2014/main" id="{9EF133D6-EDA9-DBE8-0F2F-92D5EDCC1868}"/>
                    </a:ext>
                  </a:extLst>
                </p:cNvPr>
                <p:cNvSpPr/>
                <p:nvPr/>
              </p:nvSpPr>
              <p:spPr>
                <a:xfrm>
                  <a:off x="3727645" y="4737755"/>
                  <a:ext cx="243673" cy="140731"/>
                </a:xfrm>
                <a:custGeom>
                  <a:avLst/>
                  <a:gdLst/>
                  <a:ahLst/>
                  <a:cxnLst/>
                  <a:rect l="l" t="t" r="r" b="b"/>
                  <a:pathLst>
                    <a:path w="243673" h="140731" extrusionOk="0">
                      <a:moveTo>
                        <a:pt x="35647" y="120015"/>
                      </a:moveTo>
                      <a:cubicBezTo>
                        <a:pt x="83272" y="147638"/>
                        <a:pt x="160520" y="147638"/>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1" name="Google Shape;1959;p35">
                  <a:extLst>
                    <a:ext uri="{FF2B5EF4-FFF2-40B4-BE49-F238E27FC236}">
                      <a16:creationId xmlns:a16="http://schemas.microsoft.com/office/drawing/2014/main" id="{CB4C097D-5B1C-951A-2518-15252E0A07F2}"/>
                    </a:ext>
                  </a:extLst>
                </p:cNvPr>
                <p:cNvSpPr/>
                <p:nvPr/>
              </p:nvSpPr>
              <p:spPr>
                <a:xfrm>
                  <a:off x="3734337" y="4741946"/>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2" name="Google Shape;1960;p35">
                  <a:extLst>
                    <a:ext uri="{FF2B5EF4-FFF2-40B4-BE49-F238E27FC236}">
                      <a16:creationId xmlns:a16="http://schemas.microsoft.com/office/drawing/2014/main" id="{FFF2BED7-7417-B91F-A190-00AB9864CB5C}"/>
                    </a:ext>
                  </a:extLst>
                </p:cNvPr>
                <p:cNvSpPr/>
                <p:nvPr/>
              </p:nvSpPr>
              <p:spPr>
                <a:xfrm>
                  <a:off x="3741456" y="4745828"/>
                  <a:ext cx="216074" cy="124753"/>
                </a:xfrm>
                <a:custGeom>
                  <a:avLst/>
                  <a:gdLst/>
                  <a:ahLst/>
                  <a:cxnLst/>
                  <a:rect l="l" t="t" r="r" b="b"/>
                  <a:pathLst>
                    <a:path w="216074" h="124753" extrusionOk="0">
                      <a:moveTo>
                        <a:pt x="31647" y="106323"/>
                      </a:moveTo>
                      <a:cubicBezTo>
                        <a:pt x="73938" y="130897"/>
                        <a:pt x="142327" y="130897"/>
                        <a:pt x="184428" y="106323"/>
                      </a:cubicBezTo>
                      <a:cubicBezTo>
                        <a:pt x="226624" y="82034"/>
                        <a:pt x="226624" y="42505"/>
                        <a:pt x="184428" y="18216"/>
                      </a:cubicBezTo>
                      <a:cubicBezTo>
                        <a:pt x="142327" y="-6072"/>
                        <a:pt x="73842" y="-6072"/>
                        <a:pt x="31647" y="18216"/>
                      </a:cubicBezTo>
                      <a:cubicBezTo>
                        <a:pt x="-10549" y="42505"/>
                        <a:pt x="-10549" y="82034"/>
                        <a:pt x="31647" y="10632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3" name="Google Shape;1961;p35">
                  <a:extLst>
                    <a:ext uri="{FF2B5EF4-FFF2-40B4-BE49-F238E27FC236}">
                      <a16:creationId xmlns:a16="http://schemas.microsoft.com/office/drawing/2014/main" id="{8F3C2A5D-F4B1-25C5-D45E-AA2BF82A1C7A}"/>
                    </a:ext>
                  </a:extLst>
                </p:cNvPr>
                <p:cNvSpPr/>
                <p:nvPr/>
              </p:nvSpPr>
              <p:spPr>
                <a:xfrm>
                  <a:off x="3747433" y="4749495"/>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4" name="Google Shape;1962;p35">
                  <a:extLst>
                    <a:ext uri="{FF2B5EF4-FFF2-40B4-BE49-F238E27FC236}">
                      <a16:creationId xmlns:a16="http://schemas.microsoft.com/office/drawing/2014/main" id="{F308AE40-7F40-E158-FEA0-434CF948A260}"/>
                    </a:ext>
                  </a:extLst>
                </p:cNvPr>
                <p:cNvSpPr/>
                <p:nvPr/>
              </p:nvSpPr>
              <p:spPr>
                <a:xfrm>
                  <a:off x="3752910" y="4752424"/>
                  <a:ext cx="193166" cy="111490"/>
                </a:xfrm>
                <a:custGeom>
                  <a:avLst/>
                  <a:gdLst/>
                  <a:ahLst/>
                  <a:cxnLst/>
                  <a:rect l="l" t="t" r="r" b="b"/>
                  <a:pathLst>
                    <a:path w="193166" h="111490" extrusionOk="0">
                      <a:moveTo>
                        <a:pt x="28289" y="95060"/>
                      </a:moveTo>
                      <a:cubicBezTo>
                        <a:pt x="66008" y="116967"/>
                        <a:pt x="127254" y="116967"/>
                        <a:pt x="164878" y="95060"/>
                      </a:cubicBezTo>
                      <a:cubicBezTo>
                        <a:pt x="202597" y="73343"/>
                        <a:pt x="202597" y="38005"/>
                        <a:pt x="164878" y="16288"/>
                      </a:cubicBezTo>
                      <a:cubicBezTo>
                        <a:pt x="127254" y="-5429"/>
                        <a:pt x="66103" y="-5429"/>
                        <a:pt x="28289" y="16288"/>
                      </a:cubicBezTo>
                      <a:cubicBezTo>
                        <a:pt x="-9430" y="38005"/>
                        <a:pt x="-9430" y="73343"/>
                        <a:pt x="28289" y="95060"/>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5" name="Google Shape;1963;p35">
                  <a:extLst>
                    <a:ext uri="{FF2B5EF4-FFF2-40B4-BE49-F238E27FC236}">
                      <a16:creationId xmlns:a16="http://schemas.microsoft.com/office/drawing/2014/main" id="{7CF7EE6D-D967-9813-A473-BC789FF25A48}"/>
                    </a:ext>
                  </a:extLst>
                </p:cNvPr>
                <p:cNvSpPr/>
                <p:nvPr/>
              </p:nvSpPr>
              <p:spPr>
                <a:xfrm>
                  <a:off x="3758292" y="4755662"/>
                  <a:ext cx="182403" cy="105322"/>
                </a:xfrm>
                <a:custGeom>
                  <a:avLst/>
                  <a:gdLst/>
                  <a:ahLst/>
                  <a:cxnLst/>
                  <a:rect l="l" t="t" r="r" b="b"/>
                  <a:pathLst>
                    <a:path w="182403" h="105322" extrusionOk="0">
                      <a:moveTo>
                        <a:pt x="26718" y="89821"/>
                      </a:moveTo>
                      <a:cubicBezTo>
                        <a:pt x="62341" y="110490"/>
                        <a:pt x="120158" y="110490"/>
                        <a:pt x="155686" y="89821"/>
                      </a:cubicBezTo>
                      <a:cubicBezTo>
                        <a:pt x="191310" y="69342"/>
                        <a:pt x="191310" y="35909"/>
                        <a:pt x="155686" y="15430"/>
                      </a:cubicBezTo>
                      <a:cubicBezTo>
                        <a:pt x="120158" y="-5143"/>
                        <a:pt x="62341" y="-5143"/>
                        <a:pt x="26718" y="15430"/>
                      </a:cubicBezTo>
                      <a:cubicBezTo>
                        <a:pt x="-8906" y="36004"/>
                        <a:pt x="-8906" y="69342"/>
                        <a:pt x="26718" y="89821"/>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6" name="Google Shape;1964;p35">
                  <a:extLst>
                    <a:ext uri="{FF2B5EF4-FFF2-40B4-BE49-F238E27FC236}">
                      <a16:creationId xmlns:a16="http://schemas.microsoft.com/office/drawing/2014/main" id="{4FCF7C8B-F800-9867-89F8-E3F0A19818A6}"/>
                    </a:ext>
                  </a:extLst>
                </p:cNvPr>
                <p:cNvSpPr/>
                <p:nvPr/>
              </p:nvSpPr>
              <p:spPr>
                <a:xfrm>
                  <a:off x="3763578" y="4758496"/>
                  <a:ext cx="171807" cy="99250"/>
                </a:xfrm>
                <a:custGeom>
                  <a:avLst/>
                  <a:gdLst/>
                  <a:ahLst/>
                  <a:cxnLst/>
                  <a:rect l="l" t="t" r="r" b="b"/>
                  <a:pathLst>
                    <a:path w="171807" h="99250" extrusionOk="0">
                      <a:moveTo>
                        <a:pt x="25146" y="84606"/>
                      </a:moveTo>
                      <a:cubicBezTo>
                        <a:pt x="58674"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7" name="Google Shape;1965;p35">
                  <a:extLst>
                    <a:ext uri="{FF2B5EF4-FFF2-40B4-BE49-F238E27FC236}">
                      <a16:creationId xmlns:a16="http://schemas.microsoft.com/office/drawing/2014/main" id="{712B3457-D64C-10DC-63B4-48D2F13922A9}"/>
                    </a:ext>
                  </a:extLst>
                </p:cNvPr>
                <p:cNvSpPr/>
                <p:nvPr/>
              </p:nvSpPr>
              <p:spPr>
                <a:xfrm>
                  <a:off x="3768436" y="4761473"/>
                  <a:ext cx="162186" cy="93702"/>
                </a:xfrm>
                <a:custGeom>
                  <a:avLst/>
                  <a:gdLst/>
                  <a:ahLst/>
                  <a:cxnLst/>
                  <a:rect l="l" t="t" r="r" b="b"/>
                  <a:pathLst>
                    <a:path w="162186" h="93702" extrusionOk="0">
                      <a:moveTo>
                        <a:pt x="23717" y="79915"/>
                      </a:moveTo>
                      <a:cubicBezTo>
                        <a:pt x="55435" y="98298"/>
                        <a:pt x="106871" y="98298"/>
                        <a:pt x="138398" y="79915"/>
                      </a:cubicBezTo>
                      <a:cubicBezTo>
                        <a:pt x="170117" y="61627"/>
                        <a:pt x="170117" y="31909"/>
                        <a:pt x="138398" y="13716"/>
                      </a:cubicBezTo>
                      <a:cubicBezTo>
                        <a:pt x="106775" y="-4572"/>
                        <a:pt x="55435" y="-4572"/>
                        <a:pt x="23717" y="13716"/>
                      </a:cubicBezTo>
                      <a:cubicBezTo>
                        <a:pt x="-7906" y="32004"/>
                        <a:pt x="-7906" y="61627"/>
                        <a:pt x="23717" y="7991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8" name="Google Shape;1966;p35">
                  <a:extLst>
                    <a:ext uri="{FF2B5EF4-FFF2-40B4-BE49-F238E27FC236}">
                      <a16:creationId xmlns:a16="http://schemas.microsoft.com/office/drawing/2014/main" id="{43A00CDA-1947-EE00-5597-D21177B70018}"/>
                    </a:ext>
                  </a:extLst>
                </p:cNvPr>
                <p:cNvSpPr/>
                <p:nvPr/>
              </p:nvSpPr>
              <p:spPr>
                <a:xfrm>
                  <a:off x="3773294" y="4764139"/>
                  <a:ext cx="152376" cy="87987"/>
                </a:xfrm>
                <a:custGeom>
                  <a:avLst/>
                  <a:gdLst/>
                  <a:ahLst/>
                  <a:cxnLst/>
                  <a:rect l="l" t="t" r="r" b="b"/>
                  <a:pathLst>
                    <a:path w="152376" h="87987" extrusionOk="0">
                      <a:moveTo>
                        <a:pt x="22288" y="75057"/>
                      </a:moveTo>
                      <a:cubicBezTo>
                        <a:pt x="52007" y="92297"/>
                        <a:pt x="100298" y="92297"/>
                        <a:pt x="130016" y="75057"/>
                      </a:cubicBezTo>
                      <a:cubicBezTo>
                        <a:pt x="159829" y="57912"/>
                        <a:pt x="159829" y="30004"/>
                        <a:pt x="130016" y="12859"/>
                      </a:cubicBezTo>
                      <a:cubicBezTo>
                        <a:pt x="100298" y="-4286"/>
                        <a:pt x="52102" y="-4286"/>
                        <a:pt x="22288" y="12859"/>
                      </a:cubicBezTo>
                      <a:cubicBezTo>
                        <a:pt x="-7429" y="30004"/>
                        <a:pt x="-7429" y="57817"/>
                        <a:pt x="22288" y="75057"/>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9" name="Google Shape;1967;p35">
                  <a:extLst>
                    <a:ext uri="{FF2B5EF4-FFF2-40B4-BE49-F238E27FC236}">
                      <a16:creationId xmlns:a16="http://schemas.microsoft.com/office/drawing/2014/main" id="{565DD8D9-8B12-F4B7-1C53-4C942AE00029}"/>
                    </a:ext>
                  </a:extLst>
                </p:cNvPr>
                <p:cNvSpPr/>
                <p:nvPr/>
              </p:nvSpPr>
              <p:spPr>
                <a:xfrm>
                  <a:off x="3777556" y="4766854"/>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0" name="Google Shape;1968;p35">
                  <a:extLst>
                    <a:ext uri="{FF2B5EF4-FFF2-40B4-BE49-F238E27FC236}">
                      <a16:creationId xmlns:a16="http://schemas.microsoft.com/office/drawing/2014/main" id="{5E6087C8-3A69-725E-330D-96C579EA3270}"/>
                    </a:ext>
                  </a:extLst>
                </p:cNvPr>
                <p:cNvSpPr/>
                <p:nvPr/>
              </p:nvSpPr>
              <p:spPr>
                <a:xfrm>
                  <a:off x="3784581" y="4771117"/>
                  <a:ext cx="129730" cy="74866"/>
                </a:xfrm>
                <a:custGeom>
                  <a:avLst/>
                  <a:gdLst/>
                  <a:ahLst/>
                  <a:cxnLst/>
                  <a:rect l="l" t="t" r="r" b="b"/>
                  <a:pathLst>
                    <a:path w="129730" h="74866" extrusionOk="0">
                      <a:moveTo>
                        <a:pt x="19002" y="63794"/>
                      </a:moveTo>
                      <a:cubicBezTo>
                        <a:pt x="44339" y="78557"/>
                        <a:pt x="85392" y="78557"/>
                        <a:pt x="110728" y="63794"/>
                      </a:cubicBezTo>
                      <a:cubicBezTo>
                        <a:pt x="136064" y="49220"/>
                        <a:pt x="136064" y="25503"/>
                        <a:pt x="110728" y="10930"/>
                      </a:cubicBezTo>
                      <a:cubicBezTo>
                        <a:pt x="85487" y="-3643"/>
                        <a:pt x="44434" y="-3643"/>
                        <a:pt x="19002" y="10930"/>
                      </a:cubicBezTo>
                      <a:cubicBezTo>
                        <a:pt x="-6334" y="25503"/>
                        <a:pt x="-6334" y="49220"/>
                        <a:pt x="19002" y="6379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1" name="Google Shape;1969;p35">
                  <a:extLst>
                    <a:ext uri="{FF2B5EF4-FFF2-40B4-BE49-F238E27FC236}">
                      <a16:creationId xmlns:a16="http://schemas.microsoft.com/office/drawing/2014/main" id="{A65F267B-817B-EA7F-2A5E-BF2F0B5F30EE}"/>
                    </a:ext>
                  </a:extLst>
                </p:cNvPr>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93" name="Google Shape;1970;p35">
                <a:extLst>
                  <a:ext uri="{FF2B5EF4-FFF2-40B4-BE49-F238E27FC236}">
                    <a16:creationId xmlns:a16="http://schemas.microsoft.com/office/drawing/2014/main" id="{209D1BEE-E091-F2D3-51E5-BB06EC45AAB6}"/>
                  </a:ext>
                </a:extLst>
              </p:cNvPr>
              <p:cNvGrpSpPr/>
              <p:nvPr/>
            </p:nvGrpSpPr>
            <p:grpSpPr>
              <a:xfrm>
                <a:off x="3646611" y="4678414"/>
                <a:ext cx="405669" cy="247649"/>
                <a:chOff x="3646611" y="4678414"/>
                <a:chExt cx="405669" cy="247649"/>
              </a:xfrm>
            </p:grpSpPr>
            <p:sp>
              <p:nvSpPr>
                <p:cNvPr id="3194" name="Google Shape;1971;p35">
                  <a:extLst>
                    <a:ext uri="{FF2B5EF4-FFF2-40B4-BE49-F238E27FC236}">
                      <a16:creationId xmlns:a16="http://schemas.microsoft.com/office/drawing/2014/main" id="{3486BFB0-2B6B-54E1-B264-9B6BFE52B016}"/>
                    </a:ext>
                  </a:extLst>
                </p:cNvPr>
                <p:cNvSpPr/>
                <p:nvPr/>
              </p:nvSpPr>
              <p:spPr>
                <a:xfrm>
                  <a:off x="3646611" y="4691749"/>
                  <a:ext cx="405574" cy="234314"/>
                </a:xfrm>
                <a:custGeom>
                  <a:avLst/>
                  <a:gdLst/>
                  <a:ahLst/>
                  <a:cxnLst/>
                  <a:rect l="l" t="t" r="r" b="b"/>
                  <a:pathLst>
                    <a:path w="405574" h="234314" extrusionOk="0">
                      <a:moveTo>
                        <a:pt x="404336" y="103823"/>
                      </a:moveTo>
                      <a:cubicBezTo>
                        <a:pt x="399288" y="78391"/>
                        <a:pt x="379952" y="53816"/>
                        <a:pt x="346234" y="34290"/>
                      </a:cubicBezTo>
                      <a:cubicBezTo>
                        <a:pt x="267081" y="-11430"/>
                        <a:pt x="138684" y="-11430"/>
                        <a:pt x="59436" y="34290"/>
                      </a:cubicBezTo>
                      <a:cubicBezTo>
                        <a:pt x="25527" y="53912"/>
                        <a:pt x="6096" y="78677"/>
                        <a:pt x="1238" y="104299"/>
                      </a:cubicBezTo>
                      <a:lnTo>
                        <a:pt x="0" y="103823"/>
                      </a:lnTo>
                      <a:lnTo>
                        <a:pt x="0" y="117920"/>
                      </a:lnTo>
                      <a:lnTo>
                        <a:pt x="0" y="117920"/>
                      </a:lnTo>
                      <a:cubicBezTo>
                        <a:pt x="286"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95" y="44006"/>
                      </a:moveTo>
                      <a:cubicBezTo>
                        <a:pt x="83058" y="40100"/>
                        <a:pt x="93916" y="40100"/>
                        <a:pt x="100584" y="44006"/>
                      </a:cubicBezTo>
                      <a:lnTo>
                        <a:pt x="150209" y="72676"/>
                      </a:lnTo>
                      <a:cubicBezTo>
                        <a:pt x="156972" y="76581"/>
                        <a:pt x="156972" y="82868"/>
                        <a:pt x="150209" y="86773"/>
                      </a:cubicBezTo>
                      <a:cubicBezTo>
                        <a:pt x="143446" y="90678"/>
                        <a:pt x="132588" y="90678"/>
                        <a:pt x="125921" y="86773"/>
                      </a:cubicBezTo>
                      <a:lnTo>
                        <a:pt x="76295" y="58103"/>
                      </a:lnTo>
                      <a:cubicBezTo>
                        <a:pt x="69532" y="54197"/>
                        <a:pt x="69532" y="47911"/>
                        <a:pt x="76295" y="44101"/>
                      </a:cubicBezTo>
                      <a:close/>
                      <a:moveTo>
                        <a:pt x="41053" y="127064"/>
                      </a:moveTo>
                      <a:cubicBezTo>
                        <a:pt x="31528" y="127064"/>
                        <a:pt x="23813" y="122587"/>
                        <a:pt x="23813" y="117157"/>
                      </a:cubicBezTo>
                      <a:cubicBezTo>
                        <a:pt x="23813" y="111728"/>
                        <a:pt x="31528" y="107252"/>
                        <a:pt x="41053" y="107252"/>
                      </a:cubicBezTo>
                      <a:lnTo>
                        <a:pt x="111252" y="107252"/>
                      </a:lnTo>
                      <a:cubicBezTo>
                        <a:pt x="120777" y="107252"/>
                        <a:pt x="128492" y="111728"/>
                        <a:pt x="128492" y="117157"/>
                      </a:cubicBezTo>
                      <a:cubicBezTo>
                        <a:pt x="128492" y="122587"/>
                        <a:pt x="120777" y="127064"/>
                        <a:pt x="111252" y="127064"/>
                      </a:cubicBezTo>
                      <a:lnTo>
                        <a:pt x="41148" y="127064"/>
                      </a:lnTo>
                      <a:close/>
                      <a:moveTo>
                        <a:pt x="150209" y="161544"/>
                      </a:moveTo>
                      <a:lnTo>
                        <a:pt x="100584" y="190214"/>
                      </a:lnTo>
                      <a:cubicBezTo>
                        <a:pt x="93916" y="194120"/>
                        <a:pt x="82963" y="194120"/>
                        <a:pt x="76295" y="190214"/>
                      </a:cubicBezTo>
                      <a:cubicBezTo>
                        <a:pt x="69532" y="186309"/>
                        <a:pt x="69532" y="180023"/>
                        <a:pt x="76295" y="176213"/>
                      </a:cubicBezTo>
                      <a:lnTo>
                        <a:pt x="125921" y="147542"/>
                      </a:lnTo>
                      <a:cubicBezTo>
                        <a:pt x="132588" y="143637"/>
                        <a:pt x="143542" y="143637"/>
                        <a:pt x="150209" y="147542"/>
                      </a:cubicBezTo>
                      <a:cubicBezTo>
                        <a:pt x="156972" y="151448"/>
                        <a:pt x="156972" y="157734"/>
                        <a:pt x="150209" y="161639"/>
                      </a:cubicBezTo>
                      <a:close/>
                      <a:moveTo>
                        <a:pt x="185642" y="23622"/>
                      </a:moveTo>
                      <a:cubicBezTo>
                        <a:pt x="185642" y="18098"/>
                        <a:pt x="193357" y="13716"/>
                        <a:pt x="202882" y="13716"/>
                      </a:cubicBezTo>
                      <a:cubicBezTo>
                        <a:pt x="212407" y="13716"/>
                        <a:pt x="220123" y="18193"/>
                        <a:pt x="220123" y="23622"/>
                      </a:cubicBezTo>
                      <a:lnTo>
                        <a:pt x="220123" y="64103"/>
                      </a:lnTo>
                      <a:cubicBezTo>
                        <a:pt x="220123" y="69628"/>
                        <a:pt x="212407" y="74009"/>
                        <a:pt x="202882" y="74009"/>
                      </a:cubicBezTo>
                      <a:cubicBezTo>
                        <a:pt x="193357" y="74009"/>
                        <a:pt x="185642" y="69532"/>
                        <a:pt x="185642" y="64103"/>
                      </a:cubicBezTo>
                      <a:lnTo>
                        <a:pt x="185642" y="23622"/>
                      </a:lnTo>
                      <a:close/>
                      <a:moveTo>
                        <a:pt x="202882" y="220408"/>
                      </a:moveTo>
                      <a:cubicBezTo>
                        <a:pt x="193357" y="220408"/>
                        <a:pt x="185642" y="215932"/>
                        <a:pt x="185642" y="210503"/>
                      </a:cubicBezTo>
                      <a:lnTo>
                        <a:pt x="185642" y="170021"/>
                      </a:lnTo>
                      <a:cubicBezTo>
                        <a:pt x="185642" y="164497"/>
                        <a:pt x="193357" y="160115"/>
                        <a:pt x="202882" y="160115"/>
                      </a:cubicBezTo>
                      <a:cubicBezTo>
                        <a:pt x="212407" y="160115"/>
                        <a:pt x="220123" y="164592"/>
                        <a:pt x="220123" y="170021"/>
                      </a:cubicBezTo>
                      <a:lnTo>
                        <a:pt x="220123" y="210503"/>
                      </a:lnTo>
                      <a:cubicBezTo>
                        <a:pt x="220123" y="216027"/>
                        <a:pt x="212407" y="220408"/>
                        <a:pt x="202882" y="220408"/>
                      </a:cubicBezTo>
                      <a:close/>
                      <a:moveTo>
                        <a:pt x="255556" y="72581"/>
                      </a:moveTo>
                      <a:lnTo>
                        <a:pt x="305181" y="43910"/>
                      </a:lnTo>
                      <a:cubicBezTo>
                        <a:pt x="311944" y="40005"/>
                        <a:pt x="322802" y="40005"/>
                        <a:pt x="329470" y="43910"/>
                      </a:cubicBezTo>
                      <a:cubicBezTo>
                        <a:pt x="336232" y="47815"/>
                        <a:pt x="336232" y="54102"/>
                        <a:pt x="329470" y="57912"/>
                      </a:cubicBezTo>
                      <a:lnTo>
                        <a:pt x="279845" y="86582"/>
                      </a:lnTo>
                      <a:cubicBezTo>
                        <a:pt x="273082" y="90488"/>
                        <a:pt x="262223" y="90488"/>
                        <a:pt x="255461" y="86582"/>
                      </a:cubicBezTo>
                      <a:cubicBezTo>
                        <a:pt x="248698" y="82677"/>
                        <a:pt x="248698" y="76390"/>
                        <a:pt x="255461" y="72485"/>
                      </a:cubicBezTo>
                      <a:close/>
                      <a:moveTo>
                        <a:pt x="329470" y="190119"/>
                      </a:moveTo>
                      <a:cubicBezTo>
                        <a:pt x="322802" y="194024"/>
                        <a:pt x="311848" y="194024"/>
                        <a:pt x="305181" y="190119"/>
                      </a:cubicBezTo>
                      <a:lnTo>
                        <a:pt x="255556" y="161449"/>
                      </a:lnTo>
                      <a:cubicBezTo>
                        <a:pt x="248793" y="157544"/>
                        <a:pt x="248793" y="151257"/>
                        <a:pt x="255556" y="147352"/>
                      </a:cubicBezTo>
                      <a:cubicBezTo>
                        <a:pt x="262319" y="143447"/>
                        <a:pt x="273177" y="143447"/>
                        <a:pt x="279940" y="147352"/>
                      </a:cubicBezTo>
                      <a:lnTo>
                        <a:pt x="329565" y="176022"/>
                      </a:lnTo>
                      <a:cubicBezTo>
                        <a:pt x="336328" y="179927"/>
                        <a:pt x="336328" y="186214"/>
                        <a:pt x="329565" y="190024"/>
                      </a:cubicBezTo>
                      <a:close/>
                      <a:moveTo>
                        <a:pt x="364712" y="126968"/>
                      </a:moveTo>
                      <a:lnTo>
                        <a:pt x="294513" y="126968"/>
                      </a:lnTo>
                      <a:cubicBezTo>
                        <a:pt x="284988" y="126968"/>
                        <a:pt x="277368" y="122491"/>
                        <a:pt x="277368" y="117062"/>
                      </a:cubicBezTo>
                      <a:cubicBezTo>
                        <a:pt x="277368" y="111633"/>
                        <a:pt x="285083" y="107156"/>
                        <a:pt x="294513" y="107156"/>
                      </a:cubicBezTo>
                      <a:lnTo>
                        <a:pt x="364712" y="107156"/>
                      </a:lnTo>
                      <a:cubicBezTo>
                        <a:pt x="374237" y="107156"/>
                        <a:pt x="381953" y="111633"/>
                        <a:pt x="381953" y="117062"/>
                      </a:cubicBezTo>
                      <a:cubicBezTo>
                        <a:pt x="381953" y="122491"/>
                        <a:pt x="374237" y="126968"/>
                        <a:pt x="364712"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5" name="Google Shape;1972;p35">
                  <a:extLst>
                    <a:ext uri="{FF2B5EF4-FFF2-40B4-BE49-F238E27FC236}">
                      <a16:creationId xmlns:a16="http://schemas.microsoft.com/office/drawing/2014/main" id="{9084F1A0-CEB9-A58B-2F1F-874840F055AC}"/>
                    </a:ext>
                  </a:extLst>
                </p:cNvPr>
                <p:cNvSpPr/>
                <p:nvPr/>
              </p:nvSpPr>
              <p:spPr>
                <a:xfrm>
                  <a:off x="3646611" y="4678414"/>
                  <a:ext cx="405669" cy="234124"/>
                </a:xfrm>
                <a:custGeom>
                  <a:avLst/>
                  <a:gdLst/>
                  <a:ahLst/>
                  <a:cxnLst/>
                  <a:rect l="l" t="t" r="r" b="b"/>
                  <a:pathLst>
                    <a:path w="405669" h="234124" extrusionOk="0">
                      <a:moveTo>
                        <a:pt x="346234" y="34290"/>
                      </a:moveTo>
                      <a:cubicBezTo>
                        <a:pt x="267081" y="-11430"/>
                        <a:pt x="138684" y="-11430"/>
                        <a:pt x="59436" y="34290"/>
                      </a:cubicBezTo>
                      <a:cubicBezTo>
                        <a:pt x="-19812" y="80010"/>
                        <a:pt x="-19812" y="154210"/>
                        <a:pt x="59436" y="199834"/>
                      </a:cubicBezTo>
                      <a:cubicBezTo>
                        <a:pt x="138684" y="245555"/>
                        <a:pt x="267081" y="245555"/>
                        <a:pt x="346234" y="199834"/>
                      </a:cubicBezTo>
                      <a:cubicBezTo>
                        <a:pt x="425482" y="154115"/>
                        <a:pt x="425482" y="80010"/>
                        <a:pt x="346234" y="34290"/>
                      </a:cubicBezTo>
                      <a:close/>
                      <a:moveTo>
                        <a:pt x="76200" y="58007"/>
                      </a:moveTo>
                      <a:cubicBezTo>
                        <a:pt x="69437" y="54102"/>
                        <a:pt x="69437" y="47815"/>
                        <a:pt x="76200" y="44006"/>
                      </a:cubicBezTo>
                      <a:cubicBezTo>
                        <a:pt x="82963" y="40100"/>
                        <a:pt x="93821" y="40100"/>
                        <a:pt x="100489" y="44006"/>
                      </a:cubicBezTo>
                      <a:lnTo>
                        <a:pt x="150114" y="72676"/>
                      </a:lnTo>
                      <a:cubicBezTo>
                        <a:pt x="156877" y="76581"/>
                        <a:pt x="156877" y="82867"/>
                        <a:pt x="150114" y="86678"/>
                      </a:cubicBezTo>
                      <a:cubicBezTo>
                        <a:pt x="143351" y="90583"/>
                        <a:pt x="132493" y="90583"/>
                        <a:pt x="125825" y="86678"/>
                      </a:cubicBezTo>
                      <a:lnTo>
                        <a:pt x="76200" y="58007"/>
                      </a:lnTo>
                      <a:close/>
                      <a:moveTo>
                        <a:pt x="111061" y="126968"/>
                      </a:moveTo>
                      <a:lnTo>
                        <a:pt x="40957" y="126968"/>
                      </a:lnTo>
                      <a:cubicBezTo>
                        <a:pt x="31432" y="126968"/>
                        <a:pt x="23717" y="122491"/>
                        <a:pt x="23717" y="117062"/>
                      </a:cubicBezTo>
                      <a:cubicBezTo>
                        <a:pt x="23717" y="111633"/>
                        <a:pt x="31432" y="107156"/>
                        <a:pt x="40957" y="107156"/>
                      </a:cubicBezTo>
                      <a:lnTo>
                        <a:pt x="111157" y="107156"/>
                      </a:lnTo>
                      <a:cubicBezTo>
                        <a:pt x="120682" y="107156"/>
                        <a:pt x="128397" y="111633"/>
                        <a:pt x="128397" y="117062"/>
                      </a:cubicBezTo>
                      <a:cubicBezTo>
                        <a:pt x="128397" y="122491"/>
                        <a:pt x="120682" y="126968"/>
                        <a:pt x="111157" y="126968"/>
                      </a:cubicBezTo>
                      <a:close/>
                      <a:moveTo>
                        <a:pt x="202787" y="74009"/>
                      </a:moveTo>
                      <a:cubicBezTo>
                        <a:pt x="193262" y="74009"/>
                        <a:pt x="185547" y="69532"/>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532"/>
                        <a:pt x="212312" y="74009"/>
                        <a:pt x="202787" y="74009"/>
                      </a:cubicBezTo>
                      <a:close/>
                      <a:moveTo>
                        <a:pt x="100489" y="190119"/>
                      </a:moveTo>
                      <a:cubicBezTo>
                        <a:pt x="93821" y="194024"/>
                        <a:pt x="82868" y="194024"/>
                        <a:pt x="76200" y="190119"/>
                      </a:cubicBezTo>
                      <a:cubicBezTo>
                        <a:pt x="69437" y="186214"/>
                        <a:pt x="69437" y="179927"/>
                        <a:pt x="76200" y="176022"/>
                      </a:cubicBezTo>
                      <a:lnTo>
                        <a:pt x="125825" y="147352"/>
                      </a:lnTo>
                      <a:cubicBezTo>
                        <a:pt x="132493" y="143447"/>
                        <a:pt x="143446" y="143447"/>
                        <a:pt x="150114" y="147352"/>
                      </a:cubicBezTo>
                      <a:cubicBezTo>
                        <a:pt x="156877" y="151257"/>
                        <a:pt x="156877" y="157543"/>
                        <a:pt x="150114" y="161354"/>
                      </a:cubicBezTo>
                      <a:lnTo>
                        <a:pt x="100489" y="190024"/>
                      </a:lnTo>
                      <a:close/>
                      <a:moveTo>
                        <a:pt x="279749" y="86582"/>
                      </a:moveTo>
                      <a:cubicBezTo>
                        <a:pt x="272986" y="90488"/>
                        <a:pt x="262128" y="90488"/>
                        <a:pt x="255365" y="86582"/>
                      </a:cubicBezTo>
                      <a:cubicBezTo>
                        <a:pt x="248602" y="82677"/>
                        <a:pt x="248602" y="76390"/>
                        <a:pt x="255365" y="72581"/>
                      </a:cubicBezTo>
                      <a:lnTo>
                        <a:pt x="304990" y="43910"/>
                      </a:lnTo>
                      <a:cubicBezTo>
                        <a:pt x="311753" y="40005"/>
                        <a:pt x="322612" y="40005"/>
                        <a:pt x="329279" y="43910"/>
                      </a:cubicBezTo>
                      <a:cubicBezTo>
                        <a:pt x="336042" y="47815"/>
                        <a:pt x="336042" y="54102"/>
                        <a:pt x="329279" y="57912"/>
                      </a:cubicBezTo>
                      <a:lnTo>
                        <a:pt x="279654" y="86582"/>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8"/>
                      </a:moveTo>
                      <a:cubicBezTo>
                        <a:pt x="193167" y="220408"/>
                        <a:pt x="185452" y="215932"/>
                        <a:pt x="185452" y="210503"/>
                      </a:cubicBezTo>
                      <a:lnTo>
                        <a:pt x="185452" y="170021"/>
                      </a:lnTo>
                      <a:cubicBezTo>
                        <a:pt x="185452" y="164497"/>
                        <a:pt x="193167" y="160115"/>
                        <a:pt x="202692" y="160115"/>
                      </a:cubicBezTo>
                      <a:cubicBezTo>
                        <a:pt x="212217" y="160115"/>
                        <a:pt x="219932" y="164592"/>
                        <a:pt x="219932" y="170021"/>
                      </a:cubicBezTo>
                      <a:lnTo>
                        <a:pt x="219932" y="210503"/>
                      </a:lnTo>
                      <a:cubicBezTo>
                        <a:pt x="219932" y="216027"/>
                        <a:pt x="212217" y="220408"/>
                        <a:pt x="202692" y="220408"/>
                      </a:cubicBezTo>
                      <a:close/>
                      <a:moveTo>
                        <a:pt x="304990" y="190119"/>
                      </a:moveTo>
                      <a:lnTo>
                        <a:pt x="255365" y="161449"/>
                      </a:lnTo>
                      <a:cubicBezTo>
                        <a:pt x="248602" y="157543"/>
                        <a:pt x="248602" y="151257"/>
                        <a:pt x="255365" y="147447"/>
                      </a:cubicBezTo>
                      <a:cubicBezTo>
                        <a:pt x="262128" y="143542"/>
                        <a:pt x="272986" y="143542"/>
                        <a:pt x="279749" y="147447"/>
                      </a:cubicBezTo>
                      <a:lnTo>
                        <a:pt x="329374" y="176117"/>
                      </a:lnTo>
                      <a:cubicBezTo>
                        <a:pt x="336137" y="180023"/>
                        <a:pt x="336137" y="186309"/>
                        <a:pt x="329374" y="190214"/>
                      </a:cubicBezTo>
                      <a:cubicBezTo>
                        <a:pt x="322707" y="194120"/>
                        <a:pt x="311753" y="194120"/>
                        <a:pt x="305086"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6" name="Google Shape;1973;p35">
                  <a:extLst>
                    <a:ext uri="{FF2B5EF4-FFF2-40B4-BE49-F238E27FC236}">
                      <a16:creationId xmlns:a16="http://schemas.microsoft.com/office/drawing/2014/main" id="{AAD3D992-7806-554F-CDBA-38DD5D4A7B19}"/>
                    </a:ext>
                  </a:extLst>
                </p:cNvPr>
                <p:cNvSpPr/>
                <p:nvPr/>
              </p:nvSpPr>
              <p:spPr>
                <a:xfrm>
                  <a:off x="3792266" y="4762425"/>
                  <a:ext cx="114454" cy="46386"/>
                </a:xfrm>
                <a:custGeom>
                  <a:avLst/>
                  <a:gdLst/>
                  <a:ahLst/>
                  <a:cxnLst/>
                  <a:rect l="l" t="t" r="r" b="b"/>
                  <a:pathLst>
                    <a:path w="114454" h="46386" extrusionOk="0">
                      <a:moveTo>
                        <a:pt x="109615" y="46387"/>
                      </a:moveTo>
                      <a:cubicBezTo>
                        <a:pt x="106853" y="42767"/>
                        <a:pt x="102852" y="39338"/>
                        <a:pt x="97708" y="36385"/>
                      </a:cubicBezTo>
                      <a:cubicBezTo>
                        <a:pt x="75325" y="23432"/>
                        <a:pt x="39130" y="23432"/>
                        <a:pt x="16746" y="36385"/>
                      </a:cubicBezTo>
                      <a:cubicBezTo>
                        <a:pt x="11603" y="39338"/>
                        <a:pt x="7602" y="42767"/>
                        <a:pt x="4840" y="46387"/>
                      </a:cubicBezTo>
                      <a:cubicBezTo>
                        <a:pt x="-4400" y="34290"/>
                        <a:pt x="-399" y="19622"/>
                        <a:pt x="16746" y="9716"/>
                      </a:cubicBezTo>
                      <a:cubicBezTo>
                        <a:pt x="39130" y="-3239"/>
                        <a:pt x="75325" y="-3239"/>
                        <a:pt x="97708" y="9716"/>
                      </a:cubicBezTo>
                      <a:cubicBezTo>
                        <a:pt x="114854"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7" name="Google Shape;1974;p35">
                  <a:extLst>
                    <a:ext uri="{FF2B5EF4-FFF2-40B4-BE49-F238E27FC236}">
                      <a16:creationId xmlns:a16="http://schemas.microsoft.com/office/drawing/2014/main" id="{5921A425-5807-7758-D0D9-FA4C0FEF135A}"/>
                    </a:ext>
                  </a:extLst>
                </p:cNvPr>
                <p:cNvSpPr/>
                <p:nvPr/>
              </p:nvSpPr>
              <p:spPr>
                <a:xfrm>
                  <a:off x="3797106" y="4789095"/>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153" name="Google Shape;1975;p35">
              <a:extLst>
                <a:ext uri="{FF2B5EF4-FFF2-40B4-BE49-F238E27FC236}">
                  <a16:creationId xmlns:a16="http://schemas.microsoft.com/office/drawing/2014/main" id="{6157C9B5-F83A-6F55-A90C-38BB260583C7}"/>
                </a:ext>
              </a:extLst>
            </p:cNvPr>
            <p:cNvGrpSpPr/>
            <p:nvPr/>
          </p:nvGrpSpPr>
          <p:grpSpPr>
            <a:xfrm>
              <a:off x="7468856" y="4512385"/>
              <a:ext cx="639735" cy="559976"/>
              <a:chOff x="3695689" y="4939685"/>
              <a:chExt cx="422100" cy="369475"/>
            </a:xfrm>
          </p:grpSpPr>
          <p:sp>
            <p:nvSpPr>
              <p:cNvPr id="3154" name="Google Shape;1976;p35">
                <a:extLst>
                  <a:ext uri="{FF2B5EF4-FFF2-40B4-BE49-F238E27FC236}">
                    <a16:creationId xmlns:a16="http://schemas.microsoft.com/office/drawing/2014/main" id="{2A7898A1-46C3-D48A-303B-EB293307D985}"/>
                  </a:ext>
                </a:extLst>
              </p:cNvPr>
              <p:cNvSpPr/>
              <p:nvPr/>
            </p:nvSpPr>
            <p:spPr>
              <a:xfrm>
                <a:off x="3695689" y="5065320"/>
                <a:ext cx="422100" cy="243840"/>
              </a:xfrm>
              <a:custGeom>
                <a:avLst/>
                <a:gdLst/>
                <a:ahLst/>
                <a:cxnLst/>
                <a:rect l="l" t="t" r="r" b="b"/>
                <a:pathLst>
                  <a:path w="422100" h="243840" extrusionOk="0">
                    <a:moveTo>
                      <a:pt x="360307" y="208121"/>
                    </a:moveTo>
                    <a:cubicBezTo>
                      <a:pt x="277821" y="255746"/>
                      <a:pt x="144185" y="255746"/>
                      <a:pt x="61793" y="208121"/>
                    </a:cubicBezTo>
                    <a:cubicBezTo>
                      <a:pt x="-20598" y="160496"/>
                      <a:pt x="-20598" y="83344"/>
                      <a:pt x="61793" y="35719"/>
                    </a:cubicBezTo>
                    <a:cubicBezTo>
                      <a:pt x="144185" y="-11906"/>
                      <a:pt x="277821" y="-11906"/>
                      <a:pt x="360307" y="35719"/>
                    </a:cubicBezTo>
                    <a:cubicBezTo>
                      <a:pt x="442698" y="83344"/>
                      <a:pt x="442698" y="160496"/>
                      <a:pt x="360307" y="208121"/>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155" name="Google Shape;1977;p35">
                <a:extLst>
                  <a:ext uri="{FF2B5EF4-FFF2-40B4-BE49-F238E27FC236}">
                    <a16:creationId xmlns:a16="http://schemas.microsoft.com/office/drawing/2014/main" id="{4B35FAA9-60AB-E1AF-07B5-6783A40FE8C1}"/>
                  </a:ext>
                </a:extLst>
              </p:cNvPr>
              <p:cNvGrpSpPr/>
              <p:nvPr/>
            </p:nvGrpSpPr>
            <p:grpSpPr>
              <a:xfrm>
                <a:off x="3703857" y="5053128"/>
                <a:ext cx="405669" cy="247649"/>
                <a:chOff x="3703857" y="5053128"/>
                <a:chExt cx="405669" cy="247649"/>
              </a:xfrm>
            </p:grpSpPr>
            <p:sp>
              <p:nvSpPr>
                <p:cNvPr id="3186" name="Google Shape;1978;p35">
                  <a:extLst>
                    <a:ext uri="{FF2B5EF4-FFF2-40B4-BE49-F238E27FC236}">
                      <a16:creationId xmlns:a16="http://schemas.microsoft.com/office/drawing/2014/main" id="{17592238-8171-D923-6632-9F4A0AE91D4F}"/>
                    </a:ext>
                  </a:extLst>
                </p:cNvPr>
                <p:cNvSpPr/>
                <p:nvPr/>
              </p:nvSpPr>
              <p:spPr>
                <a:xfrm>
                  <a:off x="3703857" y="5066463"/>
                  <a:ext cx="405574" cy="234314"/>
                </a:xfrm>
                <a:custGeom>
                  <a:avLst/>
                  <a:gdLst/>
                  <a:ahLst/>
                  <a:cxnLst/>
                  <a:rect l="l" t="t" r="r" b="b"/>
                  <a:pathLst>
                    <a:path w="405574" h="234314"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920"/>
                      </a:lnTo>
                      <a:lnTo>
                        <a:pt x="0" y="117920"/>
                      </a:lnTo>
                      <a:cubicBezTo>
                        <a:pt x="381"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0957" y="126968"/>
                      </a:moveTo>
                      <a:cubicBezTo>
                        <a:pt x="31432" y="126968"/>
                        <a:pt x="23717" y="122492"/>
                        <a:pt x="23717" y="117062"/>
                      </a:cubicBezTo>
                      <a:cubicBezTo>
                        <a:pt x="23717" y="111633"/>
                        <a:pt x="31432" y="107156"/>
                        <a:pt x="40957" y="107156"/>
                      </a:cubicBezTo>
                      <a:lnTo>
                        <a:pt x="111062" y="107156"/>
                      </a:lnTo>
                      <a:cubicBezTo>
                        <a:pt x="120587" y="107156"/>
                        <a:pt x="128302" y="111633"/>
                        <a:pt x="128302" y="117062"/>
                      </a:cubicBezTo>
                      <a:cubicBezTo>
                        <a:pt x="128302" y="122492"/>
                        <a:pt x="120587" y="126968"/>
                        <a:pt x="111062" y="126968"/>
                      </a:cubicBezTo>
                      <a:lnTo>
                        <a:pt x="40957" y="126968"/>
                      </a:lnTo>
                      <a:close/>
                      <a:moveTo>
                        <a:pt x="150114" y="161449"/>
                      </a:moveTo>
                      <a:lnTo>
                        <a:pt x="100489" y="190119"/>
                      </a:lnTo>
                      <a:cubicBezTo>
                        <a:pt x="93726" y="194024"/>
                        <a:pt x="82867" y="194024"/>
                        <a:pt x="76105" y="190119"/>
                      </a:cubicBezTo>
                      <a:cubicBezTo>
                        <a:pt x="69342" y="186214"/>
                        <a:pt x="69342" y="179927"/>
                        <a:pt x="76105" y="176117"/>
                      </a:cubicBezTo>
                      <a:lnTo>
                        <a:pt x="125730" y="147447"/>
                      </a:lnTo>
                      <a:cubicBezTo>
                        <a:pt x="132493" y="143542"/>
                        <a:pt x="143351" y="143542"/>
                        <a:pt x="150019" y="147447"/>
                      </a:cubicBezTo>
                      <a:cubicBezTo>
                        <a:pt x="156781" y="151352"/>
                        <a:pt x="156781" y="157639"/>
                        <a:pt x="150019" y="161544"/>
                      </a:cubicBezTo>
                      <a:close/>
                      <a:moveTo>
                        <a:pt x="185547" y="23527"/>
                      </a:moveTo>
                      <a:cubicBezTo>
                        <a:pt x="185547" y="18002"/>
                        <a:pt x="193262" y="13621"/>
                        <a:pt x="202787" y="13621"/>
                      </a:cubicBezTo>
                      <a:cubicBezTo>
                        <a:pt x="212312" y="13621"/>
                        <a:pt x="220027" y="18098"/>
                        <a:pt x="220027" y="23527"/>
                      </a:cubicBezTo>
                      <a:lnTo>
                        <a:pt x="220027" y="64008"/>
                      </a:lnTo>
                      <a:cubicBezTo>
                        <a:pt x="220027" y="69532"/>
                        <a:pt x="212312" y="73914"/>
                        <a:pt x="202787" y="73914"/>
                      </a:cubicBezTo>
                      <a:cubicBezTo>
                        <a:pt x="193262" y="73914"/>
                        <a:pt x="185547" y="69437"/>
                        <a:pt x="185547" y="64008"/>
                      </a:cubicBezTo>
                      <a:lnTo>
                        <a:pt x="185547" y="23527"/>
                      </a:lnTo>
                      <a:close/>
                      <a:moveTo>
                        <a:pt x="202787" y="220313"/>
                      </a:moveTo>
                      <a:cubicBezTo>
                        <a:pt x="193262" y="220313"/>
                        <a:pt x="185547" y="215837"/>
                        <a:pt x="185547" y="210407"/>
                      </a:cubicBezTo>
                      <a:lnTo>
                        <a:pt x="185547" y="169926"/>
                      </a:lnTo>
                      <a:cubicBezTo>
                        <a:pt x="185547" y="164402"/>
                        <a:pt x="193262" y="160020"/>
                        <a:pt x="202787" y="160020"/>
                      </a:cubicBezTo>
                      <a:cubicBezTo>
                        <a:pt x="212312" y="160020"/>
                        <a:pt x="220027" y="164497"/>
                        <a:pt x="220027" y="169926"/>
                      </a:cubicBezTo>
                      <a:lnTo>
                        <a:pt x="220027" y="210407"/>
                      </a:lnTo>
                      <a:cubicBezTo>
                        <a:pt x="220027" y="215932"/>
                        <a:pt x="212312" y="220313"/>
                        <a:pt x="202787" y="220313"/>
                      </a:cubicBezTo>
                      <a:close/>
                      <a:moveTo>
                        <a:pt x="255460" y="72485"/>
                      </a:moveTo>
                      <a:lnTo>
                        <a:pt x="305086" y="43815"/>
                      </a:lnTo>
                      <a:cubicBezTo>
                        <a:pt x="311848" y="39910"/>
                        <a:pt x="322707" y="39910"/>
                        <a:pt x="329374" y="43815"/>
                      </a:cubicBezTo>
                      <a:cubicBezTo>
                        <a:pt x="336137" y="47720"/>
                        <a:pt x="336137" y="54007"/>
                        <a:pt x="329374" y="57912"/>
                      </a:cubicBezTo>
                      <a:lnTo>
                        <a:pt x="279749" y="86582"/>
                      </a:lnTo>
                      <a:cubicBezTo>
                        <a:pt x="272987" y="90488"/>
                        <a:pt x="262128" y="90488"/>
                        <a:pt x="255460" y="86582"/>
                      </a:cubicBezTo>
                      <a:cubicBezTo>
                        <a:pt x="248698" y="82677"/>
                        <a:pt x="248698" y="76390"/>
                        <a:pt x="255460" y="72581"/>
                      </a:cubicBezTo>
                      <a:close/>
                      <a:moveTo>
                        <a:pt x="329374" y="190024"/>
                      </a:moveTo>
                      <a:cubicBezTo>
                        <a:pt x="322612" y="193929"/>
                        <a:pt x="311753" y="193929"/>
                        <a:pt x="305086" y="190024"/>
                      </a:cubicBezTo>
                      <a:lnTo>
                        <a:pt x="255460" y="161354"/>
                      </a:lnTo>
                      <a:cubicBezTo>
                        <a:pt x="248698" y="157448"/>
                        <a:pt x="248698" y="151162"/>
                        <a:pt x="255460" y="147352"/>
                      </a:cubicBezTo>
                      <a:cubicBezTo>
                        <a:pt x="262223" y="143447"/>
                        <a:pt x="273082" y="143447"/>
                        <a:pt x="279749" y="147352"/>
                      </a:cubicBezTo>
                      <a:lnTo>
                        <a:pt x="329374" y="176022"/>
                      </a:lnTo>
                      <a:cubicBezTo>
                        <a:pt x="336137" y="179927"/>
                        <a:pt x="336137" y="186214"/>
                        <a:pt x="329374" y="190024"/>
                      </a:cubicBezTo>
                      <a:close/>
                      <a:moveTo>
                        <a:pt x="364617" y="126873"/>
                      </a:moveTo>
                      <a:lnTo>
                        <a:pt x="294418" y="126873"/>
                      </a:lnTo>
                      <a:cubicBezTo>
                        <a:pt x="284893" y="126873"/>
                        <a:pt x="277177" y="122396"/>
                        <a:pt x="277177" y="116967"/>
                      </a:cubicBezTo>
                      <a:cubicBezTo>
                        <a:pt x="277177"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7" name="Google Shape;1979;p35">
                  <a:extLst>
                    <a:ext uri="{FF2B5EF4-FFF2-40B4-BE49-F238E27FC236}">
                      <a16:creationId xmlns:a16="http://schemas.microsoft.com/office/drawing/2014/main" id="{3E17DC92-575F-EDE2-4B4B-155E6AD8D7F2}"/>
                    </a:ext>
                  </a:extLst>
                </p:cNvPr>
                <p:cNvSpPr/>
                <p:nvPr/>
              </p:nvSpPr>
              <p:spPr>
                <a:xfrm>
                  <a:off x="3703928" y="5053128"/>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010"/>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7"/>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022"/>
                      </a:cubicBezTo>
                      <a:lnTo>
                        <a:pt x="125658" y="147447"/>
                      </a:lnTo>
                      <a:cubicBezTo>
                        <a:pt x="132421" y="143542"/>
                        <a:pt x="143280" y="143542"/>
                        <a:pt x="149947" y="147447"/>
                      </a:cubicBezTo>
                      <a:cubicBezTo>
                        <a:pt x="156710" y="151352"/>
                        <a:pt x="156710" y="157639"/>
                        <a:pt x="149947" y="161449"/>
                      </a:cubicBezTo>
                      <a:lnTo>
                        <a:pt x="100322" y="190119"/>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8"/>
                      </a:moveTo>
                      <a:cubicBezTo>
                        <a:pt x="193096" y="220408"/>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8"/>
                        <a:pt x="202621" y="220408"/>
                      </a:cubicBezTo>
                      <a:close/>
                      <a:moveTo>
                        <a:pt x="304919" y="190119"/>
                      </a:moveTo>
                      <a:lnTo>
                        <a:pt x="255294" y="161449"/>
                      </a:lnTo>
                      <a:cubicBezTo>
                        <a:pt x="248531" y="157544"/>
                        <a:pt x="248531" y="151257"/>
                        <a:pt x="255294" y="147447"/>
                      </a:cubicBezTo>
                      <a:cubicBezTo>
                        <a:pt x="262057" y="143542"/>
                        <a:pt x="272915" y="143542"/>
                        <a:pt x="279583" y="147447"/>
                      </a:cubicBezTo>
                      <a:lnTo>
                        <a:pt x="329208" y="176022"/>
                      </a:lnTo>
                      <a:cubicBezTo>
                        <a:pt x="335971" y="179927"/>
                        <a:pt x="335971" y="186214"/>
                        <a:pt x="329208" y="190119"/>
                      </a:cubicBezTo>
                      <a:cubicBezTo>
                        <a:pt x="322445" y="194024"/>
                        <a:pt x="311587" y="194024"/>
                        <a:pt x="304919"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8" name="Google Shape;1980;p35">
                  <a:extLst>
                    <a:ext uri="{FF2B5EF4-FFF2-40B4-BE49-F238E27FC236}">
                      <a16:creationId xmlns:a16="http://schemas.microsoft.com/office/drawing/2014/main" id="{8FB22272-6A9E-A9B9-0848-E31FA8A82577}"/>
                    </a:ext>
                  </a:extLst>
                </p:cNvPr>
                <p:cNvSpPr/>
                <p:nvPr/>
              </p:nvSpPr>
              <p:spPr>
                <a:xfrm>
                  <a:off x="3849512" y="5137210"/>
                  <a:ext cx="114454" cy="46315"/>
                </a:xfrm>
                <a:custGeom>
                  <a:avLst/>
                  <a:gdLst/>
                  <a:ahLst/>
                  <a:cxnLst/>
                  <a:rect l="l" t="t" r="r" b="b"/>
                  <a:pathLst>
                    <a:path w="114454" h="46315" extrusionOk="0">
                      <a:moveTo>
                        <a:pt x="109615" y="46315"/>
                      </a:moveTo>
                      <a:cubicBezTo>
                        <a:pt x="106852" y="42696"/>
                        <a:pt x="102852" y="39267"/>
                        <a:pt x="97708" y="36314"/>
                      </a:cubicBezTo>
                      <a:cubicBezTo>
                        <a:pt x="75325" y="23455"/>
                        <a:pt x="39130" y="23455"/>
                        <a:pt x="16746" y="36314"/>
                      </a:cubicBezTo>
                      <a:cubicBezTo>
                        <a:pt x="11602" y="39267"/>
                        <a:pt x="7602" y="42696"/>
                        <a:pt x="4840" y="46315"/>
                      </a:cubicBezTo>
                      <a:cubicBezTo>
                        <a:pt x="-4400" y="34218"/>
                        <a:pt x="-399" y="19550"/>
                        <a:pt x="16746" y="9644"/>
                      </a:cubicBezTo>
                      <a:cubicBezTo>
                        <a:pt x="39130" y="-3215"/>
                        <a:pt x="75325" y="-3215"/>
                        <a:pt x="97708" y="9644"/>
                      </a:cubicBezTo>
                      <a:cubicBezTo>
                        <a:pt x="114853"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9" name="Google Shape;1981;p35">
                  <a:extLst>
                    <a:ext uri="{FF2B5EF4-FFF2-40B4-BE49-F238E27FC236}">
                      <a16:creationId xmlns:a16="http://schemas.microsoft.com/office/drawing/2014/main" id="{AB31C081-5CAB-A05C-0660-AEC433FD99A0}"/>
                    </a:ext>
                  </a:extLst>
                </p:cNvPr>
                <p:cNvSpPr/>
                <p:nvPr/>
              </p:nvSpPr>
              <p:spPr>
                <a:xfrm>
                  <a:off x="3854351" y="5163880"/>
                  <a:ext cx="104775" cy="39457"/>
                </a:xfrm>
                <a:custGeom>
                  <a:avLst/>
                  <a:gdLst/>
                  <a:ahLst/>
                  <a:cxnLst/>
                  <a:rect l="l" t="t" r="r" b="b"/>
                  <a:pathLst>
                    <a:path w="104775" h="39457" extrusionOk="0">
                      <a:moveTo>
                        <a:pt x="104775" y="19645"/>
                      </a:moveTo>
                      <a:cubicBezTo>
                        <a:pt x="102013" y="23265"/>
                        <a:pt x="98012" y="26694"/>
                        <a:pt x="92869" y="29742"/>
                      </a:cubicBezTo>
                      <a:cubicBezTo>
                        <a:pt x="70485" y="42696"/>
                        <a:pt x="34290" y="42696"/>
                        <a:pt x="11906" y="29742"/>
                      </a:cubicBezTo>
                      <a:cubicBezTo>
                        <a:pt x="6763" y="26789"/>
                        <a:pt x="2762" y="23360"/>
                        <a:pt x="0" y="19645"/>
                      </a:cubicBezTo>
                      <a:cubicBezTo>
                        <a:pt x="2762" y="16026"/>
                        <a:pt x="6763" y="12597"/>
                        <a:pt x="11906" y="9644"/>
                      </a:cubicBezTo>
                      <a:cubicBezTo>
                        <a:pt x="34290" y="-3215"/>
                        <a:pt x="70485" y="-3215"/>
                        <a:pt x="92869" y="9644"/>
                      </a:cubicBezTo>
                      <a:cubicBezTo>
                        <a:pt x="98012" y="12597"/>
                        <a:pt x="102013" y="16026"/>
                        <a:pt x="104775" y="19645"/>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56" name="Google Shape;1982;p35">
                <a:extLst>
                  <a:ext uri="{FF2B5EF4-FFF2-40B4-BE49-F238E27FC236}">
                    <a16:creationId xmlns:a16="http://schemas.microsoft.com/office/drawing/2014/main" id="{D912B0F9-8377-CE75-E17E-D93BC0B61ED6}"/>
                  </a:ext>
                </a:extLst>
              </p:cNvPr>
              <p:cNvGrpSpPr/>
              <p:nvPr/>
            </p:nvGrpSpPr>
            <p:grpSpPr>
              <a:xfrm>
                <a:off x="3727359" y="4965879"/>
                <a:ext cx="358830" cy="305800"/>
                <a:chOff x="3727359" y="4965879"/>
                <a:chExt cx="358830" cy="305800"/>
              </a:xfrm>
            </p:grpSpPr>
            <p:sp>
              <p:nvSpPr>
                <p:cNvPr id="3162" name="Google Shape;1983;p35">
                  <a:extLst>
                    <a:ext uri="{FF2B5EF4-FFF2-40B4-BE49-F238E27FC236}">
                      <a16:creationId xmlns:a16="http://schemas.microsoft.com/office/drawing/2014/main" id="{D58F6F28-6CB6-975E-C58E-22DFA82D94D1}"/>
                    </a:ext>
                  </a:extLst>
                </p:cNvPr>
                <p:cNvSpPr/>
                <p:nvPr/>
              </p:nvSpPr>
              <p:spPr>
                <a:xfrm>
                  <a:off x="3727478" y="5069416"/>
                  <a:ext cx="358711" cy="202263"/>
                </a:xfrm>
                <a:custGeom>
                  <a:avLst/>
                  <a:gdLst/>
                  <a:ahLst/>
                  <a:cxnLst/>
                  <a:rect l="l" t="t" r="r" b="b"/>
                  <a:pathLst>
                    <a:path w="358711" h="202263" extrusionOk="0">
                      <a:moveTo>
                        <a:pt x="358616" y="0"/>
                      </a:moveTo>
                      <a:lnTo>
                        <a:pt x="358616" y="98393"/>
                      </a:lnTo>
                      <a:cubicBezTo>
                        <a:pt x="358616" y="125063"/>
                        <a:pt x="340995" y="151733"/>
                        <a:pt x="306038" y="171831"/>
                      </a:cubicBezTo>
                      <a:cubicBezTo>
                        <a:pt x="236125" y="212408"/>
                        <a:pt x="122492" y="212408"/>
                        <a:pt x="52388" y="171831"/>
                      </a:cubicBezTo>
                      <a:cubicBezTo>
                        <a:pt x="17336" y="151733"/>
                        <a:pt x="0" y="125063"/>
                        <a:pt x="0" y="98393"/>
                      </a:cubicBezTo>
                      <a:lnTo>
                        <a:pt x="0" y="0"/>
                      </a:lnTo>
                      <a:lnTo>
                        <a:pt x="35871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3" name="Google Shape;1984;p35">
                  <a:extLst>
                    <a:ext uri="{FF2B5EF4-FFF2-40B4-BE49-F238E27FC236}">
                      <a16:creationId xmlns:a16="http://schemas.microsoft.com/office/drawing/2014/main" id="{C0388BB9-8FFD-C4F5-3D14-1F472DA7A3D4}"/>
                    </a:ext>
                  </a:extLst>
                </p:cNvPr>
                <p:cNvSpPr/>
                <p:nvPr/>
              </p:nvSpPr>
              <p:spPr>
                <a:xfrm>
                  <a:off x="3727383" y="5082179"/>
                  <a:ext cx="358711" cy="110633"/>
                </a:xfrm>
                <a:custGeom>
                  <a:avLst/>
                  <a:gdLst/>
                  <a:ahLst/>
                  <a:cxnLst/>
                  <a:rect l="l" t="t" r="r" b="b"/>
                  <a:pathLst>
                    <a:path w="358711" h="110633" extrusionOk="0">
                      <a:moveTo>
                        <a:pt x="358711" y="0"/>
                      </a:moveTo>
                      <a:cubicBezTo>
                        <a:pt x="358711" y="26479"/>
                        <a:pt x="341090" y="52864"/>
                        <a:pt x="306133" y="73057"/>
                      </a:cubicBezTo>
                      <a:cubicBezTo>
                        <a:pt x="236220" y="113824"/>
                        <a:pt x="122587" y="113824"/>
                        <a:pt x="52483" y="73057"/>
                      </a:cubicBezTo>
                      <a:cubicBezTo>
                        <a:pt x="18288" y="53340"/>
                        <a:pt x="762" y="27622"/>
                        <a:pt x="0" y="1715"/>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4" name="Google Shape;1985;p35">
                  <a:extLst>
                    <a:ext uri="{FF2B5EF4-FFF2-40B4-BE49-F238E27FC236}">
                      <a16:creationId xmlns:a16="http://schemas.microsoft.com/office/drawing/2014/main" id="{797828C1-534A-F188-7DBA-5A3B56847895}"/>
                    </a:ext>
                  </a:extLst>
                </p:cNvPr>
                <p:cNvSpPr/>
                <p:nvPr/>
              </p:nvSpPr>
              <p:spPr>
                <a:xfrm>
                  <a:off x="3727383" y="5099324"/>
                  <a:ext cx="358711" cy="110632"/>
                </a:xfrm>
                <a:custGeom>
                  <a:avLst/>
                  <a:gdLst/>
                  <a:ahLst/>
                  <a:cxnLst/>
                  <a:rect l="l" t="t" r="r" b="b"/>
                  <a:pathLst>
                    <a:path w="358711" h="110632" extrusionOk="0">
                      <a:moveTo>
                        <a:pt x="358711" y="0"/>
                      </a:moveTo>
                      <a:cubicBezTo>
                        <a:pt x="358711" y="26479"/>
                        <a:pt x="341090" y="52959"/>
                        <a:pt x="306133" y="73057"/>
                      </a:cubicBezTo>
                      <a:cubicBezTo>
                        <a:pt x="236220" y="113729"/>
                        <a:pt x="122587" y="113729"/>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5" name="Google Shape;1986;p35">
                  <a:extLst>
                    <a:ext uri="{FF2B5EF4-FFF2-40B4-BE49-F238E27FC236}">
                      <a16:creationId xmlns:a16="http://schemas.microsoft.com/office/drawing/2014/main" id="{0E48AC5B-C667-927B-A876-2BD4D0FFF3F1}"/>
                    </a:ext>
                  </a:extLst>
                </p:cNvPr>
                <p:cNvSpPr/>
                <p:nvPr/>
              </p:nvSpPr>
              <p:spPr>
                <a:xfrm>
                  <a:off x="3727383" y="5116565"/>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6" name="Google Shape;1987;p35">
                  <a:extLst>
                    <a:ext uri="{FF2B5EF4-FFF2-40B4-BE49-F238E27FC236}">
                      <a16:creationId xmlns:a16="http://schemas.microsoft.com/office/drawing/2014/main" id="{A0409F00-4192-0850-2C2F-8C4F19FD1A7A}"/>
                    </a:ext>
                  </a:extLst>
                </p:cNvPr>
                <p:cNvSpPr/>
                <p:nvPr/>
              </p:nvSpPr>
              <p:spPr>
                <a:xfrm>
                  <a:off x="3727383" y="5133709"/>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7" name="Google Shape;1988;p35">
                  <a:extLst>
                    <a:ext uri="{FF2B5EF4-FFF2-40B4-BE49-F238E27FC236}">
                      <a16:creationId xmlns:a16="http://schemas.microsoft.com/office/drawing/2014/main" id="{6A6E56B9-B0CE-92AC-0016-C1A8C33C0576}"/>
                    </a:ext>
                  </a:extLst>
                </p:cNvPr>
                <p:cNvSpPr/>
                <p:nvPr/>
              </p:nvSpPr>
              <p:spPr>
                <a:xfrm>
                  <a:off x="3727383" y="5150855"/>
                  <a:ext cx="358711" cy="110632"/>
                </a:xfrm>
                <a:custGeom>
                  <a:avLst/>
                  <a:gdLst/>
                  <a:ahLst/>
                  <a:cxnLst/>
                  <a:rect l="l" t="t" r="r" b="b"/>
                  <a:pathLst>
                    <a:path w="358711" h="110632" extrusionOk="0">
                      <a:moveTo>
                        <a:pt x="358711" y="0"/>
                      </a:moveTo>
                      <a:cubicBezTo>
                        <a:pt x="358711" y="26479"/>
                        <a:pt x="341090" y="52864"/>
                        <a:pt x="306133" y="73057"/>
                      </a:cubicBezTo>
                      <a:cubicBezTo>
                        <a:pt x="236220" y="113728"/>
                        <a:pt x="122587" y="113728"/>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8" name="Google Shape;1989;p35">
                  <a:extLst>
                    <a:ext uri="{FF2B5EF4-FFF2-40B4-BE49-F238E27FC236}">
                      <a16:creationId xmlns:a16="http://schemas.microsoft.com/office/drawing/2014/main" id="{E2095CE2-D3E3-C041-B7F8-CBF6613804DC}"/>
                    </a:ext>
                  </a:extLst>
                </p:cNvPr>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9" name="Google Shape;1990;p35">
                  <a:extLst>
                    <a:ext uri="{FF2B5EF4-FFF2-40B4-BE49-F238E27FC236}">
                      <a16:creationId xmlns:a16="http://schemas.microsoft.com/office/drawing/2014/main" id="{CA30A31C-7AD3-AE6D-3936-B509CAB1EF78}"/>
                    </a:ext>
                  </a:extLst>
                </p:cNvPr>
                <p:cNvSpPr/>
                <p:nvPr/>
              </p:nvSpPr>
              <p:spPr>
                <a:xfrm>
                  <a:off x="3741504" y="4974118"/>
                  <a:ext cx="330446" cy="190785"/>
                </a:xfrm>
                <a:custGeom>
                  <a:avLst/>
                  <a:gdLst/>
                  <a:ahLst/>
                  <a:cxnLst/>
                  <a:rect l="l" t="t" r="r" b="b"/>
                  <a:pathLst>
                    <a:path w="330446" h="190785" extrusionOk="0">
                      <a:moveTo>
                        <a:pt x="48363" y="162639"/>
                      </a:moveTo>
                      <a:cubicBezTo>
                        <a:pt x="112943" y="200168"/>
                        <a:pt x="217622" y="200168"/>
                        <a:pt x="282012" y="162639"/>
                      </a:cubicBezTo>
                      <a:cubicBezTo>
                        <a:pt x="346591" y="125492"/>
                        <a:pt x="346591" y="65008"/>
                        <a:pt x="282012" y="27861"/>
                      </a:cubicBezTo>
                      <a:cubicBezTo>
                        <a:pt x="217622" y="-9287"/>
                        <a:pt x="112943" y="-9287"/>
                        <a:pt x="48363" y="27861"/>
                      </a:cubicBezTo>
                      <a:cubicBezTo>
                        <a:pt x="-16121" y="65008"/>
                        <a:pt x="-16121" y="125492"/>
                        <a:pt x="48363" y="16263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0" name="Google Shape;1991;p35">
                  <a:extLst>
                    <a:ext uri="{FF2B5EF4-FFF2-40B4-BE49-F238E27FC236}">
                      <a16:creationId xmlns:a16="http://schemas.microsoft.com/office/drawing/2014/main" id="{45A48A31-3A2F-96DA-4141-DB24DD200A51}"/>
                    </a:ext>
                  </a:extLst>
                </p:cNvPr>
                <p:cNvSpPr/>
                <p:nvPr/>
              </p:nvSpPr>
              <p:spPr>
                <a:xfrm>
                  <a:off x="3752172" y="4980190"/>
                  <a:ext cx="309014" cy="178474"/>
                </a:xfrm>
                <a:custGeom>
                  <a:avLst/>
                  <a:gdLst/>
                  <a:ahLst/>
                  <a:cxnLst/>
                  <a:rect l="l" t="t" r="r" b="b"/>
                  <a:pathLst>
                    <a:path w="309014" h="178474" extrusionOk="0">
                      <a:moveTo>
                        <a:pt x="45220" y="152186"/>
                      </a:moveTo>
                      <a:cubicBezTo>
                        <a:pt x="105609" y="187238"/>
                        <a:pt x="203526" y="187238"/>
                        <a:pt x="263723" y="152186"/>
                      </a:cubicBezTo>
                      <a:cubicBezTo>
                        <a:pt x="324112" y="117419"/>
                        <a:pt x="324112" y="60841"/>
                        <a:pt x="263723" y="26075"/>
                      </a:cubicBezTo>
                      <a:cubicBezTo>
                        <a:pt x="203526" y="-8692"/>
                        <a:pt x="105609" y="-8692"/>
                        <a:pt x="45220" y="26075"/>
                      </a:cubicBezTo>
                      <a:cubicBezTo>
                        <a:pt x="-15073" y="60841"/>
                        <a:pt x="-15073" y="117324"/>
                        <a:pt x="45220" y="15218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1" name="Google Shape;1992;p35">
                  <a:extLst>
                    <a:ext uri="{FF2B5EF4-FFF2-40B4-BE49-F238E27FC236}">
                      <a16:creationId xmlns:a16="http://schemas.microsoft.com/office/drawing/2014/main" id="{D171DB35-1768-5D1B-407B-5E21C366F167}"/>
                    </a:ext>
                  </a:extLst>
                </p:cNvPr>
                <p:cNvSpPr/>
                <p:nvPr/>
              </p:nvSpPr>
              <p:spPr>
                <a:xfrm>
                  <a:off x="3760768" y="4985524"/>
                  <a:ext cx="291917" cy="168568"/>
                </a:xfrm>
                <a:custGeom>
                  <a:avLst/>
                  <a:gdLst/>
                  <a:ahLst/>
                  <a:cxnLst/>
                  <a:rect l="l" t="t" r="r" b="b"/>
                  <a:pathLst>
                    <a:path w="291917" h="168568" extrusionOk="0">
                      <a:moveTo>
                        <a:pt x="42720" y="143708"/>
                      </a:moveTo>
                      <a:cubicBezTo>
                        <a:pt x="99774" y="176855"/>
                        <a:pt x="192262" y="176855"/>
                        <a:pt x="249126" y="143708"/>
                      </a:cubicBezTo>
                      <a:cubicBezTo>
                        <a:pt x="306181" y="110847"/>
                        <a:pt x="306181" y="57507"/>
                        <a:pt x="249126" y="24646"/>
                      </a:cubicBezTo>
                      <a:cubicBezTo>
                        <a:pt x="192262" y="-8215"/>
                        <a:pt x="99774" y="-8215"/>
                        <a:pt x="42720" y="24646"/>
                      </a:cubicBezTo>
                      <a:cubicBezTo>
                        <a:pt x="-14240" y="57507"/>
                        <a:pt x="-14240" y="110847"/>
                        <a:pt x="42720" y="14370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2" name="Google Shape;1993;p35">
                  <a:extLst>
                    <a:ext uri="{FF2B5EF4-FFF2-40B4-BE49-F238E27FC236}">
                      <a16:creationId xmlns:a16="http://schemas.microsoft.com/office/drawing/2014/main" id="{54D8B67D-9B92-D17F-B1BD-00F83C118153}"/>
                    </a:ext>
                  </a:extLst>
                </p:cNvPr>
                <p:cNvSpPr/>
                <p:nvPr/>
              </p:nvSpPr>
              <p:spPr>
                <a:xfrm>
                  <a:off x="3769793" y="4990263"/>
                  <a:ext cx="273962" cy="158257"/>
                </a:xfrm>
                <a:custGeom>
                  <a:avLst/>
                  <a:gdLst/>
                  <a:ahLst/>
                  <a:cxnLst/>
                  <a:rect l="l" t="t" r="r" b="b"/>
                  <a:pathLst>
                    <a:path w="273962" h="158257" extrusionOk="0">
                      <a:moveTo>
                        <a:pt x="40076" y="134969"/>
                      </a:moveTo>
                      <a:cubicBezTo>
                        <a:pt x="93607" y="166021"/>
                        <a:pt x="180475" y="166021"/>
                        <a:pt x="233815" y="134969"/>
                      </a:cubicBezTo>
                      <a:cubicBezTo>
                        <a:pt x="287346" y="104108"/>
                        <a:pt x="287346" y="54007"/>
                        <a:pt x="233815" y="23146"/>
                      </a:cubicBezTo>
                      <a:cubicBezTo>
                        <a:pt x="180475" y="-7715"/>
                        <a:pt x="93607" y="-7715"/>
                        <a:pt x="40076" y="23146"/>
                      </a:cubicBezTo>
                      <a:cubicBezTo>
                        <a:pt x="-13359" y="53912"/>
                        <a:pt x="-13359" y="104108"/>
                        <a:pt x="40076" y="13496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3" name="Google Shape;1994;p35">
                  <a:extLst>
                    <a:ext uri="{FF2B5EF4-FFF2-40B4-BE49-F238E27FC236}">
                      <a16:creationId xmlns:a16="http://schemas.microsoft.com/office/drawing/2014/main" id="{A425EA1B-DB83-CBA2-00EF-4D26E4B0044E}"/>
                    </a:ext>
                  </a:extLst>
                </p:cNvPr>
                <p:cNvSpPr/>
                <p:nvPr/>
              </p:nvSpPr>
              <p:spPr>
                <a:xfrm>
                  <a:off x="3777342" y="4995073"/>
                  <a:ext cx="258770" cy="149471"/>
                </a:xfrm>
                <a:custGeom>
                  <a:avLst/>
                  <a:gdLst/>
                  <a:ahLst/>
                  <a:cxnLst/>
                  <a:rect l="l" t="t" r="r" b="b"/>
                  <a:pathLst>
                    <a:path w="258770" h="149471" extrusionOk="0">
                      <a:moveTo>
                        <a:pt x="37862" y="127397"/>
                      </a:moveTo>
                      <a:cubicBezTo>
                        <a:pt x="88440" y="156829"/>
                        <a:pt x="170450" y="156829"/>
                        <a:pt x="220837" y="127397"/>
                      </a:cubicBezTo>
                      <a:cubicBezTo>
                        <a:pt x="271415" y="98251"/>
                        <a:pt x="271415" y="50911"/>
                        <a:pt x="220837" y="21860"/>
                      </a:cubicBezTo>
                      <a:cubicBezTo>
                        <a:pt x="170450" y="-7287"/>
                        <a:pt x="88440" y="-7287"/>
                        <a:pt x="37862" y="21860"/>
                      </a:cubicBezTo>
                      <a:cubicBezTo>
                        <a:pt x="-12621" y="51007"/>
                        <a:pt x="-12621" y="98346"/>
                        <a:pt x="37862" y="127397"/>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4" name="Google Shape;1995;p35">
                  <a:extLst>
                    <a:ext uri="{FF2B5EF4-FFF2-40B4-BE49-F238E27FC236}">
                      <a16:creationId xmlns:a16="http://schemas.microsoft.com/office/drawing/2014/main" id="{4845898F-E470-78CE-FFE8-15C32A1A9255}"/>
                    </a:ext>
                  </a:extLst>
                </p:cNvPr>
                <p:cNvSpPr/>
                <p:nvPr/>
              </p:nvSpPr>
              <p:spPr>
                <a:xfrm>
                  <a:off x="3784890" y="4999026"/>
                  <a:ext cx="243673" cy="140731"/>
                </a:xfrm>
                <a:custGeom>
                  <a:avLst/>
                  <a:gdLst/>
                  <a:ahLst/>
                  <a:cxnLst/>
                  <a:rect l="l" t="t" r="r" b="b"/>
                  <a:pathLst>
                    <a:path w="243673" h="140731" extrusionOk="0">
                      <a:moveTo>
                        <a:pt x="35647" y="120015"/>
                      </a:moveTo>
                      <a:cubicBezTo>
                        <a:pt x="83272" y="147638"/>
                        <a:pt x="160520" y="147638"/>
                        <a:pt x="207955" y="120015"/>
                      </a:cubicBezTo>
                      <a:cubicBezTo>
                        <a:pt x="255580" y="92583"/>
                        <a:pt x="255580" y="48006"/>
                        <a:pt x="207955" y="20574"/>
                      </a:cubicBezTo>
                      <a:cubicBezTo>
                        <a:pt x="160520" y="-6858"/>
                        <a:pt x="83272" y="-6858"/>
                        <a:pt x="35647" y="20574"/>
                      </a:cubicBezTo>
                      <a:cubicBezTo>
                        <a:pt x="-11882" y="48006"/>
                        <a:pt x="-11882" y="92583"/>
                        <a:pt x="35647" y="120015"/>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5" name="Google Shape;1996;p35">
                  <a:extLst>
                    <a:ext uri="{FF2B5EF4-FFF2-40B4-BE49-F238E27FC236}">
                      <a16:creationId xmlns:a16="http://schemas.microsoft.com/office/drawing/2014/main" id="{93A6591E-364D-4B58-FC8A-064B69FF7354}"/>
                    </a:ext>
                  </a:extLst>
                </p:cNvPr>
                <p:cNvSpPr/>
                <p:nvPr/>
              </p:nvSpPr>
              <p:spPr>
                <a:xfrm>
                  <a:off x="3791677" y="5003217"/>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6" name="Google Shape;1997;p35">
                  <a:extLst>
                    <a:ext uri="{FF2B5EF4-FFF2-40B4-BE49-F238E27FC236}">
                      <a16:creationId xmlns:a16="http://schemas.microsoft.com/office/drawing/2014/main" id="{5E509082-7BF3-4C00-2E2C-73DD841279A6}"/>
                    </a:ext>
                  </a:extLst>
                </p:cNvPr>
                <p:cNvSpPr/>
                <p:nvPr/>
              </p:nvSpPr>
              <p:spPr>
                <a:xfrm>
                  <a:off x="3798702" y="5007098"/>
                  <a:ext cx="216074" cy="124753"/>
                </a:xfrm>
                <a:custGeom>
                  <a:avLst/>
                  <a:gdLst/>
                  <a:ahLst/>
                  <a:cxnLst/>
                  <a:rect l="l" t="t" r="r" b="b"/>
                  <a:pathLst>
                    <a:path w="216074" h="124753" extrusionOk="0">
                      <a:moveTo>
                        <a:pt x="31647" y="106323"/>
                      </a:moveTo>
                      <a:cubicBezTo>
                        <a:pt x="73843" y="130897"/>
                        <a:pt x="142327" y="130897"/>
                        <a:pt x="184428" y="106323"/>
                      </a:cubicBezTo>
                      <a:cubicBezTo>
                        <a:pt x="226624" y="82034"/>
                        <a:pt x="226624" y="42505"/>
                        <a:pt x="184428" y="18216"/>
                      </a:cubicBezTo>
                      <a:cubicBezTo>
                        <a:pt x="142327" y="-6072"/>
                        <a:pt x="73843" y="-6072"/>
                        <a:pt x="31647" y="18216"/>
                      </a:cubicBezTo>
                      <a:cubicBezTo>
                        <a:pt x="-10549" y="42505"/>
                        <a:pt x="-10549" y="82034"/>
                        <a:pt x="31647" y="106323"/>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7" name="Google Shape;1998;p35">
                  <a:extLst>
                    <a:ext uri="{FF2B5EF4-FFF2-40B4-BE49-F238E27FC236}">
                      <a16:creationId xmlns:a16="http://schemas.microsoft.com/office/drawing/2014/main" id="{F1E7393B-92CA-9BD1-4ED4-A7DE8B6DBCD6}"/>
                    </a:ext>
                  </a:extLst>
                </p:cNvPr>
                <p:cNvSpPr/>
                <p:nvPr/>
              </p:nvSpPr>
              <p:spPr>
                <a:xfrm>
                  <a:off x="3804679" y="5010765"/>
                  <a:ext cx="204097" cy="117824"/>
                </a:xfrm>
                <a:custGeom>
                  <a:avLst/>
                  <a:gdLst/>
                  <a:ahLst/>
                  <a:cxnLst/>
                  <a:rect l="l" t="t" r="r" b="b"/>
                  <a:pathLst>
                    <a:path w="204097" h="117824" extrusionOk="0">
                      <a:moveTo>
                        <a:pt x="29861" y="100465"/>
                      </a:moveTo>
                      <a:cubicBezTo>
                        <a:pt x="69771" y="123611"/>
                        <a:pt x="134445" y="123611"/>
                        <a:pt x="174165" y="100465"/>
                      </a:cubicBezTo>
                      <a:cubicBezTo>
                        <a:pt x="214075" y="77510"/>
                        <a:pt x="214075" y="40172"/>
                        <a:pt x="174165" y="17216"/>
                      </a:cubicBezTo>
                      <a:cubicBezTo>
                        <a:pt x="134445" y="-5739"/>
                        <a:pt x="69771" y="-5739"/>
                        <a:pt x="29861" y="17216"/>
                      </a:cubicBezTo>
                      <a:cubicBezTo>
                        <a:pt x="-9954" y="40172"/>
                        <a:pt x="-9954" y="77510"/>
                        <a:pt x="29861" y="10046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8" name="Google Shape;1999;p35">
                  <a:extLst>
                    <a:ext uri="{FF2B5EF4-FFF2-40B4-BE49-F238E27FC236}">
                      <a16:creationId xmlns:a16="http://schemas.microsoft.com/office/drawing/2014/main" id="{D7EFFCDF-EEE3-AD1C-78A7-11A01E022BCE}"/>
                    </a:ext>
                  </a:extLst>
                </p:cNvPr>
                <p:cNvSpPr/>
                <p:nvPr/>
              </p:nvSpPr>
              <p:spPr>
                <a:xfrm>
                  <a:off x="3810155" y="5013695"/>
                  <a:ext cx="193167" cy="111489"/>
                </a:xfrm>
                <a:custGeom>
                  <a:avLst/>
                  <a:gdLst/>
                  <a:ahLst/>
                  <a:cxnLst/>
                  <a:rect l="l" t="t" r="r" b="b"/>
                  <a:pathLst>
                    <a:path w="193167" h="111489" extrusionOk="0">
                      <a:moveTo>
                        <a:pt x="28289" y="95059"/>
                      </a:moveTo>
                      <a:cubicBezTo>
                        <a:pt x="66008" y="116967"/>
                        <a:pt x="127254" y="116967"/>
                        <a:pt x="164878" y="95059"/>
                      </a:cubicBezTo>
                      <a:cubicBezTo>
                        <a:pt x="202597" y="73342"/>
                        <a:pt x="202597" y="38005"/>
                        <a:pt x="164878" y="16288"/>
                      </a:cubicBezTo>
                      <a:cubicBezTo>
                        <a:pt x="127254" y="-5429"/>
                        <a:pt x="66103" y="-5429"/>
                        <a:pt x="28289" y="16288"/>
                      </a:cubicBezTo>
                      <a:cubicBezTo>
                        <a:pt x="-9430" y="38005"/>
                        <a:pt x="-9430" y="73342"/>
                        <a:pt x="28289" y="9505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9" name="Google Shape;2000;p35">
                  <a:extLst>
                    <a:ext uri="{FF2B5EF4-FFF2-40B4-BE49-F238E27FC236}">
                      <a16:creationId xmlns:a16="http://schemas.microsoft.com/office/drawing/2014/main" id="{50E7F9F8-39CC-9D48-7A92-D7CFC2A425B3}"/>
                    </a:ext>
                  </a:extLst>
                </p:cNvPr>
                <p:cNvSpPr/>
                <p:nvPr/>
              </p:nvSpPr>
              <p:spPr>
                <a:xfrm>
                  <a:off x="3815537" y="5017004"/>
                  <a:ext cx="182403" cy="105251"/>
                </a:xfrm>
                <a:custGeom>
                  <a:avLst/>
                  <a:gdLst/>
                  <a:ahLst/>
                  <a:cxnLst/>
                  <a:rect l="l" t="t" r="r" b="b"/>
                  <a:pathLst>
                    <a:path w="182403" h="105251" extrusionOk="0">
                      <a:moveTo>
                        <a:pt x="26718" y="89749"/>
                      </a:moveTo>
                      <a:cubicBezTo>
                        <a:pt x="62341" y="110419"/>
                        <a:pt x="120158" y="110419"/>
                        <a:pt x="155686" y="89749"/>
                      </a:cubicBezTo>
                      <a:cubicBezTo>
                        <a:pt x="191310" y="69271"/>
                        <a:pt x="191310" y="35838"/>
                        <a:pt x="155686" y="15359"/>
                      </a:cubicBezTo>
                      <a:cubicBezTo>
                        <a:pt x="120158" y="-5120"/>
                        <a:pt x="62341" y="-5120"/>
                        <a:pt x="26718" y="15359"/>
                      </a:cubicBezTo>
                      <a:cubicBezTo>
                        <a:pt x="-8906" y="35933"/>
                        <a:pt x="-8906" y="69271"/>
                        <a:pt x="26718" y="8974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0" name="Google Shape;2001;p35">
                  <a:extLst>
                    <a:ext uri="{FF2B5EF4-FFF2-40B4-BE49-F238E27FC236}">
                      <a16:creationId xmlns:a16="http://schemas.microsoft.com/office/drawing/2014/main" id="{45C7BE33-211D-F099-F753-6AA9AEB2789F}"/>
                    </a:ext>
                  </a:extLst>
                </p:cNvPr>
                <p:cNvSpPr/>
                <p:nvPr/>
              </p:nvSpPr>
              <p:spPr>
                <a:xfrm>
                  <a:off x="3820824" y="5019862"/>
                  <a:ext cx="171807" cy="99250"/>
                </a:xfrm>
                <a:custGeom>
                  <a:avLst/>
                  <a:gdLst/>
                  <a:ahLst/>
                  <a:cxnLst/>
                  <a:rect l="l" t="t" r="r" b="b"/>
                  <a:pathLst>
                    <a:path w="171807" h="99250" extrusionOk="0">
                      <a:moveTo>
                        <a:pt x="25146" y="84606"/>
                      </a:moveTo>
                      <a:cubicBezTo>
                        <a:pt x="58769"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1" name="Google Shape;2002;p35">
                  <a:extLst>
                    <a:ext uri="{FF2B5EF4-FFF2-40B4-BE49-F238E27FC236}">
                      <a16:creationId xmlns:a16="http://schemas.microsoft.com/office/drawing/2014/main" id="{0F03DF7D-BFC0-43D1-3206-FFF682E6A427}"/>
                    </a:ext>
                  </a:extLst>
                </p:cNvPr>
                <p:cNvSpPr/>
                <p:nvPr/>
              </p:nvSpPr>
              <p:spPr>
                <a:xfrm>
                  <a:off x="3825681" y="5022743"/>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2004"/>
                        <a:pt x="138493" y="13716"/>
                      </a:cubicBezTo>
                      <a:cubicBezTo>
                        <a:pt x="106870" y="-4572"/>
                        <a:pt x="55435" y="-4572"/>
                        <a:pt x="23717" y="13716"/>
                      </a:cubicBezTo>
                      <a:cubicBezTo>
                        <a:pt x="-7906" y="32004"/>
                        <a:pt x="-7906" y="61627"/>
                        <a:pt x="23717" y="7991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2" name="Google Shape;2003;p35">
                  <a:extLst>
                    <a:ext uri="{FF2B5EF4-FFF2-40B4-BE49-F238E27FC236}">
                      <a16:creationId xmlns:a16="http://schemas.microsoft.com/office/drawing/2014/main" id="{522EDCBD-A5AD-2E5B-00AA-A6F55541580C}"/>
                    </a:ext>
                  </a:extLst>
                </p:cNvPr>
                <p:cNvSpPr/>
                <p:nvPr/>
              </p:nvSpPr>
              <p:spPr>
                <a:xfrm>
                  <a:off x="3830539" y="5025505"/>
                  <a:ext cx="152304" cy="87892"/>
                </a:xfrm>
                <a:custGeom>
                  <a:avLst/>
                  <a:gdLst/>
                  <a:ahLst/>
                  <a:cxnLst/>
                  <a:rect l="l" t="t" r="r" b="b"/>
                  <a:pathLst>
                    <a:path w="152304" h="87892" extrusionOk="0">
                      <a:moveTo>
                        <a:pt x="22288" y="74962"/>
                      </a:moveTo>
                      <a:cubicBezTo>
                        <a:pt x="52102" y="92202"/>
                        <a:pt x="100298" y="92202"/>
                        <a:pt x="130016" y="74962"/>
                      </a:cubicBezTo>
                      <a:cubicBezTo>
                        <a:pt x="159734" y="57817"/>
                        <a:pt x="159734" y="30004"/>
                        <a:pt x="130016" y="12859"/>
                      </a:cubicBezTo>
                      <a:cubicBezTo>
                        <a:pt x="100298" y="-4286"/>
                        <a:pt x="52102" y="-4286"/>
                        <a:pt x="22288" y="12859"/>
                      </a:cubicBezTo>
                      <a:cubicBezTo>
                        <a:pt x="-7429" y="30004"/>
                        <a:pt x="-7429" y="57817"/>
                        <a:pt x="22288" y="74962"/>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3" name="Google Shape;2004;p35">
                  <a:extLst>
                    <a:ext uri="{FF2B5EF4-FFF2-40B4-BE49-F238E27FC236}">
                      <a16:creationId xmlns:a16="http://schemas.microsoft.com/office/drawing/2014/main" id="{39F5F3B4-F5E3-A31B-DD23-A19C71203F94}"/>
                    </a:ext>
                  </a:extLst>
                </p:cNvPr>
                <p:cNvSpPr/>
                <p:nvPr/>
              </p:nvSpPr>
              <p:spPr>
                <a:xfrm>
                  <a:off x="3834801" y="5028125"/>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4" name="Google Shape;2005;p35">
                  <a:extLst>
                    <a:ext uri="{FF2B5EF4-FFF2-40B4-BE49-F238E27FC236}">
                      <a16:creationId xmlns:a16="http://schemas.microsoft.com/office/drawing/2014/main" id="{D3CB2E8D-630E-21B5-E0C7-B67CA91B4609}"/>
                    </a:ext>
                  </a:extLst>
                </p:cNvPr>
                <p:cNvSpPr/>
                <p:nvPr/>
              </p:nvSpPr>
              <p:spPr>
                <a:xfrm>
                  <a:off x="3841921" y="5032387"/>
                  <a:ext cx="129635" cy="74794"/>
                </a:xfrm>
                <a:custGeom>
                  <a:avLst/>
                  <a:gdLst/>
                  <a:ahLst/>
                  <a:cxnLst/>
                  <a:rect l="l" t="t" r="r" b="b"/>
                  <a:pathLst>
                    <a:path w="129635" h="74794" extrusionOk="0">
                      <a:moveTo>
                        <a:pt x="19002" y="63794"/>
                      </a:moveTo>
                      <a:cubicBezTo>
                        <a:pt x="44339" y="78462"/>
                        <a:pt x="85392" y="78462"/>
                        <a:pt x="110633" y="63794"/>
                      </a:cubicBezTo>
                      <a:cubicBezTo>
                        <a:pt x="135969" y="49220"/>
                        <a:pt x="135969" y="25503"/>
                        <a:pt x="110633" y="10930"/>
                      </a:cubicBezTo>
                      <a:cubicBezTo>
                        <a:pt x="85392" y="-3643"/>
                        <a:pt x="44339" y="-3643"/>
                        <a:pt x="19002" y="10930"/>
                      </a:cubicBezTo>
                      <a:cubicBezTo>
                        <a:pt x="-6334" y="25503"/>
                        <a:pt x="-6334" y="49220"/>
                        <a:pt x="19002" y="637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5" name="Google Shape;2006;p35">
                  <a:extLst>
                    <a:ext uri="{FF2B5EF4-FFF2-40B4-BE49-F238E27FC236}">
                      <a16:creationId xmlns:a16="http://schemas.microsoft.com/office/drawing/2014/main" id="{134D1821-B1D3-C000-95D6-78DB9FD06655}"/>
                    </a:ext>
                  </a:extLst>
                </p:cNvPr>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57" name="Google Shape;2007;p35">
                <a:extLst>
                  <a:ext uri="{FF2B5EF4-FFF2-40B4-BE49-F238E27FC236}">
                    <a16:creationId xmlns:a16="http://schemas.microsoft.com/office/drawing/2014/main" id="{2B0374C7-D6D3-810F-D578-694F5CAB4835}"/>
                  </a:ext>
                </a:extLst>
              </p:cNvPr>
              <p:cNvGrpSpPr/>
              <p:nvPr/>
            </p:nvGrpSpPr>
            <p:grpSpPr>
              <a:xfrm>
                <a:off x="3703857" y="4939685"/>
                <a:ext cx="405669" cy="247649"/>
                <a:chOff x="3703857" y="4939685"/>
                <a:chExt cx="405669" cy="247649"/>
              </a:xfrm>
            </p:grpSpPr>
            <p:sp>
              <p:nvSpPr>
                <p:cNvPr id="3158" name="Google Shape;2008;p35">
                  <a:extLst>
                    <a:ext uri="{FF2B5EF4-FFF2-40B4-BE49-F238E27FC236}">
                      <a16:creationId xmlns:a16="http://schemas.microsoft.com/office/drawing/2014/main" id="{C1F31EE1-EA40-E9C8-04A5-1C930D1B91DB}"/>
                    </a:ext>
                  </a:extLst>
                </p:cNvPr>
                <p:cNvSpPr/>
                <p:nvPr/>
              </p:nvSpPr>
              <p:spPr>
                <a:xfrm>
                  <a:off x="3703857" y="4953115"/>
                  <a:ext cx="405574" cy="234219"/>
                </a:xfrm>
                <a:custGeom>
                  <a:avLst/>
                  <a:gdLst/>
                  <a:ahLst/>
                  <a:cxnLst/>
                  <a:rect l="l" t="t" r="r" b="b"/>
                  <a:pathLst>
                    <a:path w="405574" h="234219"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824"/>
                      </a:lnTo>
                      <a:lnTo>
                        <a:pt x="0" y="117824"/>
                      </a:lnTo>
                      <a:cubicBezTo>
                        <a:pt x="381" y="147542"/>
                        <a:pt x="20098" y="177165"/>
                        <a:pt x="59341" y="199930"/>
                      </a:cubicBezTo>
                      <a:cubicBezTo>
                        <a:pt x="138589" y="245650"/>
                        <a:pt x="266986" y="245650"/>
                        <a:pt x="346138" y="199930"/>
                      </a:cubicBezTo>
                      <a:cubicBezTo>
                        <a:pt x="385763" y="177070"/>
                        <a:pt x="405574" y="147066"/>
                        <a:pt x="405574" y="117157"/>
                      </a:cubicBezTo>
                      <a:lnTo>
                        <a:pt x="405574" y="103823"/>
                      </a:lnTo>
                      <a:lnTo>
                        <a:pt x="404241" y="103823"/>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910"/>
                      </a:cubicBezTo>
                      <a:close/>
                      <a:moveTo>
                        <a:pt x="40957" y="126873"/>
                      </a:moveTo>
                      <a:cubicBezTo>
                        <a:pt x="31432" y="126873"/>
                        <a:pt x="23717" y="122396"/>
                        <a:pt x="23717" y="116967"/>
                      </a:cubicBezTo>
                      <a:cubicBezTo>
                        <a:pt x="23717" y="111538"/>
                        <a:pt x="31432" y="107061"/>
                        <a:pt x="40957" y="107061"/>
                      </a:cubicBezTo>
                      <a:lnTo>
                        <a:pt x="111062" y="107061"/>
                      </a:lnTo>
                      <a:cubicBezTo>
                        <a:pt x="120587" y="107061"/>
                        <a:pt x="128302" y="111538"/>
                        <a:pt x="128302" y="116967"/>
                      </a:cubicBezTo>
                      <a:cubicBezTo>
                        <a:pt x="128302" y="122396"/>
                        <a:pt x="120587" y="126873"/>
                        <a:pt x="111062" y="126873"/>
                      </a:cubicBezTo>
                      <a:lnTo>
                        <a:pt x="40957" y="126873"/>
                      </a:lnTo>
                      <a:close/>
                      <a:moveTo>
                        <a:pt x="150114" y="161354"/>
                      </a:moveTo>
                      <a:lnTo>
                        <a:pt x="100489" y="190024"/>
                      </a:lnTo>
                      <a:cubicBezTo>
                        <a:pt x="93726" y="193929"/>
                        <a:pt x="82867" y="193929"/>
                        <a:pt x="76105" y="190024"/>
                      </a:cubicBezTo>
                      <a:cubicBezTo>
                        <a:pt x="69342" y="186119"/>
                        <a:pt x="69342" y="179832"/>
                        <a:pt x="76105" y="176022"/>
                      </a:cubicBezTo>
                      <a:lnTo>
                        <a:pt x="125730" y="147352"/>
                      </a:lnTo>
                      <a:cubicBezTo>
                        <a:pt x="132493" y="143447"/>
                        <a:pt x="143351" y="143447"/>
                        <a:pt x="150019" y="147352"/>
                      </a:cubicBezTo>
                      <a:cubicBezTo>
                        <a:pt x="156781" y="151257"/>
                        <a:pt x="156781" y="157544"/>
                        <a:pt x="150019" y="161354"/>
                      </a:cubicBezTo>
                      <a:close/>
                      <a:moveTo>
                        <a:pt x="185547" y="23431"/>
                      </a:moveTo>
                      <a:cubicBezTo>
                        <a:pt x="185547" y="17907"/>
                        <a:pt x="193262" y="13525"/>
                        <a:pt x="202787" y="13525"/>
                      </a:cubicBezTo>
                      <a:cubicBezTo>
                        <a:pt x="212312" y="13525"/>
                        <a:pt x="220027" y="18002"/>
                        <a:pt x="220027" y="23431"/>
                      </a:cubicBezTo>
                      <a:lnTo>
                        <a:pt x="220027" y="63913"/>
                      </a:lnTo>
                      <a:cubicBezTo>
                        <a:pt x="220027" y="69437"/>
                        <a:pt x="212312" y="73819"/>
                        <a:pt x="202787" y="73819"/>
                      </a:cubicBezTo>
                      <a:cubicBezTo>
                        <a:pt x="193262" y="73819"/>
                        <a:pt x="185547" y="69342"/>
                        <a:pt x="185547" y="63913"/>
                      </a:cubicBezTo>
                      <a:lnTo>
                        <a:pt x="185547" y="23431"/>
                      </a:lnTo>
                      <a:close/>
                      <a:moveTo>
                        <a:pt x="202787" y="220218"/>
                      </a:moveTo>
                      <a:cubicBezTo>
                        <a:pt x="193262" y="220218"/>
                        <a:pt x="185547" y="215741"/>
                        <a:pt x="185547" y="210312"/>
                      </a:cubicBezTo>
                      <a:lnTo>
                        <a:pt x="185547" y="169831"/>
                      </a:lnTo>
                      <a:cubicBezTo>
                        <a:pt x="185547" y="164306"/>
                        <a:pt x="193262" y="159925"/>
                        <a:pt x="202787" y="159925"/>
                      </a:cubicBezTo>
                      <a:cubicBezTo>
                        <a:pt x="212312" y="159925"/>
                        <a:pt x="220027" y="164402"/>
                        <a:pt x="220027" y="169831"/>
                      </a:cubicBezTo>
                      <a:lnTo>
                        <a:pt x="220027" y="210312"/>
                      </a:lnTo>
                      <a:cubicBezTo>
                        <a:pt x="220027" y="215837"/>
                        <a:pt x="212312" y="220218"/>
                        <a:pt x="202787" y="220218"/>
                      </a:cubicBezTo>
                      <a:close/>
                      <a:moveTo>
                        <a:pt x="255460" y="72390"/>
                      </a:moveTo>
                      <a:lnTo>
                        <a:pt x="305086" y="43720"/>
                      </a:lnTo>
                      <a:cubicBezTo>
                        <a:pt x="311848" y="39815"/>
                        <a:pt x="322707" y="39815"/>
                        <a:pt x="329374" y="43720"/>
                      </a:cubicBezTo>
                      <a:cubicBezTo>
                        <a:pt x="336137" y="47625"/>
                        <a:pt x="336137" y="53912"/>
                        <a:pt x="329374" y="57722"/>
                      </a:cubicBezTo>
                      <a:lnTo>
                        <a:pt x="279749" y="86392"/>
                      </a:lnTo>
                      <a:cubicBezTo>
                        <a:pt x="272987" y="90297"/>
                        <a:pt x="262128" y="90297"/>
                        <a:pt x="255460" y="86392"/>
                      </a:cubicBezTo>
                      <a:cubicBezTo>
                        <a:pt x="248698" y="82487"/>
                        <a:pt x="248698" y="76200"/>
                        <a:pt x="255460" y="72390"/>
                      </a:cubicBezTo>
                      <a:close/>
                      <a:moveTo>
                        <a:pt x="329374" y="189929"/>
                      </a:moveTo>
                      <a:cubicBezTo>
                        <a:pt x="322612" y="193834"/>
                        <a:pt x="311753" y="193834"/>
                        <a:pt x="305086" y="189929"/>
                      </a:cubicBezTo>
                      <a:lnTo>
                        <a:pt x="255460" y="161258"/>
                      </a:lnTo>
                      <a:cubicBezTo>
                        <a:pt x="248698" y="157353"/>
                        <a:pt x="248698" y="151066"/>
                        <a:pt x="255460" y="147256"/>
                      </a:cubicBezTo>
                      <a:cubicBezTo>
                        <a:pt x="262223" y="143351"/>
                        <a:pt x="273082" y="143351"/>
                        <a:pt x="279749" y="147256"/>
                      </a:cubicBezTo>
                      <a:lnTo>
                        <a:pt x="329374" y="175927"/>
                      </a:lnTo>
                      <a:cubicBezTo>
                        <a:pt x="336137" y="179832"/>
                        <a:pt x="336137" y="186119"/>
                        <a:pt x="329374" y="189929"/>
                      </a:cubicBezTo>
                      <a:close/>
                      <a:moveTo>
                        <a:pt x="364617" y="126778"/>
                      </a:moveTo>
                      <a:lnTo>
                        <a:pt x="294418" y="126778"/>
                      </a:lnTo>
                      <a:cubicBezTo>
                        <a:pt x="284893" y="126778"/>
                        <a:pt x="277177" y="122301"/>
                        <a:pt x="277177" y="116872"/>
                      </a:cubicBezTo>
                      <a:cubicBezTo>
                        <a:pt x="277177" y="111442"/>
                        <a:pt x="284893" y="106966"/>
                        <a:pt x="294418" y="106966"/>
                      </a:cubicBezTo>
                      <a:lnTo>
                        <a:pt x="364617" y="106966"/>
                      </a:lnTo>
                      <a:cubicBezTo>
                        <a:pt x="374142" y="106966"/>
                        <a:pt x="381857" y="111442"/>
                        <a:pt x="381857" y="116872"/>
                      </a:cubicBezTo>
                      <a:cubicBezTo>
                        <a:pt x="381857" y="122301"/>
                        <a:pt x="374142" y="126778"/>
                        <a:pt x="364617" y="126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9" name="Google Shape;2009;p35">
                  <a:extLst>
                    <a:ext uri="{FF2B5EF4-FFF2-40B4-BE49-F238E27FC236}">
                      <a16:creationId xmlns:a16="http://schemas.microsoft.com/office/drawing/2014/main" id="{CFE72EDB-F1C3-2417-FF02-159FDFAAD2AF}"/>
                    </a:ext>
                  </a:extLst>
                </p:cNvPr>
                <p:cNvSpPr/>
                <p:nvPr/>
              </p:nvSpPr>
              <p:spPr>
                <a:xfrm>
                  <a:off x="3703928" y="4939685"/>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105"/>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8"/>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117"/>
                      </a:cubicBezTo>
                      <a:lnTo>
                        <a:pt x="125658" y="147447"/>
                      </a:lnTo>
                      <a:cubicBezTo>
                        <a:pt x="132421" y="143542"/>
                        <a:pt x="143280" y="143542"/>
                        <a:pt x="149947" y="147447"/>
                      </a:cubicBezTo>
                      <a:cubicBezTo>
                        <a:pt x="156710" y="151352"/>
                        <a:pt x="156710" y="157639"/>
                        <a:pt x="149947" y="161544"/>
                      </a:cubicBezTo>
                      <a:lnTo>
                        <a:pt x="100322" y="190214"/>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9"/>
                      </a:moveTo>
                      <a:cubicBezTo>
                        <a:pt x="193096" y="220409"/>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9"/>
                        <a:pt x="202621" y="220409"/>
                      </a:cubicBezTo>
                      <a:close/>
                      <a:moveTo>
                        <a:pt x="304919" y="190119"/>
                      </a:moveTo>
                      <a:lnTo>
                        <a:pt x="255294" y="161449"/>
                      </a:lnTo>
                      <a:cubicBezTo>
                        <a:pt x="248531" y="157544"/>
                        <a:pt x="248531" y="151257"/>
                        <a:pt x="255294" y="147352"/>
                      </a:cubicBezTo>
                      <a:cubicBezTo>
                        <a:pt x="262057" y="143447"/>
                        <a:pt x="272915" y="143447"/>
                        <a:pt x="279583" y="147352"/>
                      </a:cubicBezTo>
                      <a:lnTo>
                        <a:pt x="329208" y="176022"/>
                      </a:lnTo>
                      <a:cubicBezTo>
                        <a:pt x="335971" y="179927"/>
                        <a:pt x="335971" y="186214"/>
                        <a:pt x="329208" y="190024"/>
                      </a:cubicBezTo>
                      <a:cubicBezTo>
                        <a:pt x="322445" y="193929"/>
                        <a:pt x="311587" y="193929"/>
                        <a:pt x="304919"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0" name="Google Shape;2010;p35">
                  <a:extLst>
                    <a:ext uri="{FF2B5EF4-FFF2-40B4-BE49-F238E27FC236}">
                      <a16:creationId xmlns:a16="http://schemas.microsoft.com/office/drawing/2014/main" id="{90DEA82B-5BAE-F883-D8B7-A3C6E3E694ED}"/>
                    </a:ext>
                  </a:extLst>
                </p:cNvPr>
                <p:cNvSpPr/>
                <p:nvPr/>
              </p:nvSpPr>
              <p:spPr>
                <a:xfrm>
                  <a:off x="3849512" y="5023791"/>
                  <a:ext cx="114454" cy="46386"/>
                </a:xfrm>
                <a:custGeom>
                  <a:avLst/>
                  <a:gdLst/>
                  <a:ahLst/>
                  <a:cxnLst/>
                  <a:rect l="l" t="t" r="r" b="b"/>
                  <a:pathLst>
                    <a:path w="114454" h="46386" extrusionOk="0">
                      <a:moveTo>
                        <a:pt x="109615" y="46387"/>
                      </a:moveTo>
                      <a:cubicBezTo>
                        <a:pt x="106852" y="42767"/>
                        <a:pt x="102852" y="39338"/>
                        <a:pt x="97708" y="36385"/>
                      </a:cubicBezTo>
                      <a:cubicBezTo>
                        <a:pt x="75325" y="23432"/>
                        <a:pt x="39130" y="23432"/>
                        <a:pt x="16746" y="36385"/>
                      </a:cubicBezTo>
                      <a:cubicBezTo>
                        <a:pt x="11602" y="39338"/>
                        <a:pt x="7602" y="42767"/>
                        <a:pt x="4840" y="46387"/>
                      </a:cubicBezTo>
                      <a:cubicBezTo>
                        <a:pt x="-4400" y="34290"/>
                        <a:pt x="-399" y="19622"/>
                        <a:pt x="16746" y="9716"/>
                      </a:cubicBezTo>
                      <a:cubicBezTo>
                        <a:pt x="39130" y="-3239"/>
                        <a:pt x="75325" y="-3239"/>
                        <a:pt x="97708" y="9716"/>
                      </a:cubicBezTo>
                      <a:cubicBezTo>
                        <a:pt x="114853"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1" name="Google Shape;2011;p35">
                  <a:extLst>
                    <a:ext uri="{FF2B5EF4-FFF2-40B4-BE49-F238E27FC236}">
                      <a16:creationId xmlns:a16="http://schemas.microsoft.com/office/drawing/2014/main" id="{CC6502AD-A3E3-E85D-8A06-4412B07ABFD0}"/>
                    </a:ext>
                  </a:extLst>
                </p:cNvPr>
                <p:cNvSpPr/>
                <p:nvPr/>
              </p:nvSpPr>
              <p:spPr>
                <a:xfrm>
                  <a:off x="3854351" y="5050461"/>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3226" name="Google Shape;6235;p64">
            <a:extLst>
              <a:ext uri="{FF2B5EF4-FFF2-40B4-BE49-F238E27FC236}">
                <a16:creationId xmlns:a16="http://schemas.microsoft.com/office/drawing/2014/main" id="{BC835A0A-C295-CF64-850C-D6D7836EA7E5}"/>
              </a:ext>
            </a:extLst>
          </p:cNvPr>
          <p:cNvGrpSpPr/>
          <p:nvPr/>
        </p:nvGrpSpPr>
        <p:grpSpPr>
          <a:xfrm>
            <a:off x="7047140" y="3229344"/>
            <a:ext cx="1729080" cy="1680534"/>
            <a:chOff x="3651278" y="2438135"/>
            <a:chExt cx="802767" cy="780192"/>
          </a:xfrm>
        </p:grpSpPr>
        <p:grpSp>
          <p:nvGrpSpPr>
            <p:cNvPr id="3227" name="Google Shape;6236;p64">
              <a:extLst>
                <a:ext uri="{FF2B5EF4-FFF2-40B4-BE49-F238E27FC236}">
                  <a16:creationId xmlns:a16="http://schemas.microsoft.com/office/drawing/2014/main" id="{6D37728D-A041-67A8-BAE8-D53813100650}"/>
                </a:ext>
              </a:extLst>
            </p:cNvPr>
            <p:cNvGrpSpPr/>
            <p:nvPr/>
          </p:nvGrpSpPr>
          <p:grpSpPr>
            <a:xfrm>
              <a:off x="4094382" y="2438135"/>
              <a:ext cx="146875" cy="448531"/>
              <a:chOff x="4094382" y="2438135"/>
              <a:chExt cx="146875" cy="448531"/>
            </a:xfrm>
          </p:grpSpPr>
          <p:sp>
            <p:nvSpPr>
              <p:cNvPr id="3330" name="Google Shape;6237;p64">
                <a:extLst>
                  <a:ext uri="{FF2B5EF4-FFF2-40B4-BE49-F238E27FC236}">
                    <a16:creationId xmlns:a16="http://schemas.microsoft.com/office/drawing/2014/main" id="{8A284EDA-6E36-6CC2-F461-A588ABD8D528}"/>
                  </a:ext>
                </a:extLst>
              </p:cNvPr>
              <p:cNvSpPr/>
              <p:nvPr/>
            </p:nvSpPr>
            <p:spPr>
              <a:xfrm>
                <a:off x="4148865" y="2469662"/>
                <a:ext cx="92392" cy="417004"/>
              </a:xfrm>
              <a:custGeom>
                <a:avLst/>
                <a:gdLst/>
                <a:ahLst/>
                <a:cxnLst/>
                <a:rect l="l" t="t" r="r" b="b"/>
                <a:pathLst>
                  <a:path w="92392" h="417004" extrusionOk="0">
                    <a:moveTo>
                      <a:pt x="0" y="417005"/>
                    </a:moveTo>
                    <a:lnTo>
                      <a:pt x="49054" y="388620"/>
                    </a:lnTo>
                    <a:lnTo>
                      <a:pt x="92392" y="282416"/>
                    </a:lnTo>
                    <a:lnTo>
                      <a:pt x="92392" y="155829"/>
                    </a:lnTo>
                    <a:lnTo>
                      <a:pt x="45720" y="0"/>
                    </a:lnTo>
                    <a:lnTo>
                      <a:pt x="0" y="26480"/>
                    </a:lnTo>
                    <a:lnTo>
                      <a:pt x="0" y="41700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1" name="Google Shape;6238;p64">
                <a:extLst>
                  <a:ext uri="{FF2B5EF4-FFF2-40B4-BE49-F238E27FC236}">
                    <a16:creationId xmlns:a16="http://schemas.microsoft.com/office/drawing/2014/main" id="{99AAF2EF-3490-0A49-DF31-FF97FA784606}"/>
                  </a:ext>
                </a:extLst>
              </p:cNvPr>
              <p:cNvSpPr/>
              <p:nvPr/>
            </p:nvSpPr>
            <p:spPr>
              <a:xfrm>
                <a:off x="4174582" y="2654542"/>
                <a:ext cx="40862" cy="42291"/>
              </a:xfrm>
              <a:custGeom>
                <a:avLst/>
                <a:gdLst/>
                <a:ahLst/>
                <a:cxnLst/>
                <a:rect l="l" t="t" r="r" b="b"/>
                <a:pathLst>
                  <a:path w="40862" h="42291" extrusionOk="0">
                    <a:moveTo>
                      <a:pt x="40862" y="0"/>
                    </a:moveTo>
                    <a:lnTo>
                      <a:pt x="40862" y="18669"/>
                    </a:lnTo>
                    <a:lnTo>
                      <a:pt x="0" y="42291"/>
                    </a:lnTo>
                    <a:lnTo>
                      <a:pt x="0" y="33623"/>
                    </a:lnTo>
                    <a:lnTo>
                      <a:pt x="33433" y="14383"/>
                    </a:lnTo>
                    <a:lnTo>
                      <a:pt x="33433" y="4286"/>
                    </a:lnTo>
                    <a:lnTo>
                      <a:pt x="40862"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2" name="Google Shape;6239;p64">
                <a:extLst>
                  <a:ext uri="{FF2B5EF4-FFF2-40B4-BE49-F238E27FC236}">
                    <a16:creationId xmlns:a16="http://schemas.microsoft.com/office/drawing/2014/main" id="{B73FD651-2FAA-7E59-2CF8-A185331F4F88}"/>
                  </a:ext>
                </a:extLst>
              </p:cNvPr>
              <p:cNvSpPr/>
              <p:nvPr/>
            </p:nvSpPr>
            <p:spPr>
              <a:xfrm>
                <a:off x="4174582" y="2658829"/>
                <a:ext cx="33432" cy="29337"/>
              </a:xfrm>
              <a:custGeom>
                <a:avLst/>
                <a:gdLst/>
                <a:ahLst/>
                <a:cxnLst/>
                <a:rect l="l" t="t" r="r" b="b"/>
                <a:pathLst>
                  <a:path w="33432" h="29337" extrusionOk="0">
                    <a:moveTo>
                      <a:pt x="33433" y="0"/>
                    </a:moveTo>
                    <a:lnTo>
                      <a:pt x="33433" y="10097"/>
                    </a:lnTo>
                    <a:lnTo>
                      <a:pt x="0" y="29337"/>
                    </a:lnTo>
                    <a:lnTo>
                      <a:pt x="0" y="19241"/>
                    </a:lnTo>
                    <a:lnTo>
                      <a:pt x="33433"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3" name="Google Shape;6240;p64">
                <a:extLst>
                  <a:ext uri="{FF2B5EF4-FFF2-40B4-BE49-F238E27FC236}">
                    <a16:creationId xmlns:a16="http://schemas.microsoft.com/office/drawing/2014/main" id="{EE6CFC38-51FF-BA47-B766-00D63E8D744D}"/>
                  </a:ext>
                </a:extLst>
              </p:cNvPr>
              <p:cNvSpPr/>
              <p:nvPr/>
            </p:nvSpPr>
            <p:spPr>
              <a:xfrm>
                <a:off x="4174582" y="2703977"/>
                <a:ext cx="40862" cy="42291"/>
              </a:xfrm>
              <a:custGeom>
                <a:avLst/>
                <a:gdLst/>
                <a:ahLst/>
                <a:cxnLst/>
                <a:rect l="l" t="t" r="r" b="b"/>
                <a:pathLst>
                  <a:path w="40862" h="42291" extrusionOk="0">
                    <a:moveTo>
                      <a:pt x="40862" y="0"/>
                    </a:moveTo>
                    <a:lnTo>
                      <a:pt x="40862" y="18764"/>
                    </a:lnTo>
                    <a:lnTo>
                      <a:pt x="0" y="42291"/>
                    </a:lnTo>
                    <a:lnTo>
                      <a:pt x="0" y="33719"/>
                    </a:lnTo>
                    <a:lnTo>
                      <a:pt x="33433" y="14383"/>
                    </a:lnTo>
                    <a:lnTo>
                      <a:pt x="33433" y="4286"/>
                    </a:lnTo>
                    <a:lnTo>
                      <a:pt x="40862"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4" name="Google Shape;6241;p64">
                <a:extLst>
                  <a:ext uri="{FF2B5EF4-FFF2-40B4-BE49-F238E27FC236}">
                    <a16:creationId xmlns:a16="http://schemas.microsoft.com/office/drawing/2014/main" id="{A19CEBA9-A216-12E5-C772-A9261225B7E3}"/>
                  </a:ext>
                </a:extLst>
              </p:cNvPr>
              <p:cNvSpPr/>
              <p:nvPr/>
            </p:nvSpPr>
            <p:spPr>
              <a:xfrm>
                <a:off x="4174582" y="2708263"/>
                <a:ext cx="33432" cy="29432"/>
              </a:xfrm>
              <a:custGeom>
                <a:avLst/>
                <a:gdLst/>
                <a:ahLst/>
                <a:cxnLst/>
                <a:rect l="l" t="t" r="r" b="b"/>
                <a:pathLst>
                  <a:path w="33432" h="29432" extrusionOk="0">
                    <a:moveTo>
                      <a:pt x="33433" y="0"/>
                    </a:moveTo>
                    <a:lnTo>
                      <a:pt x="33433" y="10096"/>
                    </a:lnTo>
                    <a:lnTo>
                      <a:pt x="0" y="29432"/>
                    </a:lnTo>
                    <a:lnTo>
                      <a:pt x="0" y="19336"/>
                    </a:lnTo>
                    <a:lnTo>
                      <a:pt x="33433"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5" name="Google Shape;6242;p64">
                <a:extLst>
                  <a:ext uri="{FF2B5EF4-FFF2-40B4-BE49-F238E27FC236}">
                    <a16:creationId xmlns:a16="http://schemas.microsoft.com/office/drawing/2014/main" id="{F291D300-18FD-9D75-9472-94C91A48D6DE}"/>
                  </a:ext>
                </a:extLst>
              </p:cNvPr>
              <p:cNvSpPr/>
              <p:nvPr/>
            </p:nvSpPr>
            <p:spPr>
              <a:xfrm>
                <a:off x="4094382" y="2464614"/>
                <a:ext cx="54483" cy="422052"/>
              </a:xfrm>
              <a:custGeom>
                <a:avLst/>
                <a:gdLst/>
                <a:ahLst/>
                <a:cxnLst/>
                <a:rect l="l" t="t" r="r" b="b"/>
                <a:pathLst>
                  <a:path w="54483" h="422052" extrusionOk="0">
                    <a:moveTo>
                      <a:pt x="54483" y="422053"/>
                    </a:moveTo>
                    <a:lnTo>
                      <a:pt x="54483" y="31528"/>
                    </a:lnTo>
                    <a:lnTo>
                      <a:pt x="0" y="0"/>
                    </a:lnTo>
                    <a:lnTo>
                      <a:pt x="0" y="390620"/>
                    </a:lnTo>
                    <a:lnTo>
                      <a:pt x="54483" y="42205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6" name="Google Shape;6243;p64">
                <a:extLst>
                  <a:ext uri="{FF2B5EF4-FFF2-40B4-BE49-F238E27FC236}">
                    <a16:creationId xmlns:a16="http://schemas.microsoft.com/office/drawing/2014/main" id="{629CC71F-A788-B8A1-2F7D-FB62C401A7DA}"/>
                  </a:ext>
                </a:extLst>
              </p:cNvPr>
              <p:cNvSpPr/>
              <p:nvPr/>
            </p:nvSpPr>
            <p:spPr>
              <a:xfrm>
                <a:off x="4113717" y="2496142"/>
                <a:ext cx="15811" cy="273843"/>
              </a:xfrm>
              <a:custGeom>
                <a:avLst/>
                <a:gdLst/>
                <a:ahLst/>
                <a:cxnLst/>
                <a:rect l="l" t="t" r="r" b="b"/>
                <a:pathLst>
                  <a:path w="15811" h="273843" extrusionOk="0">
                    <a:moveTo>
                      <a:pt x="15812" y="273844"/>
                    </a:moveTo>
                    <a:lnTo>
                      <a:pt x="15812" y="9049"/>
                    </a:lnTo>
                    <a:lnTo>
                      <a:pt x="0" y="0"/>
                    </a:lnTo>
                    <a:lnTo>
                      <a:pt x="0" y="264795"/>
                    </a:lnTo>
                    <a:lnTo>
                      <a:pt x="15812" y="27384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7" name="Google Shape;6244;p64">
                <a:extLst>
                  <a:ext uri="{FF2B5EF4-FFF2-40B4-BE49-F238E27FC236}">
                    <a16:creationId xmlns:a16="http://schemas.microsoft.com/office/drawing/2014/main" id="{83E5DD62-D089-3768-EBE7-24A6F91491B7}"/>
                  </a:ext>
                </a:extLst>
              </p:cNvPr>
              <p:cNvSpPr/>
              <p:nvPr/>
            </p:nvSpPr>
            <p:spPr>
              <a:xfrm>
                <a:off x="4117146" y="2507572"/>
                <a:ext cx="8953" cy="253079"/>
              </a:xfrm>
              <a:custGeom>
                <a:avLst/>
                <a:gdLst/>
                <a:ahLst/>
                <a:cxnLst/>
                <a:rect l="l" t="t" r="r" b="b"/>
                <a:pathLst>
                  <a:path w="8953" h="253079" extrusionOk="0">
                    <a:moveTo>
                      <a:pt x="8954" y="249174"/>
                    </a:moveTo>
                    <a:lnTo>
                      <a:pt x="8954" y="253079"/>
                    </a:lnTo>
                    <a:lnTo>
                      <a:pt x="0" y="247936"/>
                    </a:lnTo>
                    <a:lnTo>
                      <a:pt x="0" y="0"/>
                    </a:lnTo>
                    <a:lnTo>
                      <a:pt x="3334" y="1905"/>
                    </a:lnTo>
                    <a:lnTo>
                      <a:pt x="3334" y="245935"/>
                    </a:lnTo>
                    <a:lnTo>
                      <a:pt x="8954" y="2491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8" name="Google Shape;6245;p64">
                <a:extLst>
                  <a:ext uri="{FF2B5EF4-FFF2-40B4-BE49-F238E27FC236}">
                    <a16:creationId xmlns:a16="http://schemas.microsoft.com/office/drawing/2014/main" id="{AD9C288A-0539-3941-865D-6D5E7DDB3252}"/>
                  </a:ext>
                </a:extLst>
              </p:cNvPr>
              <p:cNvSpPr/>
              <p:nvPr/>
            </p:nvSpPr>
            <p:spPr>
              <a:xfrm>
                <a:off x="4120480" y="2509477"/>
                <a:ext cx="5619" cy="247269"/>
              </a:xfrm>
              <a:custGeom>
                <a:avLst/>
                <a:gdLst/>
                <a:ahLst/>
                <a:cxnLst/>
                <a:rect l="l" t="t" r="r" b="b"/>
                <a:pathLst>
                  <a:path w="5619" h="247269" extrusionOk="0">
                    <a:moveTo>
                      <a:pt x="5620" y="3238"/>
                    </a:moveTo>
                    <a:lnTo>
                      <a:pt x="5620" y="247269"/>
                    </a:lnTo>
                    <a:lnTo>
                      <a:pt x="0" y="244030"/>
                    </a:lnTo>
                    <a:lnTo>
                      <a:pt x="0" y="0"/>
                    </a:lnTo>
                    <a:lnTo>
                      <a:pt x="5620" y="323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9" name="Google Shape;6246;p64">
                <a:extLst>
                  <a:ext uri="{FF2B5EF4-FFF2-40B4-BE49-F238E27FC236}">
                    <a16:creationId xmlns:a16="http://schemas.microsoft.com/office/drawing/2014/main" id="{18A0B3BC-E5F8-AD80-F821-FF76226351B2}"/>
                  </a:ext>
                </a:extLst>
              </p:cNvPr>
              <p:cNvSpPr/>
              <p:nvPr/>
            </p:nvSpPr>
            <p:spPr>
              <a:xfrm>
                <a:off x="4094382" y="2438135"/>
                <a:ext cx="100202" cy="58007"/>
              </a:xfrm>
              <a:custGeom>
                <a:avLst/>
                <a:gdLst/>
                <a:ahLst/>
                <a:cxnLst/>
                <a:rect l="l" t="t" r="r" b="b"/>
                <a:pathLst>
                  <a:path w="100202" h="58007" extrusionOk="0">
                    <a:moveTo>
                      <a:pt x="54483" y="58007"/>
                    </a:moveTo>
                    <a:lnTo>
                      <a:pt x="100203" y="31528"/>
                    </a:lnTo>
                    <a:lnTo>
                      <a:pt x="45720" y="0"/>
                    </a:lnTo>
                    <a:lnTo>
                      <a:pt x="0" y="26479"/>
                    </a:lnTo>
                    <a:lnTo>
                      <a:pt x="54483" y="5800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28" name="Google Shape;6247;p64">
              <a:extLst>
                <a:ext uri="{FF2B5EF4-FFF2-40B4-BE49-F238E27FC236}">
                  <a16:creationId xmlns:a16="http://schemas.microsoft.com/office/drawing/2014/main" id="{0DC0318A-ED31-11BC-E713-57300333AFC3}"/>
                </a:ext>
              </a:extLst>
            </p:cNvPr>
            <p:cNvGrpSpPr/>
            <p:nvPr/>
          </p:nvGrpSpPr>
          <p:grpSpPr>
            <a:xfrm>
              <a:off x="3651278" y="2730266"/>
              <a:ext cx="743712" cy="488061"/>
              <a:chOff x="3651278" y="2730266"/>
              <a:chExt cx="743712" cy="488061"/>
            </a:xfrm>
          </p:grpSpPr>
          <p:grpSp>
            <p:nvGrpSpPr>
              <p:cNvPr id="3322" name="Google Shape;6248;p64">
                <a:extLst>
                  <a:ext uri="{FF2B5EF4-FFF2-40B4-BE49-F238E27FC236}">
                    <a16:creationId xmlns:a16="http://schemas.microsoft.com/office/drawing/2014/main" id="{65669C1C-F7B8-5E88-4710-32BEE4392F72}"/>
                  </a:ext>
                </a:extLst>
              </p:cNvPr>
              <p:cNvGrpSpPr/>
              <p:nvPr/>
            </p:nvGrpSpPr>
            <p:grpSpPr>
              <a:xfrm>
                <a:off x="3651278" y="2731981"/>
                <a:ext cx="743712" cy="486346"/>
                <a:chOff x="3651278" y="2731981"/>
                <a:chExt cx="743712" cy="486346"/>
              </a:xfrm>
            </p:grpSpPr>
            <p:sp>
              <p:nvSpPr>
                <p:cNvPr id="3327" name="Google Shape;6249;p64">
                  <a:extLst>
                    <a:ext uri="{FF2B5EF4-FFF2-40B4-BE49-F238E27FC236}">
                      <a16:creationId xmlns:a16="http://schemas.microsoft.com/office/drawing/2014/main" id="{B50D893B-73D3-F777-BF09-255D9D958788}"/>
                    </a:ext>
                  </a:extLst>
                </p:cNvPr>
                <p:cNvSpPr/>
                <p:nvPr/>
              </p:nvSpPr>
              <p:spPr>
                <a:xfrm>
                  <a:off x="3651278" y="2921338"/>
                  <a:ext cx="415861" cy="296989"/>
                </a:xfrm>
                <a:custGeom>
                  <a:avLst/>
                  <a:gdLst/>
                  <a:ahLst/>
                  <a:cxnLst/>
                  <a:rect l="l" t="t" r="r" b="b"/>
                  <a:pathLst>
                    <a:path w="415861" h="296989" extrusionOk="0">
                      <a:moveTo>
                        <a:pt x="415862" y="296989"/>
                      </a:moveTo>
                      <a:lnTo>
                        <a:pt x="0" y="56959"/>
                      </a:lnTo>
                      <a:lnTo>
                        <a:pt x="0" y="0"/>
                      </a:lnTo>
                      <a:lnTo>
                        <a:pt x="415862" y="240125"/>
                      </a:lnTo>
                      <a:lnTo>
                        <a:pt x="415862" y="29698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8" name="Google Shape;6250;p64">
                  <a:extLst>
                    <a:ext uri="{FF2B5EF4-FFF2-40B4-BE49-F238E27FC236}">
                      <a16:creationId xmlns:a16="http://schemas.microsoft.com/office/drawing/2014/main" id="{DC3D3D0F-AAB7-2E37-A08F-265AF1D8ACA3}"/>
                    </a:ext>
                  </a:extLst>
                </p:cNvPr>
                <p:cNvSpPr/>
                <p:nvPr/>
              </p:nvSpPr>
              <p:spPr>
                <a:xfrm>
                  <a:off x="4067140" y="2972106"/>
                  <a:ext cx="327850" cy="246221"/>
                </a:xfrm>
                <a:custGeom>
                  <a:avLst/>
                  <a:gdLst/>
                  <a:ahLst/>
                  <a:cxnLst/>
                  <a:rect l="l" t="t" r="r" b="b"/>
                  <a:pathLst>
                    <a:path w="327850" h="246221" extrusionOk="0">
                      <a:moveTo>
                        <a:pt x="0" y="246221"/>
                      </a:moveTo>
                      <a:lnTo>
                        <a:pt x="0" y="189357"/>
                      </a:lnTo>
                      <a:lnTo>
                        <a:pt x="327851" y="0"/>
                      </a:lnTo>
                      <a:lnTo>
                        <a:pt x="327851" y="56960"/>
                      </a:lnTo>
                      <a:lnTo>
                        <a:pt x="0" y="24622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9" name="Google Shape;6251;p64">
                  <a:extLst>
                    <a:ext uri="{FF2B5EF4-FFF2-40B4-BE49-F238E27FC236}">
                      <a16:creationId xmlns:a16="http://schemas.microsoft.com/office/drawing/2014/main" id="{E3BBC17B-68CE-13FD-4611-22C7193ADF43}"/>
                    </a:ext>
                  </a:extLst>
                </p:cNvPr>
                <p:cNvSpPr/>
                <p:nvPr/>
              </p:nvSpPr>
              <p:spPr>
                <a:xfrm>
                  <a:off x="3651278" y="2731981"/>
                  <a:ext cx="743712" cy="429482"/>
                </a:xfrm>
                <a:custGeom>
                  <a:avLst/>
                  <a:gdLst/>
                  <a:ahLst/>
                  <a:cxnLst/>
                  <a:rect l="l" t="t" r="r" b="b"/>
                  <a:pathLst>
                    <a:path w="743712" h="429482" extrusionOk="0">
                      <a:moveTo>
                        <a:pt x="415862" y="429482"/>
                      </a:moveTo>
                      <a:lnTo>
                        <a:pt x="0" y="189357"/>
                      </a:lnTo>
                      <a:lnTo>
                        <a:pt x="327851" y="0"/>
                      </a:lnTo>
                      <a:lnTo>
                        <a:pt x="743712" y="240125"/>
                      </a:lnTo>
                      <a:lnTo>
                        <a:pt x="415862" y="42948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23" name="Google Shape;6252;p64">
                <a:extLst>
                  <a:ext uri="{FF2B5EF4-FFF2-40B4-BE49-F238E27FC236}">
                    <a16:creationId xmlns:a16="http://schemas.microsoft.com/office/drawing/2014/main" id="{1CB184DD-02CB-8B46-6EBA-27C66389E2D6}"/>
                  </a:ext>
                </a:extLst>
              </p:cNvPr>
              <p:cNvGrpSpPr/>
              <p:nvPr/>
            </p:nvGrpSpPr>
            <p:grpSpPr>
              <a:xfrm>
                <a:off x="3689378" y="2730266"/>
                <a:ext cx="695325" cy="405479"/>
                <a:chOff x="3689378" y="2730266"/>
                <a:chExt cx="695325" cy="405479"/>
              </a:xfrm>
            </p:grpSpPr>
            <p:sp>
              <p:nvSpPr>
                <p:cNvPr id="3324" name="Google Shape;6253;p64">
                  <a:extLst>
                    <a:ext uri="{FF2B5EF4-FFF2-40B4-BE49-F238E27FC236}">
                      <a16:creationId xmlns:a16="http://schemas.microsoft.com/office/drawing/2014/main" id="{17337A24-2143-0AC1-5604-DC20214F09FE}"/>
                    </a:ext>
                  </a:extLst>
                </p:cNvPr>
                <p:cNvSpPr/>
                <p:nvPr/>
              </p:nvSpPr>
              <p:spPr>
                <a:xfrm>
                  <a:off x="3689378" y="2753888"/>
                  <a:ext cx="695325" cy="381857"/>
                </a:xfrm>
                <a:custGeom>
                  <a:avLst/>
                  <a:gdLst/>
                  <a:ahLst/>
                  <a:cxnLst/>
                  <a:rect l="l" t="t" r="r" b="b"/>
                  <a:pathLst>
                    <a:path w="695325" h="381857" extrusionOk="0">
                      <a:moveTo>
                        <a:pt x="677799" y="202121"/>
                      </a:moveTo>
                      <a:lnTo>
                        <a:pt x="327660" y="0"/>
                      </a:lnTo>
                      <a:lnTo>
                        <a:pt x="272415" y="0"/>
                      </a:lnTo>
                      <a:lnTo>
                        <a:pt x="0" y="157258"/>
                      </a:lnTo>
                      <a:lnTo>
                        <a:pt x="0" y="177546"/>
                      </a:lnTo>
                      <a:lnTo>
                        <a:pt x="353949" y="381857"/>
                      </a:lnTo>
                      <a:lnTo>
                        <a:pt x="401574" y="381857"/>
                      </a:lnTo>
                      <a:lnTo>
                        <a:pt x="695325" y="212217"/>
                      </a:lnTo>
                      <a:lnTo>
                        <a:pt x="695325" y="204502"/>
                      </a:lnTo>
                      <a:lnTo>
                        <a:pt x="677799" y="20212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5" name="Google Shape;6254;p64">
                  <a:extLst>
                    <a:ext uri="{FF2B5EF4-FFF2-40B4-BE49-F238E27FC236}">
                      <a16:creationId xmlns:a16="http://schemas.microsoft.com/office/drawing/2014/main" id="{D287D3C8-96CA-B94F-6B02-EE25624416EB}"/>
                    </a:ext>
                  </a:extLst>
                </p:cNvPr>
                <p:cNvSpPr/>
                <p:nvPr/>
              </p:nvSpPr>
              <p:spPr>
                <a:xfrm>
                  <a:off x="3689378" y="2730266"/>
                  <a:ext cx="695325" cy="397764"/>
                </a:xfrm>
                <a:custGeom>
                  <a:avLst/>
                  <a:gdLst/>
                  <a:ahLst/>
                  <a:cxnLst/>
                  <a:rect l="l" t="t" r="r" b="b"/>
                  <a:pathLst>
                    <a:path w="695325" h="397764" extrusionOk="0">
                      <a:moveTo>
                        <a:pt x="300038" y="0"/>
                      </a:moveTo>
                      <a:lnTo>
                        <a:pt x="0" y="173165"/>
                      </a:lnTo>
                      <a:lnTo>
                        <a:pt x="0" y="193453"/>
                      </a:lnTo>
                      <a:lnTo>
                        <a:pt x="353949" y="397764"/>
                      </a:lnTo>
                      <a:lnTo>
                        <a:pt x="401574" y="397764"/>
                      </a:lnTo>
                      <a:lnTo>
                        <a:pt x="695325" y="228124"/>
                      </a:lnTo>
                      <a:lnTo>
                        <a:pt x="300038"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6" name="Google Shape;6255;p64">
                  <a:extLst>
                    <a:ext uri="{FF2B5EF4-FFF2-40B4-BE49-F238E27FC236}">
                      <a16:creationId xmlns:a16="http://schemas.microsoft.com/office/drawing/2014/main" id="{192ED781-CCD9-8225-F25B-6461B0BCCBEE}"/>
                    </a:ext>
                  </a:extLst>
                </p:cNvPr>
                <p:cNvSpPr/>
                <p:nvPr/>
              </p:nvSpPr>
              <p:spPr>
                <a:xfrm>
                  <a:off x="3700713" y="2743316"/>
                  <a:ext cx="661320" cy="373379"/>
                </a:xfrm>
                <a:custGeom>
                  <a:avLst/>
                  <a:gdLst/>
                  <a:ahLst/>
                  <a:cxnLst/>
                  <a:rect l="l" t="t" r="r" b="b"/>
                  <a:pathLst>
                    <a:path w="661320" h="373379" extrusionOk="0">
                      <a:moveTo>
                        <a:pt x="288703" y="0"/>
                      </a:moveTo>
                      <a:lnTo>
                        <a:pt x="0" y="166688"/>
                      </a:lnTo>
                      <a:lnTo>
                        <a:pt x="0" y="173831"/>
                      </a:lnTo>
                      <a:lnTo>
                        <a:pt x="345662" y="373380"/>
                      </a:lnTo>
                      <a:lnTo>
                        <a:pt x="387191" y="373380"/>
                      </a:lnTo>
                      <a:lnTo>
                        <a:pt x="661321" y="215075"/>
                      </a:lnTo>
                      <a:lnTo>
                        <a:pt x="288703" y="0"/>
                      </a:lnTo>
                      <a:close/>
                    </a:path>
                  </a:pathLst>
                </a:custGeom>
                <a:solidFill>
                  <a:srgbClr val="303033">
                    <a:alpha val="6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229" name="Google Shape;6256;p64">
              <a:extLst>
                <a:ext uri="{FF2B5EF4-FFF2-40B4-BE49-F238E27FC236}">
                  <a16:creationId xmlns:a16="http://schemas.microsoft.com/office/drawing/2014/main" id="{C96342E2-B8AA-0F52-1729-1FD04F3F4D47}"/>
                </a:ext>
              </a:extLst>
            </p:cNvPr>
            <p:cNvGrpSpPr/>
            <p:nvPr/>
          </p:nvGrpSpPr>
          <p:grpSpPr>
            <a:xfrm>
              <a:off x="4074284" y="2770462"/>
              <a:ext cx="65150" cy="63912"/>
              <a:chOff x="4074284" y="2770462"/>
              <a:chExt cx="65150" cy="63912"/>
            </a:xfrm>
          </p:grpSpPr>
          <p:sp>
            <p:nvSpPr>
              <p:cNvPr id="3319" name="Google Shape;6257;p64">
                <a:extLst>
                  <a:ext uri="{FF2B5EF4-FFF2-40B4-BE49-F238E27FC236}">
                    <a16:creationId xmlns:a16="http://schemas.microsoft.com/office/drawing/2014/main" id="{D636CC89-DCE9-22BA-0598-CB4C59010836}"/>
                  </a:ext>
                </a:extLst>
              </p:cNvPr>
              <p:cNvSpPr/>
              <p:nvPr/>
            </p:nvSpPr>
            <p:spPr>
              <a:xfrm>
                <a:off x="4074284" y="2801132"/>
                <a:ext cx="34766" cy="33242"/>
              </a:xfrm>
              <a:custGeom>
                <a:avLst/>
                <a:gdLst/>
                <a:ahLst/>
                <a:cxnLst/>
                <a:rect l="l" t="t" r="r" b="b"/>
                <a:pathLst>
                  <a:path w="34766" h="33242" extrusionOk="0">
                    <a:moveTo>
                      <a:pt x="0" y="0"/>
                    </a:moveTo>
                    <a:lnTo>
                      <a:pt x="0" y="13145"/>
                    </a:lnTo>
                    <a:lnTo>
                      <a:pt x="34766" y="33242"/>
                    </a:lnTo>
                    <a:lnTo>
                      <a:pt x="34766" y="20098"/>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0" name="Google Shape;6258;p64">
                <a:extLst>
                  <a:ext uri="{FF2B5EF4-FFF2-40B4-BE49-F238E27FC236}">
                    <a16:creationId xmlns:a16="http://schemas.microsoft.com/office/drawing/2014/main" id="{63830ACC-595D-00F8-5CA3-1B0C253509E2}"/>
                  </a:ext>
                </a:extLst>
              </p:cNvPr>
              <p:cNvSpPr/>
              <p:nvPr/>
            </p:nvSpPr>
            <p:spPr>
              <a:xfrm>
                <a:off x="4074284" y="2770462"/>
                <a:ext cx="65150" cy="50768"/>
              </a:xfrm>
              <a:custGeom>
                <a:avLst/>
                <a:gdLst/>
                <a:ahLst/>
                <a:cxnLst/>
                <a:rect l="l" t="t" r="r" b="b"/>
                <a:pathLst>
                  <a:path w="65150" h="50768" extrusionOk="0">
                    <a:moveTo>
                      <a:pt x="0" y="30671"/>
                    </a:moveTo>
                    <a:lnTo>
                      <a:pt x="30385" y="0"/>
                    </a:lnTo>
                    <a:lnTo>
                      <a:pt x="65151" y="20098"/>
                    </a:lnTo>
                    <a:lnTo>
                      <a:pt x="34766" y="50768"/>
                    </a:lnTo>
                    <a:lnTo>
                      <a:pt x="0" y="3067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1" name="Google Shape;6259;p64">
                <a:extLst>
                  <a:ext uri="{FF2B5EF4-FFF2-40B4-BE49-F238E27FC236}">
                    <a16:creationId xmlns:a16="http://schemas.microsoft.com/office/drawing/2014/main" id="{751EDF4D-12EB-7A88-B30E-97694E8C0A2D}"/>
                  </a:ext>
                </a:extLst>
              </p:cNvPr>
              <p:cNvSpPr/>
              <p:nvPr/>
            </p:nvSpPr>
            <p:spPr>
              <a:xfrm>
                <a:off x="4109050" y="2790559"/>
                <a:ext cx="30384" cy="43815"/>
              </a:xfrm>
              <a:custGeom>
                <a:avLst/>
                <a:gdLst/>
                <a:ahLst/>
                <a:cxnLst/>
                <a:rect l="l" t="t" r="r" b="b"/>
                <a:pathLst>
                  <a:path w="30384" h="43815" extrusionOk="0">
                    <a:moveTo>
                      <a:pt x="0" y="30671"/>
                    </a:moveTo>
                    <a:lnTo>
                      <a:pt x="30385" y="0"/>
                    </a:lnTo>
                    <a:lnTo>
                      <a:pt x="30385" y="26289"/>
                    </a:lnTo>
                    <a:lnTo>
                      <a:pt x="0" y="43815"/>
                    </a:lnTo>
                    <a:lnTo>
                      <a:pt x="0" y="3067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30" name="Google Shape;6260;p64">
              <a:extLst>
                <a:ext uri="{FF2B5EF4-FFF2-40B4-BE49-F238E27FC236}">
                  <a16:creationId xmlns:a16="http://schemas.microsoft.com/office/drawing/2014/main" id="{47EAE2D9-C506-7814-733A-A9E9B9D20D08}"/>
                </a:ext>
              </a:extLst>
            </p:cNvPr>
            <p:cNvGrpSpPr/>
            <p:nvPr/>
          </p:nvGrpSpPr>
          <p:grpSpPr>
            <a:xfrm>
              <a:off x="3868258" y="2800561"/>
              <a:ext cx="315681" cy="235790"/>
              <a:chOff x="3868258" y="2800561"/>
              <a:chExt cx="315681" cy="235790"/>
            </a:xfrm>
          </p:grpSpPr>
          <p:grpSp>
            <p:nvGrpSpPr>
              <p:cNvPr id="3295" name="Google Shape;6261;p64">
                <a:extLst>
                  <a:ext uri="{FF2B5EF4-FFF2-40B4-BE49-F238E27FC236}">
                    <a16:creationId xmlns:a16="http://schemas.microsoft.com/office/drawing/2014/main" id="{7C81DF6C-9D7F-3D72-B8CD-3151F92B8C60}"/>
                  </a:ext>
                </a:extLst>
              </p:cNvPr>
              <p:cNvGrpSpPr/>
              <p:nvPr/>
            </p:nvGrpSpPr>
            <p:grpSpPr>
              <a:xfrm>
                <a:off x="3868258" y="2837470"/>
                <a:ext cx="315681" cy="198881"/>
                <a:chOff x="3868258" y="2837470"/>
                <a:chExt cx="315681" cy="198881"/>
              </a:xfrm>
            </p:grpSpPr>
            <p:sp>
              <p:nvSpPr>
                <p:cNvPr id="3314" name="Google Shape;6262;p64">
                  <a:extLst>
                    <a:ext uri="{FF2B5EF4-FFF2-40B4-BE49-F238E27FC236}">
                      <a16:creationId xmlns:a16="http://schemas.microsoft.com/office/drawing/2014/main" id="{59B8AD9D-A045-239B-503D-18C823E3B7FB}"/>
                    </a:ext>
                  </a:extLst>
                </p:cNvPr>
                <p:cNvSpPr/>
                <p:nvPr/>
              </p:nvSpPr>
              <p:spPr>
                <a:xfrm>
                  <a:off x="3868329" y="2853972"/>
                  <a:ext cx="315610" cy="182379"/>
                </a:xfrm>
                <a:custGeom>
                  <a:avLst/>
                  <a:gdLst/>
                  <a:ahLst/>
                  <a:cxnLst/>
                  <a:rect l="l" t="t" r="r" b="b"/>
                  <a:pathLst>
                    <a:path w="315610" h="182379" extrusionOk="0">
                      <a:moveTo>
                        <a:pt x="269391" y="155662"/>
                      </a:moveTo>
                      <a:cubicBezTo>
                        <a:pt x="207764" y="191286"/>
                        <a:pt x="107847" y="191286"/>
                        <a:pt x="46220" y="155662"/>
                      </a:cubicBezTo>
                      <a:cubicBezTo>
                        <a:pt x="-15407" y="120134"/>
                        <a:pt x="-15407" y="62317"/>
                        <a:pt x="46220" y="26789"/>
                      </a:cubicBezTo>
                      <a:cubicBezTo>
                        <a:pt x="107847" y="-8930"/>
                        <a:pt x="207859" y="-8930"/>
                        <a:pt x="269391" y="26789"/>
                      </a:cubicBezTo>
                      <a:cubicBezTo>
                        <a:pt x="331018" y="62317"/>
                        <a:pt x="331018" y="120039"/>
                        <a:pt x="269391" y="15566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5" name="Google Shape;6263;p64">
                  <a:extLst>
                    <a:ext uri="{FF2B5EF4-FFF2-40B4-BE49-F238E27FC236}">
                      <a16:creationId xmlns:a16="http://schemas.microsoft.com/office/drawing/2014/main" id="{8F1AE09C-CA8E-57AF-C48A-BF8E794AED46}"/>
                    </a:ext>
                  </a:extLst>
                </p:cNvPr>
                <p:cNvSpPr/>
                <p:nvPr/>
              </p:nvSpPr>
              <p:spPr>
                <a:xfrm>
                  <a:off x="3868258" y="2928005"/>
                  <a:ext cx="315658" cy="99583"/>
                </a:xfrm>
                <a:custGeom>
                  <a:avLst/>
                  <a:gdLst/>
                  <a:ahLst/>
                  <a:cxnLst/>
                  <a:rect l="l" t="t" r="r" b="b"/>
                  <a:pathLst>
                    <a:path w="315658" h="99583" extrusionOk="0">
                      <a:moveTo>
                        <a:pt x="315659" y="0"/>
                      </a:moveTo>
                      <a:lnTo>
                        <a:pt x="0" y="1048"/>
                      </a:lnTo>
                      <a:lnTo>
                        <a:pt x="0" y="8477"/>
                      </a:lnTo>
                      <a:lnTo>
                        <a:pt x="0" y="8477"/>
                      </a:lnTo>
                      <a:cubicBezTo>
                        <a:pt x="0" y="31813"/>
                        <a:pt x="15335" y="55054"/>
                        <a:pt x="46196" y="72866"/>
                      </a:cubicBezTo>
                      <a:cubicBezTo>
                        <a:pt x="107823" y="108490"/>
                        <a:pt x="207836" y="108490"/>
                        <a:pt x="269367" y="72866"/>
                      </a:cubicBezTo>
                      <a:cubicBezTo>
                        <a:pt x="300133" y="55054"/>
                        <a:pt x="315563" y="31813"/>
                        <a:pt x="315563" y="8477"/>
                      </a:cubicBezTo>
                      <a:lnTo>
                        <a:pt x="315563" y="8477"/>
                      </a:lnTo>
                      <a:lnTo>
                        <a:pt x="315563"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6" name="Google Shape;6264;p64">
                  <a:extLst>
                    <a:ext uri="{FF2B5EF4-FFF2-40B4-BE49-F238E27FC236}">
                      <a16:creationId xmlns:a16="http://schemas.microsoft.com/office/drawing/2014/main" id="{98DFCB69-DDEF-B853-264B-70BB144E8BEF}"/>
                    </a:ext>
                  </a:extLst>
                </p:cNvPr>
                <p:cNvSpPr/>
                <p:nvPr/>
              </p:nvSpPr>
              <p:spPr>
                <a:xfrm>
                  <a:off x="3868329" y="2837470"/>
                  <a:ext cx="315610" cy="182308"/>
                </a:xfrm>
                <a:custGeom>
                  <a:avLst/>
                  <a:gdLst/>
                  <a:ahLst/>
                  <a:cxnLst/>
                  <a:rect l="l" t="t" r="r" b="b"/>
                  <a:pathLst>
                    <a:path w="315610" h="182308" extrusionOk="0">
                      <a:moveTo>
                        <a:pt x="269391" y="155591"/>
                      </a:moveTo>
                      <a:cubicBezTo>
                        <a:pt x="207764" y="191214"/>
                        <a:pt x="107847" y="191214"/>
                        <a:pt x="46220" y="155591"/>
                      </a:cubicBezTo>
                      <a:cubicBezTo>
                        <a:pt x="-15407" y="119967"/>
                        <a:pt x="-15407" y="62246"/>
                        <a:pt x="46220" y="26718"/>
                      </a:cubicBezTo>
                      <a:cubicBezTo>
                        <a:pt x="107847" y="-8906"/>
                        <a:pt x="207859" y="-8906"/>
                        <a:pt x="269391" y="26718"/>
                      </a:cubicBezTo>
                      <a:cubicBezTo>
                        <a:pt x="331018" y="62246"/>
                        <a:pt x="331018" y="120063"/>
                        <a:pt x="269391" y="15559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7" name="Google Shape;6265;p64">
                  <a:extLst>
                    <a:ext uri="{FF2B5EF4-FFF2-40B4-BE49-F238E27FC236}">
                      <a16:creationId xmlns:a16="http://schemas.microsoft.com/office/drawing/2014/main" id="{1F7F4280-BBA2-2322-0495-D098D24FA1F0}"/>
                    </a:ext>
                  </a:extLst>
                </p:cNvPr>
                <p:cNvSpPr/>
                <p:nvPr/>
              </p:nvSpPr>
              <p:spPr>
                <a:xfrm>
                  <a:off x="3907161" y="2858592"/>
                  <a:ext cx="237863" cy="70842"/>
                </a:xfrm>
                <a:custGeom>
                  <a:avLst/>
                  <a:gdLst/>
                  <a:ahLst/>
                  <a:cxnLst/>
                  <a:rect l="l" t="t" r="r" b="b"/>
                  <a:pathLst>
                    <a:path w="237863" h="70842" extrusionOk="0">
                      <a:moveTo>
                        <a:pt x="237798" y="70842"/>
                      </a:moveTo>
                      <a:cubicBezTo>
                        <a:pt x="236846" y="54078"/>
                        <a:pt x="225225" y="37314"/>
                        <a:pt x="203032" y="24455"/>
                      </a:cubicBezTo>
                      <a:cubicBezTo>
                        <a:pt x="156550" y="-2310"/>
                        <a:pt x="81398" y="-2310"/>
                        <a:pt x="34916" y="24455"/>
                      </a:cubicBezTo>
                      <a:cubicBezTo>
                        <a:pt x="12627" y="37314"/>
                        <a:pt x="1007" y="54078"/>
                        <a:pt x="54" y="70842"/>
                      </a:cubicBezTo>
                      <a:cubicBezTo>
                        <a:pt x="-898" y="52554"/>
                        <a:pt x="10722" y="33980"/>
                        <a:pt x="34916" y="20074"/>
                      </a:cubicBezTo>
                      <a:cubicBezTo>
                        <a:pt x="81398" y="-6691"/>
                        <a:pt x="156550" y="-6691"/>
                        <a:pt x="203032" y="20074"/>
                      </a:cubicBezTo>
                      <a:cubicBezTo>
                        <a:pt x="227225" y="34076"/>
                        <a:pt x="238846" y="52554"/>
                        <a:pt x="237798" y="70842"/>
                      </a:cubicBezTo>
                      <a:close/>
                    </a:path>
                  </a:pathLst>
                </a:custGeom>
                <a:solidFill>
                  <a:srgbClr val="C7C7C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8" name="Google Shape;6266;p64">
                  <a:extLst>
                    <a:ext uri="{FF2B5EF4-FFF2-40B4-BE49-F238E27FC236}">
                      <a16:creationId xmlns:a16="http://schemas.microsoft.com/office/drawing/2014/main" id="{D740B9F3-8F9B-C132-165A-48080913993B}"/>
                    </a:ext>
                  </a:extLst>
                </p:cNvPr>
                <p:cNvSpPr/>
                <p:nvPr/>
              </p:nvSpPr>
              <p:spPr>
                <a:xfrm>
                  <a:off x="3907215" y="2862973"/>
                  <a:ext cx="237744" cy="132826"/>
                </a:xfrm>
                <a:custGeom>
                  <a:avLst/>
                  <a:gdLst/>
                  <a:ahLst/>
                  <a:cxnLst/>
                  <a:rect l="l" t="t" r="r" b="b"/>
                  <a:pathLst>
                    <a:path w="237744" h="132826" extrusionOk="0">
                      <a:moveTo>
                        <a:pt x="237744" y="66461"/>
                      </a:moveTo>
                      <a:cubicBezTo>
                        <a:pt x="236792" y="83225"/>
                        <a:pt x="225171" y="99798"/>
                        <a:pt x="202978" y="112752"/>
                      </a:cubicBezTo>
                      <a:cubicBezTo>
                        <a:pt x="156496" y="139517"/>
                        <a:pt x="81344" y="139517"/>
                        <a:pt x="34862" y="112752"/>
                      </a:cubicBezTo>
                      <a:cubicBezTo>
                        <a:pt x="12573" y="99798"/>
                        <a:pt x="1048" y="83225"/>
                        <a:pt x="0" y="66461"/>
                      </a:cubicBezTo>
                      <a:cubicBezTo>
                        <a:pt x="953" y="49697"/>
                        <a:pt x="12573" y="32933"/>
                        <a:pt x="34862" y="20074"/>
                      </a:cubicBezTo>
                      <a:cubicBezTo>
                        <a:pt x="81344" y="-6691"/>
                        <a:pt x="156496" y="-6691"/>
                        <a:pt x="202978" y="20074"/>
                      </a:cubicBezTo>
                      <a:cubicBezTo>
                        <a:pt x="225171" y="32933"/>
                        <a:pt x="236792" y="49697"/>
                        <a:pt x="237744" y="6646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96" name="Google Shape;6267;p64">
                <a:extLst>
                  <a:ext uri="{FF2B5EF4-FFF2-40B4-BE49-F238E27FC236}">
                    <a16:creationId xmlns:a16="http://schemas.microsoft.com/office/drawing/2014/main" id="{CA115A7E-DE8E-5269-7B7E-35888F8FDF78}"/>
                  </a:ext>
                </a:extLst>
              </p:cNvPr>
              <p:cNvGrpSpPr/>
              <p:nvPr/>
            </p:nvGrpSpPr>
            <p:grpSpPr>
              <a:xfrm>
                <a:off x="3903467" y="2800561"/>
                <a:ext cx="240809" cy="189118"/>
                <a:chOff x="3903467" y="2800561"/>
                <a:chExt cx="240809" cy="189118"/>
              </a:xfrm>
            </p:grpSpPr>
            <p:sp>
              <p:nvSpPr>
                <p:cNvPr id="3297" name="Google Shape;6268;p64">
                  <a:extLst>
                    <a:ext uri="{FF2B5EF4-FFF2-40B4-BE49-F238E27FC236}">
                      <a16:creationId xmlns:a16="http://schemas.microsoft.com/office/drawing/2014/main" id="{0801FD7B-FFFB-2267-8806-DF2BAD0DE444}"/>
                    </a:ext>
                  </a:extLst>
                </p:cNvPr>
                <p:cNvSpPr/>
                <p:nvPr/>
              </p:nvSpPr>
              <p:spPr>
                <a:xfrm>
                  <a:off x="3911978" y="2868760"/>
                  <a:ext cx="228123" cy="120919"/>
                </a:xfrm>
                <a:custGeom>
                  <a:avLst/>
                  <a:gdLst/>
                  <a:ahLst/>
                  <a:cxnLst/>
                  <a:rect l="l" t="t" r="r" b="b"/>
                  <a:pathLst>
                    <a:path w="228123" h="120919" extrusionOk="0">
                      <a:moveTo>
                        <a:pt x="228124" y="54959"/>
                      </a:moveTo>
                      <a:lnTo>
                        <a:pt x="228124" y="0"/>
                      </a:lnTo>
                      <a:lnTo>
                        <a:pt x="0" y="0"/>
                      </a:lnTo>
                      <a:lnTo>
                        <a:pt x="0" y="55054"/>
                      </a:lnTo>
                      <a:cubicBezTo>
                        <a:pt x="0" y="71914"/>
                        <a:pt x="11144" y="88773"/>
                        <a:pt x="33433" y="101632"/>
                      </a:cubicBezTo>
                      <a:cubicBezTo>
                        <a:pt x="78010" y="127349"/>
                        <a:pt x="150209" y="127349"/>
                        <a:pt x="194691" y="101632"/>
                      </a:cubicBezTo>
                      <a:cubicBezTo>
                        <a:pt x="216979" y="88773"/>
                        <a:pt x="228124" y="71818"/>
                        <a:pt x="228029" y="5495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8" name="Google Shape;6269;p64">
                  <a:extLst>
                    <a:ext uri="{FF2B5EF4-FFF2-40B4-BE49-F238E27FC236}">
                      <a16:creationId xmlns:a16="http://schemas.microsoft.com/office/drawing/2014/main" id="{421456A7-3A7E-0BD4-DD81-B1A0BE5C0C54}"/>
                    </a:ext>
                  </a:extLst>
                </p:cNvPr>
                <p:cNvSpPr/>
                <p:nvPr/>
              </p:nvSpPr>
              <p:spPr>
                <a:xfrm>
                  <a:off x="3912073" y="2802799"/>
                  <a:ext cx="228123" cy="131730"/>
                </a:xfrm>
                <a:custGeom>
                  <a:avLst/>
                  <a:gdLst/>
                  <a:ahLst/>
                  <a:cxnLst/>
                  <a:rect l="l" t="t" r="r" b="b"/>
                  <a:pathLst>
                    <a:path w="228123" h="131730" extrusionOk="0">
                      <a:moveTo>
                        <a:pt x="194691" y="112443"/>
                      </a:moveTo>
                      <a:cubicBezTo>
                        <a:pt x="150209" y="138160"/>
                        <a:pt x="77914" y="138160"/>
                        <a:pt x="33433" y="112443"/>
                      </a:cubicBezTo>
                      <a:cubicBezTo>
                        <a:pt x="-11144" y="86725"/>
                        <a:pt x="-11144" y="45006"/>
                        <a:pt x="33433" y="19288"/>
                      </a:cubicBezTo>
                      <a:cubicBezTo>
                        <a:pt x="78010" y="-6429"/>
                        <a:pt x="150209" y="-6429"/>
                        <a:pt x="194691" y="19288"/>
                      </a:cubicBezTo>
                      <a:cubicBezTo>
                        <a:pt x="239268" y="45006"/>
                        <a:pt x="239268" y="86725"/>
                        <a:pt x="194691" y="112443"/>
                      </a:cubicBezTo>
                      <a:close/>
                    </a:path>
                  </a:pathLst>
                </a:custGeom>
                <a:solidFill>
                  <a:srgbClr val="FF4D7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9" name="Google Shape;6270;p64">
                  <a:extLst>
                    <a:ext uri="{FF2B5EF4-FFF2-40B4-BE49-F238E27FC236}">
                      <a16:creationId xmlns:a16="http://schemas.microsoft.com/office/drawing/2014/main" id="{F6CE3B1F-2F43-7576-5092-C8E242CE9224}"/>
                    </a:ext>
                  </a:extLst>
                </p:cNvPr>
                <p:cNvSpPr/>
                <p:nvPr/>
              </p:nvSpPr>
              <p:spPr>
                <a:xfrm>
                  <a:off x="3903467" y="2855974"/>
                  <a:ext cx="240809" cy="106841"/>
                </a:xfrm>
                <a:custGeom>
                  <a:avLst/>
                  <a:gdLst/>
                  <a:ahLst/>
                  <a:cxnLst/>
                  <a:rect l="l" t="t" r="r" b="b"/>
                  <a:pathLst>
                    <a:path w="240809" h="106841" extrusionOk="0">
                      <a:moveTo>
                        <a:pt x="240730" y="12690"/>
                      </a:moveTo>
                      <a:cubicBezTo>
                        <a:pt x="240826" y="-7027"/>
                        <a:pt x="5844" y="2117"/>
                        <a:pt x="5844" y="2117"/>
                      </a:cubicBezTo>
                      <a:cubicBezTo>
                        <a:pt x="5844" y="2117"/>
                        <a:pt x="-3014" y="40027"/>
                        <a:pt x="1081" y="43170"/>
                      </a:cubicBezTo>
                      <a:cubicBezTo>
                        <a:pt x="3748" y="44599"/>
                        <a:pt x="4987" y="43837"/>
                        <a:pt x="5558" y="42694"/>
                      </a:cubicBezTo>
                      <a:cubicBezTo>
                        <a:pt x="4892" y="49361"/>
                        <a:pt x="4034" y="63649"/>
                        <a:pt x="8511" y="66411"/>
                      </a:cubicBezTo>
                      <a:cubicBezTo>
                        <a:pt x="14512" y="70031"/>
                        <a:pt x="12035" y="54505"/>
                        <a:pt x="16417" y="58029"/>
                      </a:cubicBezTo>
                      <a:cubicBezTo>
                        <a:pt x="20703" y="61649"/>
                        <a:pt x="14036" y="79079"/>
                        <a:pt x="24513" y="85652"/>
                      </a:cubicBezTo>
                      <a:cubicBezTo>
                        <a:pt x="34990" y="92319"/>
                        <a:pt x="30037" y="68316"/>
                        <a:pt x="36514" y="70697"/>
                      </a:cubicBezTo>
                      <a:cubicBezTo>
                        <a:pt x="42896" y="73079"/>
                        <a:pt x="33943" y="93748"/>
                        <a:pt x="45278" y="98701"/>
                      </a:cubicBezTo>
                      <a:cubicBezTo>
                        <a:pt x="56612" y="103654"/>
                        <a:pt x="50040" y="78603"/>
                        <a:pt x="56993" y="80984"/>
                      </a:cubicBezTo>
                      <a:cubicBezTo>
                        <a:pt x="63946" y="83366"/>
                        <a:pt x="55660" y="98796"/>
                        <a:pt x="66137" y="98796"/>
                      </a:cubicBezTo>
                      <a:cubicBezTo>
                        <a:pt x="76615" y="98796"/>
                        <a:pt x="69566" y="82413"/>
                        <a:pt x="77091" y="82699"/>
                      </a:cubicBezTo>
                      <a:cubicBezTo>
                        <a:pt x="84616" y="82985"/>
                        <a:pt x="77758" y="104892"/>
                        <a:pt x="91664" y="106702"/>
                      </a:cubicBezTo>
                      <a:cubicBezTo>
                        <a:pt x="105571" y="108607"/>
                        <a:pt x="90712" y="90414"/>
                        <a:pt x="98713" y="90509"/>
                      </a:cubicBezTo>
                      <a:cubicBezTo>
                        <a:pt x="106714" y="90509"/>
                        <a:pt x="104809" y="102701"/>
                        <a:pt x="116048" y="102225"/>
                      </a:cubicBezTo>
                      <a:cubicBezTo>
                        <a:pt x="127288" y="101749"/>
                        <a:pt x="118906" y="87366"/>
                        <a:pt x="126716" y="86604"/>
                      </a:cubicBezTo>
                      <a:cubicBezTo>
                        <a:pt x="134527" y="85937"/>
                        <a:pt x="137956" y="102416"/>
                        <a:pt x="148243" y="102225"/>
                      </a:cubicBezTo>
                      <a:cubicBezTo>
                        <a:pt x="158435" y="102035"/>
                        <a:pt x="149957" y="87080"/>
                        <a:pt x="154434" y="85937"/>
                      </a:cubicBezTo>
                      <a:cubicBezTo>
                        <a:pt x="158911" y="84794"/>
                        <a:pt x="159006" y="104130"/>
                        <a:pt x="166817" y="102225"/>
                      </a:cubicBezTo>
                      <a:cubicBezTo>
                        <a:pt x="174627" y="100320"/>
                        <a:pt x="169198" y="85842"/>
                        <a:pt x="173960" y="84032"/>
                      </a:cubicBezTo>
                      <a:cubicBezTo>
                        <a:pt x="178723" y="82318"/>
                        <a:pt x="179009" y="98510"/>
                        <a:pt x="185390" y="93748"/>
                      </a:cubicBezTo>
                      <a:cubicBezTo>
                        <a:pt x="191772" y="88985"/>
                        <a:pt x="188343" y="79746"/>
                        <a:pt x="193105" y="78508"/>
                      </a:cubicBezTo>
                      <a:cubicBezTo>
                        <a:pt x="197868" y="77365"/>
                        <a:pt x="200821" y="88033"/>
                        <a:pt x="206536" y="84890"/>
                      </a:cubicBezTo>
                      <a:cubicBezTo>
                        <a:pt x="212346" y="81746"/>
                        <a:pt x="213203" y="64792"/>
                        <a:pt x="217109" y="62315"/>
                      </a:cubicBezTo>
                      <a:cubicBezTo>
                        <a:pt x="221014" y="59934"/>
                        <a:pt x="225586" y="63935"/>
                        <a:pt x="228824" y="62506"/>
                      </a:cubicBezTo>
                      <a:cubicBezTo>
                        <a:pt x="232063" y="61172"/>
                        <a:pt x="230253" y="48885"/>
                        <a:pt x="233015" y="46028"/>
                      </a:cubicBezTo>
                      <a:cubicBezTo>
                        <a:pt x="235778" y="43170"/>
                        <a:pt x="236539" y="49552"/>
                        <a:pt x="238445" y="47837"/>
                      </a:cubicBezTo>
                      <a:cubicBezTo>
                        <a:pt x="240350" y="46123"/>
                        <a:pt x="241207" y="36598"/>
                        <a:pt x="240635" y="1250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0" name="Google Shape;6271;p64">
                  <a:extLst>
                    <a:ext uri="{FF2B5EF4-FFF2-40B4-BE49-F238E27FC236}">
                      <a16:creationId xmlns:a16="http://schemas.microsoft.com/office/drawing/2014/main" id="{9B0646EE-3008-2B10-A853-79B5228AE0D7}"/>
                    </a:ext>
                  </a:extLst>
                </p:cNvPr>
                <p:cNvSpPr/>
                <p:nvPr/>
              </p:nvSpPr>
              <p:spPr>
                <a:xfrm>
                  <a:off x="3907977" y="2800561"/>
                  <a:ext cx="236219" cy="136397"/>
                </a:xfrm>
                <a:custGeom>
                  <a:avLst/>
                  <a:gdLst/>
                  <a:ahLst/>
                  <a:cxnLst/>
                  <a:rect l="l" t="t" r="r" b="b"/>
                  <a:pathLst>
                    <a:path w="236219" h="136397" extrusionOk="0">
                      <a:moveTo>
                        <a:pt x="201644" y="116395"/>
                      </a:moveTo>
                      <a:cubicBezTo>
                        <a:pt x="155543" y="143066"/>
                        <a:pt x="80677" y="143066"/>
                        <a:pt x="34576" y="116395"/>
                      </a:cubicBezTo>
                      <a:cubicBezTo>
                        <a:pt x="-11525" y="89821"/>
                        <a:pt x="-11525" y="46577"/>
                        <a:pt x="34576" y="20003"/>
                      </a:cubicBezTo>
                      <a:cubicBezTo>
                        <a:pt x="80677" y="-6668"/>
                        <a:pt x="155543" y="-6668"/>
                        <a:pt x="201644" y="20003"/>
                      </a:cubicBezTo>
                      <a:cubicBezTo>
                        <a:pt x="247745" y="46577"/>
                        <a:pt x="247745" y="89821"/>
                        <a:pt x="201644" y="11639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301" name="Google Shape;6272;p64">
                  <a:extLst>
                    <a:ext uri="{FF2B5EF4-FFF2-40B4-BE49-F238E27FC236}">
                      <a16:creationId xmlns:a16="http://schemas.microsoft.com/office/drawing/2014/main" id="{3FBB56B0-A2C6-EE33-85E6-46F9E5E9E2EE}"/>
                    </a:ext>
                  </a:extLst>
                </p:cNvPr>
                <p:cNvGrpSpPr/>
                <p:nvPr/>
              </p:nvGrpSpPr>
              <p:grpSpPr>
                <a:xfrm>
                  <a:off x="3981893" y="2829201"/>
                  <a:ext cx="84103" cy="56153"/>
                  <a:chOff x="3981893" y="2829201"/>
                  <a:chExt cx="84103" cy="56153"/>
                </a:xfrm>
              </p:grpSpPr>
              <p:grpSp>
                <p:nvGrpSpPr>
                  <p:cNvPr id="3302" name="Google Shape;6273;p64">
                    <a:extLst>
                      <a:ext uri="{FF2B5EF4-FFF2-40B4-BE49-F238E27FC236}">
                        <a16:creationId xmlns:a16="http://schemas.microsoft.com/office/drawing/2014/main" id="{D1A6463E-632F-A188-85EA-50CF53044254}"/>
                      </a:ext>
                    </a:extLst>
                  </p:cNvPr>
                  <p:cNvGrpSpPr/>
                  <p:nvPr/>
                </p:nvGrpSpPr>
                <p:grpSpPr>
                  <a:xfrm>
                    <a:off x="4020949" y="2829201"/>
                    <a:ext cx="30093" cy="34325"/>
                    <a:chOff x="4020949" y="2829201"/>
                    <a:chExt cx="30093" cy="34325"/>
                  </a:xfrm>
                </p:grpSpPr>
                <p:sp>
                  <p:nvSpPr>
                    <p:cNvPr id="3311" name="Google Shape;6274;p64">
                      <a:extLst>
                        <a:ext uri="{FF2B5EF4-FFF2-40B4-BE49-F238E27FC236}">
                          <a16:creationId xmlns:a16="http://schemas.microsoft.com/office/drawing/2014/main" id="{23DDFAE4-F868-9BED-BD2B-C7CD1E20C73F}"/>
                        </a:ext>
                      </a:extLst>
                    </p:cNvPr>
                    <p:cNvSpPr/>
                    <p:nvPr/>
                  </p:nvSpPr>
                  <p:spPr>
                    <a:xfrm>
                      <a:off x="4021039" y="2836843"/>
                      <a:ext cx="30003" cy="26683"/>
                    </a:xfrm>
                    <a:custGeom>
                      <a:avLst/>
                      <a:gdLst/>
                      <a:ahLst/>
                      <a:cxnLst/>
                      <a:rect l="l" t="t" r="r" b="b"/>
                      <a:pathLst>
                        <a:path w="30003" h="26683" extrusionOk="0">
                          <a:moveTo>
                            <a:pt x="27146" y="2675"/>
                          </a:moveTo>
                          <a:cubicBezTo>
                            <a:pt x="25813" y="1437"/>
                            <a:pt x="24098" y="580"/>
                            <a:pt x="22003" y="199"/>
                          </a:cubicBezTo>
                          <a:cubicBezTo>
                            <a:pt x="14764" y="-1039"/>
                            <a:pt x="5715" y="3628"/>
                            <a:pt x="1810" y="10772"/>
                          </a:cubicBezTo>
                          <a:lnTo>
                            <a:pt x="0" y="9724"/>
                          </a:lnTo>
                          <a:lnTo>
                            <a:pt x="0" y="17344"/>
                          </a:lnTo>
                          <a:lnTo>
                            <a:pt x="0" y="17344"/>
                          </a:lnTo>
                          <a:cubicBezTo>
                            <a:pt x="0" y="21916"/>
                            <a:pt x="2857" y="25535"/>
                            <a:pt x="8001" y="26488"/>
                          </a:cubicBezTo>
                          <a:cubicBezTo>
                            <a:pt x="15335" y="27726"/>
                            <a:pt x="24384" y="22964"/>
                            <a:pt x="28289" y="15725"/>
                          </a:cubicBezTo>
                          <a:cubicBezTo>
                            <a:pt x="29432" y="13534"/>
                            <a:pt x="30004" y="11343"/>
                            <a:pt x="30004" y="9343"/>
                          </a:cubicBezTo>
                          <a:lnTo>
                            <a:pt x="30004" y="9343"/>
                          </a:lnTo>
                          <a:lnTo>
                            <a:pt x="30004" y="1818"/>
                          </a:lnTo>
                          <a:lnTo>
                            <a:pt x="27242" y="267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2" name="Google Shape;6275;p64">
                      <a:extLst>
                        <a:ext uri="{FF2B5EF4-FFF2-40B4-BE49-F238E27FC236}">
                          <a16:creationId xmlns:a16="http://schemas.microsoft.com/office/drawing/2014/main" id="{BDF31571-AA81-C567-F6BC-B6D267F7375A}"/>
                        </a:ext>
                      </a:extLst>
                    </p:cNvPr>
                    <p:cNvSpPr/>
                    <p:nvPr/>
                  </p:nvSpPr>
                  <p:spPr>
                    <a:xfrm>
                      <a:off x="4020949" y="2829201"/>
                      <a:ext cx="29992" cy="26609"/>
                    </a:xfrm>
                    <a:custGeom>
                      <a:avLst/>
                      <a:gdLst/>
                      <a:ahLst/>
                      <a:cxnLst/>
                      <a:rect l="l" t="t" r="r" b="b"/>
                      <a:pathLst>
                        <a:path w="29992" h="26609" extrusionOk="0">
                          <a:moveTo>
                            <a:pt x="28283" y="15651"/>
                          </a:moveTo>
                          <a:cubicBezTo>
                            <a:pt x="24378" y="22890"/>
                            <a:pt x="15330" y="27652"/>
                            <a:pt x="7995" y="26414"/>
                          </a:cubicBezTo>
                          <a:cubicBezTo>
                            <a:pt x="661" y="25081"/>
                            <a:pt x="-2101" y="18223"/>
                            <a:pt x="1709" y="10984"/>
                          </a:cubicBezTo>
                          <a:cubicBezTo>
                            <a:pt x="5614" y="3745"/>
                            <a:pt x="14663" y="-1113"/>
                            <a:pt x="21997" y="220"/>
                          </a:cubicBezTo>
                          <a:cubicBezTo>
                            <a:pt x="29331" y="1459"/>
                            <a:pt x="32094" y="8507"/>
                            <a:pt x="28283" y="1565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3" name="Google Shape;6276;p64">
                      <a:extLst>
                        <a:ext uri="{FF2B5EF4-FFF2-40B4-BE49-F238E27FC236}">
                          <a16:creationId xmlns:a16="http://schemas.microsoft.com/office/drawing/2014/main" id="{1A1C7793-A4D1-259A-918C-A9FABB5A8712}"/>
                        </a:ext>
                      </a:extLst>
                    </p:cNvPr>
                    <p:cNvSpPr/>
                    <p:nvPr/>
                  </p:nvSpPr>
                  <p:spPr>
                    <a:xfrm>
                      <a:off x="4020949" y="2829201"/>
                      <a:ext cx="21996" cy="26414"/>
                    </a:xfrm>
                    <a:custGeom>
                      <a:avLst/>
                      <a:gdLst/>
                      <a:ahLst/>
                      <a:cxnLst/>
                      <a:rect l="l" t="t" r="r" b="b"/>
                      <a:pathLst>
                        <a:path w="21996" h="26414" extrusionOk="0">
                          <a:moveTo>
                            <a:pt x="3042" y="10507"/>
                          </a:moveTo>
                          <a:cubicBezTo>
                            <a:pt x="-4768" y="23557"/>
                            <a:pt x="7995" y="26414"/>
                            <a:pt x="7995" y="26414"/>
                          </a:cubicBezTo>
                          <a:cubicBezTo>
                            <a:pt x="661" y="25081"/>
                            <a:pt x="-2101" y="18223"/>
                            <a:pt x="1709" y="10984"/>
                          </a:cubicBezTo>
                          <a:cubicBezTo>
                            <a:pt x="5614" y="3745"/>
                            <a:pt x="14663" y="-1113"/>
                            <a:pt x="21997" y="220"/>
                          </a:cubicBezTo>
                          <a:cubicBezTo>
                            <a:pt x="21997" y="220"/>
                            <a:pt x="9996" y="-1113"/>
                            <a:pt x="3042" y="10603"/>
                          </a:cubicBezTo>
                          <a:close/>
                        </a:path>
                      </a:pathLst>
                    </a:custGeom>
                    <a:solidFill>
                      <a:srgbClr val="9E5E2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03" name="Google Shape;6277;p64">
                    <a:extLst>
                      <a:ext uri="{FF2B5EF4-FFF2-40B4-BE49-F238E27FC236}">
                        <a16:creationId xmlns:a16="http://schemas.microsoft.com/office/drawing/2014/main" id="{083BC87D-EE28-14EE-0D35-E0AEF32D8950}"/>
                      </a:ext>
                    </a:extLst>
                  </p:cNvPr>
                  <p:cNvGrpSpPr/>
                  <p:nvPr/>
                </p:nvGrpSpPr>
                <p:grpSpPr>
                  <a:xfrm>
                    <a:off x="3981893" y="2851686"/>
                    <a:ext cx="46193" cy="25022"/>
                    <a:chOff x="3981893" y="2851686"/>
                    <a:chExt cx="46193" cy="25022"/>
                  </a:xfrm>
                </p:grpSpPr>
                <p:sp>
                  <p:nvSpPr>
                    <p:cNvPr id="3308" name="Google Shape;6278;p64">
                      <a:extLst>
                        <a:ext uri="{FF2B5EF4-FFF2-40B4-BE49-F238E27FC236}">
                          <a16:creationId xmlns:a16="http://schemas.microsoft.com/office/drawing/2014/main" id="{8011020F-FD46-4AFA-055C-810347AC00A4}"/>
                        </a:ext>
                      </a:extLst>
                    </p:cNvPr>
                    <p:cNvSpPr/>
                    <p:nvPr/>
                  </p:nvSpPr>
                  <p:spPr>
                    <a:xfrm>
                      <a:off x="3981986" y="2857711"/>
                      <a:ext cx="46100" cy="18997"/>
                    </a:xfrm>
                    <a:custGeom>
                      <a:avLst/>
                      <a:gdLst/>
                      <a:ahLst/>
                      <a:cxnLst/>
                      <a:rect l="l" t="t" r="r" b="b"/>
                      <a:pathLst>
                        <a:path w="46100" h="18997" extrusionOk="0">
                          <a:moveTo>
                            <a:pt x="46006" y="0"/>
                          </a:moveTo>
                          <a:lnTo>
                            <a:pt x="35433" y="2096"/>
                          </a:lnTo>
                          <a:cubicBezTo>
                            <a:pt x="30671" y="1524"/>
                            <a:pt x="24860" y="1715"/>
                            <a:pt x="18860" y="2762"/>
                          </a:cubicBezTo>
                          <a:cubicBezTo>
                            <a:pt x="13526" y="3715"/>
                            <a:pt x="8954" y="5239"/>
                            <a:pt x="5620" y="6953"/>
                          </a:cubicBezTo>
                          <a:lnTo>
                            <a:pt x="0" y="5334"/>
                          </a:lnTo>
                          <a:lnTo>
                            <a:pt x="0" y="13049"/>
                          </a:lnTo>
                          <a:lnTo>
                            <a:pt x="0" y="13049"/>
                          </a:lnTo>
                          <a:cubicBezTo>
                            <a:pt x="0" y="13049"/>
                            <a:pt x="95" y="14002"/>
                            <a:pt x="381" y="14383"/>
                          </a:cubicBezTo>
                          <a:cubicBezTo>
                            <a:pt x="2667" y="18669"/>
                            <a:pt x="14669" y="20193"/>
                            <a:pt x="27146" y="18002"/>
                          </a:cubicBezTo>
                          <a:cubicBezTo>
                            <a:pt x="38291" y="16002"/>
                            <a:pt x="46101" y="11621"/>
                            <a:pt x="46101" y="7715"/>
                          </a:cubicBezTo>
                          <a:lnTo>
                            <a:pt x="46101" y="7715"/>
                          </a:lnTo>
                          <a:lnTo>
                            <a:pt x="4610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9" name="Google Shape;6279;p64">
                      <a:extLst>
                        <a:ext uri="{FF2B5EF4-FFF2-40B4-BE49-F238E27FC236}">
                          <a16:creationId xmlns:a16="http://schemas.microsoft.com/office/drawing/2014/main" id="{E5A263BC-3329-A260-C46A-F3F53D27778D}"/>
                        </a:ext>
                      </a:extLst>
                    </p:cNvPr>
                    <p:cNvSpPr/>
                    <p:nvPr/>
                  </p:nvSpPr>
                  <p:spPr>
                    <a:xfrm>
                      <a:off x="3981893" y="2851686"/>
                      <a:ext cx="46093" cy="17288"/>
                    </a:xfrm>
                    <a:custGeom>
                      <a:avLst/>
                      <a:gdLst/>
                      <a:ahLst/>
                      <a:cxnLst/>
                      <a:rect l="l" t="t" r="r" b="b"/>
                      <a:pathLst>
                        <a:path w="46093" h="17288" extrusionOk="0">
                          <a:moveTo>
                            <a:pt x="27144" y="16312"/>
                          </a:moveTo>
                          <a:cubicBezTo>
                            <a:pt x="39622" y="14026"/>
                            <a:pt x="48004" y="8882"/>
                            <a:pt x="45718" y="4596"/>
                          </a:cubicBezTo>
                          <a:cubicBezTo>
                            <a:pt x="43432" y="405"/>
                            <a:pt x="31431" y="-1214"/>
                            <a:pt x="18953" y="976"/>
                          </a:cubicBezTo>
                          <a:cubicBezTo>
                            <a:pt x="6380" y="3167"/>
                            <a:pt x="-1907" y="8406"/>
                            <a:pt x="379" y="12692"/>
                          </a:cubicBezTo>
                          <a:cubicBezTo>
                            <a:pt x="2665" y="16883"/>
                            <a:pt x="14667" y="18502"/>
                            <a:pt x="27144" y="1631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0" name="Google Shape;6280;p64">
                      <a:extLst>
                        <a:ext uri="{FF2B5EF4-FFF2-40B4-BE49-F238E27FC236}">
                          <a16:creationId xmlns:a16="http://schemas.microsoft.com/office/drawing/2014/main" id="{AA6DB0BC-F17E-9C28-F28A-1A9869311E80}"/>
                        </a:ext>
                      </a:extLst>
                    </p:cNvPr>
                    <p:cNvSpPr/>
                    <p:nvPr/>
                  </p:nvSpPr>
                  <p:spPr>
                    <a:xfrm>
                      <a:off x="3981893" y="2851686"/>
                      <a:ext cx="45718" cy="12692"/>
                    </a:xfrm>
                    <a:custGeom>
                      <a:avLst/>
                      <a:gdLst/>
                      <a:ahLst/>
                      <a:cxnLst/>
                      <a:rect l="l" t="t" r="r" b="b"/>
                      <a:pathLst>
                        <a:path w="45718" h="12692" extrusionOk="0">
                          <a:moveTo>
                            <a:pt x="19334" y="1643"/>
                          </a:moveTo>
                          <a:cubicBezTo>
                            <a:pt x="40098" y="-2262"/>
                            <a:pt x="45718" y="4596"/>
                            <a:pt x="45718" y="4596"/>
                          </a:cubicBezTo>
                          <a:cubicBezTo>
                            <a:pt x="43432" y="405"/>
                            <a:pt x="31431" y="-1214"/>
                            <a:pt x="18953" y="976"/>
                          </a:cubicBezTo>
                          <a:cubicBezTo>
                            <a:pt x="6380" y="3167"/>
                            <a:pt x="-1907" y="8406"/>
                            <a:pt x="379" y="12692"/>
                          </a:cubicBezTo>
                          <a:cubicBezTo>
                            <a:pt x="379" y="12692"/>
                            <a:pt x="-2383" y="5739"/>
                            <a:pt x="19429" y="1643"/>
                          </a:cubicBezTo>
                          <a:close/>
                        </a:path>
                      </a:pathLst>
                    </a:custGeom>
                    <a:solidFill>
                      <a:srgbClr val="9E5E2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04" name="Google Shape;6281;p64">
                    <a:extLst>
                      <a:ext uri="{FF2B5EF4-FFF2-40B4-BE49-F238E27FC236}">
                        <a16:creationId xmlns:a16="http://schemas.microsoft.com/office/drawing/2014/main" id="{A5B5E7DB-559B-3036-208C-54DBCD6BB7A6}"/>
                      </a:ext>
                    </a:extLst>
                  </p:cNvPr>
                  <p:cNvGrpSpPr/>
                  <p:nvPr/>
                </p:nvGrpSpPr>
                <p:grpSpPr>
                  <a:xfrm>
                    <a:off x="4027135" y="2855308"/>
                    <a:ext cx="38861" cy="30046"/>
                    <a:chOff x="4027135" y="2855308"/>
                    <a:chExt cx="38861" cy="30046"/>
                  </a:xfrm>
                </p:grpSpPr>
                <p:sp>
                  <p:nvSpPr>
                    <p:cNvPr id="3305" name="Google Shape;6282;p64">
                      <a:extLst>
                        <a:ext uri="{FF2B5EF4-FFF2-40B4-BE49-F238E27FC236}">
                          <a16:creationId xmlns:a16="http://schemas.microsoft.com/office/drawing/2014/main" id="{37F5D00C-688A-E183-8ECD-E423F4753C92}"/>
                        </a:ext>
                      </a:extLst>
                    </p:cNvPr>
                    <p:cNvSpPr/>
                    <p:nvPr/>
                  </p:nvSpPr>
                  <p:spPr>
                    <a:xfrm>
                      <a:off x="4027135" y="2861045"/>
                      <a:ext cx="38861" cy="24309"/>
                    </a:xfrm>
                    <a:custGeom>
                      <a:avLst/>
                      <a:gdLst/>
                      <a:ahLst/>
                      <a:cxnLst/>
                      <a:rect l="l" t="t" r="r" b="b"/>
                      <a:pathLst>
                        <a:path w="38861" h="24309" extrusionOk="0">
                          <a:moveTo>
                            <a:pt x="38862" y="11525"/>
                          </a:moveTo>
                          <a:lnTo>
                            <a:pt x="32480" y="9620"/>
                          </a:lnTo>
                          <a:cubicBezTo>
                            <a:pt x="31528" y="8858"/>
                            <a:pt x="30384" y="8192"/>
                            <a:pt x="29242" y="7429"/>
                          </a:cubicBezTo>
                          <a:cubicBezTo>
                            <a:pt x="22003" y="3238"/>
                            <a:pt x="13144" y="1238"/>
                            <a:pt x="6953" y="2096"/>
                          </a:cubicBezTo>
                          <a:lnTo>
                            <a:pt x="0" y="0"/>
                          </a:lnTo>
                          <a:lnTo>
                            <a:pt x="0" y="7239"/>
                          </a:lnTo>
                          <a:cubicBezTo>
                            <a:pt x="0" y="7239"/>
                            <a:pt x="0" y="7620"/>
                            <a:pt x="0" y="7906"/>
                          </a:cubicBezTo>
                          <a:lnTo>
                            <a:pt x="0" y="7906"/>
                          </a:lnTo>
                          <a:cubicBezTo>
                            <a:pt x="190" y="11239"/>
                            <a:pt x="3619" y="15335"/>
                            <a:pt x="9620" y="18764"/>
                          </a:cubicBezTo>
                          <a:cubicBezTo>
                            <a:pt x="18859" y="24098"/>
                            <a:pt x="30766" y="25908"/>
                            <a:pt x="36195" y="22765"/>
                          </a:cubicBezTo>
                          <a:cubicBezTo>
                            <a:pt x="37909" y="21812"/>
                            <a:pt x="38767" y="20479"/>
                            <a:pt x="38862" y="18955"/>
                          </a:cubicBezTo>
                          <a:lnTo>
                            <a:pt x="38862" y="18955"/>
                          </a:lnTo>
                          <a:lnTo>
                            <a:pt x="38862" y="1143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6" name="Google Shape;6283;p64">
                      <a:extLst>
                        <a:ext uri="{FF2B5EF4-FFF2-40B4-BE49-F238E27FC236}">
                          <a16:creationId xmlns:a16="http://schemas.microsoft.com/office/drawing/2014/main" id="{F67871A8-D8C7-0672-5BE6-92E614731B15}"/>
                        </a:ext>
                      </a:extLst>
                    </p:cNvPr>
                    <p:cNvSpPr/>
                    <p:nvPr/>
                  </p:nvSpPr>
                  <p:spPr>
                    <a:xfrm>
                      <a:off x="4027139" y="2855308"/>
                      <a:ext cx="38854" cy="22422"/>
                    </a:xfrm>
                    <a:custGeom>
                      <a:avLst/>
                      <a:gdLst/>
                      <a:ahLst/>
                      <a:cxnLst/>
                      <a:rect l="l" t="t" r="r" b="b"/>
                      <a:pathLst>
                        <a:path w="38854" h="22422" extrusionOk="0">
                          <a:moveTo>
                            <a:pt x="9617" y="16880"/>
                          </a:moveTo>
                          <a:cubicBezTo>
                            <a:pt x="377" y="11546"/>
                            <a:pt x="-2766" y="4688"/>
                            <a:pt x="2664" y="1545"/>
                          </a:cubicBezTo>
                          <a:cubicBezTo>
                            <a:pt x="8093" y="-1598"/>
                            <a:pt x="19999" y="212"/>
                            <a:pt x="29238" y="5546"/>
                          </a:cubicBezTo>
                          <a:cubicBezTo>
                            <a:pt x="38477" y="10880"/>
                            <a:pt x="41621" y="17833"/>
                            <a:pt x="36191" y="20881"/>
                          </a:cubicBezTo>
                          <a:cubicBezTo>
                            <a:pt x="30762" y="24024"/>
                            <a:pt x="18856" y="22214"/>
                            <a:pt x="9617" y="1678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7" name="Google Shape;6284;p64">
                      <a:extLst>
                        <a:ext uri="{FF2B5EF4-FFF2-40B4-BE49-F238E27FC236}">
                          <a16:creationId xmlns:a16="http://schemas.microsoft.com/office/drawing/2014/main" id="{0562C8F3-35EE-5C41-2B6B-C2EA7CE36348}"/>
                        </a:ext>
                      </a:extLst>
                    </p:cNvPr>
                    <p:cNvSpPr/>
                    <p:nvPr/>
                  </p:nvSpPr>
                  <p:spPr>
                    <a:xfrm>
                      <a:off x="4027139" y="2855308"/>
                      <a:ext cx="29238" cy="16880"/>
                    </a:xfrm>
                    <a:custGeom>
                      <a:avLst/>
                      <a:gdLst/>
                      <a:ahLst/>
                      <a:cxnLst/>
                      <a:rect l="l" t="t" r="r" b="b"/>
                      <a:pathLst>
                        <a:path w="29238" h="16880" extrusionOk="0">
                          <a:moveTo>
                            <a:pt x="9617" y="16880"/>
                          </a:moveTo>
                          <a:cubicBezTo>
                            <a:pt x="377" y="11546"/>
                            <a:pt x="-2766" y="4688"/>
                            <a:pt x="2664" y="1545"/>
                          </a:cubicBezTo>
                          <a:cubicBezTo>
                            <a:pt x="8093" y="-1598"/>
                            <a:pt x="19999" y="212"/>
                            <a:pt x="29238" y="5546"/>
                          </a:cubicBezTo>
                          <a:cubicBezTo>
                            <a:pt x="29238" y="5546"/>
                            <a:pt x="11903" y="-3313"/>
                            <a:pt x="2949" y="2021"/>
                          </a:cubicBezTo>
                          <a:cubicBezTo>
                            <a:pt x="-5338" y="6879"/>
                            <a:pt x="9617" y="16785"/>
                            <a:pt x="9617" y="16785"/>
                          </a:cubicBezTo>
                          <a:close/>
                        </a:path>
                      </a:pathLst>
                    </a:custGeom>
                    <a:solidFill>
                      <a:srgbClr val="9E5E2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grpSp>
          <p:nvGrpSpPr>
            <p:cNvPr id="3231" name="Google Shape;6285;p64">
              <a:extLst>
                <a:ext uri="{FF2B5EF4-FFF2-40B4-BE49-F238E27FC236}">
                  <a16:creationId xmlns:a16="http://schemas.microsoft.com/office/drawing/2014/main" id="{5C102698-0404-4F79-E333-72DDD4CBDB08}"/>
                </a:ext>
              </a:extLst>
            </p:cNvPr>
            <p:cNvGrpSpPr/>
            <p:nvPr/>
          </p:nvGrpSpPr>
          <p:grpSpPr>
            <a:xfrm>
              <a:off x="3904358" y="2583772"/>
              <a:ext cx="244601" cy="226670"/>
              <a:chOff x="3904358" y="2583772"/>
              <a:chExt cx="244601" cy="226670"/>
            </a:xfrm>
          </p:grpSpPr>
          <p:grpSp>
            <p:nvGrpSpPr>
              <p:cNvPr id="3257" name="Google Shape;6286;p64">
                <a:extLst>
                  <a:ext uri="{FF2B5EF4-FFF2-40B4-BE49-F238E27FC236}">
                    <a16:creationId xmlns:a16="http://schemas.microsoft.com/office/drawing/2014/main" id="{DB4D3D4C-4B3F-DC77-030A-E70D43C49CF3}"/>
                  </a:ext>
                </a:extLst>
              </p:cNvPr>
              <p:cNvGrpSpPr/>
              <p:nvPr/>
            </p:nvGrpSpPr>
            <p:grpSpPr>
              <a:xfrm>
                <a:off x="3941708" y="2714550"/>
                <a:ext cx="46088" cy="95892"/>
                <a:chOff x="3941708" y="2714550"/>
                <a:chExt cx="46088" cy="95892"/>
              </a:xfrm>
            </p:grpSpPr>
            <p:grpSp>
              <p:nvGrpSpPr>
                <p:cNvPr id="3270" name="Google Shape;6287;p64">
                  <a:extLst>
                    <a:ext uri="{FF2B5EF4-FFF2-40B4-BE49-F238E27FC236}">
                      <a16:creationId xmlns:a16="http://schemas.microsoft.com/office/drawing/2014/main" id="{8B5B86D6-F9DE-B7CD-9B4A-AF2E4B9A4781}"/>
                    </a:ext>
                  </a:extLst>
                </p:cNvPr>
                <p:cNvGrpSpPr/>
                <p:nvPr/>
              </p:nvGrpSpPr>
              <p:grpSpPr>
                <a:xfrm>
                  <a:off x="3960746" y="2790702"/>
                  <a:ext cx="8191" cy="19740"/>
                  <a:chOff x="3960746" y="2790702"/>
                  <a:chExt cx="8191" cy="19740"/>
                </a:xfrm>
              </p:grpSpPr>
              <p:sp>
                <p:nvSpPr>
                  <p:cNvPr id="3292" name="Google Shape;6288;p64">
                    <a:extLst>
                      <a:ext uri="{FF2B5EF4-FFF2-40B4-BE49-F238E27FC236}">
                        <a16:creationId xmlns:a16="http://schemas.microsoft.com/office/drawing/2014/main" id="{DD2FD9F7-C827-09A4-FA3A-E9BBF5DE7338}"/>
                      </a:ext>
                    </a:extLst>
                  </p:cNvPr>
                  <p:cNvSpPr/>
                  <p:nvPr/>
                </p:nvSpPr>
                <p:spPr>
                  <a:xfrm>
                    <a:off x="3962389" y="2805919"/>
                    <a:ext cx="4428" cy="2524"/>
                  </a:xfrm>
                  <a:custGeom>
                    <a:avLst/>
                    <a:gdLst/>
                    <a:ahLst/>
                    <a:cxnLst/>
                    <a:rect l="l" t="t" r="r" b="b"/>
                    <a:pathLst>
                      <a:path w="4428" h="2524" extrusionOk="0">
                        <a:moveTo>
                          <a:pt x="643" y="2167"/>
                        </a:moveTo>
                        <a:cubicBezTo>
                          <a:pt x="1500" y="2643"/>
                          <a:pt x="2929" y="2643"/>
                          <a:pt x="3786" y="2167"/>
                        </a:cubicBezTo>
                        <a:cubicBezTo>
                          <a:pt x="4643" y="1691"/>
                          <a:pt x="4643" y="833"/>
                          <a:pt x="3786" y="357"/>
                        </a:cubicBezTo>
                        <a:cubicBezTo>
                          <a:pt x="2929" y="-119"/>
                          <a:pt x="1500" y="-119"/>
                          <a:pt x="643" y="357"/>
                        </a:cubicBezTo>
                        <a:cubicBezTo>
                          <a:pt x="-214" y="833"/>
                          <a:pt x="-214" y="1691"/>
                          <a:pt x="643" y="2167"/>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3" name="Google Shape;6289;p64">
                    <a:extLst>
                      <a:ext uri="{FF2B5EF4-FFF2-40B4-BE49-F238E27FC236}">
                        <a16:creationId xmlns:a16="http://schemas.microsoft.com/office/drawing/2014/main" id="{D3B3D3E4-2577-F88D-A11E-E53F822527E2}"/>
                      </a:ext>
                    </a:extLst>
                  </p:cNvPr>
                  <p:cNvSpPr/>
                  <p:nvPr/>
                </p:nvSpPr>
                <p:spPr>
                  <a:xfrm>
                    <a:off x="3960841" y="2793036"/>
                    <a:ext cx="8096" cy="17406"/>
                  </a:xfrm>
                  <a:custGeom>
                    <a:avLst/>
                    <a:gdLst/>
                    <a:ahLst/>
                    <a:cxnLst/>
                    <a:rect l="l" t="t" r="r" b="b"/>
                    <a:pathLst>
                      <a:path w="8096" h="17406" extrusionOk="0">
                        <a:moveTo>
                          <a:pt x="8001" y="0"/>
                        </a:moveTo>
                        <a:lnTo>
                          <a:pt x="8001" y="15145"/>
                        </a:lnTo>
                        <a:lnTo>
                          <a:pt x="8001" y="15145"/>
                        </a:lnTo>
                        <a:cubicBezTo>
                          <a:pt x="8001" y="15716"/>
                          <a:pt x="7620" y="16288"/>
                          <a:pt x="6858" y="16764"/>
                        </a:cubicBezTo>
                        <a:cubicBezTo>
                          <a:pt x="5334" y="17621"/>
                          <a:pt x="2762" y="17621"/>
                          <a:pt x="1143" y="16764"/>
                        </a:cubicBezTo>
                        <a:cubicBezTo>
                          <a:pt x="381" y="16288"/>
                          <a:pt x="0" y="15716"/>
                          <a:pt x="0" y="15145"/>
                        </a:cubicBezTo>
                        <a:lnTo>
                          <a:pt x="0" y="0"/>
                        </a:lnTo>
                        <a:lnTo>
                          <a:pt x="8096"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4" name="Google Shape;6290;p64">
                    <a:extLst>
                      <a:ext uri="{FF2B5EF4-FFF2-40B4-BE49-F238E27FC236}">
                        <a16:creationId xmlns:a16="http://schemas.microsoft.com/office/drawing/2014/main" id="{0AC65FDC-CD8A-8F39-BD82-B217ACCA6AFA}"/>
                      </a:ext>
                    </a:extLst>
                  </p:cNvPr>
                  <p:cNvSpPr/>
                  <p:nvPr/>
                </p:nvSpPr>
                <p:spPr>
                  <a:xfrm>
                    <a:off x="3960746" y="2790702"/>
                    <a:ext cx="8072" cy="4595"/>
                  </a:xfrm>
                  <a:custGeom>
                    <a:avLst/>
                    <a:gdLst/>
                    <a:ahLst/>
                    <a:cxnLst/>
                    <a:rect l="l" t="t" r="r" b="b"/>
                    <a:pathLst>
                      <a:path w="8072" h="4595" extrusionOk="0">
                        <a:moveTo>
                          <a:pt x="1143" y="3953"/>
                        </a:moveTo>
                        <a:cubicBezTo>
                          <a:pt x="2762" y="4810"/>
                          <a:pt x="5334" y="4810"/>
                          <a:pt x="6858" y="3953"/>
                        </a:cubicBezTo>
                        <a:cubicBezTo>
                          <a:pt x="8477" y="3000"/>
                          <a:pt x="8477" y="1572"/>
                          <a:pt x="6858" y="714"/>
                        </a:cubicBezTo>
                        <a:cubicBezTo>
                          <a:pt x="5334" y="-238"/>
                          <a:pt x="2762" y="-238"/>
                          <a:pt x="1143" y="714"/>
                        </a:cubicBezTo>
                        <a:cubicBezTo>
                          <a:pt x="-381" y="1572"/>
                          <a:pt x="-381" y="3096"/>
                          <a:pt x="1143" y="3953"/>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71" name="Google Shape;6291;p64">
                  <a:extLst>
                    <a:ext uri="{FF2B5EF4-FFF2-40B4-BE49-F238E27FC236}">
                      <a16:creationId xmlns:a16="http://schemas.microsoft.com/office/drawing/2014/main" id="{13D5A0CE-CB17-B782-533C-25003434D939}"/>
                    </a:ext>
                  </a:extLst>
                </p:cNvPr>
                <p:cNvGrpSpPr/>
                <p:nvPr/>
              </p:nvGrpSpPr>
              <p:grpSpPr>
                <a:xfrm>
                  <a:off x="3953030" y="2782273"/>
                  <a:ext cx="23622" cy="17144"/>
                  <a:chOff x="3953030" y="2782273"/>
                  <a:chExt cx="23622" cy="17144"/>
                </a:xfrm>
              </p:grpSpPr>
              <p:sp>
                <p:nvSpPr>
                  <p:cNvPr id="3290" name="Google Shape;6292;p64">
                    <a:extLst>
                      <a:ext uri="{FF2B5EF4-FFF2-40B4-BE49-F238E27FC236}">
                        <a16:creationId xmlns:a16="http://schemas.microsoft.com/office/drawing/2014/main" id="{364BA211-172D-ADA7-7C8B-C2D065203562}"/>
                      </a:ext>
                    </a:extLst>
                  </p:cNvPr>
                  <p:cNvSpPr/>
                  <p:nvPr/>
                </p:nvSpPr>
                <p:spPr>
                  <a:xfrm>
                    <a:off x="3953031" y="2789131"/>
                    <a:ext cx="23621" cy="10286"/>
                  </a:xfrm>
                  <a:custGeom>
                    <a:avLst/>
                    <a:gdLst/>
                    <a:ahLst/>
                    <a:cxnLst/>
                    <a:rect l="l" t="t" r="r" b="b"/>
                    <a:pathLst>
                      <a:path w="23621" h="10286" extrusionOk="0">
                        <a:moveTo>
                          <a:pt x="23526" y="0"/>
                        </a:moveTo>
                        <a:lnTo>
                          <a:pt x="23526" y="3429"/>
                        </a:lnTo>
                        <a:lnTo>
                          <a:pt x="23526" y="3429"/>
                        </a:lnTo>
                        <a:cubicBezTo>
                          <a:pt x="23526" y="5239"/>
                          <a:pt x="22384" y="6858"/>
                          <a:pt x="20098" y="8287"/>
                        </a:cubicBezTo>
                        <a:cubicBezTo>
                          <a:pt x="15526" y="10954"/>
                          <a:pt x="8001" y="10954"/>
                          <a:pt x="3429" y="8287"/>
                        </a:cubicBezTo>
                        <a:cubicBezTo>
                          <a:pt x="1143" y="6953"/>
                          <a:pt x="0" y="5239"/>
                          <a:pt x="0" y="3429"/>
                        </a:cubicBezTo>
                        <a:lnTo>
                          <a:pt x="0" y="0"/>
                        </a:lnTo>
                        <a:lnTo>
                          <a:pt x="23622"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1" name="Google Shape;6293;p64">
                    <a:extLst>
                      <a:ext uri="{FF2B5EF4-FFF2-40B4-BE49-F238E27FC236}">
                        <a16:creationId xmlns:a16="http://schemas.microsoft.com/office/drawing/2014/main" id="{B541980E-C5DF-AA58-F4DC-1995F1BD3B6D}"/>
                      </a:ext>
                    </a:extLst>
                  </p:cNvPr>
                  <p:cNvSpPr/>
                  <p:nvPr/>
                </p:nvSpPr>
                <p:spPr>
                  <a:xfrm>
                    <a:off x="3953030" y="2782273"/>
                    <a:ext cx="23526" cy="13620"/>
                  </a:xfrm>
                  <a:custGeom>
                    <a:avLst/>
                    <a:gdLst/>
                    <a:ahLst/>
                    <a:cxnLst/>
                    <a:rect l="l" t="t" r="r" b="b"/>
                    <a:pathLst>
                      <a:path w="23526" h="13620" extrusionOk="0">
                        <a:moveTo>
                          <a:pt x="3429" y="11621"/>
                        </a:moveTo>
                        <a:cubicBezTo>
                          <a:pt x="8001" y="14288"/>
                          <a:pt x="15526" y="14288"/>
                          <a:pt x="20098" y="11621"/>
                        </a:cubicBezTo>
                        <a:cubicBezTo>
                          <a:pt x="24670" y="8954"/>
                          <a:pt x="24670" y="4667"/>
                          <a:pt x="20098" y="2000"/>
                        </a:cubicBezTo>
                        <a:cubicBezTo>
                          <a:pt x="15526" y="-667"/>
                          <a:pt x="8001" y="-667"/>
                          <a:pt x="3429" y="2000"/>
                        </a:cubicBezTo>
                        <a:cubicBezTo>
                          <a:pt x="-1143" y="4667"/>
                          <a:pt x="-1143" y="8954"/>
                          <a:pt x="3429" y="1162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72" name="Google Shape;6294;p64">
                  <a:extLst>
                    <a:ext uri="{FF2B5EF4-FFF2-40B4-BE49-F238E27FC236}">
                      <a16:creationId xmlns:a16="http://schemas.microsoft.com/office/drawing/2014/main" id="{C7F3E947-90A6-1A2A-2DB7-553A64FD2C7D}"/>
                    </a:ext>
                  </a:extLst>
                </p:cNvPr>
                <p:cNvGrpSpPr/>
                <p:nvPr/>
              </p:nvGrpSpPr>
              <p:grpSpPr>
                <a:xfrm>
                  <a:off x="3956245" y="2764675"/>
                  <a:ext cx="17168" cy="28550"/>
                  <a:chOff x="3956245" y="2764675"/>
                  <a:chExt cx="17168" cy="28550"/>
                </a:xfrm>
              </p:grpSpPr>
              <p:sp>
                <p:nvSpPr>
                  <p:cNvPr id="3288" name="Google Shape;6295;p64">
                    <a:extLst>
                      <a:ext uri="{FF2B5EF4-FFF2-40B4-BE49-F238E27FC236}">
                        <a16:creationId xmlns:a16="http://schemas.microsoft.com/office/drawing/2014/main" id="{0B1BC7A9-D9FE-80DE-D8F8-EEC82DDEAB56}"/>
                      </a:ext>
                    </a:extLst>
                  </p:cNvPr>
                  <p:cNvSpPr/>
                  <p:nvPr/>
                </p:nvSpPr>
                <p:spPr>
                  <a:xfrm>
                    <a:off x="3956364" y="2769604"/>
                    <a:ext cx="17049" cy="23621"/>
                  </a:xfrm>
                  <a:custGeom>
                    <a:avLst/>
                    <a:gdLst/>
                    <a:ahLst/>
                    <a:cxnLst/>
                    <a:rect l="l" t="t" r="r" b="b"/>
                    <a:pathLst>
                      <a:path w="17049" h="23621" extrusionOk="0">
                        <a:moveTo>
                          <a:pt x="16954" y="0"/>
                        </a:moveTo>
                        <a:lnTo>
                          <a:pt x="16954" y="18764"/>
                        </a:lnTo>
                        <a:lnTo>
                          <a:pt x="16954" y="18764"/>
                        </a:lnTo>
                        <a:cubicBezTo>
                          <a:pt x="16954" y="20003"/>
                          <a:pt x="16097" y="21241"/>
                          <a:pt x="14478" y="22193"/>
                        </a:cubicBezTo>
                        <a:cubicBezTo>
                          <a:pt x="11144" y="24098"/>
                          <a:pt x="5715" y="24098"/>
                          <a:pt x="2477" y="22193"/>
                        </a:cubicBezTo>
                        <a:cubicBezTo>
                          <a:pt x="762" y="21241"/>
                          <a:pt x="0" y="19907"/>
                          <a:pt x="0" y="18764"/>
                        </a:cubicBezTo>
                        <a:lnTo>
                          <a:pt x="0" y="0"/>
                        </a:lnTo>
                        <a:lnTo>
                          <a:pt x="1705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9" name="Google Shape;6296;p64">
                    <a:extLst>
                      <a:ext uri="{FF2B5EF4-FFF2-40B4-BE49-F238E27FC236}">
                        <a16:creationId xmlns:a16="http://schemas.microsoft.com/office/drawing/2014/main" id="{5A251C0F-8D7C-D4A9-AD86-3C95505E766E}"/>
                      </a:ext>
                    </a:extLst>
                  </p:cNvPr>
                  <p:cNvSpPr/>
                  <p:nvPr/>
                </p:nvSpPr>
                <p:spPr>
                  <a:xfrm>
                    <a:off x="3956245" y="2764675"/>
                    <a:ext cx="17002" cy="9882"/>
                  </a:xfrm>
                  <a:custGeom>
                    <a:avLst/>
                    <a:gdLst/>
                    <a:ahLst/>
                    <a:cxnLst/>
                    <a:rect l="l" t="t" r="r" b="b"/>
                    <a:pathLst>
                      <a:path w="17002" h="9882" extrusionOk="0">
                        <a:moveTo>
                          <a:pt x="2500" y="8453"/>
                        </a:moveTo>
                        <a:cubicBezTo>
                          <a:pt x="5834" y="10358"/>
                          <a:pt x="11168" y="10358"/>
                          <a:pt x="14502" y="8453"/>
                        </a:cubicBezTo>
                        <a:cubicBezTo>
                          <a:pt x="17836" y="6548"/>
                          <a:pt x="17836" y="3405"/>
                          <a:pt x="14502" y="1500"/>
                        </a:cubicBezTo>
                        <a:cubicBezTo>
                          <a:pt x="11168" y="-500"/>
                          <a:pt x="5739" y="-500"/>
                          <a:pt x="2500" y="1500"/>
                        </a:cubicBezTo>
                        <a:cubicBezTo>
                          <a:pt x="-833" y="3405"/>
                          <a:pt x="-833" y="6548"/>
                          <a:pt x="2500" y="8453"/>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73" name="Google Shape;6297;p64">
                  <a:extLst>
                    <a:ext uri="{FF2B5EF4-FFF2-40B4-BE49-F238E27FC236}">
                      <a16:creationId xmlns:a16="http://schemas.microsoft.com/office/drawing/2014/main" id="{EF574666-D20A-C4F2-AD43-11C0864DB056}"/>
                    </a:ext>
                  </a:extLst>
                </p:cNvPr>
                <p:cNvGrpSpPr/>
                <p:nvPr/>
              </p:nvGrpSpPr>
              <p:grpSpPr>
                <a:xfrm>
                  <a:off x="3946458" y="2758055"/>
                  <a:ext cx="36480" cy="26147"/>
                  <a:chOff x="3946458" y="2758055"/>
                  <a:chExt cx="36480" cy="26147"/>
                </a:xfrm>
              </p:grpSpPr>
              <p:sp>
                <p:nvSpPr>
                  <p:cNvPr id="3286" name="Google Shape;6298;p64">
                    <a:extLst>
                      <a:ext uri="{FF2B5EF4-FFF2-40B4-BE49-F238E27FC236}">
                        <a16:creationId xmlns:a16="http://schemas.microsoft.com/office/drawing/2014/main" id="{8DDAB5C5-9F71-AB6B-AD51-DBADB5C7DAA2}"/>
                      </a:ext>
                    </a:extLst>
                  </p:cNvPr>
                  <p:cNvSpPr/>
                  <p:nvPr/>
                </p:nvSpPr>
                <p:spPr>
                  <a:xfrm>
                    <a:off x="3946458" y="2768462"/>
                    <a:ext cx="36480" cy="15740"/>
                  </a:xfrm>
                  <a:custGeom>
                    <a:avLst/>
                    <a:gdLst/>
                    <a:ahLst/>
                    <a:cxnLst/>
                    <a:rect l="l" t="t" r="r" b="b"/>
                    <a:pathLst>
                      <a:path w="36480" h="15740" extrusionOk="0">
                        <a:moveTo>
                          <a:pt x="36481" y="0"/>
                        </a:moveTo>
                        <a:lnTo>
                          <a:pt x="36481" y="5239"/>
                        </a:lnTo>
                        <a:lnTo>
                          <a:pt x="36385" y="5239"/>
                        </a:lnTo>
                        <a:cubicBezTo>
                          <a:pt x="36385" y="7906"/>
                          <a:pt x="34576" y="10573"/>
                          <a:pt x="31051" y="12668"/>
                        </a:cubicBezTo>
                        <a:cubicBezTo>
                          <a:pt x="24003" y="16764"/>
                          <a:pt x="12478" y="16764"/>
                          <a:pt x="5334" y="12668"/>
                        </a:cubicBezTo>
                        <a:cubicBezTo>
                          <a:pt x="1810" y="10573"/>
                          <a:pt x="0" y="7906"/>
                          <a:pt x="0" y="5239"/>
                        </a:cubicBezTo>
                        <a:lnTo>
                          <a:pt x="0" y="0"/>
                        </a:lnTo>
                        <a:lnTo>
                          <a:pt x="36385"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7" name="Google Shape;6299;p64">
                    <a:extLst>
                      <a:ext uri="{FF2B5EF4-FFF2-40B4-BE49-F238E27FC236}">
                        <a16:creationId xmlns:a16="http://schemas.microsoft.com/office/drawing/2014/main" id="{8ED8B41C-971E-BBB8-6779-9801DEAB73E1}"/>
                      </a:ext>
                    </a:extLst>
                  </p:cNvPr>
                  <p:cNvSpPr/>
                  <p:nvPr/>
                </p:nvSpPr>
                <p:spPr>
                  <a:xfrm>
                    <a:off x="3946565" y="2758055"/>
                    <a:ext cx="36326" cy="20907"/>
                  </a:xfrm>
                  <a:custGeom>
                    <a:avLst/>
                    <a:gdLst/>
                    <a:ahLst/>
                    <a:cxnLst/>
                    <a:rect l="l" t="t" r="r" b="b"/>
                    <a:pathLst>
                      <a:path w="36326" h="20907" extrusionOk="0">
                        <a:moveTo>
                          <a:pt x="5322" y="17836"/>
                        </a:moveTo>
                        <a:cubicBezTo>
                          <a:pt x="12371" y="21931"/>
                          <a:pt x="23896" y="21931"/>
                          <a:pt x="31040" y="17836"/>
                        </a:cubicBezTo>
                        <a:cubicBezTo>
                          <a:pt x="38088" y="13740"/>
                          <a:pt x="38088" y="7168"/>
                          <a:pt x="31040" y="3072"/>
                        </a:cubicBezTo>
                        <a:cubicBezTo>
                          <a:pt x="23991" y="-1024"/>
                          <a:pt x="12466" y="-1024"/>
                          <a:pt x="5322" y="3072"/>
                        </a:cubicBezTo>
                        <a:cubicBezTo>
                          <a:pt x="-1822" y="7168"/>
                          <a:pt x="-1726" y="13740"/>
                          <a:pt x="5322" y="1783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74" name="Google Shape;6300;p64">
                  <a:extLst>
                    <a:ext uri="{FF2B5EF4-FFF2-40B4-BE49-F238E27FC236}">
                      <a16:creationId xmlns:a16="http://schemas.microsoft.com/office/drawing/2014/main" id="{2BC1AF1C-858F-8EFA-6571-A1E57AF437F2}"/>
                    </a:ext>
                  </a:extLst>
                </p:cNvPr>
                <p:cNvGrpSpPr/>
                <p:nvPr/>
              </p:nvGrpSpPr>
              <p:grpSpPr>
                <a:xfrm>
                  <a:off x="3951030" y="2744173"/>
                  <a:ext cx="27527" cy="30861"/>
                  <a:chOff x="3951030" y="2744173"/>
                  <a:chExt cx="27527" cy="30861"/>
                </a:xfrm>
              </p:grpSpPr>
              <p:sp>
                <p:nvSpPr>
                  <p:cNvPr id="3284" name="Google Shape;6301;p64">
                    <a:extLst>
                      <a:ext uri="{FF2B5EF4-FFF2-40B4-BE49-F238E27FC236}">
                        <a16:creationId xmlns:a16="http://schemas.microsoft.com/office/drawing/2014/main" id="{5F2ACC73-7EE8-04FC-BAAE-C1BA1998A739}"/>
                      </a:ext>
                    </a:extLst>
                  </p:cNvPr>
                  <p:cNvSpPr/>
                  <p:nvPr/>
                </p:nvSpPr>
                <p:spPr>
                  <a:xfrm>
                    <a:off x="3951221" y="2752079"/>
                    <a:ext cx="27336" cy="22955"/>
                  </a:xfrm>
                  <a:custGeom>
                    <a:avLst/>
                    <a:gdLst/>
                    <a:ahLst/>
                    <a:cxnLst/>
                    <a:rect l="l" t="t" r="r" b="b"/>
                    <a:pathLst>
                      <a:path w="27336" h="22955" extrusionOk="0">
                        <a:moveTo>
                          <a:pt x="27241" y="0"/>
                        </a:moveTo>
                        <a:lnTo>
                          <a:pt x="27241" y="15145"/>
                        </a:lnTo>
                        <a:lnTo>
                          <a:pt x="27241" y="15145"/>
                        </a:lnTo>
                        <a:cubicBezTo>
                          <a:pt x="27241" y="17145"/>
                          <a:pt x="25908" y="19145"/>
                          <a:pt x="23241" y="20669"/>
                        </a:cubicBezTo>
                        <a:cubicBezTo>
                          <a:pt x="17907" y="23717"/>
                          <a:pt x="9334" y="23717"/>
                          <a:pt x="4000" y="20669"/>
                        </a:cubicBezTo>
                        <a:cubicBezTo>
                          <a:pt x="1333" y="19145"/>
                          <a:pt x="0" y="17145"/>
                          <a:pt x="0" y="15145"/>
                        </a:cubicBezTo>
                        <a:lnTo>
                          <a:pt x="0" y="0"/>
                        </a:lnTo>
                        <a:lnTo>
                          <a:pt x="2733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5" name="Google Shape;6302;p64">
                    <a:extLst>
                      <a:ext uri="{FF2B5EF4-FFF2-40B4-BE49-F238E27FC236}">
                        <a16:creationId xmlns:a16="http://schemas.microsoft.com/office/drawing/2014/main" id="{2D2C8FC1-41CF-23B1-610A-B269B805E0D0}"/>
                      </a:ext>
                    </a:extLst>
                  </p:cNvPr>
                  <p:cNvSpPr/>
                  <p:nvPr/>
                </p:nvSpPr>
                <p:spPr>
                  <a:xfrm>
                    <a:off x="3951030" y="2744173"/>
                    <a:ext cx="27241" cy="15716"/>
                  </a:xfrm>
                  <a:custGeom>
                    <a:avLst/>
                    <a:gdLst/>
                    <a:ahLst/>
                    <a:cxnLst/>
                    <a:rect l="l" t="t" r="r" b="b"/>
                    <a:pathLst>
                      <a:path w="27241" h="15716" extrusionOk="0">
                        <a:moveTo>
                          <a:pt x="4000" y="13430"/>
                        </a:moveTo>
                        <a:cubicBezTo>
                          <a:pt x="9334" y="16478"/>
                          <a:pt x="18002" y="16478"/>
                          <a:pt x="23241" y="13430"/>
                        </a:cubicBezTo>
                        <a:cubicBezTo>
                          <a:pt x="28575" y="10287"/>
                          <a:pt x="28575" y="5334"/>
                          <a:pt x="23241" y="2286"/>
                        </a:cubicBezTo>
                        <a:cubicBezTo>
                          <a:pt x="17907" y="-762"/>
                          <a:pt x="9334" y="-762"/>
                          <a:pt x="4000" y="2286"/>
                        </a:cubicBezTo>
                        <a:cubicBezTo>
                          <a:pt x="-1333" y="5334"/>
                          <a:pt x="-1333" y="10382"/>
                          <a:pt x="4000" y="13430"/>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75" name="Google Shape;6303;p64">
                  <a:extLst>
                    <a:ext uri="{FF2B5EF4-FFF2-40B4-BE49-F238E27FC236}">
                      <a16:creationId xmlns:a16="http://schemas.microsoft.com/office/drawing/2014/main" id="{66CF695B-8956-D6EF-96B8-C6A7AD698E9C}"/>
                    </a:ext>
                  </a:extLst>
                </p:cNvPr>
                <p:cNvGrpSpPr/>
                <p:nvPr/>
              </p:nvGrpSpPr>
              <p:grpSpPr>
                <a:xfrm>
                  <a:off x="3941708" y="2729457"/>
                  <a:ext cx="46088" cy="33146"/>
                  <a:chOff x="3941708" y="2729457"/>
                  <a:chExt cx="46088" cy="33146"/>
                </a:xfrm>
              </p:grpSpPr>
              <p:sp>
                <p:nvSpPr>
                  <p:cNvPr id="3282" name="Google Shape;6304;p64">
                    <a:extLst>
                      <a:ext uri="{FF2B5EF4-FFF2-40B4-BE49-F238E27FC236}">
                        <a16:creationId xmlns:a16="http://schemas.microsoft.com/office/drawing/2014/main" id="{C5DC5C61-A67A-4639-0163-F634C519C1FF}"/>
                      </a:ext>
                    </a:extLst>
                  </p:cNvPr>
                  <p:cNvSpPr/>
                  <p:nvPr/>
                </p:nvSpPr>
                <p:spPr>
                  <a:xfrm>
                    <a:off x="3941791" y="2742744"/>
                    <a:ext cx="46005" cy="19859"/>
                  </a:xfrm>
                  <a:custGeom>
                    <a:avLst/>
                    <a:gdLst/>
                    <a:ahLst/>
                    <a:cxnLst/>
                    <a:rect l="l" t="t" r="r" b="b"/>
                    <a:pathLst>
                      <a:path w="46005" h="19859" extrusionOk="0">
                        <a:moveTo>
                          <a:pt x="46006" y="0"/>
                        </a:moveTo>
                        <a:lnTo>
                          <a:pt x="46006" y="6667"/>
                        </a:lnTo>
                        <a:lnTo>
                          <a:pt x="45911" y="6667"/>
                        </a:lnTo>
                        <a:cubicBezTo>
                          <a:pt x="45911" y="10001"/>
                          <a:pt x="43625" y="13430"/>
                          <a:pt x="39243" y="16002"/>
                        </a:cubicBezTo>
                        <a:cubicBezTo>
                          <a:pt x="30290" y="21146"/>
                          <a:pt x="15716" y="21146"/>
                          <a:pt x="6763" y="16002"/>
                        </a:cubicBezTo>
                        <a:cubicBezTo>
                          <a:pt x="2286" y="13430"/>
                          <a:pt x="0" y="10001"/>
                          <a:pt x="0" y="6667"/>
                        </a:cubicBezTo>
                        <a:lnTo>
                          <a:pt x="0" y="0"/>
                        </a:lnTo>
                        <a:lnTo>
                          <a:pt x="46006"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3" name="Google Shape;6305;p64">
                    <a:extLst>
                      <a:ext uri="{FF2B5EF4-FFF2-40B4-BE49-F238E27FC236}">
                        <a16:creationId xmlns:a16="http://schemas.microsoft.com/office/drawing/2014/main" id="{2A965D71-FE21-5362-7EA6-0A74417F133B}"/>
                      </a:ext>
                    </a:extLst>
                  </p:cNvPr>
                  <p:cNvSpPr/>
                  <p:nvPr/>
                </p:nvSpPr>
                <p:spPr>
                  <a:xfrm>
                    <a:off x="3941708" y="2729457"/>
                    <a:ext cx="45946" cy="26479"/>
                  </a:xfrm>
                  <a:custGeom>
                    <a:avLst/>
                    <a:gdLst/>
                    <a:ahLst/>
                    <a:cxnLst/>
                    <a:rect l="l" t="t" r="r" b="b"/>
                    <a:pathLst>
                      <a:path w="45946" h="26479" extrusionOk="0">
                        <a:moveTo>
                          <a:pt x="6751" y="22622"/>
                        </a:moveTo>
                        <a:cubicBezTo>
                          <a:pt x="15704" y="27765"/>
                          <a:pt x="30278" y="27765"/>
                          <a:pt x="39231" y="22622"/>
                        </a:cubicBezTo>
                        <a:cubicBezTo>
                          <a:pt x="48185" y="17383"/>
                          <a:pt x="48185" y="9096"/>
                          <a:pt x="39231" y="3858"/>
                        </a:cubicBezTo>
                        <a:cubicBezTo>
                          <a:pt x="30278" y="-1286"/>
                          <a:pt x="15704" y="-1286"/>
                          <a:pt x="6751" y="3858"/>
                        </a:cubicBezTo>
                        <a:cubicBezTo>
                          <a:pt x="-2298" y="9096"/>
                          <a:pt x="-2203" y="17383"/>
                          <a:pt x="6751" y="2262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76" name="Google Shape;6306;p64">
                  <a:extLst>
                    <a:ext uri="{FF2B5EF4-FFF2-40B4-BE49-F238E27FC236}">
                      <a16:creationId xmlns:a16="http://schemas.microsoft.com/office/drawing/2014/main" id="{FF4055BA-EC27-E6A9-21E6-8B68CCE398C5}"/>
                    </a:ext>
                  </a:extLst>
                </p:cNvPr>
                <p:cNvGrpSpPr/>
                <p:nvPr/>
              </p:nvGrpSpPr>
              <p:grpSpPr>
                <a:xfrm>
                  <a:off x="3946863" y="2718217"/>
                  <a:ext cx="35790" cy="33052"/>
                  <a:chOff x="3946863" y="2718217"/>
                  <a:chExt cx="35790" cy="33052"/>
                </a:xfrm>
              </p:grpSpPr>
              <p:sp>
                <p:nvSpPr>
                  <p:cNvPr id="3280" name="Google Shape;6307;p64">
                    <a:extLst>
                      <a:ext uri="{FF2B5EF4-FFF2-40B4-BE49-F238E27FC236}">
                        <a16:creationId xmlns:a16="http://schemas.microsoft.com/office/drawing/2014/main" id="{36992346-50BE-1A69-7C93-B34C923AAF3E}"/>
                      </a:ext>
                    </a:extLst>
                  </p:cNvPr>
                  <p:cNvSpPr/>
                  <p:nvPr/>
                </p:nvSpPr>
                <p:spPr>
                  <a:xfrm>
                    <a:off x="3946935" y="2728552"/>
                    <a:ext cx="35718" cy="22717"/>
                  </a:xfrm>
                  <a:custGeom>
                    <a:avLst/>
                    <a:gdLst/>
                    <a:ahLst/>
                    <a:cxnLst/>
                    <a:rect l="l" t="t" r="r" b="b"/>
                    <a:pathLst>
                      <a:path w="35718" h="22717" extrusionOk="0">
                        <a:moveTo>
                          <a:pt x="35719" y="0"/>
                        </a:moveTo>
                        <a:lnTo>
                          <a:pt x="35719" y="12478"/>
                        </a:lnTo>
                        <a:lnTo>
                          <a:pt x="35623" y="12478"/>
                        </a:lnTo>
                        <a:cubicBezTo>
                          <a:pt x="35623" y="15145"/>
                          <a:pt x="33909" y="17717"/>
                          <a:pt x="30480" y="19717"/>
                        </a:cubicBezTo>
                        <a:cubicBezTo>
                          <a:pt x="23527" y="23717"/>
                          <a:pt x="12192" y="23717"/>
                          <a:pt x="5239" y="19717"/>
                        </a:cubicBezTo>
                        <a:cubicBezTo>
                          <a:pt x="1714" y="17717"/>
                          <a:pt x="0" y="15145"/>
                          <a:pt x="0" y="12478"/>
                        </a:cubicBezTo>
                        <a:lnTo>
                          <a:pt x="0" y="0"/>
                        </a:lnTo>
                        <a:lnTo>
                          <a:pt x="35719"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1" name="Google Shape;6308;p64">
                    <a:extLst>
                      <a:ext uri="{FF2B5EF4-FFF2-40B4-BE49-F238E27FC236}">
                        <a16:creationId xmlns:a16="http://schemas.microsoft.com/office/drawing/2014/main" id="{1676D744-2E30-B015-D3C2-1D7AAC5CB2A9}"/>
                      </a:ext>
                    </a:extLst>
                  </p:cNvPr>
                  <p:cNvSpPr/>
                  <p:nvPr/>
                </p:nvSpPr>
                <p:spPr>
                  <a:xfrm>
                    <a:off x="3946863" y="2718217"/>
                    <a:ext cx="35671" cy="20573"/>
                  </a:xfrm>
                  <a:custGeom>
                    <a:avLst/>
                    <a:gdLst/>
                    <a:ahLst/>
                    <a:cxnLst/>
                    <a:rect l="l" t="t" r="r" b="b"/>
                    <a:pathLst>
                      <a:path w="35671" h="20573" extrusionOk="0">
                        <a:moveTo>
                          <a:pt x="5215" y="17574"/>
                        </a:moveTo>
                        <a:cubicBezTo>
                          <a:pt x="12168" y="21574"/>
                          <a:pt x="23408" y="21574"/>
                          <a:pt x="30456" y="17574"/>
                        </a:cubicBezTo>
                        <a:cubicBezTo>
                          <a:pt x="37410" y="13573"/>
                          <a:pt x="37410" y="7001"/>
                          <a:pt x="30456" y="3000"/>
                        </a:cubicBezTo>
                        <a:cubicBezTo>
                          <a:pt x="23503" y="-1000"/>
                          <a:pt x="12168" y="-1000"/>
                          <a:pt x="5215" y="3000"/>
                        </a:cubicBezTo>
                        <a:cubicBezTo>
                          <a:pt x="-1738" y="7001"/>
                          <a:pt x="-1738" y="13478"/>
                          <a:pt x="5215" y="17574"/>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77" name="Google Shape;6309;p64">
                  <a:extLst>
                    <a:ext uri="{FF2B5EF4-FFF2-40B4-BE49-F238E27FC236}">
                      <a16:creationId xmlns:a16="http://schemas.microsoft.com/office/drawing/2014/main" id="{F5D53342-97C5-D96F-0B88-20EE7985CC3E}"/>
                    </a:ext>
                  </a:extLst>
                </p:cNvPr>
                <p:cNvGrpSpPr/>
                <p:nvPr/>
              </p:nvGrpSpPr>
              <p:grpSpPr>
                <a:xfrm>
                  <a:off x="3949649" y="2714550"/>
                  <a:ext cx="30242" cy="21812"/>
                  <a:chOff x="3949649" y="2714550"/>
                  <a:chExt cx="30242" cy="21812"/>
                </a:xfrm>
              </p:grpSpPr>
              <p:sp>
                <p:nvSpPr>
                  <p:cNvPr id="3278" name="Google Shape;6310;p64">
                    <a:extLst>
                      <a:ext uri="{FF2B5EF4-FFF2-40B4-BE49-F238E27FC236}">
                        <a16:creationId xmlns:a16="http://schemas.microsoft.com/office/drawing/2014/main" id="{91004A64-431D-A54E-48E9-81BD709AB040}"/>
                      </a:ext>
                    </a:extLst>
                  </p:cNvPr>
                  <p:cNvSpPr/>
                  <p:nvPr/>
                </p:nvSpPr>
                <p:spPr>
                  <a:xfrm>
                    <a:off x="3949792" y="2723313"/>
                    <a:ext cx="30099" cy="13049"/>
                  </a:xfrm>
                  <a:custGeom>
                    <a:avLst/>
                    <a:gdLst/>
                    <a:ahLst/>
                    <a:cxnLst/>
                    <a:rect l="l" t="t" r="r" b="b"/>
                    <a:pathLst>
                      <a:path w="30099" h="13049" extrusionOk="0">
                        <a:moveTo>
                          <a:pt x="30004" y="0"/>
                        </a:moveTo>
                        <a:lnTo>
                          <a:pt x="30004" y="4382"/>
                        </a:lnTo>
                        <a:lnTo>
                          <a:pt x="30004" y="4382"/>
                        </a:lnTo>
                        <a:cubicBezTo>
                          <a:pt x="30004" y="6572"/>
                          <a:pt x="28480" y="8858"/>
                          <a:pt x="25622" y="10478"/>
                        </a:cubicBezTo>
                        <a:cubicBezTo>
                          <a:pt x="19717" y="13907"/>
                          <a:pt x="10287" y="13907"/>
                          <a:pt x="4382" y="10478"/>
                        </a:cubicBezTo>
                        <a:cubicBezTo>
                          <a:pt x="1429" y="8763"/>
                          <a:pt x="0" y="6572"/>
                          <a:pt x="0" y="4382"/>
                        </a:cubicBezTo>
                        <a:lnTo>
                          <a:pt x="0" y="0"/>
                        </a:lnTo>
                        <a:lnTo>
                          <a:pt x="30099"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9" name="Google Shape;6311;p64">
                    <a:extLst>
                      <a:ext uri="{FF2B5EF4-FFF2-40B4-BE49-F238E27FC236}">
                        <a16:creationId xmlns:a16="http://schemas.microsoft.com/office/drawing/2014/main" id="{E5AF7891-4864-0BEF-3BD6-4BE28281559C}"/>
                      </a:ext>
                    </a:extLst>
                  </p:cNvPr>
                  <p:cNvSpPr/>
                  <p:nvPr/>
                </p:nvSpPr>
                <p:spPr>
                  <a:xfrm>
                    <a:off x="3949649" y="2714550"/>
                    <a:ext cx="30099" cy="17430"/>
                  </a:xfrm>
                  <a:custGeom>
                    <a:avLst/>
                    <a:gdLst/>
                    <a:ahLst/>
                    <a:cxnLst/>
                    <a:rect l="l" t="t" r="r" b="b"/>
                    <a:pathLst>
                      <a:path w="30099" h="17430" extrusionOk="0">
                        <a:moveTo>
                          <a:pt x="4429" y="14859"/>
                        </a:moveTo>
                        <a:cubicBezTo>
                          <a:pt x="10335" y="18288"/>
                          <a:pt x="19764" y="18288"/>
                          <a:pt x="25670" y="14859"/>
                        </a:cubicBezTo>
                        <a:cubicBezTo>
                          <a:pt x="31575" y="11525"/>
                          <a:pt x="31575" y="6001"/>
                          <a:pt x="25670" y="2572"/>
                        </a:cubicBezTo>
                        <a:cubicBezTo>
                          <a:pt x="19764" y="-857"/>
                          <a:pt x="10335" y="-857"/>
                          <a:pt x="4429" y="2572"/>
                        </a:cubicBezTo>
                        <a:cubicBezTo>
                          <a:pt x="-1476" y="6001"/>
                          <a:pt x="-1476" y="11525"/>
                          <a:pt x="4429" y="1485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258" name="Google Shape;6312;p64">
                <a:extLst>
                  <a:ext uri="{FF2B5EF4-FFF2-40B4-BE49-F238E27FC236}">
                    <a16:creationId xmlns:a16="http://schemas.microsoft.com/office/drawing/2014/main" id="{01B12979-973F-EE01-C01E-2BB5B377DC0F}"/>
                  </a:ext>
                </a:extLst>
              </p:cNvPr>
              <p:cNvGrpSpPr/>
              <p:nvPr/>
            </p:nvGrpSpPr>
            <p:grpSpPr>
              <a:xfrm>
                <a:off x="3904358" y="2583772"/>
                <a:ext cx="244601" cy="178879"/>
                <a:chOff x="3904358" y="2583772"/>
                <a:chExt cx="244601" cy="178879"/>
              </a:xfrm>
            </p:grpSpPr>
            <p:sp>
              <p:nvSpPr>
                <p:cNvPr id="3267" name="Google Shape;6313;p64">
                  <a:extLst>
                    <a:ext uri="{FF2B5EF4-FFF2-40B4-BE49-F238E27FC236}">
                      <a16:creationId xmlns:a16="http://schemas.microsoft.com/office/drawing/2014/main" id="{8DADE1A1-0D5C-142F-FE08-B5798CF898A2}"/>
                    </a:ext>
                  </a:extLst>
                </p:cNvPr>
                <p:cNvSpPr/>
                <p:nvPr/>
              </p:nvSpPr>
              <p:spPr>
                <a:xfrm>
                  <a:off x="3944934" y="2615300"/>
                  <a:ext cx="204025" cy="147351"/>
                </a:xfrm>
                <a:custGeom>
                  <a:avLst/>
                  <a:gdLst/>
                  <a:ahLst/>
                  <a:cxnLst/>
                  <a:rect l="l" t="t" r="r" b="b"/>
                  <a:pathLst>
                    <a:path w="204025" h="147351" extrusionOk="0">
                      <a:moveTo>
                        <a:pt x="13906" y="147352"/>
                      </a:moveTo>
                      <a:lnTo>
                        <a:pt x="204025" y="37433"/>
                      </a:lnTo>
                      <a:lnTo>
                        <a:pt x="204025" y="0"/>
                      </a:lnTo>
                      <a:lnTo>
                        <a:pt x="0" y="100108"/>
                      </a:lnTo>
                      <a:lnTo>
                        <a:pt x="13906" y="14735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8" name="Google Shape;6314;p64">
                  <a:extLst>
                    <a:ext uri="{FF2B5EF4-FFF2-40B4-BE49-F238E27FC236}">
                      <a16:creationId xmlns:a16="http://schemas.microsoft.com/office/drawing/2014/main" id="{625F4062-5DCF-C528-1B38-4CE084A98A27}"/>
                    </a:ext>
                  </a:extLst>
                </p:cNvPr>
                <p:cNvSpPr/>
                <p:nvPr/>
              </p:nvSpPr>
              <p:spPr>
                <a:xfrm>
                  <a:off x="3904358" y="2693690"/>
                  <a:ext cx="54483" cy="68961"/>
                </a:xfrm>
                <a:custGeom>
                  <a:avLst/>
                  <a:gdLst/>
                  <a:ahLst/>
                  <a:cxnLst/>
                  <a:rect l="l" t="t" r="r" b="b"/>
                  <a:pathLst>
                    <a:path w="54483" h="68961" extrusionOk="0">
                      <a:moveTo>
                        <a:pt x="54483" y="68961"/>
                      </a:moveTo>
                      <a:lnTo>
                        <a:pt x="54483" y="31433"/>
                      </a:lnTo>
                      <a:lnTo>
                        <a:pt x="0" y="0"/>
                      </a:lnTo>
                      <a:lnTo>
                        <a:pt x="0" y="37433"/>
                      </a:lnTo>
                      <a:lnTo>
                        <a:pt x="54483" y="6896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9" name="Google Shape;6315;p64">
                  <a:extLst>
                    <a:ext uri="{FF2B5EF4-FFF2-40B4-BE49-F238E27FC236}">
                      <a16:creationId xmlns:a16="http://schemas.microsoft.com/office/drawing/2014/main" id="{899125AD-7DC9-1715-0CA5-670E54DB0A74}"/>
                    </a:ext>
                  </a:extLst>
                </p:cNvPr>
                <p:cNvSpPr/>
                <p:nvPr/>
              </p:nvSpPr>
              <p:spPr>
                <a:xfrm>
                  <a:off x="3904358" y="2583772"/>
                  <a:ext cx="244601" cy="141350"/>
                </a:xfrm>
                <a:custGeom>
                  <a:avLst/>
                  <a:gdLst/>
                  <a:ahLst/>
                  <a:cxnLst/>
                  <a:rect l="l" t="t" r="r" b="b"/>
                  <a:pathLst>
                    <a:path w="244601" h="141350" extrusionOk="0">
                      <a:moveTo>
                        <a:pt x="54483" y="141351"/>
                      </a:moveTo>
                      <a:lnTo>
                        <a:pt x="244602" y="31528"/>
                      </a:lnTo>
                      <a:lnTo>
                        <a:pt x="190024" y="0"/>
                      </a:lnTo>
                      <a:lnTo>
                        <a:pt x="0" y="109918"/>
                      </a:lnTo>
                      <a:lnTo>
                        <a:pt x="54483" y="14135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59" name="Google Shape;6316;p64">
                <a:extLst>
                  <a:ext uri="{FF2B5EF4-FFF2-40B4-BE49-F238E27FC236}">
                    <a16:creationId xmlns:a16="http://schemas.microsoft.com/office/drawing/2014/main" id="{E6A875AE-5849-0866-C8EE-7B8A4332728B}"/>
                  </a:ext>
                </a:extLst>
              </p:cNvPr>
              <p:cNvGrpSpPr/>
              <p:nvPr/>
            </p:nvGrpSpPr>
            <p:grpSpPr>
              <a:xfrm>
                <a:off x="3941577" y="2643327"/>
                <a:ext cx="46434" cy="61245"/>
                <a:chOff x="3941577" y="2643327"/>
                <a:chExt cx="46434" cy="61245"/>
              </a:xfrm>
            </p:grpSpPr>
            <p:grpSp>
              <p:nvGrpSpPr>
                <p:cNvPr id="3260" name="Google Shape;6317;p64">
                  <a:extLst>
                    <a:ext uri="{FF2B5EF4-FFF2-40B4-BE49-F238E27FC236}">
                      <a16:creationId xmlns:a16="http://schemas.microsoft.com/office/drawing/2014/main" id="{0A3B962D-50D9-515F-419F-CA8BB14BB6BF}"/>
                    </a:ext>
                  </a:extLst>
                </p:cNvPr>
                <p:cNvGrpSpPr/>
                <p:nvPr/>
              </p:nvGrpSpPr>
              <p:grpSpPr>
                <a:xfrm>
                  <a:off x="3941577" y="2664139"/>
                  <a:ext cx="46434" cy="40433"/>
                  <a:chOff x="3941577" y="2664139"/>
                  <a:chExt cx="46434" cy="40433"/>
                </a:xfrm>
              </p:grpSpPr>
              <p:sp>
                <p:nvSpPr>
                  <p:cNvPr id="3265" name="Google Shape;6318;p64">
                    <a:extLst>
                      <a:ext uri="{FF2B5EF4-FFF2-40B4-BE49-F238E27FC236}">
                        <a16:creationId xmlns:a16="http://schemas.microsoft.com/office/drawing/2014/main" id="{3A9E5FE6-1BD0-ABD9-BB10-BD30D381E5D4}"/>
                      </a:ext>
                    </a:extLst>
                  </p:cNvPr>
                  <p:cNvSpPr/>
                  <p:nvPr/>
                </p:nvSpPr>
                <p:spPr>
                  <a:xfrm>
                    <a:off x="3941601" y="2677593"/>
                    <a:ext cx="46386" cy="26979"/>
                  </a:xfrm>
                  <a:custGeom>
                    <a:avLst/>
                    <a:gdLst/>
                    <a:ahLst/>
                    <a:cxnLst/>
                    <a:rect l="l" t="t" r="r" b="b"/>
                    <a:pathLst>
                      <a:path w="46386" h="26979" extrusionOk="0">
                        <a:moveTo>
                          <a:pt x="46387" y="0"/>
                        </a:moveTo>
                        <a:lnTo>
                          <a:pt x="46387" y="13621"/>
                        </a:lnTo>
                        <a:cubicBezTo>
                          <a:pt x="46387" y="17050"/>
                          <a:pt x="44101" y="20479"/>
                          <a:pt x="39624" y="23050"/>
                        </a:cubicBezTo>
                        <a:cubicBezTo>
                          <a:pt x="30575" y="28289"/>
                          <a:pt x="15907" y="28289"/>
                          <a:pt x="6763" y="23050"/>
                        </a:cubicBezTo>
                        <a:cubicBezTo>
                          <a:pt x="2286" y="20383"/>
                          <a:pt x="0" y="17050"/>
                          <a:pt x="0" y="13621"/>
                        </a:cubicBezTo>
                        <a:lnTo>
                          <a:pt x="0" y="0"/>
                        </a:lnTo>
                        <a:lnTo>
                          <a:pt x="4638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6" name="Google Shape;6319;p64">
                    <a:extLst>
                      <a:ext uri="{FF2B5EF4-FFF2-40B4-BE49-F238E27FC236}">
                        <a16:creationId xmlns:a16="http://schemas.microsoft.com/office/drawing/2014/main" id="{D4FF101C-62ED-956C-E12B-63FA8367A227}"/>
                      </a:ext>
                    </a:extLst>
                  </p:cNvPr>
                  <p:cNvSpPr/>
                  <p:nvPr/>
                </p:nvSpPr>
                <p:spPr>
                  <a:xfrm>
                    <a:off x="3941577" y="2664139"/>
                    <a:ext cx="46434" cy="26812"/>
                  </a:xfrm>
                  <a:custGeom>
                    <a:avLst/>
                    <a:gdLst/>
                    <a:ahLst/>
                    <a:cxnLst/>
                    <a:rect l="l" t="t" r="r" b="b"/>
                    <a:pathLst>
                      <a:path w="46434" h="26812" extrusionOk="0">
                        <a:moveTo>
                          <a:pt x="6786" y="22884"/>
                        </a:moveTo>
                        <a:cubicBezTo>
                          <a:pt x="15835" y="28123"/>
                          <a:pt x="30504" y="28123"/>
                          <a:pt x="39648" y="22884"/>
                        </a:cubicBezTo>
                        <a:cubicBezTo>
                          <a:pt x="48696" y="17645"/>
                          <a:pt x="48696" y="9168"/>
                          <a:pt x="39648" y="3929"/>
                        </a:cubicBezTo>
                        <a:cubicBezTo>
                          <a:pt x="30599" y="-1310"/>
                          <a:pt x="15930" y="-1310"/>
                          <a:pt x="6786" y="3929"/>
                        </a:cubicBezTo>
                        <a:cubicBezTo>
                          <a:pt x="-2262" y="9168"/>
                          <a:pt x="-2262" y="17645"/>
                          <a:pt x="6786" y="2288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61" name="Google Shape;6320;p64">
                  <a:extLst>
                    <a:ext uri="{FF2B5EF4-FFF2-40B4-BE49-F238E27FC236}">
                      <a16:creationId xmlns:a16="http://schemas.microsoft.com/office/drawing/2014/main" id="{C6FD4881-2AD1-CE95-2E48-67DF586F1009}"/>
                    </a:ext>
                  </a:extLst>
                </p:cNvPr>
                <p:cNvGrpSpPr/>
                <p:nvPr/>
              </p:nvGrpSpPr>
              <p:grpSpPr>
                <a:xfrm>
                  <a:off x="3944101" y="2643327"/>
                  <a:ext cx="41410" cy="45004"/>
                  <a:chOff x="3944101" y="2643327"/>
                  <a:chExt cx="41410" cy="45004"/>
                </a:xfrm>
              </p:grpSpPr>
              <p:sp>
                <p:nvSpPr>
                  <p:cNvPr id="3262" name="Google Shape;6321;p64">
                    <a:extLst>
                      <a:ext uri="{FF2B5EF4-FFF2-40B4-BE49-F238E27FC236}">
                        <a16:creationId xmlns:a16="http://schemas.microsoft.com/office/drawing/2014/main" id="{AD2396CA-BA9E-D8ED-9D1F-62229D6E8F98}"/>
                      </a:ext>
                    </a:extLst>
                  </p:cNvPr>
                  <p:cNvSpPr/>
                  <p:nvPr/>
                </p:nvSpPr>
                <p:spPr>
                  <a:xfrm>
                    <a:off x="3944268" y="2655304"/>
                    <a:ext cx="41243" cy="33027"/>
                  </a:xfrm>
                  <a:custGeom>
                    <a:avLst/>
                    <a:gdLst/>
                    <a:ahLst/>
                    <a:cxnLst/>
                    <a:rect l="l" t="t" r="r" b="b"/>
                    <a:pathLst>
                      <a:path w="41243" h="33027" extrusionOk="0">
                        <a:moveTo>
                          <a:pt x="41148" y="0"/>
                        </a:moveTo>
                        <a:lnTo>
                          <a:pt x="41148" y="21050"/>
                        </a:lnTo>
                        <a:cubicBezTo>
                          <a:pt x="41148" y="24098"/>
                          <a:pt x="39148" y="27242"/>
                          <a:pt x="35147" y="29528"/>
                        </a:cubicBezTo>
                        <a:cubicBezTo>
                          <a:pt x="27146" y="34195"/>
                          <a:pt x="14002" y="34195"/>
                          <a:pt x="6001" y="29528"/>
                        </a:cubicBezTo>
                        <a:cubicBezTo>
                          <a:pt x="1905" y="27242"/>
                          <a:pt x="0" y="24194"/>
                          <a:pt x="0" y="21050"/>
                        </a:cubicBezTo>
                        <a:lnTo>
                          <a:pt x="0" y="0"/>
                        </a:lnTo>
                        <a:lnTo>
                          <a:pt x="4124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3" name="Google Shape;6322;p64">
                    <a:extLst>
                      <a:ext uri="{FF2B5EF4-FFF2-40B4-BE49-F238E27FC236}">
                        <a16:creationId xmlns:a16="http://schemas.microsoft.com/office/drawing/2014/main" id="{DAE9506B-E9CD-3C98-205B-68BAE5D9DCDC}"/>
                      </a:ext>
                    </a:extLst>
                  </p:cNvPr>
                  <p:cNvSpPr/>
                  <p:nvPr/>
                </p:nvSpPr>
                <p:spPr>
                  <a:xfrm>
                    <a:off x="3944101" y="2643327"/>
                    <a:ext cx="41290" cy="23860"/>
                  </a:xfrm>
                  <a:custGeom>
                    <a:avLst/>
                    <a:gdLst/>
                    <a:ahLst/>
                    <a:cxnLst/>
                    <a:rect l="l" t="t" r="r" b="b"/>
                    <a:pathLst>
                      <a:path w="41290" h="23860" extrusionOk="0">
                        <a:moveTo>
                          <a:pt x="6072" y="20360"/>
                        </a:moveTo>
                        <a:cubicBezTo>
                          <a:pt x="14169" y="25027"/>
                          <a:pt x="27218" y="25027"/>
                          <a:pt x="35219" y="20360"/>
                        </a:cubicBezTo>
                        <a:cubicBezTo>
                          <a:pt x="43315" y="15692"/>
                          <a:pt x="43315" y="8168"/>
                          <a:pt x="35219" y="3500"/>
                        </a:cubicBezTo>
                        <a:cubicBezTo>
                          <a:pt x="27218" y="-1167"/>
                          <a:pt x="14073" y="-1167"/>
                          <a:pt x="6072" y="3500"/>
                        </a:cubicBezTo>
                        <a:cubicBezTo>
                          <a:pt x="-2024" y="8168"/>
                          <a:pt x="-2024" y="15692"/>
                          <a:pt x="6072" y="2036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4" name="Google Shape;6323;p64">
                    <a:extLst>
                      <a:ext uri="{FF2B5EF4-FFF2-40B4-BE49-F238E27FC236}">
                        <a16:creationId xmlns:a16="http://schemas.microsoft.com/office/drawing/2014/main" id="{A51A8858-5043-A591-0361-910E5A7E14BF}"/>
                      </a:ext>
                    </a:extLst>
                  </p:cNvPr>
                  <p:cNvSpPr/>
                  <p:nvPr/>
                </p:nvSpPr>
                <p:spPr>
                  <a:xfrm>
                    <a:off x="3960579" y="2652876"/>
                    <a:ext cx="8429" cy="4857"/>
                  </a:xfrm>
                  <a:custGeom>
                    <a:avLst/>
                    <a:gdLst/>
                    <a:ahLst/>
                    <a:cxnLst/>
                    <a:rect l="l" t="t" r="r" b="b"/>
                    <a:pathLst>
                      <a:path w="8429" h="4857" extrusionOk="0">
                        <a:moveTo>
                          <a:pt x="1214" y="4143"/>
                        </a:moveTo>
                        <a:cubicBezTo>
                          <a:pt x="2834" y="5096"/>
                          <a:pt x="5501" y="5096"/>
                          <a:pt x="7215" y="4143"/>
                        </a:cubicBezTo>
                        <a:cubicBezTo>
                          <a:pt x="8834" y="3191"/>
                          <a:pt x="8834" y="1667"/>
                          <a:pt x="7215" y="714"/>
                        </a:cubicBezTo>
                        <a:cubicBezTo>
                          <a:pt x="5596" y="-238"/>
                          <a:pt x="2929" y="-238"/>
                          <a:pt x="1214" y="714"/>
                        </a:cubicBezTo>
                        <a:cubicBezTo>
                          <a:pt x="-405" y="1667"/>
                          <a:pt x="-405" y="3191"/>
                          <a:pt x="1214" y="41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3232" name="Google Shape;6324;p64">
              <a:extLst>
                <a:ext uri="{FF2B5EF4-FFF2-40B4-BE49-F238E27FC236}">
                  <a16:creationId xmlns:a16="http://schemas.microsoft.com/office/drawing/2014/main" id="{1FAD6C15-B3DA-ACCC-2E1F-EA5A44FE3CF2}"/>
                </a:ext>
              </a:extLst>
            </p:cNvPr>
            <p:cNvGrpSpPr/>
            <p:nvPr/>
          </p:nvGrpSpPr>
          <p:grpSpPr>
            <a:xfrm>
              <a:off x="3962174" y="2622607"/>
              <a:ext cx="491871" cy="520758"/>
              <a:chOff x="3962174" y="2622607"/>
              <a:chExt cx="491871" cy="520758"/>
            </a:xfrm>
          </p:grpSpPr>
          <p:grpSp>
            <p:nvGrpSpPr>
              <p:cNvPr id="3233" name="Google Shape;6325;p64">
                <a:extLst>
                  <a:ext uri="{FF2B5EF4-FFF2-40B4-BE49-F238E27FC236}">
                    <a16:creationId xmlns:a16="http://schemas.microsoft.com/office/drawing/2014/main" id="{47C21990-3F5E-4D43-E163-5B53F1770339}"/>
                  </a:ext>
                </a:extLst>
              </p:cNvPr>
              <p:cNvGrpSpPr/>
              <p:nvPr/>
            </p:nvGrpSpPr>
            <p:grpSpPr>
              <a:xfrm>
                <a:off x="4260498" y="2942959"/>
                <a:ext cx="193547" cy="200406"/>
                <a:chOff x="4260498" y="2942959"/>
                <a:chExt cx="193547" cy="200406"/>
              </a:xfrm>
            </p:grpSpPr>
            <p:sp>
              <p:nvSpPr>
                <p:cNvPr id="3253" name="Google Shape;6326;p64">
                  <a:extLst>
                    <a:ext uri="{FF2B5EF4-FFF2-40B4-BE49-F238E27FC236}">
                      <a16:creationId xmlns:a16="http://schemas.microsoft.com/office/drawing/2014/main" id="{87EEA7F7-A627-3B33-D9A8-812722532423}"/>
                    </a:ext>
                  </a:extLst>
                </p:cNvPr>
                <p:cNvSpPr/>
                <p:nvPr/>
              </p:nvSpPr>
              <p:spPr>
                <a:xfrm>
                  <a:off x="4301074" y="2974487"/>
                  <a:ext cx="152971" cy="168878"/>
                </a:xfrm>
                <a:custGeom>
                  <a:avLst/>
                  <a:gdLst/>
                  <a:ahLst/>
                  <a:cxnLst/>
                  <a:rect l="l" t="t" r="r" b="b"/>
                  <a:pathLst>
                    <a:path w="152971" h="168878" extrusionOk="0">
                      <a:moveTo>
                        <a:pt x="13907" y="168878"/>
                      </a:moveTo>
                      <a:lnTo>
                        <a:pt x="152971" y="88583"/>
                      </a:lnTo>
                      <a:lnTo>
                        <a:pt x="152971" y="0"/>
                      </a:lnTo>
                      <a:lnTo>
                        <a:pt x="0" y="70390"/>
                      </a:lnTo>
                      <a:lnTo>
                        <a:pt x="13907" y="16887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4" name="Google Shape;6327;p64">
                  <a:extLst>
                    <a:ext uri="{FF2B5EF4-FFF2-40B4-BE49-F238E27FC236}">
                      <a16:creationId xmlns:a16="http://schemas.microsoft.com/office/drawing/2014/main" id="{81A9B558-95AE-1ADC-38F7-8B499BC22252}"/>
                    </a:ext>
                  </a:extLst>
                </p:cNvPr>
                <p:cNvSpPr/>
                <p:nvPr/>
              </p:nvSpPr>
              <p:spPr>
                <a:xfrm>
                  <a:off x="4260498" y="3023160"/>
                  <a:ext cx="54483" cy="120205"/>
                </a:xfrm>
                <a:custGeom>
                  <a:avLst/>
                  <a:gdLst/>
                  <a:ahLst/>
                  <a:cxnLst/>
                  <a:rect l="l" t="t" r="r" b="b"/>
                  <a:pathLst>
                    <a:path w="54483" h="120205" extrusionOk="0">
                      <a:moveTo>
                        <a:pt x="54483" y="120206"/>
                      </a:moveTo>
                      <a:lnTo>
                        <a:pt x="54483" y="31528"/>
                      </a:lnTo>
                      <a:lnTo>
                        <a:pt x="0" y="0"/>
                      </a:lnTo>
                      <a:lnTo>
                        <a:pt x="0" y="88773"/>
                      </a:lnTo>
                      <a:lnTo>
                        <a:pt x="54483" y="120206"/>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5" name="Google Shape;6328;p64">
                  <a:extLst>
                    <a:ext uri="{FF2B5EF4-FFF2-40B4-BE49-F238E27FC236}">
                      <a16:creationId xmlns:a16="http://schemas.microsoft.com/office/drawing/2014/main" id="{84055F73-C977-E6CE-4F02-105387E6EF09}"/>
                    </a:ext>
                  </a:extLst>
                </p:cNvPr>
                <p:cNvSpPr/>
                <p:nvPr/>
              </p:nvSpPr>
              <p:spPr>
                <a:xfrm>
                  <a:off x="4260498" y="2942959"/>
                  <a:ext cx="193547" cy="111728"/>
                </a:xfrm>
                <a:custGeom>
                  <a:avLst/>
                  <a:gdLst/>
                  <a:ahLst/>
                  <a:cxnLst/>
                  <a:rect l="l" t="t" r="r" b="b"/>
                  <a:pathLst>
                    <a:path w="193547" h="111728" extrusionOk="0">
                      <a:moveTo>
                        <a:pt x="54483" y="111728"/>
                      </a:moveTo>
                      <a:lnTo>
                        <a:pt x="193548" y="31528"/>
                      </a:lnTo>
                      <a:lnTo>
                        <a:pt x="138970" y="0"/>
                      </a:lnTo>
                      <a:lnTo>
                        <a:pt x="0" y="80200"/>
                      </a:lnTo>
                      <a:lnTo>
                        <a:pt x="54483" y="11172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6" name="Google Shape;6329;p64">
                  <a:extLst>
                    <a:ext uri="{FF2B5EF4-FFF2-40B4-BE49-F238E27FC236}">
                      <a16:creationId xmlns:a16="http://schemas.microsoft.com/office/drawing/2014/main" id="{D7791C2C-6857-6009-8D92-E6C06FF13630}"/>
                    </a:ext>
                  </a:extLst>
                </p:cNvPr>
                <p:cNvSpPr/>
                <p:nvPr/>
              </p:nvSpPr>
              <p:spPr>
                <a:xfrm>
                  <a:off x="4270499" y="2951532"/>
                  <a:ext cx="173831" cy="97250"/>
                </a:xfrm>
                <a:custGeom>
                  <a:avLst/>
                  <a:gdLst/>
                  <a:ahLst/>
                  <a:cxnLst/>
                  <a:rect l="l" t="t" r="r" b="b"/>
                  <a:pathLst>
                    <a:path w="173831" h="97250" extrusionOk="0">
                      <a:moveTo>
                        <a:pt x="46291" y="97250"/>
                      </a:moveTo>
                      <a:lnTo>
                        <a:pt x="173831" y="23622"/>
                      </a:lnTo>
                      <a:lnTo>
                        <a:pt x="130778" y="0"/>
                      </a:lnTo>
                      <a:lnTo>
                        <a:pt x="0" y="70580"/>
                      </a:lnTo>
                      <a:lnTo>
                        <a:pt x="46291" y="972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34" name="Google Shape;6330;p64">
                <a:extLst>
                  <a:ext uri="{FF2B5EF4-FFF2-40B4-BE49-F238E27FC236}">
                    <a16:creationId xmlns:a16="http://schemas.microsoft.com/office/drawing/2014/main" id="{93A0EFF0-7C35-65A7-A870-47C82D5790AF}"/>
                  </a:ext>
                </a:extLst>
              </p:cNvPr>
              <p:cNvGrpSpPr/>
              <p:nvPr/>
            </p:nvGrpSpPr>
            <p:grpSpPr>
              <a:xfrm>
                <a:off x="3962174" y="2622607"/>
                <a:ext cx="482060" cy="426270"/>
                <a:chOff x="3962174" y="2622607"/>
                <a:chExt cx="482060" cy="426270"/>
              </a:xfrm>
            </p:grpSpPr>
            <p:grpSp>
              <p:nvGrpSpPr>
                <p:cNvPr id="3235" name="Google Shape;6331;p64">
                  <a:extLst>
                    <a:ext uri="{FF2B5EF4-FFF2-40B4-BE49-F238E27FC236}">
                      <a16:creationId xmlns:a16="http://schemas.microsoft.com/office/drawing/2014/main" id="{FAAF4DCE-1194-921D-43BD-88F7C82FAC2E}"/>
                    </a:ext>
                  </a:extLst>
                </p:cNvPr>
                <p:cNvGrpSpPr/>
                <p:nvPr/>
              </p:nvGrpSpPr>
              <p:grpSpPr>
                <a:xfrm>
                  <a:off x="4270499" y="2902907"/>
                  <a:ext cx="134587" cy="123301"/>
                  <a:chOff x="4270499" y="2902907"/>
                  <a:chExt cx="134587" cy="123301"/>
                </a:xfrm>
              </p:grpSpPr>
              <p:sp>
                <p:nvSpPr>
                  <p:cNvPr id="3251" name="Google Shape;6332;p64">
                    <a:extLst>
                      <a:ext uri="{FF2B5EF4-FFF2-40B4-BE49-F238E27FC236}">
                        <a16:creationId xmlns:a16="http://schemas.microsoft.com/office/drawing/2014/main" id="{913E1E96-9FCA-8D1B-1A3E-8DF67C90D52B}"/>
                      </a:ext>
                    </a:extLst>
                  </p:cNvPr>
                  <p:cNvSpPr/>
                  <p:nvPr/>
                </p:nvSpPr>
                <p:spPr>
                  <a:xfrm>
                    <a:off x="4270499" y="2902907"/>
                    <a:ext cx="127539" cy="123300"/>
                  </a:xfrm>
                  <a:custGeom>
                    <a:avLst/>
                    <a:gdLst/>
                    <a:ahLst/>
                    <a:cxnLst/>
                    <a:rect l="l" t="t" r="r" b="b"/>
                    <a:pathLst>
                      <a:path w="127539" h="123300" extrusionOk="0">
                        <a:moveTo>
                          <a:pt x="114300" y="8239"/>
                        </a:moveTo>
                        <a:lnTo>
                          <a:pt x="114871" y="7763"/>
                        </a:lnTo>
                        <a:lnTo>
                          <a:pt x="108680" y="4143"/>
                        </a:lnTo>
                        <a:cubicBezTo>
                          <a:pt x="97155" y="-2429"/>
                          <a:pt x="81344" y="-1381"/>
                          <a:pt x="63818" y="8715"/>
                        </a:cubicBezTo>
                        <a:cubicBezTo>
                          <a:pt x="28575" y="29099"/>
                          <a:pt x="0" y="78534"/>
                          <a:pt x="0" y="119205"/>
                        </a:cubicBezTo>
                        <a:lnTo>
                          <a:pt x="6953" y="123301"/>
                        </a:lnTo>
                        <a:lnTo>
                          <a:pt x="11811" y="112442"/>
                        </a:lnTo>
                        <a:lnTo>
                          <a:pt x="127540" y="45672"/>
                        </a:lnTo>
                        <a:cubicBezTo>
                          <a:pt x="127540" y="28718"/>
                          <a:pt x="122587" y="15954"/>
                          <a:pt x="114205" y="833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2" name="Google Shape;6333;p64">
                    <a:extLst>
                      <a:ext uri="{FF2B5EF4-FFF2-40B4-BE49-F238E27FC236}">
                        <a16:creationId xmlns:a16="http://schemas.microsoft.com/office/drawing/2014/main" id="{28FA3CA8-16EA-63D6-8C1F-ED8E80B9BEEC}"/>
                      </a:ext>
                    </a:extLst>
                  </p:cNvPr>
                  <p:cNvSpPr/>
                  <p:nvPr/>
                </p:nvSpPr>
                <p:spPr>
                  <a:xfrm>
                    <a:off x="4277547" y="2907037"/>
                    <a:ext cx="127539" cy="119171"/>
                  </a:xfrm>
                  <a:custGeom>
                    <a:avLst/>
                    <a:gdLst/>
                    <a:ahLst/>
                    <a:cxnLst/>
                    <a:rect l="l" t="t" r="r" b="b"/>
                    <a:pathLst>
                      <a:path w="127539" h="119171" extrusionOk="0">
                        <a:moveTo>
                          <a:pt x="63818" y="8681"/>
                        </a:moveTo>
                        <a:cubicBezTo>
                          <a:pt x="28575" y="29065"/>
                          <a:pt x="0" y="78499"/>
                          <a:pt x="0" y="119171"/>
                        </a:cubicBezTo>
                        <a:lnTo>
                          <a:pt x="127540" y="45543"/>
                        </a:lnTo>
                        <a:cubicBezTo>
                          <a:pt x="127540" y="4871"/>
                          <a:pt x="98965" y="-11607"/>
                          <a:pt x="63722" y="868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36" name="Google Shape;6334;p64">
                  <a:extLst>
                    <a:ext uri="{FF2B5EF4-FFF2-40B4-BE49-F238E27FC236}">
                      <a16:creationId xmlns:a16="http://schemas.microsoft.com/office/drawing/2014/main" id="{864576DA-CB01-3416-B464-F30C78EA9192}"/>
                    </a:ext>
                  </a:extLst>
                </p:cNvPr>
                <p:cNvGrpSpPr/>
                <p:nvPr/>
              </p:nvGrpSpPr>
              <p:grpSpPr>
                <a:xfrm>
                  <a:off x="4287263" y="2918450"/>
                  <a:ext cx="141541" cy="120712"/>
                  <a:chOff x="4287263" y="2918450"/>
                  <a:chExt cx="141541" cy="120712"/>
                </a:xfrm>
              </p:grpSpPr>
              <p:sp>
                <p:nvSpPr>
                  <p:cNvPr id="3243" name="Google Shape;6335;p64">
                    <a:extLst>
                      <a:ext uri="{FF2B5EF4-FFF2-40B4-BE49-F238E27FC236}">
                        <a16:creationId xmlns:a16="http://schemas.microsoft.com/office/drawing/2014/main" id="{321B815D-8BB1-8443-D4B0-250E2F92EEE0}"/>
                      </a:ext>
                    </a:extLst>
                  </p:cNvPr>
                  <p:cNvSpPr/>
                  <p:nvPr/>
                </p:nvSpPr>
                <p:spPr>
                  <a:xfrm>
                    <a:off x="4287263" y="2918450"/>
                    <a:ext cx="135540" cy="120712"/>
                  </a:xfrm>
                  <a:custGeom>
                    <a:avLst/>
                    <a:gdLst/>
                    <a:ahLst/>
                    <a:cxnLst/>
                    <a:rect l="l" t="t" r="r" b="b"/>
                    <a:pathLst>
                      <a:path w="135540" h="120712" extrusionOk="0">
                        <a:moveTo>
                          <a:pt x="124206" y="22129"/>
                        </a:moveTo>
                        <a:lnTo>
                          <a:pt x="124682" y="21748"/>
                        </a:lnTo>
                        <a:lnTo>
                          <a:pt x="93154" y="3555"/>
                        </a:lnTo>
                        <a:cubicBezTo>
                          <a:pt x="83248" y="-2065"/>
                          <a:pt x="69723" y="-1208"/>
                          <a:pt x="54673" y="7460"/>
                        </a:cubicBezTo>
                        <a:cubicBezTo>
                          <a:pt x="24479" y="24891"/>
                          <a:pt x="0" y="67277"/>
                          <a:pt x="0" y="102139"/>
                        </a:cubicBezTo>
                        <a:lnTo>
                          <a:pt x="32194" y="120712"/>
                        </a:lnTo>
                        <a:lnTo>
                          <a:pt x="36385" y="111378"/>
                        </a:lnTo>
                        <a:lnTo>
                          <a:pt x="135541" y="54133"/>
                        </a:lnTo>
                        <a:cubicBezTo>
                          <a:pt x="135541" y="39655"/>
                          <a:pt x="131254" y="28701"/>
                          <a:pt x="124206" y="2212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4" name="Google Shape;6336;p64">
                    <a:extLst>
                      <a:ext uri="{FF2B5EF4-FFF2-40B4-BE49-F238E27FC236}">
                        <a16:creationId xmlns:a16="http://schemas.microsoft.com/office/drawing/2014/main" id="{E7E68F09-2EF7-1314-384B-8607BFFC29AC}"/>
                      </a:ext>
                    </a:extLst>
                  </p:cNvPr>
                  <p:cNvSpPr/>
                  <p:nvPr/>
                </p:nvSpPr>
                <p:spPr>
                  <a:xfrm>
                    <a:off x="4289073" y="2919593"/>
                    <a:ext cx="94868" cy="103472"/>
                  </a:xfrm>
                  <a:custGeom>
                    <a:avLst/>
                    <a:gdLst/>
                    <a:ahLst/>
                    <a:cxnLst/>
                    <a:rect l="l" t="t" r="r" b="b"/>
                    <a:pathLst>
                      <a:path w="94868" h="103472" extrusionOk="0">
                        <a:moveTo>
                          <a:pt x="57150" y="8794"/>
                        </a:moveTo>
                        <a:cubicBezTo>
                          <a:pt x="71818" y="316"/>
                          <a:pt x="85058" y="-731"/>
                          <a:pt x="94869" y="4507"/>
                        </a:cubicBezTo>
                        <a:lnTo>
                          <a:pt x="94869" y="4507"/>
                        </a:lnTo>
                        <a:lnTo>
                          <a:pt x="93154" y="3555"/>
                        </a:lnTo>
                        <a:cubicBezTo>
                          <a:pt x="83248" y="-2065"/>
                          <a:pt x="69723" y="-1208"/>
                          <a:pt x="54673" y="7460"/>
                        </a:cubicBezTo>
                        <a:cubicBezTo>
                          <a:pt x="24479" y="24891"/>
                          <a:pt x="0" y="67277"/>
                          <a:pt x="0" y="102139"/>
                        </a:cubicBezTo>
                        <a:lnTo>
                          <a:pt x="2381" y="103472"/>
                        </a:lnTo>
                        <a:cubicBezTo>
                          <a:pt x="2381" y="68611"/>
                          <a:pt x="26860" y="26224"/>
                          <a:pt x="57055" y="87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5" name="Google Shape;6337;p64">
                    <a:extLst>
                      <a:ext uri="{FF2B5EF4-FFF2-40B4-BE49-F238E27FC236}">
                        <a16:creationId xmlns:a16="http://schemas.microsoft.com/office/drawing/2014/main" id="{E9769B2E-0C69-F285-5D24-E1AA2E08E320}"/>
                      </a:ext>
                    </a:extLst>
                  </p:cNvPr>
                  <p:cNvSpPr/>
                  <p:nvPr/>
                </p:nvSpPr>
                <p:spPr>
                  <a:xfrm>
                    <a:off x="4293549" y="2922069"/>
                    <a:ext cx="94773" cy="103567"/>
                  </a:xfrm>
                  <a:custGeom>
                    <a:avLst/>
                    <a:gdLst/>
                    <a:ahLst/>
                    <a:cxnLst/>
                    <a:rect l="l" t="t" r="r" b="b"/>
                    <a:pathLst>
                      <a:path w="94773" h="103567" extrusionOk="0">
                        <a:moveTo>
                          <a:pt x="57055" y="8794"/>
                        </a:moveTo>
                        <a:cubicBezTo>
                          <a:pt x="71723" y="316"/>
                          <a:pt x="84963" y="-731"/>
                          <a:pt x="94774" y="4507"/>
                        </a:cubicBezTo>
                        <a:lnTo>
                          <a:pt x="94774" y="4507"/>
                        </a:lnTo>
                        <a:lnTo>
                          <a:pt x="93154" y="3555"/>
                        </a:lnTo>
                        <a:cubicBezTo>
                          <a:pt x="83248" y="-2065"/>
                          <a:pt x="69628" y="-1208"/>
                          <a:pt x="54673" y="7460"/>
                        </a:cubicBezTo>
                        <a:cubicBezTo>
                          <a:pt x="24479" y="24891"/>
                          <a:pt x="0" y="67277"/>
                          <a:pt x="0" y="102138"/>
                        </a:cubicBezTo>
                        <a:lnTo>
                          <a:pt x="2381" y="103567"/>
                        </a:lnTo>
                        <a:cubicBezTo>
                          <a:pt x="2381" y="68706"/>
                          <a:pt x="26860"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6" name="Google Shape;6338;p64">
                    <a:extLst>
                      <a:ext uri="{FF2B5EF4-FFF2-40B4-BE49-F238E27FC236}">
                        <a16:creationId xmlns:a16="http://schemas.microsoft.com/office/drawing/2014/main" id="{4DEBBC8F-72D8-40DD-FBA1-4C39ECB0C1DA}"/>
                      </a:ext>
                    </a:extLst>
                  </p:cNvPr>
                  <p:cNvSpPr/>
                  <p:nvPr/>
                </p:nvSpPr>
                <p:spPr>
                  <a:xfrm>
                    <a:off x="4297645" y="2924546"/>
                    <a:ext cx="94868" cy="103567"/>
                  </a:xfrm>
                  <a:custGeom>
                    <a:avLst/>
                    <a:gdLst/>
                    <a:ahLst/>
                    <a:cxnLst/>
                    <a:rect l="l" t="t" r="r" b="b"/>
                    <a:pathLst>
                      <a:path w="94868" h="103567" extrusionOk="0">
                        <a:moveTo>
                          <a:pt x="57150" y="8794"/>
                        </a:moveTo>
                        <a:cubicBezTo>
                          <a:pt x="71818" y="316"/>
                          <a:pt x="85058" y="-636"/>
                          <a:pt x="94869" y="4507"/>
                        </a:cubicBezTo>
                        <a:lnTo>
                          <a:pt x="94869" y="4507"/>
                        </a:lnTo>
                        <a:lnTo>
                          <a:pt x="93154" y="3555"/>
                        </a:lnTo>
                        <a:cubicBezTo>
                          <a:pt x="83248" y="-2065"/>
                          <a:pt x="69723" y="-1208"/>
                          <a:pt x="54673" y="7460"/>
                        </a:cubicBezTo>
                        <a:cubicBezTo>
                          <a:pt x="24479" y="24891"/>
                          <a:pt x="0" y="67277"/>
                          <a:pt x="0" y="102139"/>
                        </a:cubicBezTo>
                        <a:lnTo>
                          <a:pt x="2381" y="103567"/>
                        </a:lnTo>
                        <a:cubicBezTo>
                          <a:pt x="2381" y="68706"/>
                          <a:pt x="26861"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7" name="Google Shape;6339;p64">
                    <a:extLst>
                      <a:ext uri="{FF2B5EF4-FFF2-40B4-BE49-F238E27FC236}">
                        <a16:creationId xmlns:a16="http://schemas.microsoft.com/office/drawing/2014/main" id="{BE4606CD-D959-8E50-FB0F-00D5F6E32D72}"/>
                      </a:ext>
                    </a:extLst>
                  </p:cNvPr>
                  <p:cNvSpPr/>
                  <p:nvPr/>
                </p:nvSpPr>
                <p:spPr>
                  <a:xfrm>
                    <a:off x="4302026" y="2927022"/>
                    <a:ext cx="94868" cy="103567"/>
                  </a:xfrm>
                  <a:custGeom>
                    <a:avLst/>
                    <a:gdLst/>
                    <a:ahLst/>
                    <a:cxnLst/>
                    <a:rect l="l" t="t" r="r" b="b"/>
                    <a:pathLst>
                      <a:path w="94868" h="103567" extrusionOk="0">
                        <a:moveTo>
                          <a:pt x="57150" y="8793"/>
                        </a:moveTo>
                        <a:cubicBezTo>
                          <a:pt x="71819" y="316"/>
                          <a:pt x="85058" y="-732"/>
                          <a:pt x="94869" y="4507"/>
                        </a:cubicBezTo>
                        <a:lnTo>
                          <a:pt x="94869" y="4507"/>
                        </a:lnTo>
                        <a:lnTo>
                          <a:pt x="93154" y="3555"/>
                        </a:lnTo>
                        <a:cubicBezTo>
                          <a:pt x="83248" y="-2065"/>
                          <a:pt x="69723" y="-1208"/>
                          <a:pt x="54673" y="7460"/>
                        </a:cubicBezTo>
                        <a:cubicBezTo>
                          <a:pt x="24479" y="24891"/>
                          <a:pt x="0" y="67277"/>
                          <a:pt x="0" y="102139"/>
                        </a:cubicBezTo>
                        <a:lnTo>
                          <a:pt x="2381" y="103567"/>
                        </a:lnTo>
                        <a:cubicBezTo>
                          <a:pt x="2381" y="68706"/>
                          <a:pt x="26861"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8" name="Google Shape;6340;p64">
                    <a:extLst>
                      <a:ext uri="{FF2B5EF4-FFF2-40B4-BE49-F238E27FC236}">
                        <a16:creationId xmlns:a16="http://schemas.microsoft.com/office/drawing/2014/main" id="{A368CFB4-88C1-AE23-1152-543F78AA51B3}"/>
                      </a:ext>
                    </a:extLst>
                  </p:cNvPr>
                  <p:cNvSpPr/>
                  <p:nvPr/>
                </p:nvSpPr>
                <p:spPr>
                  <a:xfrm>
                    <a:off x="4306408" y="2929499"/>
                    <a:ext cx="94869" cy="103567"/>
                  </a:xfrm>
                  <a:custGeom>
                    <a:avLst/>
                    <a:gdLst/>
                    <a:ahLst/>
                    <a:cxnLst/>
                    <a:rect l="l" t="t" r="r" b="b"/>
                    <a:pathLst>
                      <a:path w="94869" h="103567" extrusionOk="0">
                        <a:moveTo>
                          <a:pt x="57150" y="8794"/>
                        </a:moveTo>
                        <a:cubicBezTo>
                          <a:pt x="71819" y="316"/>
                          <a:pt x="85058" y="-731"/>
                          <a:pt x="94869" y="4507"/>
                        </a:cubicBezTo>
                        <a:lnTo>
                          <a:pt x="94869" y="4507"/>
                        </a:lnTo>
                        <a:lnTo>
                          <a:pt x="93154" y="3555"/>
                        </a:lnTo>
                        <a:cubicBezTo>
                          <a:pt x="83249" y="-2065"/>
                          <a:pt x="69723" y="-1208"/>
                          <a:pt x="54674" y="7460"/>
                        </a:cubicBezTo>
                        <a:cubicBezTo>
                          <a:pt x="24479" y="24891"/>
                          <a:pt x="0" y="67277"/>
                          <a:pt x="0" y="102138"/>
                        </a:cubicBezTo>
                        <a:lnTo>
                          <a:pt x="2381" y="103567"/>
                        </a:lnTo>
                        <a:cubicBezTo>
                          <a:pt x="2381" y="68706"/>
                          <a:pt x="26861"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9" name="Google Shape;6341;p64">
                    <a:extLst>
                      <a:ext uri="{FF2B5EF4-FFF2-40B4-BE49-F238E27FC236}">
                        <a16:creationId xmlns:a16="http://schemas.microsoft.com/office/drawing/2014/main" id="{7C6F6374-F826-9006-3C63-2876DF704538}"/>
                      </a:ext>
                    </a:extLst>
                  </p:cNvPr>
                  <p:cNvSpPr/>
                  <p:nvPr/>
                </p:nvSpPr>
                <p:spPr>
                  <a:xfrm>
                    <a:off x="4310790" y="2932070"/>
                    <a:ext cx="94868" cy="103472"/>
                  </a:xfrm>
                  <a:custGeom>
                    <a:avLst/>
                    <a:gdLst/>
                    <a:ahLst/>
                    <a:cxnLst/>
                    <a:rect l="l" t="t" r="r" b="b"/>
                    <a:pathLst>
                      <a:path w="94868" h="103472" extrusionOk="0">
                        <a:moveTo>
                          <a:pt x="57150" y="8793"/>
                        </a:moveTo>
                        <a:cubicBezTo>
                          <a:pt x="71818" y="316"/>
                          <a:pt x="85058" y="-732"/>
                          <a:pt x="94869" y="4507"/>
                        </a:cubicBezTo>
                        <a:lnTo>
                          <a:pt x="94869" y="4507"/>
                        </a:lnTo>
                        <a:lnTo>
                          <a:pt x="93154" y="3555"/>
                        </a:lnTo>
                        <a:cubicBezTo>
                          <a:pt x="83248" y="-2065"/>
                          <a:pt x="69723" y="-1208"/>
                          <a:pt x="54673" y="7460"/>
                        </a:cubicBezTo>
                        <a:cubicBezTo>
                          <a:pt x="24479" y="24891"/>
                          <a:pt x="0" y="67277"/>
                          <a:pt x="0" y="102139"/>
                        </a:cubicBezTo>
                        <a:lnTo>
                          <a:pt x="2381" y="103472"/>
                        </a:lnTo>
                        <a:cubicBezTo>
                          <a:pt x="2381" y="68610"/>
                          <a:pt x="26860" y="26224"/>
                          <a:pt x="57055" y="879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0" name="Google Shape;6342;p64">
                    <a:extLst>
                      <a:ext uri="{FF2B5EF4-FFF2-40B4-BE49-F238E27FC236}">
                        <a16:creationId xmlns:a16="http://schemas.microsoft.com/office/drawing/2014/main" id="{0FB7C238-7B2B-6AB7-4694-FFC9600EE5D5}"/>
                      </a:ext>
                    </a:extLst>
                  </p:cNvPr>
                  <p:cNvSpPr/>
                  <p:nvPr/>
                </p:nvSpPr>
                <p:spPr>
                  <a:xfrm>
                    <a:off x="4319457" y="2937011"/>
                    <a:ext cx="109347" cy="102151"/>
                  </a:xfrm>
                  <a:custGeom>
                    <a:avLst/>
                    <a:gdLst/>
                    <a:ahLst/>
                    <a:cxnLst/>
                    <a:rect l="l" t="t" r="r" b="b"/>
                    <a:pathLst>
                      <a:path w="109347" h="102151" extrusionOk="0">
                        <a:moveTo>
                          <a:pt x="54674" y="7473"/>
                        </a:moveTo>
                        <a:cubicBezTo>
                          <a:pt x="24479" y="24904"/>
                          <a:pt x="0" y="67290"/>
                          <a:pt x="0" y="102151"/>
                        </a:cubicBezTo>
                        <a:lnTo>
                          <a:pt x="109347" y="39001"/>
                        </a:lnTo>
                        <a:cubicBezTo>
                          <a:pt x="109347" y="4139"/>
                          <a:pt x="84868" y="-9958"/>
                          <a:pt x="54674" y="7473"/>
                        </a:cubicBez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237" name="Google Shape;6343;p64">
                  <a:extLst>
                    <a:ext uri="{FF2B5EF4-FFF2-40B4-BE49-F238E27FC236}">
                      <a16:creationId xmlns:a16="http://schemas.microsoft.com/office/drawing/2014/main" id="{411B98B0-E723-838A-C502-2AB97D72CB5D}"/>
                    </a:ext>
                  </a:extLst>
                </p:cNvPr>
                <p:cNvSpPr/>
                <p:nvPr/>
              </p:nvSpPr>
              <p:spPr>
                <a:xfrm>
                  <a:off x="3962174" y="2622607"/>
                  <a:ext cx="437743" cy="311684"/>
                </a:xfrm>
                <a:custGeom>
                  <a:avLst/>
                  <a:gdLst/>
                  <a:ahLst/>
                  <a:cxnLst/>
                  <a:rect l="l" t="t" r="r" b="b"/>
                  <a:pathLst>
                    <a:path w="437743" h="311684" extrusionOk="0">
                      <a:moveTo>
                        <a:pt x="434816" y="311685"/>
                      </a:moveTo>
                      <a:cubicBezTo>
                        <a:pt x="434055" y="311685"/>
                        <a:pt x="433197" y="311304"/>
                        <a:pt x="432721" y="310732"/>
                      </a:cubicBezTo>
                      <a:cubicBezTo>
                        <a:pt x="406051" y="279205"/>
                        <a:pt x="363474" y="263679"/>
                        <a:pt x="322326" y="248629"/>
                      </a:cubicBezTo>
                      <a:cubicBezTo>
                        <a:pt x="280130" y="233199"/>
                        <a:pt x="236411" y="217292"/>
                        <a:pt x="208407" y="184050"/>
                      </a:cubicBezTo>
                      <a:cubicBezTo>
                        <a:pt x="148590" y="113089"/>
                        <a:pt x="100965" y="62511"/>
                        <a:pt x="66770" y="33841"/>
                      </a:cubicBezTo>
                      <a:cubicBezTo>
                        <a:pt x="34576" y="6790"/>
                        <a:pt x="20098" y="3932"/>
                        <a:pt x="13621" y="6313"/>
                      </a:cubicBezTo>
                      <a:cubicBezTo>
                        <a:pt x="5334" y="9361"/>
                        <a:pt x="5430" y="23458"/>
                        <a:pt x="5525" y="30983"/>
                      </a:cubicBezTo>
                      <a:cubicBezTo>
                        <a:pt x="5525" y="31555"/>
                        <a:pt x="5525" y="32126"/>
                        <a:pt x="5525" y="32602"/>
                      </a:cubicBezTo>
                      <a:cubicBezTo>
                        <a:pt x="5525" y="34127"/>
                        <a:pt x="4286" y="35365"/>
                        <a:pt x="2763" y="35365"/>
                      </a:cubicBezTo>
                      <a:cubicBezTo>
                        <a:pt x="1238" y="35365"/>
                        <a:pt x="0" y="34127"/>
                        <a:pt x="0" y="32602"/>
                      </a:cubicBezTo>
                      <a:lnTo>
                        <a:pt x="0" y="30983"/>
                      </a:lnTo>
                      <a:cubicBezTo>
                        <a:pt x="0" y="22030"/>
                        <a:pt x="-191" y="5456"/>
                        <a:pt x="11716" y="979"/>
                      </a:cubicBezTo>
                      <a:cubicBezTo>
                        <a:pt x="37433" y="-8450"/>
                        <a:pt x="103156" y="50128"/>
                        <a:pt x="212789" y="180335"/>
                      </a:cubicBezTo>
                      <a:cubicBezTo>
                        <a:pt x="239840" y="212434"/>
                        <a:pt x="282797" y="228055"/>
                        <a:pt x="324326" y="243200"/>
                      </a:cubicBezTo>
                      <a:cubicBezTo>
                        <a:pt x="366236" y="258440"/>
                        <a:pt x="409480" y="274252"/>
                        <a:pt x="437102" y="306923"/>
                      </a:cubicBezTo>
                      <a:cubicBezTo>
                        <a:pt x="438055" y="308065"/>
                        <a:pt x="437960" y="309875"/>
                        <a:pt x="436722" y="310828"/>
                      </a:cubicBezTo>
                      <a:cubicBezTo>
                        <a:pt x="436245" y="311304"/>
                        <a:pt x="435578" y="311494"/>
                        <a:pt x="434912" y="3114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238" name="Google Shape;6344;p64">
                  <a:extLst>
                    <a:ext uri="{FF2B5EF4-FFF2-40B4-BE49-F238E27FC236}">
                      <a16:creationId xmlns:a16="http://schemas.microsoft.com/office/drawing/2014/main" id="{4968D63B-2D76-D959-7547-A00F1BF0DCBD}"/>
                    </a:ext>
                  </a:extLst>
                </p:cNvPr>
                <p:cNvGrpSpPr/>
                <p:nvPr/>
              </p:nvGrpSpPr>
              <p:grpSpPr>
                <a:xfrm>
                  <a:off x="4309742" y="2925576"/>
                  <a:ext cx="134492" cy="123301"/>
                  <a:chOff x="4309742" y="2925576"/>
                  <a:chExt cx="134492" cy="123301"/>
                </a:xfrm>
              </p:grpSpPr>
              <p:sp>
                <p:nvSpPr>
                  <p:cNvPr id="3239" name="Google Shape;6345;p64">
                    <a:extLst>
                      <a:ext uri="{FF2B5EF4-FFF2-40B4-BE49-F238E27FC236}">
                        <a16:creationId xmlns:a16="http://schemas.microsoft.com/office/drawing/2014/main" id="{AD5E6941-3DDB-4D6D-9842-5C3DD236593D}"/>
                      </a:ext>
                    </a:extLst>
                  </p:cNvPr>
                  <p:cNvSpPr/>
                  <p:nvPr/>
                </p:nvSpPr>
                <p:spPr>
                  <a:xfrm>
                    <a:off x="4309742" y="2925576"/>
                    <a:ext cx="127539" cy="123301"/>
                  </a:xfrm>
                  <a:custGeom>
                    <a:avLst/>
                    <a:gdLst/>
                    <a:ahLst/>
                    <a:cxnLst/>
                    <a:rect l="l" t="t" r="r" b="b"/>
                    <a:pathLst>
                      <a:path w="127539" h="123301" extrusionOk="0">
                        <a:moveTo>
                          <a:pt x="114300" y="8144"/>
                        </a:moveTo>
                        <a:lnTo>
                          <a:pt x="114871" y="7668"/>
                        </a:lnTo>
                        <a:lnTo>
                          <a:pt x="108680" y="4143"/>
                        </a:lnTo>
                        <a:cubicBezTo>
                          <a:pt x="97155" y="-2429"/>
                          <a:pt x="81248" y="-1381"/>
                          <a:pt x="63818" y="8715"/>
                        </a:cubicBezTo>
                        <a:cubicBezTo>
                          <a:pt x="28575" y="29004"/>
                          <a:pt x="0" y="78534"/>
                          <a:pt x="0" y="119205"/>
                        </a:cubicBezTo>
                        <a:lnTo>
                          <a:pt x="6953" y="123301"/>
                        </a:lnTo>
                        <a:lnTo>
                          <a:pt x="11811" y="112443"/>
                        </a:lnTo>
                        <a:lnTo>
                          <a:pt x="127540" y="45672"/>
                        </a:lnTo>
                        <a:cubicBezTo>
                          <a:pt x="127540" y="28718"/>
                          <a:pt x="122587" y="15954"/>
                          <a:pt x="114205" y="833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0" name="Google Shape;6346;p64">
                    <a:extLst>
                      <a:ext uri="{FF2B5EF4-FFF2-40B4-BE49-F238E27FC236}">
                        <a16:creationId xmlns:a16="http://schemas.microsoft.com/office/drawing/2014/main" id="{346C4917-7AD4-CAFF-44AA-DD8A2974DB7B}"/>
                      </a:ext>
                    </a:extLst>
                  </p:cNvPr>
                  <p:cNvSpPr/>
                  <p:nvPr/>
                </p:nvSpPr>
                <p:spPr>
                  <a:xfrm>
                    <a:off x="4316695" y="2929611"/>
                    <a:ext cx="127539" cy="119171"/>
                  </a:xfrm>
                  <a:custGeom>
                    <a:avLst/>
                    <a:gdLst/>
                    <a:ahLst/>
                    <a:cxnLst/>
                    <a:rect l="l" t="t" r="r" b="b"/>
                    <a:pathLst>
                      <a:path w="127539" h="119171" extrusionOk="0">
                        <a:moveTo>
                          <a:pt x="63817" y="8681"/>
                        </a:moveTo>
                        <a:cubicBezTo>
                          <a:pt x="28575" y="29065"/>
                          <a:pt x="0" y="78500"/>
                          <a:pt x="0" y="119171"/>
                        </a:cubicBezTo>
                        <a:lnTo>
                          <a:pt x="127540" y="45543"/>
                        </a:lnTo>
                        <a:cubicBezTo>
                          <a:pt x="127540" y="4871"/>
                          <a:pt x="98965" y="-11607"/>
                          <a:pt x="63722" y="86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1" name="Google Shape;6347;p64">
                    <a:extLst>
                      <a:ext uri="{FF2B5EF4-FFF2-40B4-BE49-F238E27FC236}">
                        <a16:creationId xmlns:a16="http://schemas.microsoft.com/office/drawing/2014/main" id="{76F6C78B-0EBB-9238-91F5-5735838FF437}"/>
                      </a:ext>
                    </a:extLst>
                  </p:cNvPr>
                  <p:cNvSpPr/>
                  <p:nvPr/>
                </p:nvSpPr>
                <p:spPr>
                  <a:xfrm>
                    <a:off x="4364034" y="2990645"/>
                    <a:ext cx="33051" cy="30895"/>
                  </a:xfrm>
                  <a:custGeom>
                    <a:avLst/>
                    <a:gdLst/>
                    <a:ahLst/>
                    <a:cxnLst/>
                    <a:rect l="l" t="t" r="r" b="b"/>
                    <a:pathLst>
                      <a:path w="33051" h="30895" extrusionOk="0">
                        <a:moveTo>
                          <a:pt x="26194" y="320"/>
                        </a:moveTo>
                        <a:cubicBezTo>
                          <a:pt x="23431" y="-442"/>
                          <a:pt x="20098" y="130"/>
                          <a:pt x="16478" y="2320"/>
                        </a:cubicBezTo>
                        <a:cubicBezTo>
                          <a:pt x="8572" y="6892"/>
                          <a:pt x="2000" y="17084"/>
                          <a:pt x="381" y="26514"/>
                        </a:cubicBezTo>
                        <a:cubicBezTo>
                          <a:pt x="95" y="28038"/>
                          <a:pt x="0" y="29467"/>
                          <a:pt x="0" y="30895"/>
                        </a:cubicBezTo>
                        <a:lnTo>
                          <a:pt x="33052" y="11845"/>
                        </a:lnTo>
                        <a:cubicBezTo>
                          <a:pt x="33052" y="5559"/>
                          <a:pt x="30385" y="1463"/>
                          <a:pt x="26289" y="32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2" name="Google Shape;6348;p64">
                    <a:extLst>
                      <a:ext uri="{FF2B5EF4-FFF2-40B4-BE49-F238E27FC236}">
                        <a16:creationId xmlns:a16="http://schemas.microsoft.com/office/drawing/2014/main" id="{7C59E97D-201C-8A9E-3EFB-F571FEAC3A05}"/>
                      </a:ext>
                    </a:extLst>
                  </p:cNvPr>
                  <p:cNvSpPr/>
                  <p:nvPr/>
                </p:nvSpPr>
                <p:spPr>
                  <a:xfrm>
                    <a:off x="4390323" y="2990870"/>
                    <a:ext cx="6762" cy="13811"/>
                  </a:xfrm>
                  <a:custGeom>
                    <a:avLst/>
                    <a:gdLst/>
                    <a:ahLst/>
                    <a:cxnLst/>
                    <a:rect l="l" t="t" r="r" b="b"/>
                    <a:pathLst>
                      <a:path w="6762" h="13811" extrusionOk="0">
                        <a:moveTo>
                          <a:pt x="6763" y="11525"/>
                        </a:moveTo>
                        <a:lnTo>
                          <a:pt x="2858" y="13811"/>
                        </a:lnTo>
                        <a:cubicBezTo>
                          <a:pt x="3239" y="12383"/>
                          <a:pt x="3143" y="9430"/>
                          <a:pt x="3143" y="9430"/>
                        </a:cubicBezTo>
                        <a:cubicBezTo>
                          <a:pt x="3143" y="5239"/>
                          <a:pt x="2000" y="2000"/>
                          <a:pt x="0" y="0"/>
                        </a:cubicBezTo>
                        <a:cubicBezTo>
                          <a:pt x="4096" y="1143"/>
                          <a:pt x="6763" y="5144"/>
                          <a:pt x="6763" y="1152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extLst>
      <p:ext uri="{BB962C8B-B14F-4D97-AF65-F5344CB8AC3E}">
        <p14:creationId xmlns:p14="http://schemas.microsoft.com/office/powerpoint/2010/main" val="2151801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50"/>
        <p:cNvGrpSpPr/>
        <p:nvPr/>
      </p:nvGrpSpPr>
      <p:grpSpPr>
        <a:xfrm>
          <a:off x="0" y="0"/>
          <a:ext cx="0" cy="0"/>
          <a:chOff x="0" y="0"/>
          <a:chExt cx="0" cy="0"/>
        </a:xfrm>
      </p:grpSpPr>
      <p:sp>
        <p:nvSpPr>
          <p:cNvPr id="2951" name="Google Shape;2951;p44"/>
          <p:cNvSpPr txBox="1">
            <a:spLocks noGrp="1"/>
          </p:cNvSpPr>
          <p:nvPr>
            <p:ph type="title"/>
          </p:nvPr>
        </p:nvSpPr>
        <p:spPr>
          <a:xfrm>
            <a:off x="4907250" y="318894"/>
            <a:ext cx="3721500" cy="789600"/>
          </a:xfrm>
          <a:prstGeom prst="rect">
            <a:avLst/>
          </a:prstGeom>
        </p:spPr>
        <p:txBody>
          <a:bodyPr spcFirstLastPara="1" wrap="square" lIns="91425" tIns="91425" rIns="91425" bIns="91425" anchor="b" anchorCtr="0">
            <a:noAutofit/>
          </a:bodyPr>
          <a:lstStyle/>
          <a:p>
            <a:pPr marL="0" lvl="0" indent="0" algn="ctr" rtl="0">
              <a:lnSpc>
                <a:spcPct val="150000"/>
              </a:lnSpc>
              <a:spcBef>
                <a:spcPts val="0"/>
              </a:spcBef>
              <a:spcAft>
                <a:spcPts val="0"/>
              </a:spcAft>
              <a:buNone/>
            </a:pPr>
            <a:r>
              <a:rPr lang="en-US" dirty="0"/>
              <a:t>Use Case</a:t>
            </a:r>
            <a:r>
              <a:rPr lang="ar-EG" dirty="0"/>
              <a:t> </a:t>
            </a:r>
            <a:r>
              <a:rPr lang="en-US" dirty="0"/>
              <a:t>Diagram</a:t>
            </a:r>
            <a:endParaRPr dirty="0"/>
          </a:p>
        </p:txBody>
      </p:sp>
      <p:grpSp>
        <p:nvGrpSpPr>
          <p:cNvPr id="2954" name="Google Shape;2954;p44"/>
          <p:cNvGrpSpPr/>
          <p:nvPr/>
        </p:nvGrpSpPr>
        <p:grpSpPr>
          <a:xfrm flipH="1">
            <a:off x="7374751" y="4162129"/>
            <a:ext cx="1532146" cy="918971"/>
            <a:chOff x="5827631" y="4169628"/>
            <a:chExt cx="1532146" cy="918971"/>
          </a:xfrm>
        </p:grpSpPr>
        <p:grpSp>
          <p:nvGrpSpPr>
            <p:cNvPr id="2955" name="Google Shape;2955;p44"/>
            <p:cNvGrpSpPr/>
            <p:nvPr/>
          </p:nvGrpSpPr>
          <p:grpSpPr>
            <a:xfrm>
              <a:off x="5827631" y="4169628"/>
              <a:ext cx="1319282" cy="877909"/>
              <a:chOff x="7468856" y="4194453"/>
              <a:chExt cx="1319282" cy="877909"/>
            </a:xfrm>
          </p:grpSpPr>
          <p:grpSp>
            <p:nvGrpSpPr>
              <p:cNvPr id="2956" name="Google Shape;2956;p44"/>
              <p:cNvGrpSpPr/>
              <p:nvPr/>
            </p:nvGrpSpPr>
            <p:grpSpPr>
              <a:xfrm>
                <a:off x="8148186" y="4194453"/>
                <a:ext cx="639951" cy="559831"/>
                <a:chOff x="3638372" y="4678414"/>
                <a:chExt cx="422243" cy="369379"/>
              </a:xfrm>
            </p:grpSpPr>
            <p:sp>
              <p:nvSpPr>
                <p:cNvPr id="2957" name="Google Shape;2957;p44"/>
                <p:cNvSpPr/>
                <p:nvPr/>
              </p:nvSpPr>
              <p:spPr>
                <a:xfrm>
                  <a:off x="3638372" y="4804049"/>
                  <a:ext cx="422243" cy="243744"/>
                </a:xfrm>
                <a:custGeom>
                  <a:avLst/>
                  <a:gdLst/>
                  <a:ahLst/>
                  <a:cxnLst/>
                  <a:rect l="l" t="t" r="r" b="b"/>
                  <a:pathLst>
                    <a:path w="422243" h="243744" extrusionOk="0">
                      <a:moveTo>
                        <a:pt x="360378" y="208026"/>
                      </a:moveTo>
                      <a:cubicBezTo>
                        <a:pt x="277987" y="255651"/>
                        <a:pt x="144351" y="255651"/>
                        <a:pt x="61865" y="208026"/>
                      </a:cubicBezTo>
                      <a:cubicBezTo>
                        <a:pt x="-20622" y="160401"/>
                        <a:pt x="-20622" y="83248"/>
                        <a:pt x="61865" y="35719"/>
                      </a:cubicBezTo>
                      <a:cubicBezTo>
                        <a:pt x="144256" y="-11906"/>
                        <a:pt x="277987" y="-11906"/>
                        <a:pt x="360378" y="35719"/>
                      </a:cubicBezTo>
                      <a:cubicBezTo>
                        <a:pt x="442865" y="83344"/>
                        <a:pt x="442865"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958" name="Google Shape;2958;p44"/>
                <p:cNvGrpSpPr/>
                <p:nvPr/>
              </p:nvGrpSpPr>
              <p:grpSpPr>
                <a:xfrm>
                  <a:off x="3646611" y="4791857"/>
                  <a:ext cx="405669" cy="247459"/>
                  <a:chOff x="3646611" y="4791857"/>
                  <a:chExt cx="405669" cy="247459"/>
                </a:xfrm>
              </p:grpSpPr>
              <p:sp>
                <p:nvSpPr>
                  <p:cNvPr id="2959" name="Google Shape;2959;p44"/>
                  <p:cNvSpPr/>
                  <p:nvPr/>
                </p:nvSpPr>
                <p:spPr>
                  <a:xfrm>
                    <a:off x="3646611" y="4805192"/>
                    <a:ext cx="405574" cy="234124"/>
                  </a:xfrm>
                  <a:custGeom>
                    <a:avLst/>
                    <a:gdLst/>
                    <a:ahLst/>
                    <a:cxnLst/>
                    <a:rect l="l" t="t" r="r" b="b"/>
                    <a:pathLst>
                      <a:path w="405574" h="234124" extrusionOk="0">
                        <a:moveTo>
                          <a:pt x="404336" y="103727"/>
                        </a:moveTo>
                        <a:cubicBezTo>
                          <a:pt x="399288" y="78296"/>
                          <a:pt x="379952" y="53721"/>
                          <a:pt x="346234" y="34290"/>
                        </a:cubicBezTo>
                        <a:cubicBezTo>
                          <a:pt x="267081" y="-11430"/>
                          <a:pt x="138684" y="-11430"/>
                          <a:pt x="59436" y="34290"/>
                        </a:cubicBezTo>
                        <a:cubicBezTo>
                          <a:pt x="25527" y="53912"/>
                          <a:pt x="6096" y="78677"/>
                          <a:pt x="1238" y="104299"/>
                        </a:cubicBezTo>
                        <a:lnTo>
                          <a:pt x="0" y="103823"/>
                        </a:lnTo>
                        <a:lnTo>
                          <a:pt x="0" y="117824"/>
                        </a:lnTo>
                        <a:lnTo>
                          <a:pt x="0" y="117824"/>
                        </a:lnTo>
                        <a:cubicBezTo>
                          <a:pt x="286" y="147542"/>
                          <a:pt x="20098" y="177165"/>
                          <a:pt x="59341" y="199834"/>
                        </a:cubicBezTo>
                        <a:cubicBezTo>
                          <a:pt x="138589" y="245555"/>
                          <a:pt x="266986" y="245555"/>
                          <a:pt x="346138" y="199834"/>
                        </a:cubicBezTo>
                        <a:cubicBezTo>
                          <a:pt x="385763" y="176974"/>
                          <a:pt x="405574" y="146971"/>
                          <a:pt x="405574" y="117062"/>
                        </a:cubicBezTo>
                        <a:lnTo>
                          <a:pt x="405574" y="103727"/>
                        </a:lnTo>
                        <a:lnTo>
                          <a:pt x="404241" y="103727"/>
                        </a:lnTo>
                        <a:close/>
                        <a:moveTo>
                          <a:pt x="76295" y="43910"/>
                        </a:moveTo>
                        <a:cubicBezTo>
                          <a:pt x="83058" y="40005"/>
                          <a:pt x="93916"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1053" y="126968"/>
                        </a:moveTo>
                        <a:cubicBezTo>
                          <a:pt x="31528" y="126968"/>
                          <a:pt x="23813" y="122491"/>
                          <a:pt x="23813" y="117062"/>
                        </a:cubicBezTo>
                        <a:cubicBezTo>
                          <a:pt x="23813" y="111633"/>
                          <a:pt x="31528" y="107156"/>
                          <a:pt x="41053" y="107156"/>
                        </a:cubicBezTo>
                        <a:lnTo>
                          <a:pt x="111252" y="107156"/>
                        </a:lnTo>
                        <a:cubicBezTo>
                          <a:pt x="120777" y="107156"/>
                          <a:pt x="128492" y="111633"/>
                          <a:pt x="128492" y="117062"/>
                        </a:cubicBezTo>
                        <a:cubicBezTo>
                          <a:pt x="128492" y="122491"/>
                          <a:pt x="120777" y="126968"/>
                          <a:pt x="111252" y="126968"/>
                        </a:cubicBezTo>
                        <a:lnTo>
                          <a:pt x="41148" y="126968"/>
                        </a:lnTo>
                        <a:close/>
                        <a:moveTo>
                          <a:pt x="150209" y="161449"/>
                        </a:moveTo>
                        <a:lnTo>
                          <a:pt x="100584" y="190119"/>
                        </a:lnTo>
                        <a:cubicBezTo>
                          <a:pt x="93916" y="194024"/>
                          <a:pt x="82963" y="194024"/>
                          <a:pt x="76295" y="190119"/>
                        </a:cubicBezTo>
                        <a:cubicBezTo>
                          <a:pt x="69532" y="186214"/>
                          <a:pt x="69532" y="179927"/>
                          <a:pt x="76295" y="176117"/>
                        </a:cubicBezTo>
                        <a:lnTo>
                          <a:pt x="125921" y="147447"/>
                        </a:lnTo>
                        <a:cubicBezTo>
                          <a:pt x="132588" y="143542"/>
                          <a:pt x="143542" y="143542"/>
                          <a:pt x="150209" y="147447"/>
                        </a:cubicBezTo>
                        <a:cubicBezTo>
                          <a:pt x="156972" y="151352"/>
                          <a:pt x="156972" y="157639"/>
                          <a:pt x="150209" y="161544"/>
                        </a:cubicBezTo>
                        <a:close/>
                        <a:moveTo>
                          <a:pt x="185642" y="23527"/>
                        </a:moveTo>
                        <a:cubicBezTo>
                          <a:pt x="185642" y="18002"/>
                          <a:pt x="193357" y="13621"/>
                          <a:pt x="202882" y="13621"/>
                        </a:cubicBezTo>
                        <a:cubicBezTo>
                          <a:pt x="212407" y="13621"/>
                          <a:pt x="220123" y="18098"/>
                          <a:pt x="220123" y="23527"/>
                        </a:cubicBezTo>
                        <a:lnTo>
                          <a:pt x="220123" y="64008"/>
                        </a:lnTo>
                        <a:cubicBezTo>
                          <a:pt x="220123" y="69532"/>
                          <a:pt x="212407" y="73914"/>
                          <a:pt x="202882" y="73914"/>
                        </a:cubicBezTo>
                        <a:cubicBezTo>
                          <a:pt x="193357" y="73914"/>
                          <a:pt x="185642" y="69437"/>
                          <a:pt x="185642" y="64008"/>
                        </a:cubicBezTo>
                        <a:lnTo>
                          <a:pt x="185642" y="23527"/>
                        </a:lnTo>
                        <a:close/>
                        <a:moveTo>
                          <a:pt x="202882" y="220313"/>
                        </a:moveTo>
                        <a:cubicBezTo>
                          <a:pt x="193357" y="220313"/>
                          <a:pt x="185642" y="215837"/>
                          <a:pt x="185642" y="210407"/>
                        </a:cubicBezTo>
                        <a:lnTo>
                          <a:pt x="185642" y="169926"/>
                        </a:lnTo>
                        <a:cubicBezTo>
                          <a:pt x="185642" y="164497"/>
                          <a:pt x="193357" y="160020"/>
                          <a:pt x="202882" y="160020"/>
                        </a:cubicBezTo>
                        <a:cubicBezTo>
                          <a:pt x="212407" y="160020"/>
                          <a:pt x="220123" y="164497"/>
                          <a:pt x="220123" y="169926"/>
                        </a:cubicBezTo>
                        <a:lnTo>
                          <a:pt x="220123" y="210407"/>
                        </a:lnTo>
                        <a:cubicBezTo>
                          <a:pt x="220123" y="215932"/>
                          <a:pt x="212407" y="220313"/>
                          <a:pt x="202882" y="220313"/>
                        </a:cubicBezTo>
                        <a:close/>
                        <a:moveTo>
                          <a:pt x="255556" y="72485"/>
                        </a:moveTo>
                        <a:lnTo>
                          <a:pt x="305181" y="43815"/>
                        </a:lnTo>
                        <a:cubicBezTo>
                          <a:pt x="311944" y="39910"/>
                          <a:pt x="322802" y="39910"/>
                          <a:pt x="329470" y="43815"/>
                        </a:cubicBezTo>
                        <a:cubicBezTo>
                          <a:pt x="336232" y="47720"/>
                          <a:pt x="336232" y="54007"/>
                          <a:pt x="329470" y="57912"/>
                        </a:cubicBezTo>
                        <a:lnTo>
                          <a:pt x="279845" y="86582"/>
                        </a:lnTo>
                        <a:cubicBezTo>
                          <a:pt x="273082" y="90488"/>
                          <a:pt x="262223" y="90488"/>
                          <a:pt x="255461" y="86582"/>
                        </a:cubicBezTo>
                        <a:cubicBezTo>
                          <a:pt x="248698" y="82677"/>
                          <a:pt x="248698" y="76390"/>
                          <a:pt x="255461" y="72581"/>
                        </a:cubicBezTo>
                        <a:close/>
                        <a:moveTo>
                          <a:pt x="329470" y="190024"/>
                        </a:moveTo>
                        <a:cubicBezTo>
                          <a:pt x="322802" y="193929"/>
                          <a:pt x="311848" y="193929"/>
                          <a:pt x="305181" y="190024"/>
                        </a:cubicBezTo>
                        <a:lnTo>
                          <a:pt x="255556" y="161354"/>
                        </a:lnTo>
                        <a:cubicBezTo>
                          <a:pt x="248793" y="157448"/>
                          <a:pt x="248793" y="151162"/>
                          <a:pt x="255556" y="147256"/>
                        </a:cubicBezTo>
                        <a:cubicBezTo>
                          <a:pt x="262319" y="143351"/>
                          <a:pt x="273177" y="143351"/>
                          <a:pt x="279940" y="147256"/>
                        </a:cubicBezTo>
                        <a:lnTo>
                          <a:pt x="329565" y="175927"/>
                        </a:lnTo>
                        <a:cubicBezTo>
                          <a:pt x="336328" y="179832"/>
                          <a:pt x="336328" y="186119"/>
                          <a:pt x="329565" y="189929"/>
                        </a:cubicBezTo>
                        <a:close/>
                        <a:moveTo>
                          <a:pt x="364712" y="126873"/>
                        </a:moveTo>
                        <a:lnTo>
                          <a:pt x="294513" y="126873"/>
                        </a:lnTo>
                        <a:cubicBezTo>
                          <a:pt x="284988" y="126873"/>
                          <a:pt x="277368" y="122396"/>
                          <a:pt x="277368" y="116967"/>
                        </a:cubicBezTo>
                        <a:cubicBezTo>
                          <a:pt x="277368" y="111538"/>
                          <a:pt x="285083" y="107061"/>
                          <a:pt x="294513" y="107061"/>
                        </a:cubicBezTo>
                        <a:lnTo>
                          <a:pt x="364712" y="107061"/>
                        </a:lnTo>
                        <a:cubicBezTo>
                          <a:pt x="374237" y="107061"/>
                          <a:pt x="381953" y="111538"/>
                          <a:pt x="381953" y="116967"/>
                        </a:cubicBezTo>
                        <a:cubicBezTo>
                          <a:pt x="381953" y="122396"/>
                          <a:pt x="374237" y="126873"/>
                          <a:pt x="364712"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0" name="Google Shape;2960;p44"/>
                  <p:cNvSpPr/>
                  <p:nvPr/>
                </p:nvSpPr>
                <p:spPr>
                  <a:xfrm>
                    <a:off x="3646611" y="4791857"/>
                    <a:ext cx="405669" cy="234219"/>
                  </a:xfrm>
                  <a:custGeom>
                    <a:avLst/>
                    <a:gdLst/>
                    <a:ahLst/>
                    <a:cxnLst/>
                    <a:rect l="l" t="t" r="r" b="b"/>
                    <a:pathLst>
                      <a:path w="405669" h="234219" extrusionOk="0">
                        <a:moveTo>
                          <a:pt x="346234" y="34290"/>
                        </a:moveTo>
                        <a:cubicBezTo>
                          <a:pt x="267081" y="-11430"/>
                          <a:pt x="138684" y="-11430"/>
                          <a:pt x="59436" y="34290"/>
                        </a:cubicBezTo>
                        <a:cubicBezTo>
                          <a:pt x="-19812" y="80010"/>
                          <a:pt x="-19812" y="154115"/>
                          <a:pt x="59436" y="199930"/>
                        </a:cubicBezTo>
                        <a:cubicBezTo>
                          <a:pt x="138684" y="245650"/>
                          <a:pt x="267081" y="245650"/>
                          <a:pt x="346234" y="199930"/>
                        </a:cubicBezTo>
                        <a:cubicBezTo>
                          <a:pt x="425482" y="154210"/>
                          <a:pt x="425482" y="80010"/>
                          <a:pt x="346234" y="34290"/>
                        </a:cubicBezTo>
                        <a:close/>
                        <a:moveTo>
                          <a:pt x="76200" y="58007"/>
                        </a:moveTo>
                        <a:cubicBezTo>
                          <a:pt x="69437" y="54102"/>
                          <a:pt x="69437" y="47816"/>
                          <a:pt x="76200" y="44006"/>
                        </a:cubicBezTo>
                        <a:cubicBezTo>
                          <a:pt x="82963" y="40100"/>
                          <a:pt x="93821" y="40100"/>
                          <a:pt x="100489" y="44006"/>
                        </a:cubicBezTo>
                        <a:lnTo>
                          <a:pt x="150114" y="72676"/>
                        </a:lnTo>
                        <a:cubicBezTo>
                          <a:pt x="156877" y="76581"/>
                          <a:pt x="156877" y="82867"/>
                          <a:pt x="150114" y="86773"/>
                        </a:cubicBezTo>
                        <a:cubicBezTo>
                          <a:pt x="143351" y="90678"/>
                          <a:pt x="132493" y="90678"/>
                          <a:pt x="125825" y="86773"/>
                        </a:cubicBezTo>
                        <a:lnTo>
                          <a:pt x="76200" y="58102"/>
                        </a:lnTo>
                        <a:close/>
                        <a:moveTo>
                          <a:pt x="111061" y="126968"/>
                        </a:moveTo>
                        <a:lnTo>
                          <a:pt x="40957" y="126968"/>
                        </a:lnTo>
                        <a:cubicBezTo>
                          <a:pt x="31432" y="126968"/>
                          <a:pt x="23717" y="122492"/>
                          <a:pt x="23717" y="117062"/>
                        </a:cubicBezTo>
                        <a:cubicBezTo>
                          <a:pt x="23717" y="111633"/>
                          <a:pt x="31432" y="107156"/>
                          <a:pt x="40957" y="107156"/>
                        </a:cubicBezTo>
                        <a:lnTo>
                          <a:pt x="111157" y="107156"/>
                        </a:lnTo>
                        <a:cubicBezTo>
                          <a:pt x="120682" y="107156"/>
                          <a:pt x="128397" y="111633"/>
                          <a:pt x="128397" y="117062"/>
                        </a:cubicBezTo>
                        <a:cubicBezTo>
                          <a:pt x="128397" y="122492"/>
                          <a:pt x="120682" y="126968"/>
                          <a:pt x="111157" y="126968"/>
                        </a:cubicBezTo>
                        <a:close/>
                        <a:moveTo>
                          <a:pt x="202787" y="74009"/>
                        </a:moveTo>
                        <a:cubicBezTo>
                          <a:pt x="193262" y="74009"/>
                          <a:pt x="185547" y="69533"/>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628"/>
                          <a:pt x="212312" y="74009"/>
                          <a:pt x="202787" y="74009"/>
                        </a:cubicBezTo>
                        <a:close/>
                        <a:moveTo>
                          <a:pt x="100489" y="190119"/>
                        </a:moveTo>
                        <a:cubicBezTo>
                          <a:pt x="93821" y="194024"/>
                          <a:pt x="82868" y="194024"/>
                          <a:pt x="76200" y="190119"/>
                        </a:cubicBezTo>
                        <a:cubicBezTo>
                          <a:pt x="69437" y="186214"/>
                          <a:pt x="69437" y="179927"/>
                          <a:pt x="76200" y="176117"/>
                        </a:cubicBezTo>
                        <a:lnTo>
                          <a:pt x="125825" y="147447"/>
                        </a:lnTo>
                        <a:cubicBezTo>
                          <a:pt x="132493" y="143542"/>
                          <a:pt x="143446" y="143542"/>
                          <a:pt x="150114" y="147447"/>
                        </a:cubicBezTo>
                        <a:cubicBezTo>
                          <a:pt x="156877" y="151352"/>
                          <a:pt x="156877" y="157639"/>
                          <a:pt x="150114" y="161544"/>
                        </a:cubicBezTo>
                        <a:lnTo>
                          <a:pt x="100489" y="190214"/>
                        </a:lnTo>
                        <a:close/>
                        <a:moveTo>
                          <a:pt x="279749" y="86582"/>
                        </a:moveTo>
                        <a:cubicBezTo>
                          <a:pt x="272986" y="90488"/>
                          <a:pt x="262128" y="90488"/>
                          <a:pt x="255365" y="86582"/>
                        </a:cubicBezTo>
                        <a:cubicBezTo>
                          <a:pt x="248602" y="82677"/>
                          <a:pt x="248602" y="76391"/>
                          <a:pt x="255365" y="72485"/>
                        </a:cubicBezTo>
                        <a:lnTo>
                          <a:pt x="304990" y="43815"/>
                        </a:lnTo>
                        <a:cubicBezTo>
                          <a:pt x="311753" y="39910"/>
                          <a:pt x="322612" y="39910"/>
                          <a:pt x="329279" y="43815"/>
                        </a:cubicBezTo>
                        <a:cubicBezTo>
                          <a:pt x="336042" y="47720"/>
                          <a:pt x="336042" y="54007"/>
                          <a:pt x="329279" y="57817"/>
                        </a:cubicBezTo>
                        <a:lnTo>
                          <a:pt x="279654" y="86487"/>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9"/>
                        </a:moveTo>
                        <a:cubicBezTo>
                          <a:pt x="193167" y="220409"/>
                          <a:pt x="185452" y="215932"/>
                          <a:pt x="185452" y="210502"/>
                        </a:cubicBezTo>
                        <a:lnTo>
                          <a:pt x="185452" y="170021"/>
                        </a:lnTo>
                        <a:cubicBezTo>
                          <a:pt x="185452" y="164497"/>
                          <a:pt x="193167" y="160115"/>
                          <a:pt x="202692" y="160115"/>
                        </a:cubicBezTo>
                        <a:cubicBezTo>
                          <a:pt x="212217" y="160115"/>
                          <a:pt x="219932" y="164592"/>
                          <a:pt x="219932" y="170021"/>
                        </a:cubicBezTo>
                        <a:lnTo>
                          <a:pt x="219932" y="210502"/>
                        </a:lnTo>
                        <a:cubicBezTo>
                          <a:pt x="219932" y="216027"/>
                          <a:pt x="212217" y="220409"/>
                          <a:pt x="202692" y="220409"/>
                        </a:cubicBezTo>
                        <a:close/>
                        <a:moveTo>
                          <a:pt x="304990" y="190119"/>
                        </a:moveTo>
                        <a:lnTo>
                          <a:pt x="255365" y="161449"/>
                        </a:lnTo>
                        <a:cubicBezTo>
                          <a:pt x="248602" y="157543"/>
                          <a:pt x="248602" y="151257"/>
                          <a:pt x="255365" y="147352"/>
                        </a:cubicBezTo>
                        <a:cubicBezTo>
                          <a:pt x="262128" y="143447"/>
                          <a:pt x="272986" y="143447"/>
                          <a:pt x="279749" y="147352"/>
                        </a:cubicBezTo>
                        <a:lnTo>
                          <a:pt x="329374" y="176022"/>
                        </a:lnTo>
                        <a:cubicBezTo>
                          <a:pt x="336137" y="179927"/>
                          <a:pt x="336137" y="186214"/>
                          <a:pt x="329374" y="190024"/>
                        </a:cubicBezTo>
                        <a:cubicBezTo>
                          <a:pt x="322707" y="193929"/>
                          <a:pt x="311753" y="193929"/>
                          <a:pt x="305086"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1" name="Google Shape;2961;p44"/>
                  <p:cNvSpPr/>
                  <p:nvPr/>
                </p:nvSpPr>
                <p:spPr>
                  <a:xfrm>
                    <a:off x="3792266" y="4875939"/>
                    <a:ext cx="114454" cy="46315"/>
                  </a:xfrm>
                  <a:custGeom>
                    <a:avLst/>
                    <a:gdLst/>
                    <a:ahLst/>
                    <a:cxnLst/>
                    <a:rect l="l" t="t" r="r" b="b"/>
                    <a:pathLst>
                      <a:path w="114454" h="46315" extrusionOk="0">
                        <a:moveTo>
                          <a:pt x="109615" y="46315"/>
                        </a:moveTo>
                        <a:cubicBezTo>
                          <a:pt x="106853" y="42696"/>
                          <a:pt x="102852" y="39267"/>
                          <a:pt x="97708" y="36314"/>
                        </a:cubicBezTo>
                        <a:cubicBezTo>
                          <a:pt x="75325" y="23360"/>
                          <a:pt x="39130" y="23360"/>
                          <a:pt x="16746" y="36314"/>
                        </a:cubicBezTo>
                        <a:cubicBezTo>
                          <a:pt x="11603" y="39267"/>
                          <a:pt x="7602" y="42696"/>
                          <a:pt x="4840" y="46315"/>
                        </a:cubicBezTo>
                        <a:cubicBezTo>
                          <a:pt x="-4400" y="34218"/>
                          <a:pt x="-399" y="19550"/>
                          <a:pt x="16746" y="9644"/>
                        </a:cubicBezTo>
                        <a:cubicBezTo>
                          <a:pt x="39130" y="-3215"/>
                          <a:pt x="75325" y="-3215"/>
                          <a:pt x="97708" y="9644"/>
                        </a:cubicBezTo>
                        <a:cubicBezTo>
                          <a:pt x="114854"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2" name="Google Shape;2962;p44"/>
                  <p:cNvSpPr/>
                  <p:nvPr/>
                </p:nvSpPr>
                <p:spPr>
                  <a:xfrm>
                    <a:off x="3797106" y="4902538"/>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63" name="Google Shape;2963;p44"/>
                <p:cNvGrpSpPr/>
                <p:nvPr/>
              </p:nvGrpSpPr>
              <p:grpSpPr>
                <a:xfrm>
                  <a:off x="3670114" y="4704608"/>
                  <a:ext cx="358735" cy="305800"/>
                  <a:chOff x="3670114" y="4704608"/>
                  <a:chExt cx="358735" cy="305800"/>
                </a:xfrm>
              </p:grpSpPr>
              <p:sp>
                <p:nvSpPr>
                  <p:cNvPr id="2964" name="Google Shape;2964;p44"/>
                  <p:cNvSpPr/>
                  <p:nvPr/>
                </p:nvSpPr>
                <p:spPr>
                  <a:xfrm>
                    <a:off x="3670138" y="4808145"/>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1" y="212407"/>
                          <a:pt x="52388" y="171831"/>
                        </a:cubicBezTo>
                        <a:cubicBezTo>
                          <a:pt x="17336" y="151733"/>
                          <a:pt x="0" y="125063"/>
                          <a:pt x="0" y="98393"/>
                        </a:cubicBezTo>
                        <a:lnTo>
                          <a:pt x="0" y="0"/>
                        </a:lnTo>
                        <a:lnTo>
                          <a:pt x="3587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5" name="Google Shape;2965;p44"/>
                  <p:cNvSpPr/>
                  <p:nvPr/>
                </p:nvSpPr>
                <p:spPr>
                  <a:xfrm>
                    <a:off x="3670138" y="4820908"/>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622"/>
                          <a:pt x="0" y="1714"/>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6" name="Google Shape;2966;p44"/>
                  <p:cNvSpPr/>
                  <p:nvPr/>
                </p:nvSpPr>
                <p:spPr>
                  <a:xfrm>
                    <a:off x="3670138" y="4838053"/>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7" name="Google Shape;2967;p44"/>
                  <p:cNvSpPr/>
                  <p:nvPr/>
                </p:nvSpPr>
                <p:spPr>
                  <a:xfrm>
                    <a:off x="3670138" y="4855294"/>
                    <a:ext cx="358711" cy="110632"/>
                  </a:xfrm>
                  <a:custGeom>
                    <a:avLst/>
                    <a:gdLst/>
                    <a:ahLst/>
                    <a:cxnLst/>
                    <a:rect l="l" t="t" r="r" b="b"/>
                    <a:pathLst>
                      <a:path w="358711" h="110632" extrusionOk="0">
                        <a:moveTo>
                          <a:pt x="358712" y="0"/>
                        </a:moveTo>
                        <a:cubicBezTo>
                          <a:pt x="358712" y="26479"/>
                          <a:pt x="341090" y="52864"/>
                          <a:pt x="306133" y="73057"/>
                        </a:cubicBezTo>
                        <a:cubicBezTo>
                          <a:pt x="236220" y="113728"/>
                          <a:pt x="122587" y="113728"/>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8" name="Google Shape;2968;p44"/>
                  <p:cNvSpPr/>
                  <p:nvPr/>
                </p:nvSpPr>
                <p:spPr>
                  <a:xfrm>
                    <a:off x="3670138" y="4872439"/>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9" name="Google Shape;2969;p44"/>
                  <p:cNvSpPr/>
                  <p:nvPr/>
                </p:nvSpPr>
                <p:spPr>
                  <a:xfrm>
                    <a:off x="3670138" y="4889584"/>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0" name="Google Shape;2970;p44"/>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1" name="Google Shape;2971;p44"/>
                  <p:cNvSpPr/>
                  <p:nvPr/>
                </p:nvSpPr>
                <p:spPr>
                  <a:xfrm>
                    <a:off x="3684259" y="4712752"/>
                    <a:ext cx="330445" cy="190881"/>
                  </a:xfrm>
                  <a:custGeom>
                    <a:avLst/>
                    <a:gdLst/>
                    <a:ahLst/>
                    <a:cxnLst/>
                    <a:rect l="l" t="t" r="r" b="b"/>
                    <a:pathLst>
                      <a:path w="330445" h="190881" extrusionOk="0">
                        <a:moveTo>
                          <a:pt x="48363" y="162735"/>
                        </a:moveTo>
                        <a:cubicBezTo>
                          <a:pt x="112943" y="200263"/>
                          <a:pt x="217622" y="200263"/>
                          <a:pt x="282011" y="162735"/>
                        </a:cubicBezTo>
                        <a:cubicBezTo>
                          <a:pt x="346591" y="125492"/>
                          <a:pt x="346591" y="65103"/>
                          <a:pt x="282011" y="27861"/>
                        </a:cubicBezTo>
                        <a:cubicBezTo>
                          <a:pt x="217622" y="-9287"/>
                          <a:pt x="112943" y="-9287"/>
                          <a:pt x="48363" y="27861"/>
                        </a:cubicBezTo>
                        <a:cubicBezTo>
                          <a:pt x="-16121" y="65008"/>
                          <a:pt x="-16121" y="125492"/>
                          <a:pt x="48363" y="16273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2" name="Google Shape;2972;p44"/>
                  <p:cNvSpPr/>
                  <p:nvPr/>
                </p:nvSpPr>
                <p:spPr>
                  <a:xfrm>
                    <a:off x="3694927" y="4718920"/>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3" name="Google Shape;2973;p44"/>
                  <p:cNvSpPr/>
                  <p:nvPr/>
                </p:nvSpPr>
                <p:spPr>
                  <a:xfrm>
                    <a:off x="3703523" y="4724253"/>
                    <a:ext cx="291917" cy="168568"/>
                  </a:xfrm>
                  <a:custGeom>
                    <a:avLst/>
                    <a:gdLst/>
                    <a:ahLst/>
                    <a:cxnLst/>
                    <a:rect l="l" t="t" r="r" b="b"/>
                    <a:pathLst>
                      <a:path w="291917" h="168568" extrusionOk="0">
                        <a:moveTo>
                          <a:pt x="42719" y="143709"/>
                        </a:moveTo>
                        <a:cubicBezTo>
                          <a:pt x="99774" y="176856"/>
                          <a:pt x="192262" y="176856"/>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4" name="Google Shape;2974;p44"/>
                  <p:cNvSpPr/>
                  <p:nvPr/>
                </p:nvSpPr>
                <p:spPr>
                  <a:xfrm>
                    <a:off x="3712548" y="4729087"/>
                    <a:ext cx="273962" cy="158234"/>
                  </a:xfrm>
                  <a:custGeom>
                    <a:avLst/>
                    <a:gdLst/>
                    <a:ahLst/>
                    <a:cxnLst/>
                    <a:rect l="l" t="t" r="r" b="b"/>
                    <a:pathLst>
                      <a:path w="273962" h="158234" extrusionOk="0">
                        <a:moveTo>
                          <a:pt x="40077" y="134874"/>
                        </a:moveTo>
                        <a:cubicBezTo>
                          <a:pt x="93607" y="166021"/>
                          <a:pt x="180475" y="166021"/>
                          <a:pt x="233815" y="134874"/>
                        </a:cubicBezTo>
                        <a:cubicBezTo>
                          <a:pt x="287345" y="104013"/>
                          <a:pt x="287345" y="53911"/>
                          <a:pt x="233815" y="23146"/>
                        </a:cubicBezTo>
                        <a:cubicBezTo>
                          <a:pt x="180475" y="-7715"/>
                          <a:pt x="93607" y="-7715"/>
                          <a:pt x="40077" y="23146"/>
                        </a:cubicBezTo>
                        <a:cubicBezTo>
                          <a:pt x="-13359" y="54007"/>
                          <a:pt x="-13359" y="104108"/>
                          <a:pt x="40077" y="13487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5" name="Google Shape;2975;p44"/>
                  <p:cNvSpPr/>
                  <p:nvPr/>
                </p:nvSpPr>
                <p:spPr>
                  <a:xfrm>
                    <a:off x="3720097" y="4733802"/>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6" name="Google Shape;2976;p44"/>
                  <p:cNvSpPr/>
                  <p:nvPr/>
                </p:nvSpPr>
                <p:spPr>
                  <a:xfrm>
                    <a:off x="3727645" y="4737755"/>
                    <a:ext cx="243673" cy="140731"/>
                  </a:xfrm>
                  <a:custGeom>
                    <a:avLst/>
                    <a:gdLst/>
                    <a:ahLst/>
                    <a:cxnLst/>
                    <a:rect l="l" t="t" r="r" b="b"/>
                    <a:pathLst>
                      <a:path w="243673" h="140731" extrusionOk="0">
                        <a:moveTo>
                          <a:pt x="35647" y="120015"/>
                        </a:moveTo>
                        <a:cubicBezTo>
                          <a:pt x="83272" y="147638"/>
                          <a:pt x="160520" y="147638"/>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7" name="Google Shape;2977;p44"/>
                  <p:cNvSpPr/>
                  <p:nvPr/>
                </p:nvSpPr>
                <p:spPr>
                  <a:xfrm>
                    <a:off x="3734337" y="4741946"/>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8" name="Google Shape;2978;p44"/>
                  <p:cNvSpPr/>
                  <p:nvPr/>
                </p:nvSpPr>
                <p:spPr>
                  <a:xfrm>
                    <a:off x="3741456" y="4745828"/>
                    <a:ext cx="216074" cy="124753"/>
                  </a:xfrm>
                  <a:custGeom>
                    <a:avLst/>
                    <a:gdLst/>
                    <a:ahLst/>
                    <a:cxnLst/>
                    <a:rect l="l" t="t" r="r" b="b"/>
                    <a:pathLst>
                      <a:path w="216074" h="124753" extrusionOk="0">
                        <a:moveTo>
                          <a:pt x="31647" y="106323"/>
                        </a:moveTo>
                        <a:cubicBezTo>
                          <a:pt x="73938" y="130897"/>
                          <a:pt x="142327" y="130897"/>
                          <a:pt x="184428" y="106323"/>
                        </a:cubicBezTo>
                        <a:cubicBezTo>
                          <a:pt x="226624" y="82034"/>
                          <a:pt x="226624" y="42505"/>
                          <a:pt x="184428" y="18216"/>
                        </a:cubicBezTo>
                        <a:cubicBezTo>
                          <a:pt x="142327" y="-6072"/>
                          <a:pt x="73842" y="-6072"/>
                          <a:pt x="31647" y="18216"/>
                        </a:cubicBezTo>
                        <a:cubicBezTo>
                          <a:pt x="-10549" y="42505"/>
                          <a:pt x="-10549" y="82034"/>
                          <a:pt x="31647" y="10632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9" name="Google Shape;2979;p44"/>
                  <p:cNvSpPr/>
                  <p:nvPr/>
                </p:nvSpPr>
                <p:spPr>
                  <a:xfrm>
                    <a:off x="3747433" y="4749495"/>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0" name="Google Shape;2980;p44"/>
                  <p:cNvSpPr/>
                  <p:nvPr/>
                </p:nvSpPr>
                <p:spPr>
                  <a:xfrm>
                    <a:off x="3752910" y="4752424"/>
                    <a:ext cx="193166" cy="111490"/>
                  </a:xfrm>
                  <a:custGeom>
                    <a:avLst/>
                    <a:gdLst/>
                    <a:ahLst/>
                    <a:cxnLst/>
                    <a:rect l="l" t="t" r="r" b="b"/>
                    <a:pathLst>
                      <a:path w="193166" h="111490" extrusionOk="0">
                        <a:moveTo>
                          <a:pt x="28289" y="95060"/>
                        </a:moveTo>
                        <a:cubicBezTo>
                          <a:pt x="66008" y="116967"/>
                          <a:pt x="127254" y="116967"/>
                          <a:pt x="164878" y="95060"/>
                        </a:cubicBezTo>
                        <a:cubicBezTo>
                          <a:pt x="202597" y="73343"/>
                          <a:pt x="202597" y="38005"/>
                          <a:pt x="164878" y="16288"/>
                        </a:cubicBezTo>
                        <a:cubicBezTo>
                          <a:pt x="127254" y="-5429"/>
                          <a:pt x="66103" y="-5429"/>
                          <a:pt x="28289" y="16288"/>
                        </a:cubicBezTo>
                        <a:cubicBezTo>
                          <a:pt x="-9430" y="38005"/>
                          <a:pt x="-9430" y="73343"/>
                          <a:pt x="28289" y="95060"/>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1" name="Google Shape;2981;p44"/>
                  <p:cNvSpPr/>
                  <p:nvPr/>
                </p:nvSpPr>
                <p:spPr>
                  <a:xfrm>
                    <a:off x="3758292" y="4755662"/>
                    <a:ext cx="182403" cy="105322"/>
                  </a:xfrm>
                  <a:custGeom>
                    <a:avLst/>
                    <a:gdLst/>
                    <a:ahLst/>
                    <a:cxnLst/>
                    <a:rect l="l" t="t" r="r" b="b"/>
                    <a:pathLst>
                      <a:path w="182403" h="105322" extrusionOk="0">
                        <a:moveTo>
                          <a:pt x="26718" y="89821"/>
                        </a:moveTo>
                        <a:cubicBezTo>
                          <a:pt x="62341" y="110490"/>
                          <a:pt x="120158" y="110490"/>
                          <a:pt x="155686" y="89821"/>
                        </a:cubicBezTo>
                        <a:cubicBezTo>
                          <a:pt x="191310" y="69342"/>
                          <a:pt x="191310" y="35909"/>
                          <a:pt x="155686" y="15430"/>
                        </a:cubicBezTo>
                        <a:cubicBezTo>
                          <a:pt x="120158" y="-5143"/>
                          <a:pt x="62341" y="-5143"/>
                          <a:pt x="26718" y="15430"/>
                        </a:cubicBezTo>
                        <a:cubicBezTo>
                          <a:pt x="-8906" y="36004"/>
                          <a:pt x="-8906" y="69342"/>
                          <a:pt x="26718" y="89821"/>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2" name="Google Shape;2982;p44"/>
                  <p:cNvSpPr/>
                  <p:nvPr/>
                </p:nvSpPr>
                <p:spPr>
                  <a:xfrm>
                    <a:off x="3763578" y="4758496"/>
                    <a:ext cx="171807" cy="99250"/>
                  </a:xfrm>
                  <a:custGeom>
                    <a:avLst/>
                    <a:gdLst/>
                    <a:ahLst/>
                    <a:cxnLst/>
                    <a:rect l="l" t="t" r="r" b="b"/>
                    <a:pathLst>
                      <a:path w="171807" h="99250" extrusionOk="0">
                        <a:moveTo>
                          <a:pt x="25146" y="84606"/>
                        </a:moveTo>
                        <a:cubicBezTo>
                          <a:pt x="58674"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3" name="Google Shape;2983;p44"/>
                  <p:cNvSpPr/>
                  <p:nvPr/>
                </p:nvSpPr>
                <p:spPr>
                  <a:xfrm>
                    <a:off x="3768436" y="4761473"/>
                    <a:ext cx="162186" cy="93702"/>
                  </a:xfrm>
                  <a:custGeom>
                    <a:avLst/>
                    <a:gdLst/>
                    <a:ahLst/>
                    <a:cxnLst/>
                    <a:rect l="l" t="t" r="r" b="b"/>
                    <a:pathLst>
                      <a:path w="162186" h="93702" extrusionOk="0">
                        <a:moveTo>
                          <a:pt x="23717" y="79915"/>
                        </a:moveTo>
                        <a:cubicBezTo>
                          <a:pt x="55435" y="98298"/>
                          <a:pt x="106871" y="98298"/>
                          <a:pt x="138398" y="79915"/>
                        </a:cubicBezTo>
                        <a:cubicBezTo>
                          <a:pt x="170117" y="61627"/>
                          <a:pt x="170117" y="31909"/>
                          <a:pt x="138398" y="13716"/>
                        </a:cubicBezTo>
                        <a:cubicBezTo>
                          <a:pt x="106775" y="-4572"/>
                          <a:pt x="55435" y="-4572"/>
                          <a:pt x="23717" y="13716"/>
                        </a:cubicBezTo>
                        <a:cubicBezTo>
                          <a:pt x="-7906" y="32004"/>
                          <a:pt x="-7906" y="61627"/>
                          <a:pt x="23717" y="7991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4" name="Google Shape;2984;p44"/>
                  <p:cNvSpPr/>
                  <p:nvPr/>
                </p:nvSpPr>
                <p:spPr>
                  <a:xfrm>
                    <a:off x="3773294" y="4764139"/>
                    <a:ext cx="152376" cy="87987"/>
                  </a:xfrm>
                  <a:custGeom>
                    <a:avLst/>
                    <a:gdLst/>
                    <a:ahLst/>
                    <a:cxnLst/>
                    <a:rect l="l" t="t" r="r" b="b"/>
                    <a:pathLst>
                      <a:path w="152376" h="87987" extrusionOk="0">
                        <a:moveTo>
                          <a:pt x="22288" y="75057"/>
                        </a:moveTo>
                        <a:cubicBezTo>
                          <a:pt x="52007" y="92297"/>
                          <a:pt x="100298" y="92297"/>
                          <a:pt x="130016" y="75057"/>
                        </a:cubicBezTo>
                        <a:cubicBezTo>
                          <a:pt x="159829" y="57912"/>
                          <a:pt x="159829" y="30004"/>
                          <a:pt x="130016" y="12859"/>
                        </a:cubicBezTo>
                        <a:cubicBezTo>
                          <a:pt x="100298" y="-4286"/>
                          <a:pt x="52102" y="-4286"/>
                          <a:pt x="22288" y="12859"/>
                        </a:cubicBezTo>
                        <a:cubicBezTo>
                          <a:pt x="-7429" y="30004"/>
                          <a:pt x="-7429" y="57817"/>
                          <a:pt x="22288" y="75057"/>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5" name="Google Shape;2985;p44"/>
                  <p:cNvSpPr/>
                  <p:nvPr/>
                </p:nvSpPr>
                <p:spPr>
                  <a:xfrm>
                    <a:off x="3777556" y="4766854"/>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6" name="Google Shape;2986;p44"/>
                  <p:cNvSpPr/>
                  <p:nvPr/>
                </p:nvSpPr>
                <p:spPr>
                  <a:xfrm>
                    <a:off x="3784581" y="4771117"/>
                    <a:ext cx="129730" cy="74866"/>
                  </a:xfrm>
                  <a:custGeom>
                    <a:avLst/>
                    <a:gdLst/>
                    <a:ahLst/>
                    <a:cxnLst/>
                    <a:rect l="l" t="t" r="r" b="b"/>
                    <a:pathLst>
                      <a:path w="129730" h="74866" extrusionOk="0">
                        <a:moveTo>
                          <a:pt x="19002" y="63794"/>
                        </a:moveTo>
                        <a:cubicBezTo>
                          <a:pt x="44339" y="78557"/>
                          <a:pt x="85392" y="78557"/>
                          <a:pt x="110728" y="63794"/>
                        </a:cubicBezTo>
                        <a:cubicBezTo>
                          <a:pt x="136064" y="49220"/>
                          <a:pt x="136064" y="25503"/>
                          <a:pt x="110728" y="10930"/>
                        </a:cubicBezTo>
                        <a:cubicBezTo>
                          <a:pt x="85487" y="-3643"/>
                          <a:pt x="44434" y="-3643"/>
                          <a:pt x="19002" y="10930"/>
                        </a:cubicBezTo>
                        <a:cubicBezTo>
                          <a:pt x="-6334" y="25503"/>
                          <a:pt x="-6334" y="49220"/>
                          <a:pt x="19002" y="6379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7" name="Google Shape;2987;p44"/>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88" name="Google Shape;2988;p44"/>
                <p:cNvGrpSpPr/>
                <p:nvPr/>
              </p:nvGrpSpPr>
              <p:grpSpPr>
                <a:xfrm>
                  <a:off x="3646611" y="4678414"/>
                  <a:ext cx="405669" cy="247649"/>
                  <a:chOff x="3646611" y="4678414"/>
                  <a:chExt cx="405669" cy="247649"/>
                </a:xfrm>
              </p:grpSpPr>
              <p:sp>
                <p:nvSpPr>
                  <p:cNvPr id="2989" name="Google Shape;2989;p44"/>
                  <p:cNvSpPr/>
                  <p:nvPr/>
                </p:nvSpPr>
                <p:spPr>
                  <a:xfrm>
                    <a:off x="3646611" y="4691749"/>
                    <a:ext cx="405574" cy="234314"/>
                  </a:xfrm>
                  <a:custGeom>
                    <a:avLst/>
                    <a:gdLst/>
                    <a:ahLst/>
                    <a:cxnLst/>
                    <a:rect l="l" t="t" r="r" b="b"/>
                    <a:pathLst>
                      <a:path w="405574" h="234314" extrusionOk="0">
                        <a:moveTo>
                          <a:pt x="404336" y="103823"/>
                        </a:moveTo>
                        <a:cubicBezTo>
                          <a:pt x="399288" y="78391"/>
                          <a:pt x="379952" y="53816"/>
                          <a:pt x="346234" y="34290"/>
                        </a:cubicBezTo>
                        <a:cubicBezTo>
                          <a:pt x="267081" y="-11430"/>
                          <a:pt x="138684" y="-11430"/>
                          <a:pt x="59436" y="34290"/>
                        </a:cubicBezTo>
                        <a:cubicBezTo>
                          <a:pt x="25527" y="53912"/>
                          <a:pt x="6096" y="78677"/>
                          <a:pt x="1238" y="104299"/>
                        </a:cubicBezTo>
                        <a:lnTo>
                          <a:pt x="0" y="103823"/>
                        </a:lnTo>
                        <a:lnTo>
                          <a:pt x="0" y="117920"/>
                        </a:lnTo>
                        <a:lnTo>
                          <a:pt x="0" y="117920"/>
                        </a:lnTo>
                        <a:cubicBezTo>
                          <a:pt x="286"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95" y="44006"/>
                        </a:moveTo>
                        <a:cubicBezTo>
                          <a:pt x="83058" y="40100"/>
                          <a:pt x="93916" y="40100"/>
                          <a:pt x="100584" y="44006"/>
                        </a:cubicBezTo>
                        <a:lnTo>
                          <a:pt x="150209" y="72676"/>
                        </a:lnTo>
                        <a:cubicBezTo>
                          <a:pt x="156972" y="76581"/>
                          <a:pt x="156972" y="82868"/>
                          <a:pt x="150209" y="86773"/>
                        </a:cubicBezTo>
                        <a:cubicBezTo>
                          <a:pt x="143446" y="90678"/>
                          <a:pt x="132588" y="90678"/>
                          <a:pt x="125921" y="86773"/>
                        </a:cubicBezTo>
                        <a:lnTo>
                          <a:pt x="76295" y="58103"/>
                        </a:lnTo>
                        <a:cubicBezTo>
                          <a:pt x="69532" y="54197"/>
                          <a:pt x="69532" y="47911"/>
                          <a:pt x="76295" y="44101"/>
                        </a:cubicBezTo>
                        <a:close/>
                        <a:moveTo>
                          <a:pt x="41053" y="127064"/>
                        </a:moveTo>
                        <a:cubicBezTo>
                          <a:pt x="31528" y="127064"/>
                          <a:pt x="23813" y="122587"/>
                          <a:pt x="23813" y="117157"/>
                        </a:cubicBezTo>
                        <a:cubicBezTo>
                          <a:pt x="23813" y="111728"/>
                          <a:pt x="31528" y="107252"/>
                          <a:pt x="41053" y="107252"/>
                        </a:cubicBezTo>
                        <a:lnTo>
                          <a:pt x="111252" y="107252"/>
                        </a:lnTo>
                        <a:cubicBezTo>
                          <a:pt x="120777" y="107252"/>
                          <a:pt x="128492" y="111728"/>
                          <a:pt x="128492" y="117157"/>
                        </a:cubicBezTo>
                        <a:cubicBezTo>
                          <a:pt x="128492" y="122587"/>
                          <a:pt x="120777" y="127064"/>
                          <a:pt x="111252" y="127064"/>
                        </a:cubicBezTo>
                        <a:lnTo>
                          <a:pt x="41148" y="127064"/>
                        </a:lnTo>
                        <a:close/>
                        <a:moveTo>
                          <a:pt x="150209" y="161544"/>
                        </a:moveTo>
                        <a:lnTo>
                          <a:pt x="100584" y="190214"/>
                        </a:lnTo>
                        <a:cubicBezTo>
                          <a:pt x="93916" y="194120"/>
                          <a:pt x="82963" y="194120"/>
                          <a:pt x="76295" y="190214"/>
                        </a:cubicBezTo>
                        <a:cubicBezTo>
                          <a:pt x="69532" y="186309"/>
                          <a:pt x="69532" y="180023"/>
                          <a:pt x="76295" y="176213"/>
                        </a:cubicBezTo>
                        <a:lnTo>
                          <a:pt x="125921" y="147542"/>
                        </a:lnTo>
                        <a:cubicBezTo>
                          <a:pt x="132588" y="143637"/>
                          <a:pt x="143542" y="143637"/>
                          <a:pt x="150209" y="147542"/>
                        </a:cubicBezTo>
                        <a:cubicBezTo>
                          <a:pt x="156972" y="151448"/>
                          <a:pt x="156972" y="157734"/>
                          <a:pt x="150209" y="161639"/>
                        </a:cubicBezTo>
                        <a:close/>
                        <a:moveTo>
                          <a:pt x="185642" y="23622"/>
                        </a:moveTo>
                        <a:cubicBezTo>
                          <a:pt x="185642" y="18098"/>
                          <a:pt x="193357" y="13716"/>
                          <a:pt x="202882" y="13716"/>
                        </a:cubicBezTo>
                        <a:cubicBezTo>
                          <a:pt x="212407" y="13716"/>
                          <a:pt x="220123" y="18193"/>
                          <a:pt x="220123" y="23622"/>
                        </a:cubicBezTo>
                        <a:lnTo>
                          <a:pt x="220123" y="64103"/>
                        </a:lnTo>
                        <a:cubicBezTo>
                          <a:pt x="220123" y="69628"/>
                          <a:pt x="212407" y="74009"/>
                          <a:pt x="202882" y="74009"/>
                        </a:cubicBezTo>
                        <a:cubicBezTo>
                          <a:pt x="193357" y="74009"/>
                          <a:pt x="185642" y="69532"/>
                          <a:pt x="185642" y="64103"/>
                        </a:cubicBezTo>
                        <a:lnTo>
                          <a:pt x="185642" y="23622"/>
                        </a:lnTo>
                        <a:close/>
                        <a:moveTo>
                          <a:pt x="202882" y="220408"/>
                        </a:moveTo>
                        <a:cubicBezTo>
                          <a:pt x="193357" y="220408"/>
                          <a:pt x="185642" y="215932"/>
                          <a:pt x="185642" y="210503"/>
                        </a:cubicBezTo>
                        <a:lnTo>
                          <a:pt x="185642" y="170021"/>
                        </a:lnTo>
                        <a:cubicBezTo>
                          <a:pt x="185642" y="164497"/>
                          <a:pt x="193357" y="160115"/>
                          <a:pt x="202882" y="160115"/>
                        </a:cubicBezTo>
                        <a:cubicBezTo>
                          <a:pt x="212407" y="160115"/>
                          <a:pt x="220123" y="164592"/>
                          <a:pt x="220123" y="170021"/>
                        </a:cubicBezTo>
                        <a:lnTo>
                          <a:pt x="220123" y="210503"/>
                        </a:lnTo>
                        <a:cubicBezTo>
                          <a:pt x="220123" y="216027"/>
                          <a:pt x="212407" y="220408"/>
                          <a:pt x="202882" y="220408"/>
                        </a:cubicBezTo>
                        <a:close/>
                        <a:moveTo>
                          <a:pt x="255556" y="72581"/>
                        </a:moveTo>
                        <a:lnTo>
                          <a:pt x="305181" y="43910"/>
                        </a:lnTo>
                        <a:cubicBezTo>
                          <a:pt x="311944" y="40005"/>
                          <a:pt x="322802" y="40005"/>
                          <a:pt x="329470" y="43910"/>
                        </a:cubicBezTo>
                        <a:cubicBezTo>
                          <a:pt x="336232" y="47815"/>
                          <a:pt x="336232" y="54102"/>
                          <a:pt x="329470" y="57912"/>
                        </a:cubicBezTo>
                        <a:lnTo>
                          <a:pt x="279845" y="86582"/>
                        </a:lnTo>
                        <a:cubicBezTo>
                          <a:pt x="273082" y="90488"/>
                          <a:pt x="262223" y="90488"/>
                          <a:pt x="255461" y="86582"/>
                        </a:cubicBezTo>
                        <a:cubicBezTo>
                          <a:pt x="248698" y="82677"/>
                          <a:pt x="248698" y="76390"/>
                          <a:pt x="255461" y="72485"/>
                        </a:cubicBezTo>
                        <a:close/>
                        <a:moveTo>
                          <a:pt x="329470" y="190119"/>
                        </a:moveTo>
                        <a:cubicBezTo>
                          <a:pt x="322802" y="194024"/>
                          <a:pt x="311848" y="194024"/>
                          <a:pt x="305181" y="190119"/>
                        </a:cubicBezTo>
                        <a:lnTo>
                          <a:pt x="255556" y="161449"/>
                        </a:lnTo>
                        <a:cubicBezTo>
                          <a:pt x="248793" y="157544"/>
                          <a:pt x="248793" y="151257"/>
                          <a:pt x="255556" y="147352"/>
                        </a:cubicBezTo>
                        <a:cubicBezTo>
                          <a:pt x="262319" y="143447"/>
                          <a:pt x="273177" y="143447"/>
                          <a:pt x="279940" y="147352"/>
                        </a:cubicBezTo>
                        <a:lnTo>
                          <a:pt x="329565" y="176022"/>
                        </a:lnTo>
                        <a:cubicBezTo>
                          <a:pt x="336328" y="179927"/>
                          <a:pt x="336328" y="186214"/>
                          <a:pt x="329565" y="190024"/>
                        </a:cubicBezTo>
                        <a:close/>
                        <a:moveTo>
                          <a:pt x="364712" y="126968"/>
                        </a:moveTo>
                        <a:lnTo>
                          <a:pt x="294513" y="126968"/>
                        </a:lnTo>
                        <a:cubicBezTo>
                          <a:pt x="284988" y="126968"/>
                          <a:pt x="277368" y="122491"/>
                          <a:pt x="277368" y="117062"/>
                        </a:cubicBezTo>
                        <a:cubicBezTo>
                          <a:pt x="277368" y="111633"/>
                          <a:pt x="285083" y="107156"/>
                          <a:pt x="294513" y="107156"/>
                        </a:cubicBezTo>
                        <a:lnTo>
                          <a:pt x="364712" y="107156"/>
                        </a:lnTo>
                        <a:cubicBezTo>
                          <a:pt x="374237" y="107156"/>
                          <a:pt x="381953" y="111633"/>
                          <a:pt x="381953" y="117062"/>
                        </a:cubicBezTo>
                        <a:cubicBezTo>
                          <a:pt x="381953" y="122491"/>
                          <a:pt x="374237" y="126968"/>
                          <a:pt x="364712"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0" name="Google Shape;2990;p44"/>
                  <p:cNvSpPr/>
                  <p:nvPr/>
                </p:nvSpPr>
                <p:spPr>
                  <a:xfrm>
                    <a:off x="3646611" y="4678414"/>
                    <a:ext cx="405669" cy="234124"/>
                  </a:xfrm>
                  <a:custGeom>
                    <a:avLst/>
                    <a:gdLst/>
                    <a:ahLst/>
                    <a:cxnLst/>
                    <a:rect l="l" t="t" r="r" b="b"/>
                    <a:pathLst>
                      <a:path w="405669" h="234124" extrusionOk="0">
                        <a:moveTo>
                          <a:pt x="346234" y="34290"/>
                        </a:moveTo>
                        <a:cubicBezTo>
                          <a:pt x="267081" y="-11430"/>
                          <a:pt x="138684" y="-11430"/>
                          <a:pt x="59436" y="34290"/>
                        </a:cubicBezTo>
                        <a:cubicBezTo>
                          <a:pt x="-19812" y="80010"/>
                          <a:pt x="-19812" y="154210"/>
                          <a:pt x="59436" y="199834"/>
                        </a:cubicBezTo>
                        <a:cubicBezTo>
                          <a:pt x="138684" y="245555"/>
                          <a:pt x="267081" y="245555"/>
                          <a:pt x="346234" y="199834"/>
                        </a:cubicBezTo>
                        <a:cubicBezTo>
                          <a:pt x="425482" y="154115"/>
                          <a:pt x="425482" y="80010"/>
                          <a:pt x="346234" y="34290"/>
                        </a:cubicBezTo>
                        <a:close/>
                        <a:moveTo>
                          <a:pt x="76200" y="58007"/>
                        </a:moveTo>
                        <a:cubicBezTo>
                          <a:pt x="69437" y="54102"/>
                          <a:pt x="69437" y="47815"/>
                          <a:pt x="76200" y="44006"/>
                        </a:cubicBezTo>
                        <a:cubicBezTo>
                          <a:pt x="82963" y="40100"/>
                          <a:pt x="93821" y="40100"/>
                          <a:pt x="100489" y="44006"/>
                        </a:cubicBezTo>
                        <a:lnTo>
                          <a:pt x="150114" y="72676"/>
                        </a:lnTo>
                        <a:cubicBezTo>
                          <a:pt x="156877" y="76581"/>
                          <a:pt x="156877" y="82867"/>
                          <a:pt x="150114" y="86678"/>
                        </a:cubicBezTo>
                        <a:cubicBezTo>
                          <a:pt x="143351" y="90583"/>
                          <a:pt x="132493" y="90583"/>
                          <a:pt x="125825" y="86678"/>
                        </a:cubicBezTo>
                        <a:lnTo>
                          <a:pt x="76200" y="58007"/>
                        </a:lnTo>
                        <a:close/>
                        <a:moveTo>
                          <a:pt x="111061" y="126968"/>
                        </a:moveTo>
                        <a:lnTo>
                          <a:pt x="40957" y="126968"/>
                        </a:lnTo>
                        <a:cubicBezTo>
                          <a:pt x="31432" y="126968"/>
                          <a:pt x="23717" y="122491"/>
                          <a:pt x="23717" y="117062"/>
                        </a:cubicBezTo>
                        <a:cubicBezTo>
                          <a:pt x="23717" y="111633"/>
                          <a:pt x="31432" y="107156"/>
                          <a:pt x="40957" y="107156"/>
                        </a:cubicBezTo>
                        <a:lnTo>
                          <a:pt x="111157" y="107156"/>
                        </a:lnTo>
                        <a:cubicBezTo>
                          <a:pt x="120682" y="107156"/>
                          <a:pt x="128397" y="111633"/>
                          <a:pt x="128397" y="117062"/>
                        </a:cubicBezTo>
                        <a:cubicBezTo>
                          <a:pt x="128397" y="122491"/>
                          <a:pt x="120682" y="126968"/>
                          <a:pt x="111157" y="126968"/>
                        </a:cubicBezTo>
                        <a:close/>
                        <a:moveTo>
                          <a:pt x="202787" y="74009"/>
                        </a:moveTo>
                        <a:cubicBezTo>
                          <a:pt x="193262" y="74009"/>
                          <a:pt x="185547" y="69532"/>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532"/>
                          <a:pt x="212312" y="74009"/>
                          <a:pt x="202787" y="74009"/>
                        </a:cubicBezTo>
                        <a:close/>
                        <a:moveTo>
                          <a:pt x="100489" y="190119"/>
                        </a:moveTo>
                        <a:cubicBezTo>
                          <a:pt x="93821" y="194024"/>
                          <a:pt x="82868" y="194024"/>
                          <a:pt x="76200" y="190119"/>
                        </a:cubicBezTo>
                        <a:cubicBezTo>
                          <a:pt x="69437" y="186214"/>
                          <a:pt x="69437" y="179927"/>
                          <a:pt x="76200" y="176022"/>
                        </a:cubicBezTo>
                        <a:lnTo>
                          <a:pt x="125825" y="147352"/>
                        </a:lnTo>
                        <a:cubicBezTo>
                          <a:pt x="132493" y="143447"/>
                          <a:pt x="143446" y="143447"/>
                          <a:pt x="150114" y="147352"/>
                        </a:cubicBezTo>
                        <a:cubicBezTo>
                          <a:pt x="156877" y="151257"/>
                          <a:pt x="156877" y="157543"/>
                          <a:pt x="150114" y="161354"/>
                        </a:cubicBezTo>
                        <a:lnTo>
                          <a:pt x="100489" y="190024"/>
                        </a:lnTo>
                        <a:close/>
                        <a:moveTo>
                          <a:pt x="279749" y="86582"/>
                        </a:moveTo>
                        <a:cubicBezTo>
                          <a:pt x="272986" y="90488"/>
                          <a:pt x="262128" y="90488"/>
                          <a:pt x="255365" y="86582"/>
                        </a:cubicBezTo>
                        <a:cubicBezTo>
                          <a:pt x="248602" y="82677"/>
                          <a:pt x="248602" y="76390"/>
                          <a:pt x="255365" y="72581"/>
                        </a:cubicBezTo>
                        <a:lnTo>
                          <a:pt x="304990" y="43910"/>
                        </a:lnTo>
                        <a:cubicBezTo>
                          <a:pt x="311753" y="40005"/>
                          <a:pt x="322612" y="40005"/>
                          <a:pt x="329279" y="43910"/>
                        </a:cubicBezTo>
                        <a:cubicBezTo>
                          <a:pt x="336042" y="47815"/>
                          <a:pt x="336042" y="54102"/>
                          <a:pt x="329279" y="57912"/>
                        </a:cubicBezTo>
                        <a:lnTo>
                          <a:pt x="279654" y="86582"/>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8"/>
                        </a:moveTo>
                        <a:cubicBezTo>
                          <a:pt x="193167" y="220408"/>
                          <a:pt x="185452" y="215932"/>
                          <a:pt x="185452" y="210503"/>
                        </a:cubicBezTo>
                        <a:lnTo>
                          <a:pt x="185452" y="170021"/>
                        </a:lnTo>
                        <a:cubicBezTo>
                          <a:pt x="185452" y="164497"/>
                          <a:pt x="193167" y="160115"/>
                          <a:pt x="202692" y="160115"/>
                        </a:cubicBezTo>
                        <a:cubicBezTo>
                          <a:pt x="212217" y="160115"/>
                          <a:pt x="219932" y="164592"/>
                          <a:pt x="219932" y="170021"/>
                        </a:cubicBezTo>
                        <a:lnTo>
                          <a:pt x="219932" y="210503"/>
                        </a:lnTo>
                        <a:cubicBezTo>
                          <a:pt x="219932" y="216027"/>
                          <a:pt x="212217" y="220408"/>
                          <a:pt x="202692" y="220408"/>
                        </a:cubicBezTo>
                        <a:close/>
                        <a:moveTo>
                          <a:pt x="304990" y="190119"/>
                        </a:moveTo>
                        <a:lnTo>
                          <a:pt x="255365" y="161449"/>
                        </a:lnTo>
                        <a:cubicBezTo>
                          <a:pt x="248602" y="157543"/>
                          <a:pt x="248602" y="151257"/>
                          <a:pt x="255365" y="147447"/>
                        </a:cubicBezTo>
                        <a:cubicBezTo>
                          <a:pt x="262128" y="143542"/>
                          <a:pt x="272986" y="143542"/>
                          <a:pt x="279749" y="147447"/>
                        </a:cubicBezTo>
                        <a:lnTo>
                          <a:pt x="329374" y="176117"/>
                        </a:lnTo>
                        <a:cubicBezTo>
                          <a:pt x="336137" y="180023"/>
                          <a:pt x="336137" y="186309"/>
                          <a:pt x="329374" y="190214"/>
                        </a:cubicBezTo>
                        <a:cubicBezTo>
                          <a:pt x="322707" y="194120"/>
                          <a:pt x="311753" y="194120"/>
                          <a:pt x="305086"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1" name="Google Shape;2991;p44"/>
                  <p:cNvSpPr/>
                  <p:nvPr/>
                </p:nvSpPr>
                <p:spPr>
                  <a:xfrm>
                    <a:off x="3792266" y="4762425"/>
                    <a:ext cx="114454" cy="46386"/>
                  </a:xfrm>
                  <a:custGeom>
                    <a:avLst/>
                    <a:gdLst/>
                    <a:ahLst/>
                    <a:cxnLst/>
                    <a:rect l="l" t="t" r="r" b="b"/>
                    <a:pathLst>
                      <a:path w="114454" h="46386" extrusionOk="0">
                        <a:moveTo>
                          <a:pt x="109615" y="46387"/>
                        </a:moveTo>
                        <a:cubicBezTo>
                          <a:pt x="106853" y="42767"/>
                          <a:pt x="102852" y="39338"/>
                          <a:pt x="97708" y="36385"/>
                        </a:cubicBezTo>
                        <a:cubicBezTo>
                          <a:pt x="75325" y="23432"/>
                          <a:pt x="39130" y="23432"/>
                          <a:pt x="16746" y="36385"/>
                        </a:cubicBezTo>
                        <a:cubicBezTo>
                          <a:pt x="11603" y="39338"/>
                          <a:pt x="7602" y="42767"/>
                          <a:pt x="4840" y="46387"/>
                        </a:cubicBezTo>
                        <a:cubicBezTo>
                          <a:pt x="-4400" y="34290"/>
                          <a:pt x="-399" y="19622"/>
                          <a:pt x="16746" y="9716"/>
                        </a:cubicBezTo>
                        <a:cubicBezTo>
                          <a:pt x="39130" y="-3239"/>
                          <a:pt x="75325" y="-3239"/>
                          <a:pt x="97708" y="9716"/>
                        </a:cubicBezTo>
                        <a:cubicBezTo>
                          <a:pt x="114854"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2" name="Google Shape;2992;p44"/>
                  <p:cNvSpPr/>
                  <p:nvPr/>
                </p:nvSpPr>
                <p:spPr>
                  <a:xfrm>
                    <a:off x="3797106" y="4789095"/>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993" name="Google Shape;2993;p44"/>
              <p:cNvGrpSpPr/>
              <p:nvPr/>
            </p:nvGrpSpPr>
            <p:grpSpPr>
              <a:xfrm>
                <a:off x="7468856" y="4512385"/>
                <a:ext cx="639735" cy="559976"/>
                <a:chOff x="3695689" y="4939685"/>
                <a:chExt cx="422100" cy="369475"/>
              </a:xfrm>
            </p:grpSpPr>
            <p:sp>
              <p:nvSpPr>
                <p:cNvPr id="2994" name="Google Shape;2994;p44"/>
                <p:cNvSpPr/>
                <p:nvPr/>
              </p:nvSpPr>
              <p:spPr>
                <a:xfrm>
                  <a:off x="3695689" y="5065320"/>
                  <a:ext cx="422100" cy="243840"/>
                </a:xfrm>
                <a:custGeom>
                  <a:avLst/>
                  <a:gdLst/>
                  <a:ahLst/>
                  <a:cxnLst/>
                  <a:rect l="l" t="t" r="r" b="b"/>
                  <a:pathLst>
                    <a:path w="422100" h="243840" extrusionOk="0">
                      <a:moveTo>
                        <a:pt x="360307" y="208121"/>
                      </a:moveTo>
                      <a:cubicBezTo>
                        <a:pt x="277821" y="255746"/>
                        <a:pt x="144185" y="255746"/>
                        <a:pt x="61793" y="208121"/>
                      </a:cubicBezTo>
                      <a:cubicBezTo>
                        <a:pt x="-20598" y="160496"/>
                        <a:pt x="-20598" y="83344"/>
                        <a:pt x="61793" y="35719"/>
                      </a:cubicBezTo>
                      <a:cubicBezTo>
                        <a:pt x="144185" y="-11906"/>
                        <a:pt x="277821" y="-11906"/>
                        <a:pt x="360307" y="35719"/>
                      </a:cubicBezTo>
                      <a:cubicBezTo>
                        <a:pt x="442698" y="83344"/>
                        <a:pt x="442698" y="160496"/>
                        <a:pt x="360307" y="208121"/>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995" name="Google Shape;2995;p44"/>
                <p:cNvGrpSpPr/>
                <p:nvPr/>
              </p:nvGrpSpPr>
              <p:grpSpPr>
                <a:xfrm>
                  <a:off x="3703857" y="5053128"/>
                  <a:ext cx="405669" cy="247649"/>
                  <a:chOff x="3703857" y="5053128"/>
                  <a:chExt cx="405669" cy="247649"/>
                </a:xfrm>
              </p:grpSpPr>
              <p:sp>
                <p:nvSpPr>
                  <p:cNvPr id="2996" name="Google Shape;2996;p44"/>
                  <p:cNvSpPr/>
                  <p:nvPr/>
                </p:nvSpPr>
                <p:spPr>
                  <a:xfrm>
                    <a:off x="3703857" y="5066463"/>
                    <a:ext cx="405574" cy="234314"/>
                  </a:xfrm>
                  <a:custGeom>
                    <a:avLst/>
                    <a:gdLst/>
                    <a:ahLst/>
                    <a:cxnLst/>
                    <a:rect l="l" t="t" r="r" b="b"/>
                    <a:pathLst>
                      <a:path w="405574" h="234314"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920"/>
                        </a:lnTo>
                        <a:lnTo>
                          <a:pt x="0" y="117920"/>
                        </a:lnTo>
                        <a:cubicBezTo>
                          <a:pt x="381"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0957" y="126968"/>
                        </a:moveTo>
                        <a:cubicBezTo>
                          <a:pt x="31432" y="126968"/>
                          <a:pt x="23717" y="122492"/>
                          <a:pt x="23717" y="117062"/>
                        </a:cubicBezTo>
                        <a:cubicBezTo>
                          <a:pt x="23717" y="111633"/>
                          <a:pt x="31432" y="107156"/>
                          <a:pt x="40957" y="107156"/>
                        </a:cubicBezTo>
                        <a:lnTo>
                          <a:pt x="111062" y="107156"/>
                        </a:lnTo>
                        <a:cubicBezTo>
                          <a:pt x="120587" y="107156"/>
                          <a:pt x="128302" y="111633"/>
                          <a:pt x="128302" y="117062"/>
                        </a:cubicBezTo>
                        <a:cubicBezTo>
                          <a:pt x="128302" y="122492"/>
                          <a:pt x="120587" y="126968"/>
                          <a:pt x="111062" y="126968"/>
                        </a:cubicBezTo>
                        <a:lnTo>
                          <a:pt x="40957" y="126968"/>
                        </a:lnTo>
                        <a:close/>
                        <a:moveTo>
                          <a:pt x="150114" y="161449"/>
                        </a:moveTo>
                        <a:lnTo>
                          <a:pt x="100489" y="190119"/>
                        </a:lnTo>
                        <a:cubicBezTo>
                          <a:pt x="93726" y="194024"/>
                          <a:pt x="82867" y="194024"/>
                          <a:pt x="76105" y="190119"/>
                        </a:cubicBezTo>
                        <a:cubicBezTo>
                          <a:pt x="69342" y="186214"/>
                          <a:pt x="69342" y="179927"/>
                          <a:pt x="76105" y="176117"/>
                        </a:cubicBezTo>
                        <a:lnTo>
                          <a:pt x="125730" y="147447"/>
                        </a:lnTo>
                        <a:cubicBezTo>
                          <a:pt x="132493" y="143542"/>
                          <a:pt x="143351" y="143542"/>
                          <a:pt x="150019" y="147447"/>
                        </a:cubicBezTo>
                        <a:cubicBezTo>
                          <a:pt x="156781" y="151352"/>
                          <a:pt x="156781" y="157639"/>
                          <a:pt x="150019" y="161544"/>
                        </a:cubicBezTo>
                        <a:close/>
                        <a:moveTo>
                          <a:pt x="185547" y="23527"/>
                        </a:moveTo>
                        <a:cubicBezTo>
                          <a:pt x="185547" y="18002"/>
                          <a:pt x="193262" y="13621"/>
                          <a:pt x="202787" y="13621"/>
                        </a:cubicBezTo>
                        <a:cubicBezTo>
                          <a:pt x="212312" y="13621"/>
                          <a:pt x="220027" y="18098"/>
                          <a:pt x="220027" y="23527"/>
                        </a:cubicBezTo>
                        <a:lnTo>
                          <a:pt x="220027" y="64008"/>
                        </a:lnTo>
                        <a:cubicBezTo>
                          <a:pt x="220027" y="69532"/>
                          <a:pt x="212312" y="73914"/>
                          <a:pt x="202787" y="73914"/>
                        </a:cubicBezTo>
                        <a:cubicBezTo>
                          <a:pt x="193262" y="73914"/>
                          <a:pt x="185547" y="69437"/>
                          <a:pt x="185547" y="64008"/>
                        </a:cubicBezTo>
                        <a:lnTo>
                          <a:pt x="185547" y="23527"/>
                        </a:lnTo>
                        <a:close/>
                        <a:moveTo>
                          <a:pt x="202787" y="220313"/>
                        </a:moveTo>
                        <a:cubicBezTo>
                          <a:pt x="193262" y="220313"/>
                          <a:pt x="185547" y="215837"/>
                          <a:pt x="185547" y="210407"/>
                        </a:cubicBezTo>
                        <a:lnTo>
                          <a:pt x="185547" y="169926"/>
                        </a:lnTo>
                        <a:cubicBezTo>
                          <a:pt x="185547" y="164402"/>
                          <a:pt x="193262" y="160020"/>
                          <a:pt x="202787" y="160020"/>
                        </a:cubicBezTo>
                        <a:cubicBezTo>
                          <a:pt x="212312" y="160020"/>
                          <a:pt x="220027" y="164497"/>
                          <a:pt x="220027" y="169926"/>
                        </a:cubicBezTo>
                        <a:lnTo>
                          <a:pt x="220027" y="210407"/>
                        </a:lnTo>
                        <a:cubicBezTo>
                          <a:pt x="220027" y="215932"/>
                          <a:pt x="212312" y="220313"/>
                          <a:pt x="202787" y="220313"/>
                        </a:cubicBezTo>
                        <a:close/>
                        <a:moveTo>
                          <a:pt x="255460" y="72485"/>
                        </a:moveTo>
                        <a:lnTo>
                          <a:pt x="305086" y="43815"/>
                        </a:lnTo>
                        <a:cubicBezTo>
                          <a:pt x="311848" y="39910"/>
                          <a:pt x="322707" y="39910"/>
                          <a:pt x="329374" y="43815"/>
                        </a:cubicBezTo>
                        <a:cubicBezTo>
                          <a:pt x="336137" y="47720"/>
                          <a:pt x="336137" y="54007"/>
                          <a:pt x="329374" y="57912"/>
                        </a:cubicBezTo>
                        <a:lnTo>
                          <a:pt x="279749" y="86582"/>
                        </a:lnTo>
                        <a:cubicBezTo>
                          <a:pt x="272987" y="90488"/>
                          <a:pt x="262128" y="90488"/>
                          <a:pt x="255460" y="86582"/>
                        </a:cubicBezTo>
                        <a:cubicBezTo>
                          <a:pt x="248698" y="82677"/>
                          <a:pt x="248698" y="76390"/>
                          <a:pt x="255460" y="72581"/>
                        </a:cubicBezTo>
                        <a:close/>
                        <a:moveTo>
                          <a:pt x="329374" y="190024"/>
                        </a:moveTo>
                        <a:cubicBezTo>
                          <a:pt x="322612" y="193929"/>
                          <a:pt x="311753" y="193929"/>
                          <a:pt x="305086" y="190024"/>
                        </a:cubicBezTo>
                        <a:lnTo>
                          <a:pt x="255460" y="161354"/>
                        </a:lnTo>
                        <a:cubicBezTo>
                          <a:pt x="248698" y="157448"/>
                          <a:pt x="248698" y="151162"/>
                          <a:pt x="255460" y="147352"/>
                        </a:cubicBezTo>
                        <a:cubicBezTo>
                          <a:pt x="262223" y="143447"/>
                          <a:pt x="273082" y="143447"/>
                          <a:pt x="279749" y="147352"/>
                        </a:cubicBezTo>
                        <a:lnTo>
                          <a:pt x="329374" y="176022"/>
                        </a:lnTo>
                        <a:cubicBezTo>
                          <a:pt x="336137" y="179927"/>
                          <a:pt x="336137" y="186214"/>
                          <a:pt x="329374" y="190024"/>
                        </a:cubicBezTo>
                        <a:close/>
                        <a:moveTo>
                          <a:pt x="364617" y="126873"/>
                        </a:moveTo>
                        <a:lnTo>
                          <a:pt x="294418" y="126873"/>
                        </a:lnTo>
                        <a:cubicBezTo>
                          <a:pt x="284893" y="126873"/>
                          <a:pt x="277177" y="122396"/>
                          <a:pt x="277177" y="116967"/>
                        </a:cubicBezTo>
                        <a:cubicBezTo>
                          <a:pt x="277177"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7" name="Google Shape;2997;p44"/>
                  <p:cNvSpPr/>
                  <p:nvPr/>
                </p:nvSpPr>
                <p:spPr>
                  <a:xfrm>
                    <a:off x="3703928" y="5053128"/>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010"/>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7"/>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022"/>
                        </a:cubicBezTo>
                        <a:lnTo>
                          <a:pt x="125658" y="147447"/>
                        </a:lnTo>
                        <a:cubicBezTo>
                          <a:pt x="132421" y="143542"/>
                          <a:pt x="143280" y="143542"/>
                          <a:pt x="149947" y="147447"/>
                        </a:cubicBezTo>
                        <a:cubicBezTo>
                          <a:pt x="156710" y="151352"/>
                          <a:pt x="156710" y="157639"/>
                          <a:pt x="149947" y="161449"/>
                        </a:cubicBezTo>
                        <a:lnTo>
                          <a:pt x="100322" y="190119"/>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8"/>
                        </a:moveTo>
                        <a:cubicBezTo>
                          <a:pt x="193096" y="220408"/>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8"/>
                          <a:pt x="202621" y="220408"/>
                        </a:cubicBezTo>
                        <a:close/>
                        <a:moveTo>
                          <a:pt x="304919" y="190119"/>
                        </a:moveTo>
                        <a:lnTo>
                          <a:pt x="255294" y="161449"/>
                        </a:lnTo>
                        <a:cubicBezTo>
                          <a:pt x="248531" y="157544"/>
                          <a:pt x="248531" y="151257"/>
                          <a:pt x="255294" y="147447"/>
                        </a:cubicBezTo>
                        <a:cubicBezTo>
                          <a:pt x="262057" y="143542"/>
                          <a:pt x="272915" y="143542"/>
                          <a:pt x="279583" y="147447"/>
                        </a:cubicBezTo>
                        <a:lnTo>
                          <a:pt x="329208" y="176022"/>
                        </a:lnTo>
                        <a:cubicBezTo>
                          <a:pt x="335971" y="179927"/>
                          <a:pt x="335971" y="186214"/>
                          <a:pt x="329208" y="190119"/>
                        </a:cubicBezTo>
                        <a:cubicBezTo>
                          <a:pt x="322445" y="194024"/>
                          <a:pt x="311587" y="194024"/>
                          <a:pt x="304919"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8" name="Google Shape;2998;p44"/>
                  <p:cNvSpPr/>
                  <p:nvPr/>
                </p:nvSpPr>
                <p:spPr>
                  <a:xfrm>
                    <a:off x="3849512" y="5137210"/>
                    <a:ext cx="114454" cy="46315"/>
                  </a:xfrm>
                  <a:custGeom>
                    <a:avLst/>
                    <a:gdLst/>
                    <a:ahLst/>
                    <a:cxnLst/>
                    <a:rect l="l" t="t" r="r" b="b"/>
                    <a:pathLst>
                      <a:path w="114454" h="46315" extrusionOk="0">
                        <a:moveTo>
                          <a:pt x="109615" y="46315"/>
                        </a:moveTo>
                        <a:cubicBezTo>
                          <a:pt x="106852" y="42696"/>
                          <a:pt x="102852" y="39267"/>
                          <a:pt x="97708" y="36314"/>
                        </a:cubicBezTo>
                        <a:cubicBezTo>
                          <a:pt x="75325" y="23455"/>
                          <a:pt x="39130" y="23455"/>
                          <a:pt x="16746" y="36314"/>
                        </a:cubicBezTo>
                        <a:cubicBezTo>
                          <a:pt x="11602" y="39267"/>
                          <a:pt x="7602" y="42696"/>
                          <a:pt x="4840" y="46315"/>
                        </a:cubicBezTo>
                        <a:cubicBezTo>
                          <a:pt x="-4400" y="34218"/>
                          <a:pt x="-399" y="19550"/>
                          <a:pt x="16746" y="9644"/>
                        </a:cubicBezTo>
                        <a:cubicBezTo>
                          <a:pt x="39130" y="-3215"/>
                          <a:pt x="75325" y="-3215"/>
                          <a:pt x="97708" y="9644"/>
                        </a:cubicBezTo>
                        <a:cubicBezTo>
                          <a:pt x="114853"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9" name="Google Shape;2999;p44"/>
                  <p:cNvSpPr/>
                  <p:nvPr/>
                </p:nvSpPr>
                <p:spPr>
                  <a:xfrm>
                    <a:off x="3854351" y="5163880"/>
                    <a:ext cx="104775" cy="39457"/>
                  </a:xfrm>
                  <a:custGeom>
                    <a:avLst/>
                    <a:gdLst/>
                    <a:ahLst/>
                    <a:cxnLst/>
                    <a:rect l="l" t="t" r="r" b="b"/>
                    <a:pathLst>
                      <a:path w="104775" h="39457" extrusionOk="0">
                        <a:moveTo>
                          <a:pt x="104775" y="19645"/>
                        </a:moveTo>
                        <a:cubicBezTo>
                          <a:pt x="102013" y="23265"/>
                          <a:pt x="98012" y="26694"/>
                          <a:pt x="92869" y="29742"/>
                        </a:cubicBezTo>
                        <a:cubicBezTo>
                          <a:pt x="70485" y="42696"/>
                          <a:pt x="34290" y="42696"/>
                          <a:pt x="11906" y="29742"/>
                        </a:cubicBezTo>
                        <a:cubicBezTo>
                          <a:pt x="6763" y="26789"/>
                          <a:pt x="2762" y="23360"/>
                          <a:pt x="0" y="19645"/>
                        </a:cubicBezTo>
                        <a:cubicBezTo>
                          <a:pt x="2762" y="16026"/>
                          <a:pt x="6763" y="12597"/>
                          <a:pt x="11906" y="9644"/>
                        </a:cubicBezTo>
                        <a:cubicBezTo>
                          <a:pt x="34290" y="-3215"/>
                          <a:pt x="70485" y="-3215"/>
                          <a:pt x="92869" y="9644"/>
                        </a:cubicBezTo>
                        <a:cubicBezTo>
                          <a:pt x="98012" y="12597"/>
                          <a:pt x="102013" y="16026"/>
                          <a:pt x="104775" y="19645"/>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00" name="Google Shape;3000;p44"/>
                <p:cNvGrpSpPr/>
                <p:nvPr/>
              </p:nvGrpSpPr>
              <p:grpSpPr>
                <a:xfrm>
                  <a:off x="3727359" y="4965879"/>
                  <a:ext cx="358830" cy="305800"/>
                  <a:chOff x="3727359" y="4965879"/>
                  <a:chExt cx="358830" cy="305800"/>
                </a:xfrm>
              </p:grpSpPr>
              <p:sp>
                <p:nvSpPr>
                  <p:cNvPr id="3001" name="Google Shape;3001;p44"/>
                  <p:cNvSpPr/>
                  <p:nvPr/>
                </p:nvSpPr>
                <p:spPr>
                  <a:xfrm>
                    <a:off x="3727478" y="5069416"/>
                    <a:ext cx="358711" cy="202263"/>
                  </a:xfrm>
                  <a:custGeom>
                    <a:avLst/>
                    <a:gdLst/>
                    <a:ahLst/>
                    <a:cxnLst/>
                    <a:rect l="l" t="t" r="r" b="b"/>
                    <a:pathLst>
                      <a:path w="358711" h="202263" extrusionOk="0">
                        <a:moveTo>
                          <a:pt x="358616" y="0"/>
                        </a:moveTo>
                        <a:lnTo>
                          <a:pt x="358616" y="98393"/>
                        </a:lnTo>
                        <a:cubicBezTo>
                          <a:pt x="358616" y="125063"/>
                          <a:pt x="340995" y="151733"/>
                          <a:pt x="306038" y="171831"/>
                        </a:cubicBezTo>
                        <a:cubicBezTo>
                          <a:pt x="236125" y="212408"/>
                          <a:pt x="122492" y="212408"/>
                          <a:pt x="52388" y="171831"/>
                        </a:cubicBezTo>
                        <a:cubicBezTo>
                          <a:pt x="17336" y="151733"/>
                          <a:pt x="0" y="125063"/>
                          <a:pt x="0" y="98393"/>
                        </a:cubicBezTo>
                        <a:lnTo>
                          <a:pt x="0" y="0"/>
                        </a:lnTo>
                        <a:lnTo>
                          <a:pt x="35871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2" name="Google Shape;3002;p44"/>
                  <p:cNvSpPr/>
                  <p:nvPr/>
                </p:nvSpPr>
                <p:spPr>
                  <a:xfrm>
                    <a:off x="3727383" y="5082179"/>
                    <a:ext cx="358711" cy="110633"/>
                  </a:xfrm>
                  <a:custGeom>
                    <a:avLst/>
                    <a:gdLst/>
                    <a:ahLst/>
                    <a:cxnLst/>
                    <a:rect l="l" t="t" r="r" b="b"/>
                    <a:pathLst>
                      <a:path w="358711" h="110633" extrusionOk="0">
                        <a:moveTo>
                          <a:pt x="358711" y="0"/>
                        </a:moveTo>
                        <a:cubicBezTo>
                          <a:pt x="358711" y="26479"/>
                          <a:pt x="341090" y="52864"/>
                          <a:pt x="306133" y="73057"/>
                        </a:cubicBezTo>
                        <a:cubicBezTo>
                          <a:pt x="236220" y="113824"/>
                          <a:pt x="122587" y="113824"/>
                          <a:pt x="52483" y="73057"/>
                        </a:cubicBezTo>
                        <a:cubicBezTo>
                          <a:pt x="18288" y="53340"/>
                          <a:pt x="762" y="27622"/>
                          <a:pt x="0" y="1715"/>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3" name="Google Shape;3003;p44"/>
                  <p:cNvSpPr/>
                  <p:nvPr/>
                </p:nvSpPr>
                <p:spPr>
                  <a:xfrm>
                    <a:off x="3727383" y="5099324"/>
                    <a:ext cx="358711" cy="110632"/>
                  </a:xfrm>
                  <a:custGeom>
                    <a:avLst/>
                    <a:gdLst/>
                    <a:ahLst/>
                    <a:cxnLst/>
                    <a:rect l="l" t="t" r="r" b="b"/>
                    <a:pathLst>
                      <a:path w="358711" h="110632" extrusionOk="0">
                        <a:moveTo>
                          <a:pt x="358711" y="0"/>
                        </a:moveTo>
                        <a:cubicBezTo>
                          <a:pt x="358711" y="26479"/>
                          <a:pt x="341090" y="52959"/>
                          <a:pt x="306133" y="73057"/>
                        </a:cubicBezTo>
                        <a:cubicBezTo>
                          <a:pt x="236220" y="113729"/>
                          <a:pt x="122587" y="113729"/>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4" name="Google Shape;3004;p44"/>
                  <p:cNvSpPr/>
                  <p:nvPr/>
                </p:nvSpPr>
                <p:spPr>
                  <a:xfrm>
                    <a:off x="3727383" y="5116565"/>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5" name="Google Shape;3005;p44"/>
                  <p:cNvSpPr/>
                  <p:nvPr/>
                </p:nvSpPr>
                <p:spPr>
                  <a:xfrm>
                    <a:off x="3727383" y="5133709"/>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6" name="Google Shape;3006;p44"/>
                  <p:cNvSpPr/>
                  <p:nvPr/>
                </p:nvSpPr>
                <p:spPr>
                  <a:xfrm>
                    <a:off x="3727383" y="5150855"/>
                    <a:ext cx="358711" cy="110632"/>
                  </a:xfrm>
                  <a:custGeom>
                    <a:avLst/>
                    <a:gdLst/>
                    <a:ahLst/>
                    <a:cxnLst/>
                    <a:rect l="l" t="t" r="r" b="b"/>
                    <a:pathLst>
                      <a:path w="358711" h="110632" extrusionOk="0">
                        <a:moveTo>
                          <a:pt x="358711" y="0"/>
                        </a:moveTo>
                        <a:cubicBezTo>
                          <a:pt x="358711" y="26479"/>
                          <a:pt x="341090" y="52864"/>
                          <a:pt x="306133" y="73057"/>
                        </a:cubicBezTo>
                        <a:cubicBezTo>
                          <a:pt x="236220" y="113728"/>
                          <a:pt x="122587" y="113728"/>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7" name="Google Shape;3007;p44"/>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8" name="Google Shape;3008;p44"/>
                  <p:cNvSpPr/>
                  <p:nvPr/>
                </p:nvSpPr>
                <p:spPr>
                  <a:xfrm>
                    <a:off x="3741504" y="4974118"/>
                    <a:ext cx="330446" cy="190785"/>
                  </a:xfrm>
                  <a:custGeom>
                    <a:avLst/>
                    <a:gdLst/>
                    <a:ahLst/>
                    <a:cxnLst/>
                    <a:rect l="l" t="t" r="r" b="b"/>
                    <a:pathLst>
                      <a:path w="330446" h="190785" extrusionOk="0">
                        <a:moveTo>
                          <a:pt x="48363" y="162639"/>
                        </a:moveTo>
                        <a:cubicBezTo>
                          <a:pt x="112943" y="200168"/>
                          <a:pt x="217622" y="200168"/>
                          <a:pt x="282012" y="162639"/>
                        </a:cubicBezTo>
                        <a:cubicBezTo>
                          <a:pt x="346591" y="125492"/>
                          <a:pt x="346591" y="65008"/>
                          <a:pt x="282012" y="27861"/>
                        </a:cubicBezTo>
                        <a:cubicBezTo>
                          <a:pt x="217622" y="-9287"/>
                          <a:pt x="112943" y="-9287"/>
                          <a:pt x="48363" y="27861"/>
                        </a:cubicBezTo>
                        <a:cubicBezTo>
                          <a:pt x="-16121" y="65008"/>
                          <a:pt x="-16121" y="125492"/>
                          <a:pt x="48363" y="16263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9" name="Google Shape;3009;p44"/>
                  <p:cNvSpPr/>
                  <p:nvPr/>
                </p:nvSpPr>
                <p:spPr>
                  <a:xfrm>
                    <a:off x="3752172" y="4980190"/>
                    <a:ext cx="309014" cy="178474"/>
                  </a:xfrm>
                  <a:custGeom>
                    <a:avLst/>
                    <a:gdLst/>
                    <a:ahLst/>
                    <a:cxnLst/>
                    <a:rect l="l" t="t" r="r" b="b"/>
                    <a:pathLst>
                      <a:path w="309014" h="178474" extrusionOk="0">
                        <a:moveTo>
                          <a:pt x="45220" y="152186"/>
                        </a:moveTo>
                        <a:cubicBezTo>
                          <a:pt x="105609" y="187238"/>
                          <a:pt x="203526" y="187238"/>
                          <a:pt x="263723" y="152186"/>
                        </a:cubicBezTo>
                        <a:cubicBezTo>
                          <a:pt x="324112" y="117419"/>
                          <a:pt x="324112" y="60841"/>
                          <a:pt x="263723" y="26075"/>
                        </a:cubicBezTo>
                        <a:cubicBezTo>
                          <a:pt x="203526" y="-8692"/>
                          <a:pt x="105609" y="-8692"/>
                          <a:pt x="45220" y="26075"/>
                        </a:cubicBezTo>
                        <a:cubicBezTo>
                          <a:pt x="-15073" y="60841"/>
                          <a:pt x="-15073" y="117324"/>
                          <a:pt x="45220" y="15218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0" name="Google Shape;3010;p44"/>
                  <p:cNvSpPr/>
                  <p:nvPr/>
                </p:nvSpPr>
                <p:spPr>
                  <a:xfrm>
                    <a:off x="3760768" y="4985524"/>
                    <a:ext cx="291917" cy="168568"/>
                  </a:xfrm>
                  <a:custGeom>
                    <a:avLst/>
                    <a:gdLst/>
                    <a:ahLst/>
                    <a:cxnLst/>
                    <a:rect l="l" t="t" r="r" b="b"/>
                    <a:pathLst>
                      <a:path w="291917" h="168568" extrusionOk="0">
                        <a:moveTo>
                          <a:pt x="42720" y="143708"/>
                        </a:moveTo>
                        <a:cubicBezTo>
                          <a:pt x="99774" y="176855"/>
                          <a:pt x="192262" y="176855"/>
                          <a:pt x="249126" y="143708"/>
                        </a:cubicBezTo>
                        <a:cubicBezTo>
                          <a:pt x="306181" y="110847"/>
                          <a:pt x="306181" y="57507"/>
                          <a:pt x="249126" y="24646"/>
                        </a:cubicBezTo>
                        <a:cubicBezTo>
                          <a:pt x="192262" y="-8215"/>
                          <a:pt x="99774" y="-8215"/>
                          <a:pt x="42720" y="24646"/>
                        </a:cubicBezTo>
                        <a:cubicBezTo>
                          <a:pt x="-14240" y="57507"/>
                          <a:pt x="-14240" y="110847"/>
                          <a:pt x="42720" y="14370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1" name="Google Shape;3011;p44"/>
                  <p:cNvSpPr/>
                  <p:nvPr/>
                </p:nvSpPr>
                <p:spPr>
                  <a:xfrm>
                    <a:off x="3769793" y="4990263"/>
                    <a:ext cx="273962" cy="158257"/>
                  </a:xfrm>
                  <a:custGeom>
                    <a:avLst/>
                    <a:gdLst/>
                    <a:ahLst/>
                    <a:cxnLst/>
                    <a:rect l="l" t="t" r="r" b="b"/>
                    <a:pathLst>
                      <a:path w="273962" h="158257" extrusionOk="0">
                        <a:moveTo>
                          <a:pt x="40076" y="134969"/>
                        </a:moveTo>
                        <a:cubicBezTo>
                          <a:pt x="93607" y="166021"/>
                          <a:pt x="180475" y="166021"/>
                          <a:pt x="233815" y="134969"/>
                        </a:cubicBezTo>
                        <a:cubicBezTo>
                          <a:pt x="287346" y="104108"/>
                          <a:pt x="287346" y="54007"/>
                          <a:pt x="233815" y="23146"/>
                        </a:cubicBezTo>
                        <a:cubicBezTo>
                          <a:pt x="180475" y="-7715"/>
                          <a:pt x="93607" y="-7715"/>
                          <a:pt x="40076" y="23146"/>
                        </a:cubicBezTo>
                        <a:cubicBezTo>
                          <a:pt x="-13359" y="53912"/>
                          <a:pt x="-13359" y="104108"/>
                          <a:pt x="40076" y="13496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2" name="Google Shape;3012;p44"/>
                  <p:cNvSpPr/>
                  <p:nvPr/>
                </p:nvSpPr>
                <p:spPr>
                  <a:xfrm>
                    <a:off x="3777342" y="4995073"/>
                    <a:ext cx="258770" cy="149471"/>
                  </a:xfrm>
                  <a:custGeom>
                    <a:avLst/>
                    <a:gdLst/>
                    <a:ahLst/>
                    <a:cxnLst/>
                    <a:rect l="l" t="t" r="r" b="b"/>
                    <a:pathLst>
                      <a:path w="258770" h="149471" extrusionOk="0">
                        <a:moveTo>
                          <a:pt x="37862" y="127397"/>
                        </a:moveTo>
                        <a:cubicBezTo>
                          <a:pt x="88440" y="156829"/>
                          <a:pt x="170450" y="156829"/>
                          <a:pt x="220837" y="127397"/>
                        </a:cubicBezTo>
                        <a:cubicBezTo>
                          <a:pt x="271415" y="98251"/>
                          <a:pt x="271415" y="50911"/>
                          <a:pt x="220837" y="21860"/>
                        </a:cubicBezTo>
                        <a:cubicBezTo>
                          <a:pt x="170450" y="-7287"/>
                          <a:pt x="88440" y="-7287"/>
                          <a:pt x="37862" y="21860"/>
                        </a:cubicBezTo>
                        <a:cubicBezTo>
                          <a:pt x="-12621" y="51007"/>
                          <a:pt x="-12621" y="98346"/>
                          <a:pt x="37862" y="127397"/>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3" name="Google Shape;3013;p44"/>
                  <p:cNvSpPr/>
                  <p:nvPr/>
                </p:nvSpPr>
                <p:spPr>
                  <a:xfrm>
                    <a:off x="3784890" y="4999026"/>
                    <a:ext cx="243673" cy="140731"/>
                  </a:xfrm>
                  <a:custGeom>
                    <a:avLst/>
                    <a:gdLst/>
                    <a:ahLst/>
                    <a:cxnLst/>
                    <a:rect l="l" t="t" r="r" b="b"/>
                    <a:pathLst>
                      <a:path w="243673" h="140731" extrusionOk="0">
                        <a:moveTo>
                          <a:pt x="35647" y="120015"/>
                        </a:moveTo>
                        <a:cubicBezTo>
                          <a:pt x="83272" y="147638"/>
                          <a:pt x="160520" y="147638"/>
                          <a:pt x="207955" y="120015"/>
                        </a:cubicBezTo>
                        <a:cubicBezTo>
                          <a:pt x="255580" y="92583"/>
                          <a:pt x="255580" y="48006"/>
                          <a:pt x="207955" y="20574"/>
                        </a:cubicBezTo>
                        <a:cubicBezTo>
                          <a:pt x="160520" y="-6858"/>
                          <a:pt x="83272" y="-6858"/>
                          <a:pt x="35647" y="20574"/>
                        </a:cubicBezTo>
                        <a:cubicBezTo>
                          <a:pt x="-11882" y="48006"/>
                          <a:pt x="-11882" y="92583"/>
                          <a:pt x="35647" y="120015"/>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4" name="Google Shape;3014;p44"/>
                  <p:cNvSpPr/>
                  <p:nvPr/>
                </p:nvSpPr>
                <p:spPr>
                  <a:xfrm>
                    <a:off x="3791677" y="5003217"/>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5" name="Google Shape;3015;p44"/>
                  <p:cNvSpPr/>
                  <p:nvPr/>
                </p:nvSpPr>
                <p:spPr>
                  <a:xfrm>
                    <a:off x="3798702" y="5007098"/>
                    <a:ext cx="216074" cy="124753"/>
                  </a:xfrm>
                  <a:custGeom>
                    <a:avLst/>
                    <a:gdLst/>
                    <a:ahLst/>
                    <a:cxnLst/>
                    <a:rect l="l" t="t" r="r" b="b"/>
                    <a:pathLst>
                      <a:path w="216074" h="124753" extrusionOk="0">
                        <a:moveTo>
                          <a:pt x="31647" y="106323"/>
                        </a:moveTo>
                        <a:cubicBezTo>
                          <a:pt x="73843" y="130897"/>
                          <a:pt x="142327" y="130897"/>
                          <a:pt x="184428" y="106323"/>
                        </a:cubicBezTo>
                        <a:cubicBezTo>
                          <a:pt x="226624" y="82034"/>
                          <a:pt x="226624" y="42505"/>
                          <a:pt x="184428" y="18216"/>
                        </a:cubicBezTo>
                        <a:cubicBezTo>
                          <a:pt x="142327" y="-6072"/>
                          <a:pt x="73843" y="-6072"/>
                          <a:pt x="31647" y="18216"/>
                        </a:cubicBezTo>
                        <a:cubicBezTo>
                          <a:pt x="-10549" y="42505"/>
                          <a:pt x="-10549" y="82034"/>
                          <a:pt x="31647" y="106323"/>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6" name="Google Shape;3016;p44"/>
                  <p:cNvSpPr/>
                  <p:nvPr/>
                </p:nvSpPr>
                <p:spPr>
                  <a:xfrm>
                    <a:off x="3804679" y="5010765"/>
                    <a:ext cx="204097" cy="117824"/>
                  </a:xfrm>
                  <a:custGeom>
                    <a:avLst/>
                    <a:gdLst/>
                    <a:ahLst/>
                    <a:cxnLst/>
                    <a:rect l="l" t="t" r="r" b="b"/>
                    <a:pathLst>
                      <a:path w="204097" h="117824" extrusionOk="0">
                        <a:moveTo>
                          <a:pt x="29861" y="100465"/>
                        </a:moveTo>
                        <a:cubicBezTo>
                          <a:pt x="69771" y="123611"/>
                          <a:pt x="134445" y="123611"/>
                          <a:pt x="174165" y="100465"/>
                        </a:cubicBezTo>
                        <a:cubicBezTo>
                          <a:pt x="214075" y="77510"/>
                          <a:pt x="214075" y="40172"/>
                          <a:pt x="174165" y="17216"/>
                        </a:cubicBezTo>
                        <a:cubicBezTo>
                          <a:pt x="134445" y="-5739"/>
                          <a:pt x="69771" y="-5739"/>
                          <a:pt x="29861" y="17216"/>
                        </a:cubicBezTo>
                        <a:cubicBezTo>
                          <a:pt x="-9954" y="40172"/>
                          <a:pt x="-9954" y="77510"/>
                          <a:pt x="29861" y="10046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7" name="Google Shape;3017;p44"/>
                  <p:cNvSpPr/>
                  <p:nvPr/>
                </p:nvSpPr>
                <p:spPr>
                  <a:xfrm>
                    <a:off x="3810155" y="5013695"/>
                    <a:ext cx="193167" cy="111489"/>
                  </a:xfrm>
                  <a:custGeom>
                    <a:avLst/>
                    <a:gdLst/>
                    <a:ahLst/>
                    <a:cxnLst/>
                    <a:rect l="l" t="t" r="r" b="b"/>
                    <a:pathLst>
                      <a:path w="193167" h="111489" extrusionOk="0">
                        <a:moveTo>
                          <a:pt x="28289" y="95059"/>
                        </a:moveTo>
                        <a:cubicBezTo>
                          <a:pt x="66008" y="116967"/>
                          <a:pt x="127254" y="116967"/>
                          <a:pt x="164878" y="95059"/>
                        </a:cubicBezTo>
                        <a:cubicBezTo>
                          <a:pt x="202597" y="73342"/>
                          <a:pt x="202597" y="38005"/>
                          <a:pt x="164878" y="16288"/>
                        </a:cubicBezTo>
                        <a:cubicBezTo>
                          <a:pt x="127254" y="-5429"/>
                          <a:pt x="66103" y="-5429"/>
                          <a:pt x="28289" y="16288"/>
                        </a:cubicBezTo>
                        <a:cubicBezTo>
                          <a:pt x="-9430" y="38005"/>
                          <a:pt x="-9430" y="73342"/>
                          <a:pt x="28289" y="9505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8" name="Google Shape;3018;p44"/>
                  <p:cNvSpPr/>
                  <p:nvPr/>
                </p:nvSpPr>
                <p:spPr>
                  <a:xfrm>
                    <a:off x="3815537" y="5017004"/>
                    <a:ext cx="182403" cy="105251"/>
                  </a:xfrm>
                  <a:custGeom>
                    <a:avLst/>
                    <a:gdLst/>
                    <a:ahLst/>
                    <a:cxnLst/>
                    <a:rect l="l" t="t" r="r" b="b"/>
                    <a:pathLst>
                      <a:path w="182403" h="105251" extrusionOk="0">
                        <a:moveTo>
                          <a:pt x="26718" y="89749"/>
                        </a:moveTo>
                        <a:cubicBezTo>
                          <a:pt x="62341" y="110419"/>
                          <a:pt x="120158" y="110419"/>
                          <a:pt x="155686" y="89749"/>
                        </a:cubicBezTo>
                        <a:cubicBezTo>
                          <a:pt x="191310" y="69271"/>
                          <a:pt x="191310" y="35838"/>
                          <a:pt x="155686" y="15359"/>
                        </a:cubicBezTo>
                        <a:cubicBezTo>
                          <a:pt x="120158" y="-5120"/>
                          <a:pt x="62341" y="-5120"/>
                          <a:pt x="26718" y="15359"/>
                        </a:cubicBezTo>
                        <a:cubicBezTo>
                          <a:pt x="-8906" y="35933"/>
                          <a:pt x="-8906" y="69271"/>
                          <a:pt x="26718" y="8974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9" name="Google Shape;3019;p44"/>
                  <p:cNvSpPr/>
                  <p:nvPr/>
                </p:nvSpPr>
                <p:spPr>
                  <a:xfrm>
                    <a:off x="3820824" y="5019862"/>
                    <a:ext cx="171807" cy="99250"/>
                  </a:xfrm>
                  <a:custGeom>
                    <a:avLst/>
                    <a:gdLst/>
                    <a:ahLst/>
                    <a:cxnLst/>
                    <a:rect l="l" t="t" r="r" b="b"/>
                    <a:pathLst>
                      <a:path w="171807" h="99250" extrusionOk="0">
                        <a:moveTo>
                          <a:pt x="25146" y="84606"/>
                        </a:moveTo>
                        <a:cubicBezTo>
                          <a:pt x="58769"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0" name="Google Shape;3020;p44"/>
                  <p:cNvSpPr/>
                  <p:nvPr/>
                </p:nvSpPr>
                <p:spPr>
                  <a:xfrm>
                    <a:off x="3825681" y="5022743"/>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2004"/>
                          <a:pt x="138493" y="13716"/>
                        </a:cubicBezTo>
                        <a:cubicBezTo>
                          <a:pt x="106870" y="-4572"/>
                          <a:pt x="55435" y="-4572"/>
                          <a:pt x="23717" y="13716"/>
                        </a:cubicBezTo>
                        <a:cubicBezTo>
                          <a:pt x="-7906" y="32004"/>
                          <a:pt x="-7906" y="61627"/>
                          <a:pt x="23717" y="7991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1" name="Google Shape;3021;p44"/>
                  <p:cNvSpPr/>
                  <p:nvPr/>
                </p:nvSpPr>
                <p:spPr>
                  <a:xfrm>
                    <a:off x="3830539" y="5025505"/>
                    <a:ext cx="152304" cy="87892"/>
                  </a:xfrm>
                  <a:custGeom>
                    <a:avLst/>
                    <a:gdLst/>
                    <a:ahLst/>
                    <a:cxnLst/>
                    <a:rect l="l" t="t" r="r" b="b"/>
                    <a:pathLst>
                      <a:path w="152304" h="87892" extrusionOk="0">
                        <a:moveTo>
                          <a:pt x="22288" y="74962"/>
                        </a:moveTo>
                        <a:cubicBezTo>
                          <a:pt x="52102" y="92202"/>
                          <a:pt x="100298" y="92202"/>
                          <a:pt x="130016" y="74962"/>
                        </a:cubicBezTo>
                        <a:cubicBezTo>
                          <a:pt x="159734" y="57817"/>
                          <a:pt x="159734" y="30004"/>
                          <a:pt x="130016" y="12859"/>
                        </a:cubicBezTo>
                        <a:cubicBezTo>
                          <a:pt x="100298" y="-4286"/>
                          <a:pt x="52102" y="-4286"/>
                          <a:pt x="22288" y="12859"/>
                        </a:cubicBezTo>
                        <a:cubicBezTo>
                          <a:pt x="-7429" y="30004"/>
                          <a:pt x="-7429" y="57817"/>
                          <a:pt x="22288" y="74962"/>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2" name="Google Shape;3022;p44"/>
                  <p:cNvSpPr/>
                  <p:nvPr/>
                </p:nvSpPr>
                <p:spPr>
                  <a:xfrm>
                    <a:off x="3834801" y="5028125"/>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3" name="Google Shape;3023;p44"/>
                  <p:cNvSpPr/>
                  <p:nvPr/>
                </p:nvSpPr>
                <p:spPr>
                  <a:xfrm>
                    <a:off x="3841921" y="5032387"/>
                    <a:ext cx="129635" cy="74794"/>
                  </a:xfrm>
                  <a:custGeom>
                    <a:avLst/>
                    <a:gdLst/>
                    <a:ahLst/>
                    <a:cxnLst/>
                    <a:rect l="l" t="t" r="r" b="b"/>
                    <a:pathLst>
                      <a:path w="129635" h="74794" extrusionOk="0">
                        <a:moveTo>
                          <a:pt x="19002" y="63794"/>
                        </a:moveTo>
                        <a:cubicBezTo>
                          <a:pt x="44339" y="78462"/>
                          <a:pt x="85392" y="78462"/>
                          <a:pt x="110633" y="63794"/>
                        </a:cubicBezTo>
                        <a:cubicBezTo>
                          <a:pt x="135969" y="49220"/>
                          <a:pt x="135969" y="25503"/>
                          <a:pt x="110633" y="10930"/>
                        </a:cubicBezTo>
                        <a:cubicBezTo>
                          <a:pt x="85392" y="-3643"/>
                          <a:pt x="44339" y="-3643"/>
                          <a:pt x="19002" y="10930"/>
                        </a:cubicBezTo>
                        <a:cubicBezTo>
                          <a:pt x="-6334" y="25503"/>
                          <a:pt x="-6334" y="49220"/>
                          <a:pt x="19002" y="637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4" name="Google Shape;3024;p44"/>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25" name="Google Shape;3025;p44"/>
                <p:cNvGrpSpPr/>
                <p:nvPr/>
              </p:nvGrpSpPr>
              <p:grpSpPr>
                <a:xfrm>
                  <a:off x="3703857" y="4939685"/>
                  <a:ext cx="405669" cy="247649"/>
                  <a:chOff x="3703857" y="4939685"/>
                  <a:chExt cx="405669" cy="247649"/>
                </a:xfrm>
              </p:grpSpPr>
              <p:sp>
                <p:nvSpPr>
                  <p:cNvPr id="3026" name="Google Shape;3026;p44"/>
                  <p:cNvSpPr/>
                  <p:nvPr/>
                </p:nvSpPr>
                <p:spPr>
                  <a:xfrm>
                    <a:off x="3703857" y="4953115"/>
                    <a:ext cx="405574" cy="234219"/>
                  </a:xfrm>
                  <a:custGeom>
                    <a:avLst/>
                    <a:gdLst/>
                    <a:ahLst/>
                    <a:cxnLst/>
                    <a:rect l="l" t="t" r="r" b="b"/>
                    <a:pathLst>
                      <a:path w="405574" h="234219"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824"/>
                        </a:lnTo>
                        <a:lnTo>
                          <a:pt x="0" y="117824"/>
                        </a:lnTo>
                        <a:cubicBezTo>
                          <a:pt x="381" y="147542"/>
                          <a:pt x="20098" y="177165"/>
                          <a:pt x="59341" y="199930"/>
                        </a:cubicBezTo>
                        <a:cubicBezTo>
                          <a:pt x="138589" y="245650"/>
                          <a:pt x="266986" y="245650"/>
                          <a:pt x="346138" y="199930"/>
                        </a:cubicBezTo>
                        <a:cubicBezTo>
                          <a:pt x="385763" y="177070"/>
                          <a:pt x="405574" y="147066"/>
                          <a:pt x="405574" y="117157"/>
                        </a:cubicBezTo>
                        <a:lnTo>
                          <a:pt x="405574" y="103823"/>
                        </a:lnTo>
                        <a:lnTo>
                          <a:pt x="404241" y="103823"/>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910"/>
                        </a:cubicBezTo>
                        <a:close/>
                        <a:moveTo>
                          <a:pt x="40957" y="126873"/>
                        </a:moveTo>
                        <a:cubicBezTo>
                          <a:pt x="31432" y="126873"/>
                          <a:pt x="23717" y="122396"/>
                          <a:pt x="23717" y="116967"/>
                        </a:cubicBezTo>
                        <a:cubicBezTo>
                          <a:pt x="23717" y="111538"/>
                          <a:pt x="31432" y="107061"/>
                          <a:pt x="40957" y="107061"/>
                        </a:cubicBezTo>
                        <a:lnTo>
                          <a:pt x="111062" y="107061"/>
                        </a:lnTo>
                        <a:cubicBezTo>
                          <a:pt x="120587" y="107061"/>
                          <a:pt x="128302" y="111538"/>
                          <a:pt x="128302" y="116967"/>
                        </a:cubicBezTo>
                        <a:cubicBezTo>
                          <a:pt x="128302" y="122396"/>
                          <a:pt x="120587" y="126873"/>
                          <a:pt x="111062" y="126873"/>
                        </a:cubicBezTo>
                        <a:lnTo>
                          <a:pt x="40957" y="126873"/>
                        </a:lnTo>
                        <a:close/>
                        <a:moveTo>
                          <a:pt x="150114" y="161354"/>
                        </a:moveTo>
                        <a:lnTo>
                          <a:pt x="100489" y="190024"/>
                        </a:lnTo>
                        <a:cubicBezTo>
                          <a:pt x="93726" y="193929"/>
                          <a:pt x="82867" y="193929"/>
                          <a:pt x="76105" y="190024"/>
                        </a:cubicBezTo>
                        <a:cubicBezTo>
                          <a:pt x="69342" y="186119"/>
                          <a:pt x="69342" y="179832"/>
                          <a:pt x="76105" y="176022"/>
                        </a:cubicBezTo>
                        <a:lnTo>
                          <a:pt x="125730" y="147352"/>
                        </a:lnTo>
                        <a:cubicBezTo>
                          <a:pt x="132493" y="143447"/>
                          <a:pt x="143351" y="143447"/>
                          <a:pt x="150019" y="147352"/>
                        </a:cubicBezTo>
                        <a:cubicBezTo>
                          <a:pt x="156781" y="151257"/>
                          <a:pt x="156781" y="157544"/>
                          <a:pt x="150019" y="161354"/>
                        </a:cubicBezTo>
                        <a:close/>
                        <a:moveTo>
                          <a:pt x="185547" y="23431"/>
                        </a:moveTo>
                        <a:cubicBezTo>
                          <a:pt x="185547" y="17907"/>
                          <a:pt x="193262" y="13525"/>
                          <a:pt x="202787" y="13525"/>
                        </a:cubicBezTo>
                        <a:cubicBezTo>
                          <a:pt x="212312" y="13525"/>
                          <a:pt x="220027" y="18002"/>
                          <a:pt x="220027" y="23431"/>
                        </a:cubicBezTo>
                        <a:lnTo>
                          <a:pt x="220027" y="63913"/>
                        </a:lnTo>
                        <a:cubicBezTo>
                          <a:pt x="220027" y="69437"/>
                          <a:pt x="212312" y="73819"/>
                          <a:pt x="202787" y="73819"/>
                        </a:cubicBezTo>
                        <a:cubicBezTo>
                          <a:pt x="193262" y="73819"/>
                          <a:pt x="185547" y="69342"/>
                          <a:pt x="185547" y="63913"/>
                        </a:cubicBezTo>
                        <a:lnTo>
                          <a:pt x="185547" y="23431"/>
                        </a:lnTo>
                        <a:close/>
                        <a:moveTo>
                          <a:pt x="202787" y="220218"/>
                        </a:moveTo>
                        <a:cubicBezTo>
                          <a:pt x="193262" y="220218"/>
                          <a:pt x="185547" y="215741"/>
                          <a:pt x="185547" y="210312"/>
                        </a:cubicBezTo>
                        <a:lnTo>
                          <a:pt x="185547" y="169831"/>
                        </a:lnTo>
                        <a:cubicBezTo>
                          <a:pt x="185547" y="164306"/>
                          <a:pt x="193262" y="159925"/>
                          <a:pt x="202787" y="159925"/>
                        </a:cubicBezTo>
                        <a:cubicBezTo>
                          <a:pt x="212312" y="159925"/>
                          <a:pt x="220027" y="164402"/>
                          <a:pt x="220027" y="169831"/>
                        </a:cubicBezTo>
                        <a:lnTo>
                          <a:pt x="220027" y="210312"/>
                        </a:lnTo>
                        <a:cubicBezTo>
                          <a:pt x="220027" y="215837"/>
                          <a:pt x="212312" y="220218"/>
                          <a:pt x="202787" y="220218"/>
                        </a:cubicBezTo>
                        <a:close/>
                        <a:moveTo>
                          <a:pt x="255460" y="72390"/>
                        </a:moveTo>
                        <a:lnTo>
                          <a:pt x="305086" y="43720"/>
                        </a:lnTo>
                        <a:cubicBezTo>
                          <a:pt x="311848" y="39815"/>
                          <a:pt x="322707" y="39815"/>
                          <a:pt x="329374" y="43720"/>
                        </a:cubicBezTo>
                        <a:cubicBezTo>
                          <a:pt x="336137" y="47625"/>
                          <a:pt x="336137" y="53912"/>
                          <a:pt x="329374" y="57722"/>
                        </a:cubicBezTo>
                        <a:lnTo>
                          <a:pt x="279749" y="86392"/>
                        </a:lnTo>
                        <a:cubicBezTo>
                          <a:pt x="272987" y="90297"/>
                          <a:pt x="262128" y="90297"/>
                          <a:pt x="255460" y="86392"/>
                        </a:cubicBezTo>
                        <a:cubicBezTo>
                          <a:pt x="248698" y="82487"/>
                          <a:pt x="248698" y="76200"/>
                          <a:pt x="255460" y="72390"/>
                        </a:cubicBezTo>
                        <a:close/>
                        <a:moveTo>
                          <a:pt x="329374" y="189929"/>
                        </a:moveTo>
                        <a:cubicBezTo>
                          <a:pt x="322612" y="193834"/>
                          <a:pt x="311753" y="193834"/>
                          <a:pt x="305086" y="189929"/>
                        </a:cubicBezTo>
                        <a:lnTo>
                          <a:pt x="255460" y="161258"/>
                        </a:lnTo>
                        <a:cubicBezTo>
                          <a:pt x="248698" y="157353"/>
                          <a:pt x="248698" y="151066"/>
                          <a:pt x="255460" y="147256"/>
                        </a:cubicBezTo>
                        <a:cubicBezTo>
                          <a:pt x="262223" y="143351"/>
                          <a:pt x="273082" y="143351"/>
                          <a:pt x="279749" y="147256"/>
                        </a:cubicBezTo>
                        <a:lnTo>
                          <a:pt x="329374" y="175927"/>
                        </a:lnTo>
                        <a:cubicBezTo>
                          <a:pt x="336137" y="179832"/>
                          <a:pt x="336137" y="186119"/>
                          <a:pt x="329374" y="189929"/>
                        </a:cubicBezTo>
                        <a:close/>
                        <a:moveTo>
                          <a:pt x="364617" y="126778"/>
                        </a:moveTo>
                        <a:lnTo>
                          <a:pt x="294418" y="126778"/>
                        </a:lnTo>
                        <a:cubicBezTo>
                          <a:pt x="284893" y="126778"/>
                          <a:pt x="277177" y="122301"/>
                          <a:pt x="277177" y="116872"/>
                        </a:cubicBezTo>
                        <a:cubicBezTo>
                          <a:pt x="277177" y="111442"/>
                          <a:pt x="284893" y="106966"/>
                          <a:pt x="294418" y="106966"/>
                        </a:cubicBezTo>
                        <a:lnTo>
                          <a:pt x="364617" y="106966"/>
                        </a:lnTo>
                        <a:cubicBezTo>
                          <a:pt x="374142" y="106966"/>
                          <a:pt x="381857" y="111442"/>
                          <a:pt x="381857" y="116872"/>
                        </a:cubicBezTo>
                        <a:cubicBezTo>
                          <a:pt x="381857" y="122301"/>
                          <a:pt x="374142" y="126778"/>
                          <a:pt x="364617" y="126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7" name="Google Shape;3027;p44"/>
                  <p:cNvSpPr/>
                  <p:nvPr/>
                </p:nvSpPr>
                <p:spPr>
                  <a:xfrm>
                    <a:off x="3703928" y="4939685"/>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105"/>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8"/>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117"/>
                        </a:cubicBezTo>
                        <a:lnTo>
                          <a:pt x="125658" y="147447"/>
                        </a:lnTo>
                        <a:cubicBezTo>
                          <a:pt x="132421" y="143542"/>
                          <a:pt x="143280" y="143542"/>
                          <a:pt x="149947" y="147447"/>
                        </a:cubicBezTo>
                        <a:cubicBezTo>
                          <a:pt x="156710" y="151352"/>
                          <a:pt x="156710" y="157639"/>
                          <a:pt x="149947" y="161544"/>
                        </a:cubicBezTo>
                        <a:lnTo>
                          <a:pt x="100322" y="190214"/>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9"/>
                        </a:moveTo>
                        <a:cubicBezTo>
                          <a:pt x="193096" y="220409"/>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9"/>
                          <a:pt x="202621" y="220409"/>
                        </a:cubicBezTo>
                        <a:close/>
                        <a:moveTo>
                          <a:pt x="304919" y="190119"/>
                        </a:moveTo>
                        <a:lnTo>
                          <a:pt x="255294" y="161449"/>
                        </a:lnTo>
                        <a:cubicBezTo>
                          <a:pt x="248531" y="157544"/>
                          <a:pt x="248531" y="151257"/>
                          <a:pt x="255294" y="147352"/>
                        </a:cubicBezTo>
                        <a:cubicBezTo>
                          <a:pt x="262057" y="143447"/>
                          <a:pt x="272915" y="143447"/>
                          <a:pt x="279583" y="147352"/>
                        </a:cubicBezTo>
                        <a:lnTo>
                          <a:pt x="329208" y="176022"/>
                        </a:lnTo>
                        <a:cubicBezTo>
                          <a:pt x="335971" y="179927"/>
                          <a:pt x="335971" y="186214"/>
                          <a:pt x="329208" y="190024"/>
                        </a:cubicBezTo>
                        <a:cubicBezTo>
                          <a:pt x="322445" y="193929"/>
                          <a:pt x="311587" y="193929"/>
                          <a:pt x="304919"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8" name="Google Shape;3028;p44"/>
                  <p:cNvSpPr/>
                  <p:nvPr/>
                </p:nvSpPr>
                <p:spPr>
                  <a:xfrm>
                    <a:off x="3849512" y="5023791"/>
                    <a:ext cx="114454" cy="46386"/>
                  </a:xfrm>
                  <a:custGeom>
                    <a:avLst/>
                    <a:gdLst/>
                    <a:ahLst/>
                    <a:cxnLst/>
                    <a:rect l="l" t="t" r="r" b="b"/>
                    <a:pathLst>
                      <a:path w="114454" h="46386" extrusionOk="0">
                        <a:moveTo>
                          <a:pt x="109615" y="46387"/>
                        </a:moveTo>
                        <a:cubicBezTo>
                          <a:pt x="106852" y="42767"/>
                          <a:pt x="102852" y="39338"/>
                          <a:pt x="97708" y="36385"/>
                        </a:cubicBezTo>
                        <a:cubicBezTo>
                          <a:pt x="75325" y="23432"/>
                          <a:pt x="39130" y="23432"/>
                          <a:pt x="16746" y="36385"/>
                        </a:cubicBezTo>
                        <a:cubicBezTo>
                          <a:pt x="11602" y="39338"/>
                          <a:pt x="7602" y="42767"/>
                          <a:pt x="4840" y="46387"/>
                        </a:cubicBezTo>
                        <a:cubicBezTo>
                          <a:pt x="-4400" y="34290"/>
                          <a:pt x="-399" y="19622"/>
                          <a:pt x="16746" y="9716"/>
                        </a:cubicBezTo>
                        <a:cubicBezTo>
                          <a:pt x="39130" y="-3239"/>
                          <a:pt x="75325" y="-3239"/>
                          <a:pt x="97708" y="9716"/>
                        </a:cubicBezTo>
                        <a:cubicBezTo>
                          <a:pt x="114853"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9" name="Google Shape;3029;p44"/>
                  <p:cNvSpPr/>
                  <p:nvPr/>
                </p:nvSpPr>
                <p:spPr>
                  <a:xfrm>
                    <a:off x="3854351" y="5050461"/>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3030" name="Google Shape;3030;p44"/>
            <p:cNvGrpSpPr/>
            <p:nvPr/>
          </p:nvGrpSpPr>
          <p:grpSpPr>
            <a:xfrm>
              <a:off x="6719934" y="4528768"/>
              <a:ext cx="639842" cy="559831"/>
              <a:chOff x="4037470" y="4779094"/>
              <a:chExt cx="422171" cy="369379"/>
            </a:xfrm>
          </p:grpSpPr>
          <p:sp>
            <p:nvSpPr>
              <p:cNvPr id="3031" name="Google Shape;3031;p44"/>
              <p:cNvSpPr/>
              <p:nvPr/>
            </p:nvSpPr>
            <p:spPr>
              <a:xfrm>
                <a:off x="4037470" y="4904728"/>
                <a:ext cx="422171" cy="243745"/>
              </a:xfrm>
              <a:custGeom>
                <a:avLst/>
                <a:gdLst/>
                <a:ahLst/>
                <a:cxnLst/>
                <a:rect l="l" t="t" r="r" b="b"/>
                <a:pathLst>
                  <a:path w="422171" h="243745" extrusionOk="0">
                    <a:moveTo>
                      <a:pt x="360378" y="208026"/>
                    </a:moveTo>
                    <a:cubicBezTo>
                      <a:pt x="277892" y="255651"/>
                      <a:pt x="144256" y="255651"/>
                      <a:pt x="61865" y="208026"/>
                    </a:cubicBezTo>
                    <a:cubicBezTo>
                      <a:pt x="-20622" y="160401"/>
                      <a:pt x="-20622" y="83249"/>
                      <a:pt x="61865" y="35719"/>
                    </a:cubicBezTo>
                    <a:cubicBezTo>
                      <a:pt x="144256" y="-11906"/>
                      <a:pt x="277987" y="-11906"/>
                      <a:pt x="360378" y="35719"/>
                    </a:cubicBezTo>
                    <a:cubicBezTo>
                      <a:pt x="442770" y="83344"/>
                      <a:pt x="442770"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032" name="Google Shape;3032;p44"/>
              <p:cNvGrpSpPr/>
              <p:nvPr/>
            </p:nvGrpSpPr>
            <p:grpSpPr>
              <a:xfrm>
                <a:off x="4045709" y="4892537"/>
                <a:ext cx="405669" cy="247649"/>
                <a:chOff x="4045709" y="4892537"/>
                <a:chExt cx="405669" cy="247649"/>
              </a:xfrm>
            </p:grpSpPr>
            <p:sp>
              <p:nvSpPr>
                <p:cNvPr id="3033" name="Google Shape;3033;p44"/>
                <p:cNvSpPr/>
                <p:nvPr/>
              </p:nvSpPr>
              <p:spPr>
                <a:xfrm>
                  <a:off x="4045709" y="4905871"/>
                  <a:ext cx="405669" cy="234315"/>
                </a:xfrm>
                <a:custGeom>
                  <a:avLst/>
                  <a:gdLst/>
                  <a:ahLst/>
                  <a:cxnLst/>
                  <a:rect l="l" t="t" r="r" b="b"/>
                  <a:pathLst>
                    <a:path w="405669" h="234315" extrusionOk="0">
                      <a:moveTo>
                        <a:pt x="404336" y="103727"/>
                      </a:moveTo>
                      <a:cubicBezTo>
                        <a:pt x="399288" y="78391"/>
                        <a:pt x="379952" y="53721"/>
                        <a:pt x="346234" y="34290"/>
                      </a:cubicBezTo>
                      <a:cubicBezTo>
                        <a:pt x="267081" y="-11430"/>
                        <a:pt x="138589" y="-11430"/>
                        <a:pt x="59436" y="34290"/>
                      </a:cubicBezTo>
                      <a:cubicBezTo>
                        <a:pt x="25527" y="53911"/>
                        <a:pt x="6096" y="78676"/>
                        <a:pt x="1238" y="104299"/>
                      </a:cubicBezTo>
                      <a:lnTo>
                        <a:pt x="0" y="103823"/>
                      </a:lnTo>
                      <a:lnTo>
                        <a:pt x="0" y="117919"/>
                      </a:lnTo>
                      <a:lnTo>
                        <a:pt x="0" y="117919"/>
                      </a:lnTo>
                      <a:cubicBezTo>
                        <a:pt x="381" y="147638"/>
                        <a:pt x="20098" y="177260"/>
                        <a:pt x="59436" y="200025"/>
                      </a:cubicBezTo>
                      <a:cubicBezTo>
                        <a:pt x="138589" y="245745"/>
                        <a:pt x="267081" y="245745"/>
                        <a:pt x="346234" y="200025"/>
                      </a:cubicBezTo>
                      <a:cubicBezTo>
                        <a:pt x="385858" y="177165"/>
                        <a:pt x="405670" y="147161"/>
                        <a:pt x="405670" y="117253"/>
                      </a:cubicBezTo>
                      <a:lnTo>
                        <a:pt x="405670" y="103918"/>
                      </a:lnTo>
                      <a:lnTo>
                        <a:pt x="404336" y="103918"/>
                      </a:lnTo>
                      <a:close/>
                      <a:moveTo>
                        <a:pt x="76200" y="43910"/>
                      </a:moveTo>
                      <a:cubicBezTo>
                        <a:pt x="82963" y="40005"/>
                        <a:pt x="93821" y="40005"/>
                        <a:pt x="100584" y="43910"/>
                      </a:cubicBezTo>
                      <a:lnTo>
                        <a:pt x="150209" y="72581"/>
                      </a:lnTo>
                      <a:cubicBezTo>
                        <a:pt x="156877" y="76486"/>
                        <a:pt x="156877" y="82772"/>
                        <a:pt x="150209" y="86677"/>
                      </a:cubicBezTo>
                      <a:cubicBezTo>
                        <a:pt x="143446" y="90583"/>
                        <a:pt x="132588" y="90583"/>
                        <a:pt x="125825" y="86677"/>
                      </a:cubicBezTo>
                      <a:lnTo>
                        <a:pt x="76200" y="58007"/>
                      </a:lnTo>
                      <a:cubicBezTo>
                        <a:pt x="69533" y="54102"/>
                        <a:pt x="69533" y="47816"/>
                        <a:pt x="76200" y="44006"/>
                      </a:cubicBezTo>
                      <a:close/>
                      <a:moveTo>
                        <a:pt x="40958" y="126968"/>
                      </a:moveTo>
                      <a:cubicBezTo>
                        <a:pt x="31433" y="126968"/>
                        <a:pt x="23717" y="122492"/>
                        <a:pt x="23717" y="117062"/>
                      </a:cubicBezTo>
                      <a:cubicBezTo>
                        <a:pt x="23717" y="111633"/>
                        <a:pt x="31433" y="107156"/>
                        <a:pt x="40958" y="107156"/>
                      </a:cubicBezTo>
                      <a:lnTo>
                        <a:pt x="111062" y="107156"/>
                      </a:lnTo>
                      <a:cubicBezTo>
                        <a:pt x="120587" y="107156"/>
                        <a:pt x="128302" y="111633"/>
                        <a:pt x="128302" y="117062"/>
                      </a:cubicBezTo>
                      <a:cubicBezTo>
                        <a:pt x="128302" y="122492"/>
                        <a:pt x="120587" y="126968"/>
                        <a:pt x="111062" y="126968"/>
                      </a:cubicBezTo>
                      <a:lnTo>
                        <a:pt x="40958" y="126968"/>
                      </a:lnTo>
                      <a:close/>
                      <a:moveTo>
                        <a:pt x="150114" y="161449"/>
                      </a:moveTo>
                      <a:lnTo>
                        <a:pt x="100489" y="190119"/>
                      </a:lnTo>
                      <a:cubicBezTo>
                        <a:pt x="93821" y="194024"/>
                        <a:pt x="82868" y="194024"/>
                        <a:pt x="76105" y="190119"/>
                      </a:cubicBezTo>
                      <a:cubicBezTo>
                        <a:pt x="69437" y="186214"/>
                        <a:pt x="69437" y="179927"/>
                        <a:pt x="76105" y="176117"/>
                      </a:cubicBezTo>
                      <a:lnTo>
                        <a:pt x="125730" y="147447"/>
                      </a:lnTo>
                      <a:cubicBezTo>
                        <a:pt x="132493" y="143542"/>
                        <a:pt x="143351" y="143542"/>
                        <a:pt x="150114" y="147447"/>
                      </a:cubicBezTo>
                      <a:cubicBezTo>
                        <a:pt x="156877" y="151352"/>
                        <a:pt x="156781" y="157639"/>
                        <a:pt x="150114" y="161544"/>
                      </a:cubicBezTo>
                      <a:close/>
                      <a:moveTo>
                        <a:pt x="185547" y="23527"/>
                      </a:moveTo>
                      <a:cubicBezTo>
                        <a:pt x="185547" y="18002"/>
                        <a:pt x="193262" y="13621"/>
                        <a:pt x="202787" y="13621"/>
                      </a:cubicBezTo>
                      <a:cubicBezTo>
                        <a:pt x="212312" y="13621"/>
                        <a:pt x="220028" y="18098"/>
                        <a:pt x="219932" y="23527"/>
                      </a:cubicBezTo>
                      <a:lnTo>
                        <a:pt x="219932" y="64008"/>
                      </a:lnTo>
                      <a:cubicBezTo>
                        <a:pt x="219932" y="69533"/>
                        <a:pt x="212217" y="73914"/>
                        <a:pt x="202787" y="73914"/>
                      </a:cubicBezTo>
                      <a:cubicBezTo>
                        <a:pt x="193358" y="73914"/>
                        <a:pt x="185547" y="69437"/>
                        <a:pt x="185547" y="64008"/>
                      </a:cubicBezTo>
                      <a:lnTo>
                        <a:pt x="185547" y="23527"/>
                      </a:lnTo>
                      <a:close/>
                      <a:moveTo>
                        <a:pt x="202787" y="220313"/>
                      </a:moveTo>
                      <a:cubicBezTo>
                        <a:pt x="193262" y="220313"/>
                        <a:pt x="185547" y="215836"/>
                        <a:pt x="185547" y="210407"/>
                      </a:cubicBezTo>
                      <a:lnTo>
                        <a:pt x="185547" y="169926"/>
                      </a:lnTo>
                      <a:cubicBezTo>
                        <a:pt x="185547" y="164401"/>
                        <a:pt x="193262" y="160020"/>
                        <a:pt x="202787" y="160020"/>
                      </a:cubicBezTo>
                      <a:cubicBezTo>
                        <a:pt x="212312" y="160020"/>
                        <a:pt x="220028" y="164497"/>
                        <a:pt x="220028" y="169926"/>
                      </a:cubicBezTo>
                      <a:lnTo>
                        <a:pt x="220028" y="210407"/>
                      </a:lnTo>
                      <a:cubicBezTo>
                        <a:pt x="220028" y="215836"/>
                        <a:pt x="212312" y="220313"/>
                        <a:pt x="202787" y="220313"/>
                      </a:cubicBezTo>
                      <a:close/>
                      <a:moveTo>
                        <a:pt x="255461" y="72485"/>
                      </a:moveTo>
                      <a:lnTo>
                        <a:pt x="305086" y="43815"/>
                      </a:lnTo>
                      <a:cubicBezTo>
                        <a:pt x="311848" y="39910"/>
                        <a:pt x="322707" y="39910"/>
                        <a:pt x="329375" y="43815"/>
                      </a:cubicBezTo>
                      <a:cubicBezTo>
                        <a:pt x="336137" y="47720"/>
                        <a:pt x="336137" y="54007"/>
                        <a:pt x="329375" y="57817"/>
                      </a:cubicBezTo>
                      <a:lnTo>
                        <a:pt x="279749" y="86487"/>
                      </a:lnTo>
                      <a:cubicBezTo>
                        <a:pt x="272987" y="90392"/>
                        <a:pt x="262128" y="90392"/>
                        <a:pt x="255365" y="86487"/>
                      </a:cubicBezTo>
                      <a:cubicBezTo>
                        <a:pt x="248698" y="82582"/>
                        <a:pt x="248698" y="76295"/>
                        <a:pt x="255365" y="72390"/>
                      </a:cubicBezTo>
                      <a:close/>
                      <a:moveTo>
                        <a:pt x="329375" y="190024"/>
                      </a:moveTo>
                      <a:cubicBezTo>
                        <a:pt x="322707" y="193929"/>
                        <a:pt x="311753" y="193929"/>
                        <a:pt x="305086" y="190024"/>
                      </a:cubicBezTo>
                      <a:lnTo>
                        <a:pt x="255461" y="161354"/>
                      </a:lnTo>
                      <a:cubicBezTo>
                        <a:pt x="248698" y="157448"/>
                        <a:pt x="248698" y="151162"/>
                        <a:pt x="255461" y="147257"/>
                      </a:cubicBezTo>
                      <a:cubicBezTo>
                        <a:pt x="262128" y="143351"/>
                        <a:pt x="273082" y="143351"/>
                        <a:pt x="279749" y="147257"/>
                      </a:cubicBezTo>
                      <a:lnTo>
                        <a:pt x="329375" y="175927"/>
                      </a:lnTo>
                      <a:cubicBezTo>
                        <a:pt x="336137" y="179832"/>
                        <a:pt x="336137" y="186118"/>
                        <a:pt x="329375" y="189929"/>
                      </a:cubicBezTo>
                      <a:close/>
                      <a:moveTo>
                        <a:pt x="364617" y="126873"/>
                      </a:moveTo>
                      <a:lnTo>
                        <a:pt x="294418" y="126873"/>
                      </a:lnTo>
                      <a:cubicBezTo>
                        <a:pt x="284893" y="126873"/>
                        <a:pt x="277178" y="122396"/>
                        <a:pt x="277178" y="116967"/>
                      </a:cubicBezTo>
                      <a:cubicBezTo>
                        <a:pt x="277178"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4" name="Google Shape;3034;p44"/>
                <p:cNvSpPr/>
                <p:nvPr/>
              </p:nvSpPr>
              <p:spPr>
                <a:xfrm>
                  <a:off x="4045709" y="4892537"/>
                  <a:ext cx="405598" cy="234219"/>
                </a:xfrm>
                <a:custGeom>
                  <a:avLst/>
                  <a:gdLst/>
                  <a:ahLst/>
                  <a:cxnLst/>
                  <a:rect l="l" t="t" r="r" b="b"/>
                  <a:pathLst>
                    <a:path w="405598" h="234219" extrusionOk="0">
                      <a:moveTo>
                        <a:pt x="346234" y="34290"/>
                      </a:moveTo>
                      <a:cubicBezTo>
                        <a:pt x="267081" y="-11430"/>
                        <a:pt x="138589" y="-11430"/>
                        <a:pt x="59436" y="34290"/>
                      </a:cubicBezTo>
                      <a:cubicBezTo>
                        <a:pt x="-19812" y="80010"/>
                        <a:pt x="-19812" y="154115"/>
                        <a:pt x="59436" y="199930"/>
                      </a:cubicBezTo>
                      <a:cubicBezTo>
                        <a:pt x="138589" y="245650"/>
                        <a:pt x="267081" y="245650"/>
                        <a:pt x="346234" y="199930"/>
                      </a:cubicBezTo>
                      <a:cubicBezTo>
                        <a:pt x="425386" y="154210"/>
                        <a:pt x="425386" y="80105"/>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773"/>
                      </a:cubicBezTo>
                      <a:cubicBezTo>
                        <a:pt x="143446" y="90678"/>
                        <a:pt x="132588" y="90678"/>
                        <a:pt x="125825" y="86773"/>
                      </a:cubicBezTo>
                      <a:lnTo>
                        <a:pt x="76200" y="58102"/>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677"/>
                      </a:moveTo>
                      <a:cubicBezTo>
                        <a:pt x="273082" y="90583"/>
                        <a:pt x="262223" y="90583"/>
                        <a:pt x="255461" y="86677"/>
                      </a:cubicBezTo>
                      <a:cubicBezTo>
                        <a:pt x="248793" y="82772"/>
                        <a:pt x="248793" y="76486"/>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156"/>
                      </a:moveTo>
                      <a:lnTo>
                        <a:pt x="364712" y="107156"/>
                      </a:lnTo>
                      <a:cubicBezTo>
                        <a:pt x="374237" y="107156"/>
                        <a:pt x="381953" y="111633"/>
                        <a:pt x="381953" y="117062"/>
                      </a:cubicBezTo>
                      <a:cubicBezTo>
                        <a:pt x="381953" y="122492"/>
                        <a:pt x="374237" y="126968"/>
                        <a:pt x="364712" y="126968"/>
                      </a:cubicBezTo>
                      <a:lnTo>
                        <a:pt x="294513" y="126968"/>
                      </a:lnTo>
                      <a:cubicBezTo>
                        <a:pt x="284988" y="126968"/>
                        <a:pt x="277273" y="122492"/>
                        <a:pt x="277273" y="117062"/>
                      </a:cubicBezTo>
                      <a:cubicBezTo>
                        <a:pt x="277273" y="111633"/>
                        <a:pt x="284988" y="107156"/>
                        <a:pt x="294513" y="107156"/>
                      </a:cubicBezTo>
                      <a:close/>
                      <a:moveTo>
                        <a:pt x="202883" y="220504"/>
                      </a:moveTo>
                      <a:cubicBezTo>
                        <a:pt x="193358" y="220504"/>
                        <a:pt x="185642" y="216027"/>
                        <a:pt x="185642" y="210598"/>
                      </a:cubicBezTo>
                      <a:lnTo>
                        <a:pt x="185642" y="170117"/>
                      </a:lnTo>
                      <a:cubicBezTo>
                        <a:pt x="185642" y="164592"/>
                        <a:pt x="193358" y="160210"/>
                        <a:pt x="202883" y="160210"/>
                      </a:cubicBezTo>
                      <a:cubicBezTo>
                        <a:pt x="212408" y="160210"/>
                        <a:pt x="220123" y="164687"/>
                        <a:pt x="220123" y="170117"/>
                      </a:cubicBezTo>
                      <a:lnTo>
                        <a:pt x="220123" y="210598"/>
                      </a:lnTo>
                      <a:cubicBezTo>
                        <a:pt x="220123" y="216122"/>
                        <a:pt x="212408" y="220504"/>
                        <a:pt x="202883" y="220504"/>
                      </a:cubicBezTo>
                      <a:close/>
                      <a:moveTo>
                        <a:pt x="305181" y="190214"/>
                      </a:moveTo>
                      <a:lnTo>
                        <a:pt x="255556" y="161544"/>
                      </a:lnTo>
                      <a:cubicBezTo>
                        <a:pt x="248793" y="157639"/>
                        <a:pt x="248793" y="151352"/>
                        <a:pt x="255556" y="147542"/>
                      </a:cubicBezTo>
                      <a:cubicBezTo>
                        <a:pt x="262223" y="143637"/>
                        <a:pt x="273177" y="143637"/>
                        <a:pt x="279844" y="147542"/>
                      </a:cubicBezTo>
                      <a:lnTo>
                        <a:pt x="329470" y="176212"/>
                      </a:lnTo>
                      <a:cubicBezTo>
                        <a:pt x="336233" y="180118"/>
                        <a:pt x="336233" y="186404"/>
                        <a:pt x="329470" y="190214"/>
                      </a:cubicBezTo>
                      <a:cubicBezTo>
                        <a:pt x="322802" y="194119"/>
                        <a:pt x="311848" y="194119"/>
                        <a:pt x="305181"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5" name="Google Shape;3035;p44"/>
                <p:cNvSpPr/>
                <p:nvPr/>
              </p:nvSpPr>
              <p:spPr>
                <a:xfrm>
                  <a:off x="4191364" y="4976547"/>
                  <a:ext cx="114454" cy="46386"/>
                </a:xfrm>
                <a:custGeom>
                  <a:avLst/>
                  <a:gdLst/>
                  <a:ahLst/>
                  <a:cxnLst/>
                  <a:rect l="l" t="t" r="r" b="b"/>
                  <a:pathLst>
                    <a:path w="114454" h="46386" extrusionOk="0">
                      <a:moveTo>
                        <a:pt x="109615" y="46387"/>
                      </a:moveTo>
                      <a:cubicBezTo>
                        <a:pt x="106852" y="42767"/>
                        <a:pt x="102852" y="39338"/>
                        <a:pt x="97709" y="36290"/>
                      </a:cubicBezTo>
                      <a:cubicBezTo>
                        <a:pt x="75325" y="23336"/>
                        <a:pt x="39130" y="23336"/>
                        <a:pt x="16746" y="36290"/>
                      </a:cubicBezTo>
                      <a:cubicBezTo>
                        <a:pt x="11602" y="39243"/>
                        <a:pt x="7602" y="42672"/>
                        <a:pt x="4840" y="46387"/>
                      </a:cubicBezTo>
                      <a:cubicBezTo>
                        <a:pt x="-4400" y="34290"/>
                        <a:pt x="-399" y="19621"/>
                        <a:pt x="16746" y="9716"/>
                      </a:cubicBezTo>
                      <a:cubicBezTo>
                        <a:pt x="39130" y="-3239"/>
                        <a:pt x="75325" y="-3239"/>
                        <a:pt x="97709" y="9716"/>
                      </a:cubicBezTo>
                      <a:cubicBezTo>
                        <a:pt x="114853" y="19621"/>
                        <a:pt x="118854" y="34290"/>
                        <a:pt x="109615" y="46387"/>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6" name="Google Shape;3036;p44"/>
                <p:cNvSpPr/>
                <p:nvPr/>
              </p:nvSpPr>
              <p:spPr>
                <a:xfrm>
                  <a:off x="4196204" y="5003122"/>
                  <a:ext cx="104775" cy="39528"/>
                </a:xfrm>
                <a:custGeom>
                  <a:avLst/>
                  <a:gdLst/>
                  <a:ahLst/>
                  <a:cxnLst/>
                  <a:rect l="l" t="t" r="r" b="b"/>
                  <a:pathLst>
                    <a:path w="104775" h="39528" extrusionOk="0">
                      <a:moveTo>
                        <a:pt x="104775" y="19812"/>
                      </a:moveTo>
                      <a:cubicBezTo>
                        <a:pt x="102013" y="23431"/>
                        <a:pt x="98012" y="26861"/>
                        <a:pt x="92869" y="29813"/>
                      </a:cubicBezTo>
                      <a:cubicBezTo>
                        <a:pt x="70485" y="42767"/>
                        <a:pt x="34290" y="42767"/>
                        <a:pt x="11906" y="29813"/>
                      </a:cubicBezTo>
                      <a:cubicBezTo>
                        <a:pt x="6763" y="26861"/>
                        <a:pt x="2762" y="23431"/>
                        <a:pt x="0" y="19812"/>
                      </a:cubicBezTo>
                      <a:cubicBezTo>
                        <a:pt x="2762" y="16192"/>
                        <a:pt x="6763" y="12763"/>
                        <a:pt x="11906" y="9715"/>
                      </a:cubicBezTo>
                      <a:cubicBezTo>
                        <a:pt x="34290" y="-3238"/>
                        <a:pt x="70485" y="-3238"/>
                        <a:pt x="92869" y="9715"/>
                      </a:cubicBezTo>
                      <a:cubicBezTo>
                        <a:pt x="98012" y="12668"/>
                        <a:pt x="102013" y="16097"/>
                        <a:pt x="104775" y="19812"/>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37" name="Google Shape;3037;p44"/>
              <p:cNvGrpSpPr/>
              <p:nvPr/>
            </p:nvGrpSpPr>
            <p:grpSpPr>
              <a:xfrm>
                <a:off x="4069212" y="4805192"/>
                <a:ext cx="358735" cy="305895"/>
                <a:chOff x="4069212" y="4805192"/>
                <a:chExt cx="358735" cy="305895"/>
              </a:xfrm>
            </p:grpSpPr>
            <p:sp>
              <p:nvSpPr>
                <p:cNvPr id="3038" name="Google Shape;3038;p44"/>
                <p:cNvSpPr/>
                <p:nvPr/>
              </p:nvSpPr>
              <p:spPr>
                <a:xfrm>
                  <a:off x="4069235" y="4908824"/>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2" y="212407"/>
                        <a:pt x="52388" y="171831"/>
                      </a:cubicBezTo>
                      <a:cubicBezTo>
                        <a:pt x="17336" y="151733"/>
                        <a:pt x="0" y="125063"/>
                        <a:pt x="0" y="98393"/>
                      </a:cubicBezTo>
                      <a:lnTo>
                        <a:pt x="0" y="0"/>
                      </a:lnTo>
                      <a:lnTo>
                        <a:pt x="3587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9" name="Google Shape;3039;p44"/>
                <p:cNvSpPr/>
                <p:nvPr/>
              </p:nvSpPr>
              <p:spPr>
                <a:xfrm>
                  <a:off x="4069235" y="4921492"/>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0" name="Google Shape;3040;p44"/>
                <p:cNvSpPr/>
                <p:nvPr/>
              </p:nvSpPr>
              <p:spPr>
                <a:xfrm>
                  <a:off x="4069235" y="493873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1" name="Google Shape;3041;p44"/>
                <p:cNvSpPr/>
                <p:nvPr/>
              </p:nvSpPr>
              <p:spPr>
                <a:xfrm>
                  <a:off x="4069235" y="4955878"/>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2" name="Google Shape;3042;p44"/>
                <p:cNvSpPr/>
                <p:nvPr/>
              </p:nvSpPr>
              <p:spPr>
                <a:xfrm>
                  <a:off x="4069235" y="4973118"/>
                  <a:ext cx="358711" cy="110632"/>
                </a:xfrm>
                <a:custGeom>
                  <a:avLst/>
                  <a:gdLst/>
                  <a:ahLst/>
                  <a:cxnLst/>
                  <a:rect l="l" t="t" r="r" b="b"/>
                  <a:pathLst>
                    <a:path w="358711" h="110632" extrusionOk="0">
                      <a:moveTo>
                        <a:pt x="358712" y="0"/>
                      </a:moveTo>
                      <a:cubicBezTo>
                        <a:pt x="358712" y="26479"/>
                        <a:pt x="341090" y="52864"/>
                        <a:pt x="306134" y="73057"/>
                      </a:cubicBezTo>
                      <a:cubicBezTo>
                        <a:pt x="236220" y="113824"/>
                        <a:pt x="122587" y="113824"/>
                        <a:pt x="52483" y="73057"/>
                      </a:cubicBezTo>
                      <a:cubicBezTo>
                        <a:pt x="18288" y="53340"/>
                        <a:pt x="762" y="27622"/>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3" name="Google Shape;3043;p44"/>
                <p:cNvSpPr/>
                <p:nvPr/>
              </p:nvSpPr>
              <p:spPr>
                <a:xfrm>
                  <a:off x="4069235" y="499026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622"/>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4" name="Google Shape;3044;p44"/>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5" name="Google Shape;3045;p44"/>
                <p:cNvSpPr/>
                <p:nvPr/>
              </p:nvSpPr>
              <p:spPr>
                <a:xfrm>
                  <a:off x="4083356" y="4813360"/>
                  <a:ext cx="330445" cy="190857"/>
                </a:xfrm>
                <a:custGeom>
                  <a:avLst/>
                  <a:gdLst/>
                  <a:ahLst/>
                  <a:cxnLst/>
                  <a:rect l="l" t="t" r="r" b="b"/>
                  <a:pathLst>
                    <a:path w="330445" h="190857" extrusionOk="0">
                      <a:moveTo>
                        <a:pt x="48363" y="162711"/>
                      </a:moveTo>
                      <a:cubicBezTo>
                        <a:pt x="112943" y="200239"/>
                        <a:pt x="217623" y="200239"/>
                        <a:pt x="282011" y="162711"/>
                      </a:cubicBezTo>
                      <a:cubicBezTo>
                        <a:pt x="346591" y="125563"/>
                        <a:pt x="346591" y="65080"/>
                        <a:pt x="282011" y="27932"/>
                      </a:cubicBezTo>
                      <a:cubicBezTo>
                        <a:pt x="217623" y="-9311"/>
                        <a:pt x="112943" y="-9311"/>
                        <a:pt x="48363" y="27932"/>
                      </a:cubicBezTo>
                      <a:cubicBezTo>
                        <a:pt x="-16121" y="65080"/>
                        <a:pt x="-16121" y="125563"/>
                        <a:pt x="48363" y="16271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6" name="Google Shape;3046;p44"/>
                <p:cNvSpPr/>
                <p:nvPr/>
              </p:nvSpPr>
              <p:spPr>
                <a:xfrm>
                  <a:off x="4094024" y="4819504"/>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7" name="Google Shape;3047;p44"/>
                <p:cNvSpPr/>
                <p:nvPr/>
              </p:nvSpPr>
              <p:spPr>
                <a:xfrm>
                  <a:off x="4102621" y="4824933"/>
                  <a:ext cx="291917" cy="168568"/>
                </a:xfrm>
                <a:custGeom>
                  <a:avLst/>
                  <a:gdLst/>
                  <a:ahLst/>
                  <a:cxnLst/>
                  <a:rect l="l" t="t" r="r" b="b"/>
                  <a:pathLst>
                    <a:path w="291917" h="168568" extrusionOk="0">
                      <a:moveTo>
                        <a:pt x="42719" y="143709"/>
                      </a:moveTo>
                      <a:cubicBezTo>
                        <a:pt x="99774" y="176855"/>
                        <a:pt x="192262" y="176855"/>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8" name="Google Shape;3048;p44"/>
                <p:cNvSpPr/>
                <p:nvPr/>
              </p:nvSpPr>
              <p:spPr>
                <a:xfrm>
                  <a:off x="4111550" y="4829672"/>
                  <a:ext cx="273962" cy="158329"/>
                </a:xfrm>
                <a:custGeom>
                  <a:avLst/>
                  <a:gdLst/>
                  <a:ahLst/>
                  <a:cxnLst/>
                  <a:rect l="l" t="t" r="r" b="b"/>
                  <a:pathLst>
                    <a:path w="273962" h="158329" extrusionOk="0">
                      <a:moveTo>
                        <a:pt x="40076" y="134969"/>
                      </a:moveTo>
                      <a:cubicBezTo>
                        <a:pt x="93607" y="166116"/>
                        <a:pt x="180475" y="166116"/>
                        <a:pt x="233815" y="134969"/>
                      </a:cubicBezTo>
                      <a:cubicBezTo>
                        <a:pt x="287346" y="104108"/>
                        <a:pt x="287346" y="54007"/>
                        <a:pt x="233815" y="23146"/>
                      </a:cubicBezTo>
                      <a:cubicBezTo>
                        <a:pt x="180475" y="-7715"/>
                        <a:pt x="93607" y="-7715"/>
                        <a:pt x="40076" y="23146"/>
                      </a:cubicBezTo>
                      <a:cubicBezTo>
                        <a:pt x="-13359" y="54007"/>
                        <a:pt x="-13359" y="104108"/>
                        <a:pt x="40076" y="13496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9" name="Google Shape;3049;p44"/>
                <p:cNvSpPr/>
                <p:nvPr/>
              </p:nvSpPr>
              <p:spPr>
                <a:xfrm>
                  <a:off x="4119194" y="4834386"/>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0" name="Google Shape;3050;p44"/>
                <p:cNvSpPr/>
                <p:nvPr/>
              </p:nvSpPr>
              <p:spPr>
                <a:xfrm>
                  <a:off x="4126743" y="4838434"/>
                  <a:ext cx="243673" cy="140803"/>
                </a:xfrm>
                <a:custGeom>
                  <a:avLst/>
                  <a:gdLst/>
                  <a:ahLst/>
                  <a:cxnLst/>
                  <a:rect l="l" t="t" r="r" b="b"/>
                  <a:pathLst>
                    <a:path w="243673" h="140803" extrusionOk="0">
                      <a:moveTo>
                        <a:pt x="35647" y="120015"/>
                      </a:moveTo>
                      <a:cubicBezTo>
                        <a:pt x="83272" y="147733"/>
                        <a:pt x="160520" y="147733"/>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1" name="Google Shape;3051;p44"/>
                <p:cNvSpPr/>
                <p:nvPr/>
              </p:nvSpPr>
              <p:spPr>
                <a:xfrm>
                  <a:off x="4133505" y="4842626"/>
                  <a:ext cx="230147" cy="132921"/>
                </a:xfrm>
                <a:custGeom>
                  <a:avLst/>
                  <a:gdLst/>
                  <a:ahLst/>
                  <a:cxnLst/>
                  <a:rect l="l" t="t" r="r" b="b"/>
                  <a:pathLst>
                    <a:path w="230147" h="132921" extrusionOk="0">
                      <a:moveTo>
                        <a:pt x="33647" y="113347"/>
                      </a:moveTo>
                      <a:cubicBezTo>
                        <a:pt x="78605" y="139446"/>
                        <a:pt x="151567" y="139446"/>
                        <a:pt x="196429" y="113347"/>
                      </a:cubicBezTo>
                      <a:cubicBezTo>
                        <a:pt x="241387" y="87439"/>
                        <a:pt x="241387" y="45339"/>
                        <a:pt x="196429" y="19431"/>
                      </a:cubicBezTo>
                      <a:cubicBezTo>
                        <a:pt x="151567" y="-6477"/>
                        <a:pt x="78700" y="-6477"/>
                        <a:pt x="33647" y="19431"/>
                      </a:cubicBezTo>
                      <a:cubicBezTo>
                        <a:pt x="-11216" y="45339"/>
                        <a:pt x="-11216" y="87439"/>
                        <a:pt x="33647" y="11334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2" name="Google Shape;3052;p44"/>
                <p:cNvSpPr/>
                <p:nvPr/>
              </p:nvSpPr>
              <p:spPr>
                <a:xfrm>
                  <a:off x="4140459" y="4846507"/>
                  <a:ext cx="216074" cy="124682"/>
                </a:xfrm>
                <a:custGeom>
                  <a:avLst/>
                  <a:gdLst/>
                  <a:ahLst/>
                  <a:cxnLst/>
                  <a:rect l="l" t="t" r="r" b="b"/>
                  <a:pathLst>
                    <a:path w="216074" h="124682" extrusionOk="0">
                      <a:moveTo>
                        <a:pt x="31647" y="106323"/>
                      </a:moveTo>
                      <a:cubicBezTo>
                        <a:pt x="73843" y="130802"/>
                        <a:pt x="142327" y="130802"/>
                        <a:pt x="184428" y="106323"/>
                      </a:cubicBezTo>
                      <a:cubicBezTo>
                        <a:pt x="226623" y="82034"/>
                        <a:pt x="226623" y="42505"/>
                        <a:pt x="184428" y="18217"/>
                      </a:cubicBezTo>
                      <a:cubicBezTo>
                        <a:pt x="142327" y="-6072"/>
                        <a:pt x="73843" y="-6072"/>
                        <a:pt x="31647" y="18217"/>
                      </a:cubicBezTo>
                      <a:cubicBezTo>
                        <a:pt x="-10549" y="42505"/>
                        <a:pt x="-10549" y="82034"/>
                        <a:pt x="31647" y="106323"/>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3" name="Google Shape;3053;p44"/>
                <p:cNvSpPr/>
                <p:nvPr/>
              </p:nvSpPr>
              <p:spPr>
                <a:xfrm>
                  <a:off x="4146531" y="4850174"/>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4" name="Google Shape;3054;p44"/>
                <p:cNvSpPr/>
                <p:nvPr/>
              </p:nvSpPr>
              <p:spPr>
                <a:xfrm>
                  <a:off x="4152008" y="4853103"/>
                  <a:ext cx="193166" cy="111490"/>
                </a:xfrm>
                <a:custGeom>
                  <a:avLst/>
                  <a:gdLst/>
                  <a:ahLst/>
                  <a:cxnLst/>
                  <a:rect l="l" t="t" r="r" b="b"/>
                  <a:pathLst>
                    <a:path w="193166" h="111490" extrusionOk="0">
                      <a:moveTo>
                        <a:pt x="28289" y="95060"/>
                      </a:moveTo>
                      <a:cubicBezTo>
                        <a:pt x="66008" y="116967"/>
                        <a:pt x="127254" y="116967"/>
                        <a:pt x="164878" y="95060"/>
                      </a:cubicBezTo>
                      <a:cubicBezTo>
                        <a:pt x="202597" y="73342"/>
                        <a:pt x="202597" y="38005"/>
                        <a:pt x="164878" y="16288"/>
                      </a:cubicBezTo>
                      <a:cubicBezTo>
                        <a:pt x="127254" y="-5429"/>
                        <a:pt x="66103" y="-5429"/>
                        <a:pt x="28289" y="16288"/>
                      </a:cubicBezTo>
                      <a:cubicBezTo>
                        <a:pt x="-9430" y="38005"/>
                        <a:pt x="-9430" y="73342"/>
                        <a:pt x="28289" y="9506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5" name="Google Shape;3055;p44"/>
                <p:cNvSpPr/>
                <p:nvPr/>
              </p:nvSpPr>
              <p:spPr>
                <a:xfrm>
                  <a:off x="4157294" y="4856341"/>
                  <a:ext cx="182475" cy="105322"/>
                </a:xfrm>
                <a:custGeom>
                  <a:avLst/>
                  <a:gdLst/>
                  <a:ahLst/>
                  <a:cxnLst/>
                  <a:rect l="l" t="t" r="r" b="b"/>
                  <a:pathLst>
                    <a:path w="182475" h="105322" extrusionOk="0">
                      <a:moveTo>
                        <a:pt x="26718" y="89821"/>
                      </a:moveTo>
                      <a:cubicBezTo>
                        <a:pt x="62341" y="110490"/>
                        <a:pt x="120158" y="110490"/>
                        <a:pt x="155686" y="89821"/>
                      </a:cubicBezTo>
                      <a:cubicBezTo>
                        <a:pt x="191405" y="69342"/>
                        <a:pt x="191405" y="35909"/>
                        <a:pt x="155686" y="15431"/>
                      </a:cubicBezTo>
                      <a:cubicBezTo>
                        <a:pt x="120158" y="-5144"/>
                        <a:pt x="62341" y="-5144"/>
                        <a:pt x="26718" y="15431"/>
                      </a:cubicBezTo>
                      <a:cubicBezTo>
                        <a:pt x="-8906" y="35909"/>
                        <a:pt x="-8906" y="69342"/>
                        <a:pt x="26718" y="8982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6" name="Google Shape;3056;p44"/>
                <p:cNvSpPr/>
                <p:nvPr/>
              </p:nvSpPr>
              <p:spPr>
                <a:xfrm>
                  <a:off x="4162676" y="4859175"/>
                  <a:ext cx="171831" cy="99250"/>
                </a:xfrm>
                <a:custGeom>
                  <a:avLst/>
                  <a:gdLst/>
                  <a:ahLst/>
                  <a:cxnLst/>
                  <a:rect l="l" t="t" r="r" b="b"/>
                  <a:pathLst>
                    <a:path w="171831" h="99250" extrusionOk="0">
                      <a:moveTo>
                        <a:pt x="25146" y="84606"/>
                      </a:moveTo>
                      <a:cubicBezTo>
                        <a:pt x="58769" y="104132"/>
                        <a:pt x="113157" y="104132"/>
                        <a:pt x="146685" y="84606"/>
                      </a:cubicBezTo>
                      <a:cubicBezTo>
                        <a:pt x="180213" y="65270"/>
                        <a:pt x="180213" y="33838"/>
                        <a:pt x="146685" y="14502"/>
                      </a:cubicBezTo>
                      <a:cubicBezTo>
                        <a:pt x="113252" y="-4834"/>
                        <a:pt x="58769" y="-4834"/>
                        <a:pt x="25146" y="14502"/>
                      </a:cubicBezTo>
                      <a:cubicBezTo>
                        <a:pt x="-8382" y="33838"/>
                        <a:pt x="-8382" y="65270"/>
                        <a:pt x="25146" y="8460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7" name="Google Shape;3057;p44"/>
                <p:cNvSpPr/>
                <p:nvPr/>
              </p:nvSpPr>
              <p:spPr>
                <a:xfrm>
                  <a:off x="4167438" y="4862152"/>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1909"/>
                        <a:pt x="138493" y="13716"/>
                      </a:cubicBezTo>
                      <a:cubicBezTo>
                        <a:pt x="106870" y="-4572"/>
                        <a:pt x="55435" y="-4572"/>
                        <a:pt x="23717" y="13716"/>
                      </a:cubicBezTo>
                      <a:cubicBezTo>
                        <a:pt x="-7906" y="32004"/>
                        <a:pt x="-7906" y="61627"/>
                        <a:pt x="23717" y="7991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8" name="Google Shape;3058;p44"/>
                <p:cNvSpPr/>
                <p:nvPr/>
              </p:nvSpPr>
              <p:spPr>
                <a:xfrm>
                  <a:off x="4172391" y="4864819"/>
                  <a:ext cx="152376" cy="87963"/>
                </a:xfrm>
                <a:custGeom>
                  <a:avLst/>
                  <a:gdLst/>
                  <a:ahLst/>
                  <a:cxnLst/>
                  <a:rect l="l" t="t" r="r" b="b"/>
                  <a:pathLst>
                    <a:path w="152376" h="87963" extrusionOk="0">
                      <a:moveTo>
                        <a:pt x="22288" y="74962"/>
                      </a:moveTo>
                      <a:cubicBezTo>
                        <a:pt x="52102" y="92297"/>
                        <a:pt x="100298" y="92297"/>
                        <a:pt x="130016" y="74962"/>
                      </a:cubicBezTo>
                      <a:cubicBezTo>
                        <a:pt x="159829" y="57817"/>
                        <a:pt x="159829" y="30004"/>
                        <a:pt x="130016" y="12859"/>
                      </a:cubicBezTo>
                      <a:cubicBezTo>
                        <a:pt x="100298" y="-4286"/>
                        <a:pt x="52102" y="-4286"/>
                        <a:pt x="22288" y="12859"/>
                      </a:cubicBezTo>
                      <a:cubicBezTo>
                        <a:pt x="-7429" y="30004"/>
                        <a:pt x="-7429" y="57817"/>
                        <a:pt x="22288" y="74962"/>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9" name="Google Shape;3059;p44"/>
                <p:cNvSpPr/>
                <p:nvPr/>
              </p:nvSpPr>
              <p:spPr>
                <a:xfrm>
                  <a:off x="4176654" y="4867438"/>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0" name="Google Shape;3060;p44"/>
                <p:cNvSpPr/>
                <p:nvPr/>
              </p:nvSpPr>
              <p:spPr>
                <a:xfrm>
                  <a:off x="4183678" y="4871796"/>
                  <a:ext cx="129635" cy="74866"/>
                </a:xfrm>
                <a:custGeom>
                  <a:avLst/>
                  <a:gdLst/>
                  <a:ahLst/>
                  <a:cxnLst/>
                  <a:rect l="l" t="t" r="r" b="b"/>
                  <a:pathLst>
                    <a:path w="129635" h="74866" extrusionOk="0">
                      <a:moveTo>
                        <a:pt x="19002" y="63794"/>
                      </a:moveTo>
                      <a:cubicBezTo>
                        <a:pt x="44339" y="78557"/>
                        <a:pt x="85392" y="78557"/>
                        <a:pt x="110633" y="63794"/>
                      </a:cubicBezTo>
                      <a:cubicBezTo>
                        <a:pt x="135969" y="49221"/>
                        <a:pt x="135969" y="25503"/>
                        <a:pt x="110633" y="10930"/>
                      </a:cubicBezTo>
                      <a:cubicBezTo>
                        <a:pt x="85392" y="-3643"/>
                        <a:pt x="44339" y="-3643"/>
                        <a:pt x="19002" y="10930"/>
                      </a:cubicBezTo>
                      <a:cubicBezTo>
                        <a:pt x="-6334" y="25503"/>
                        <a:pt x="-6334" y="49221"/>
                        <a:pt x="19002" y="63794"/>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1" name="Google Shape;3061;p44"/>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62" name="Google Shape;3062;p44"/>
              <p:cNvGrpSpPr/>
              <p:nvPr/>
            </p:nvGrpSpPr>
            <p:grpSpPr>
              <a:xfrm>
                <a:off x="4045709" y="4779094"/>
                <a:ext cx="405669" cy="247363"/>
                <a:chOff x="4045709" y="4779094"/>
                <a:chExt cx="405669" cy="247363"/>
              </a:xfrm>
            </p:grpSpPr>
            <p:sp>
              <p:nvSpPr>
                <p:cNvPr id="3063" name="Google Shape;3063;p44"/>
                <p:cNvSpPr/>
                <p:nvPr/>
              </p:nvSpPr>
              <p:spPr>
                <a:xfrm>
                  <a:off x="4045709" y="4792333"/>
                  <a:ext cx="405669" cy="234124"/>
                </a:xfrm>
                <a:custGeom>
                  <a:avLst/>
                  <a:gdLst/>
                  <a:ahLst/>
                  <a:cxnLst/>
                  <a:rect l="l" t="t" r="r" b="b"/>
                  <a:pathLst>
                    <a:path w="405669" h="234124" extrusionOk="0">
                      <a:moveTo>
                        <a:pt x="404336" y="103823"/>
                      </a:moveTo>
                      <a:cubicBezTo>
                        <a:pt x="399288" y="78391"/>
                        <a:pt x="379952" y="53816"/>
                        <a:pt x="346234" y="34290"/>
                      </a:cubicBezTo>
                      <a:cubicBezTo>
                        <a:pt x="267081" y="-11430"/>
                        <a:pt x="138589" y="-11430"/>
                        <a:pt x="59436" y="34290"/>
                      </a:cubicBezTo>
                      <a:cubicBezTo>
                        <a:pt x="25527" y="53912"/>
                        <a:pt x="6096" y="78677"/>
                        <a:pt x="1238" y="104299"/>
                      </a:cubicBezTo>
                      <a:lnTo>
                        <a:pt x="0" y="103823"/>
                      </a:lnTo>
                      <a:lnTo>
                        <a:pt x="0" y="117824"/>
                      </a:lnTo>
                      <a:lnTo>
                        <a:pt x="0" y="117824"/>
                      </a:lnTo>
                      <a:cubicBezTo>
                        <a:pt x="381" y="147542"/>
                        <a:pt x="20098" y="177165"/>
                        <a:pt x="59436" y="199835"/>
                      </a:cubicBezTo>
                      <a:cubicBezTo>
                        <a:pt x="138589" y="245555"/>
                        <a:pt x="267081" y="245555"/>
                        <a:pt x="346234" y="199835"/>
                      </a:cubicBezTo>
                      <a:cubicBezTo>
                        <a:pt x="385858" y="176974"/>
                        <a:pt x="405670" y="147066"/>
                        <a:pt x="405670" y="117062"/>
                      </a:cubicBezTo>
                      <a:lnTo>
                        <a:pt x="405670" y="103727"/>
                      </a:lnTo>
                      <a:lnTo>
                        <a:pt x="404336" y="103727"/>
                      </a:lnTo>
                      <a:close/>
                      <a:moveTo>
                        <a:pt x="76200" y="44006"/>
                      </a:moveTo>
                      <a:cubicBezTo>
                        <a:pt x="82963" y="40100"/>
                        <a:pt x="93821" y="40100"/>
                        <a:pt x="100584" y="44006"/>
                      </a:cubicBezTo>
                      <a:lnTo>
                        <a:pt x="150209" y="72676"/>
                      </a:lnTo>
                      <a:cubicBezTo>
                        <a:pt x="156877" y="76581"/>
                        <a:pt x="156877" y="82868"/>
                        <a:pt x="150209" y="86773"/>
                      </a:cubicBezTo>
                      <a:cubicBezTo>
                        <a:pt x="143446" y="90678"/>
                        <a:pt x="132588" y="90678"/>
                        <a:pt x="125825" y="86773"/>
                      </a:cubicBezTo>
                      <a:lnTo>
                        <a:pt x="76200" y="58103"/>
                      </a:lnTo>
                      <a:cubicBezTo>
                        <a:pt x="69533" y="54197"/>
                        <a:pt x="69533" y="47911"/>
                        <a:pt x="76200" y="44101"/>
                      </a:cubicBezTo>
                      <a:close/>
                      <a:moveTo>
                        <a:pt x="40958" y="127064"/>
                      </a:moveTo>
                      <a:cubicBezTo>
                        <a:pt x="31433" y="127064"/>
                        <a:pt x="23717" y="122587"/>
                        <a:pt x="23717" y="117157"/>
                      </a:cubicBezTo>
                      <a:cubicBezTo>
                        <a:pt x="23717" y="111728"/>
                        <a:pt x="31433" y="107252"/>
                        <a:pt x="40958" y="107252"/>
                      </a:cubicBezTo>
                      <a:lnTo>
                        <a:pt x="111062" y="107252"/>
                      </a:lnTo>
                      <a:cubicBezTo>
                        <a:pt x="120587" y="107252"/>
                        <a:pt x="128302" y="111728"/>
                        <a:pt x="128302" y="117157"/>
                      </a:cubicBezTo>
                      <a:cubicBezTo>
                        <a:pt x="128302" y="122587"/>
                        <a:pt x="120587" y="127064"/>
                        <a:pt x="111062" y="127064"/>
                      </a:cubicBezTo>
                      <a:lnTo>
                        <a:pt x="40958" y="127064"/>
                      </a:lnTo>
                      <a:close/>
                      <a:moveTo>
                        <a:pt x="150114" y="161544"/>
                      </a:moveTo>
                      <a:lnTo>
                        <a:pt x="100489" y="190214"/>
                      </a:lnTo>
                      <a:cubicBezTo>
                        <a:pt x="93821" y="194120"/>
                        <a:pt x="82868" y="194120"/>
                        <a:pt x="76105" y="190214"/>
                      </a:cubicBezTo>
                      <a:cubicBezTo>
                        <a:pt x="69437" y="186309"/>
                        <a:pt x="69437" y="180023"/>
                        <a:pt x="76105" y="176213"/>
                      </a:cubicBezTo>
                      <a:lnTo>
                        <a:pt x="125730" y="147542"/>
                      </a:lnTo>
                      <a:cubicBezTo>
                        <a:pt x="132493" y="143637"/>
                        <a:pt x="143351" y="143637"/>
                        <a:pt x="150114" y="147542"/>
                      </a:cubicBezTo>
                      <a:cubicBezTo>
                        <a:pt x="156877" y="151448"/>
                        <a:pt x="156781" y="157734"/>
                        <a:pt x="150114" y="161544"/>
                      </a:cubicBezTo>
                      <a:close/>
                      <a:moveTo>
                        <a:pt x="185547" y="23622"/>
                      </a:moveTo>
                      <a:cubicBezTo>
                        <a:pt x="185547" y="18098"/>
                        <a:pt x="193262" y="13716"/>
                        <a:pt x="202787" y="13716"/>
                      </a:cubicBezTo>
                      <a:cubicBezTo>
                        <a:pt x="212312" y="13716"/>
                        <a:pt x="220028" y="18193"/>
                        <a:pt x="219932" y="23622"/>
                      </a:cubicBezTo>
                      <a:lnTo>
                        <a:pt x="219932" y="64103"/>
                      </a:lnTo>
                      <a:cubicBezTo>
                        <a:pt x="219932" y="69532"/>
                        <a:pt x="212217" y="74009"/>
                        <a:pt x="202787" y="74009"/>
                      </a:cubicBezTo>
                      <a:cubicBezTo>
                        <a:pt x="193358" y="74009"/>
                        <a:pt x="185547" y="69532"/>
                        <a:pt x="185547" y="64103"/>
                      </a:cubicBezTo>
                      <a:lnTo>
                        <a:pt x="185547" y="23622"/>
                      </a:lnTo>
                      <a:close/>
                      <a:moveTo>
                        <a:pt x="202787" y="220409"/>
                      </a:moveTo>
                      <a:cubicBezTo>
                        <a:pt x="193262" y="220409"/>
                        <a:pt x="185547" y="215932"/>
                        <a:pt x="185547" y="210503"/>
                      </a:cubicBezTo>
                      <a:lnTo>
                        <a:pt x="185547" y="170021"/>
                      </a:lnTo>
                      <a:cubicBezTo>
                        <a:pt x="185547" y="164497"/>
                        <a:pt x="193262" y="160115"/>
                        <a:pt x="202787" y="160115"/>
                      </a:cubicBezTo>
                      <a:cubicBezTo>
                        <a:pt x="212312" y="160115"/>
                        <a:pt x="220028" y="164592"/>
                        <a:pt x="220028" y="170021"/>
                      </a:cubicBezTo>
                      <a:lnTo>
                        <a:pt x="220028" y="210503"/>
                      </a:lnTo>
                      <a:cubicBezTo>
                        <a:pt x="220028" y="216027"/>
                        <a:pt x="212312" y="220409"/>
                        <a:pt x="202787" y="220409"/>
                      </a:cubicBezTo>
                      <a:close/>
                      <a:moveTo>
                        <a:pt x="255461" y="72581"/>
                      </a:moveTo>
                      <a:lnTo>
                        <a:pt x="305086" y="43910"/>
                      </a:lnTo>
                      <a:cubicBezTo>
                        <a:pt x="311848" y="40005"/>
                        <a:pt x="322707" y="40005"/>
                        <a:pt x="329375" y="43910"/>
                      </a:cubicBezTo>
                      <a:cubicBezTo>
                        <a:pt x="336137" y="47815"/>
                        <a:pt x="336137" y="54102"/>
                        <a:pt x="329375" y="57912"/>
                      </a:cubicBezTo>
                      <a:lnTo>
                        <a:pt x="279749" y="86582"/>
                      </a:lnTo>
                      <a:cubicBezTo>
                        <a:pt x="272987" y="90488"/>
                        <a:pt x="262128" y="90488"/>
                        <a:pt x="255365" y="86582"/>
                      </a:cubicBezTo>
                      <a:cubicBezTo>
                        <a:pt x="248698" y="82677"/>
                        <a:pt x="248698" y="76390"/>
                        <a:pt x="255365" y="72485"/>
                      </a:cubicBezTo>
                      <a:close/>
                      <a:moveTo>
                        <a:pt x="329375" y="190119"/>
                      </a:moveTo>
                      <a:cubicBezTo>
                        <a:pt x="322707" y="194024"/>
                        <a:pt x="311753" y="194024"/>
                        <a:pt x="305086" y="190119"/>
                      </a:cubicBezTo>
                      <a:lnTo>
                        <a:pt x="255461" y="161449"/>
                      </a:lnTo>
                      <a:cubicBezTo>
                        <a:pt x="248698" y="157544"/>
                        <a:pt x="248698" y="151257"/>
                        <a:pt x="255461" y="147447"/>
                      </a:cubicBezTo>
                      <a:cubicBezTo>
                        <a:pt x="262128" y="143542"/>
                        <a:pt x="273082" y="143542"/>
                        <a:pt x="279749" y="147447"/>
                      </a:cubicBezTo>
                      <a:lnTo>
                        <a:pt x="329375" y="176117"/>
                      </a:lnTo>
                      <a:cubicBezTo>
                        <a:pt x="336137" y="180023"/>
                        <a:pt x="336137" y="186309"/>
                        <a:pt x="329375" y="190119"/>
                      </a:cubicBezTo>
                      <a:close/>
                      <a:moveTo>
                        <a:pt x="364617" y="126968"/>
                      </a:moveTo>
                      <a:lnTo>
                        <a:pt x="294418" y="126968"/>
                      </a:lnTo>
                      <a:cubicBezTo>
                        <a:pt x="284893" y="126968"/>
                        <a:pt x="277178" y="122492"/>
                        <a:pt x="277178" y="117062"/>
                      </a:cubicBezTo>
                      <a:cubicBezTo>
                        <a:pt x="277178" y="111633"/>
                        <a:pt x="284893" y="107156"/>
                        <a:pt x="294418" y="107156"/>
                      </a:cubicBezTo>
                      <a:lnTo>
                        <a:pt x="364617" y="107156"/>
                      </a:lnTo>
                      <a:cubicBezTo>
                        <a:pt x="374142" y="107156"/>
                        <a:pt x="381857" y="111633"/>
                        <a:pt x="381857" y="117062"/>
                      </a:cubicBezTo>
                      <a:cubicBezTo>
                        <a:pt x="381857" y="122492"/>
                        <a:pt x="374142" y="126968"/>
                        <a:pt x="364617"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4" name="Google Shape;3064;p44"/>
                <p:cNvSpPr/>
                <p:nvPr/>
              </p:nvSpPr>
              <p:spPr>
                <a:xfrm>
                  <a:off x="4045709" y="4779094"/>
                  <a:ext cx="405598" cy="234124"/>
                </a:xfrm>
                <a:custGeom>
                  <a:avLst/>
                  <a:gdLst/>
                  <a:ahLst/>
                  <a:cxnLst/>
                  <a:rect l="l" t="t" r="r" b="b"/>
                  <a:pathLst>
                    <a:path w="405598" h="234124" extrusionOk="0">
                      <a:moveTo>
                        <a:pt x="346234" y="34290"/>
                      </a:moveTo>
                      <a:cubicBezTo>
                        <a:pt x="267081" y="-11430"/>
                        <a:pt x="138589" y="-11430"/>
                        <a:pt x="59436" y="34290"/>
                      </a:cubicBezTo>
                      <a:cubicBezTo>
                        <a:pt x="-19812" y="80010"/>
                        <a:pt x="-19812" y="154115"/>
                        <a:pt x="59436" y="199834"/>
                      </a:cubicBezTo>
                      <a:cubicBezTo>
                        <a:pt x="138589" y="245555"/>
                        <a:pt x="267081" y="245555"/>
                        <a:pt x="346234" y="199834"/>
                      </a:cubicBezTo>
                      <a:cubicBezTo>
                        <a:pt x="425386" y="154115"/>
                        <a:pt x="425386" y="80010"/>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677"/>
                      </a:cubicBezTo>
                      <a:cubicBezTo>
                        <a:pt x="143446" y="90583"/>
                        <a:pt x="132588" y="90583"/>
                        <a:pt x="125825" y="86677"/>
                      </a:cubicBezTo>
                      <a:lnTo>
                        <a:pt x="76200" y="58007"/>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582"/>
                      </a:moveTo>
                      <a:cubicBezTo>
                        <a:pt x="273082" y="90488"/>
                        <a:pt x="262223" y="90488"/>
                        <a:pt x="255461" y="86582"/>
                      </a:cubicBezTo>
                      <a:cubicBezTo>
                        <a:pt x="248793" y="82677"/>
                        <a:pt x="248793" y="76391"/>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061"/>
                      </a:moveTo>
                      <a:lnTo>
                        <a:pt x="364712" y="107061"/>
                      </a:lnTo>
                      <a:cubicBezTo>
                        <a:pt x="374237" y="107061"/>
                        <a:pt x="381953" y="111538"/>
                        <a:pt x="381953" y="116967"/>
                      </a:cubicBezTo>
                      <a:cubicBezTo>
                        <a:pt x="381953" y="122396"/>
                        <a:pt x="374237" y="126873"/>
                        <a:pt x="364712" y="126873"/>
                      </a:cubicBezTo>
                      <a:lnTo>
                        <a:pt x="294513" y="126873"/>
                      </a:lnTo>
                      <a:cubicBezTo>
                        <a:pt x="284988" y="126873"/>
                        <a:pt x="277273" y="122396"/>
                        <a:pt x="277273" y="116967"/>
                      </a:cubicBezTo>
                      <a:cubicBezTo>
                        <a:pt x="277273" y="111538"/>
                        <a:pt x="284988" y="107061"/>
                        <a:pt x="294513" y="107061"/>
                      </a:cubicBezTo>
                      <a:close/>
                      <a:moveTo>
                        <a:pt x="202883" y="220409"/>
                      </a:moveTo>
                      <a:cubicBezTo>
                        <a:pt x="193358" y="220409"/>
                        <a:pt x="185642" y="215932"/>
                        <a:pt x="185642" y="210502"/>
                      </a:cubicBezTo>
                      <a:lnTo>
                        <a:pt x="185642" y="170021"/>
                      </a:lnTo>
                      <a:cubicBezTo>
                        <a:pt x="185642" y="164497"/>
                        <a:pt x="193358" y="160115"/>
                        <a:pt x="202883" y="160115"/>
                      </a:cubicBezTo>
                      <a:cubicBezTo>
                        <a:pt x="212408" y="160115"/>
                        <a:pt x="220123" y="164592"/>
                        <a:pt x="220123" y="170021"/>
                      </a:cubicBezTo>
                      <a:lnTo>
                        <a:pt x="220123" y="210502"/>
                      </a:lnTo>
                      <a:cubicBezTo>
                        <a:pt x="220123" y="216027"/>
                        <a:pt x="212408" y="220409"/>
                        <a:pt x="202883" y="220409"/>
                      </a:cubicBezTo>
                      <a:close/>
                      <a:moveTo>
                        <a:pt x="305181" y="190119"/>
                      </a:moveTo>
                      <a:lnTo>
                        <a:pt x="255556" y="161449"/>
                      </a:lnTo>
                      <a:cubicBezTo>
                        <a:pt x="248793" y="157543"/>
                        <a:pt x="248793" y="151257"/>
                        <a:pt x="255556" y="147447"/>
                      </a:cubicBezTo>
                      <a:cubicBezTo>
                        <a:pt x="262223" y="143542"/>
                        <a:pt x="273177" y="143542"/>
                        <a:pt x="279844" y="147447"/>
                      </a:cubicBezTo>
                      <a:lnTo>
                        <a:pt x="329470" y="176117"/>
                      </a:lnTo>
                      <a:cubicBezTo>
                        <a:pt x="336233" y="180023"/>
                        <a:pt x="336233" y="186309"/>
                        <a:pt x="329470" y="190119"/>
                      </a:cubicBezTo>
                      <a:cubicBezTo>
                        <a:pt x="322802" y="194024"/>
                        <a:pt x="311848" y="194024"/>
                        <a:pt x="305181"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5" name="Google Shape;3065;p44"/>
                <p:cNvSpPr/>
                <p:nvPr/>
              </p:nvSpPr>
              <p:spPr>
                <a:xfrm>
                  <a:off x="4191364" y="4863176"/>
                  <a:ext cx="114454" cy="46315"/>
                </a:xfrm>
                <a:custGeom>
                  <a:avLst/>
                  <a:gdLst/>
                  <a:ahLst/>
                  <a:cxnLst/>
                  <a:rect l="l" t="t" r="r" b="b"/>
                  <a:pathLst>
                    <a:path w="114454" h="46315" extrusionOk="0">
                      <a:moveTo>
                        <a:pt x="109615" y="46315"/>
                      </a:moveTo>
                      <a:cubicBezTo>
                        <a:pt x="106852" y="42696"/>
                        <a:pt x="102852" y="39267"/>
                        <a:pt x="97709" y="36219"/>
                      </a:cubicBezTo>
                      <a:cubicBezTo>
                        <a:pt x="75325" y="23360"/>
                        <a:pt x="39130" y="23360"/>
                        <a:pt x="16746" y="36219"/>
                      </a:cubicBezTo>
                      <a:cubicBezTo>
                        <a:pt x="11602" y="39171"/>
                        <a:pt x="7602" y="42601"/>
                        <a:pt x="4840" y="46315"/>
                      </a:cubicBezTo>
                      <a:cubicBezTo>
                        <a:pt x="-4400" y="34218"/>
                        <a:pt x="-399" y="19550"/>
                        <a:pt x="16746" y="9644"/>
                      </a:cubicBezTo>
                      <a:cubicBezTo>
                        <a:pt x="39130" y="-3215"/>
                        <a:pt x="75325" y="-3215"/>
                        <a:pt x="97709" y="9644"/>
                      </a:cubicBezTo>
                      <a:cubicBezTo>
                        <a:pt x="114853" y="19550"/>
                        <a:pt x="118854" y="34218"/>
                        <a:pt x="109615" y="4631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6" name="Google Shape;3066;p44"/>
                <p:cNvSpPr/>
                <p:nvPr/>
              </p:nvSpPr>
              <p:spPr>
                <a:xfrm>
                  <a:off x="4196204" y="4889751"/>
                  <a:ext cx="104775" cy="39481"/>
                </a:xfrm>
                <a:custGeom>
                  <a:avLst/>
                  <a:gdLst/>
                  <a:ahLst/>
                  <a:cxnLst/>
                  <a:rect l="l" t="t" r="r" b="b"/>
                  <a:pathLst>
                    <a:path w="104775" h="39481" extrusionOk="0">
                      <a:moveTo>
                        <a:pt x="104775" y="19740"/>
                      </a:moveTo>
                      <a:cubicBezTo>
                        <a:pt x="102013" y="23360"/>
                        <a:pt x="98012" y="26789"/>
                        <a:pt x="92869" y="29837"/>
                      </a:cubicBezTo>
                      <a:cubicBezTo>
                        <a:pt x="70485" y="42696"/>
                        <a:pt x="34290" y="42696"/>
                        <a:pt x="11906" y="29837"/>
                      </a:cubicBezTo>
                      <a:cubicBezTo>
                        <a:pt x="6763" y="26884"/>
                        <a:pt x="2762" y="23455"/>
                        <a:pt x="0" y="19740"/>
                      </a:cubicBezTo>
                      <a:cubicBezTo>
                        <a:pt x="2762" y="16121"/>
                        <a:pt x="6763" y="12692"/>
                        <a:pt x="11906" y="9644"/>
                      </a:cubicBezTo>
                      <a:cubicBezTo>
                        <a:pt x="34290" y="-3215"/>
                        <a:pt x="70485" y="-3215"/>
                        <a:pt x="92869" y="9644"/>
                      </a:cubicBezTo>
                      <a:cubicBezTo>
                        <a:pt x="98012" y="12597"/>
                        <a:pt x="102013" y="16026"/>
                        <a:pt x="104775" y="197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pic>
        <p:nvPicPr>
          <p:cNvPr id="3" name="Picture 2">
            <a:extLst>
              <a:ext uri="{FF2B5EF4-FFF2-40B4-BE49-F238E27FC236}">
                <a16:creationId xmlns:a16="http://schemas.microsoft.com/office/drawing/2014/main" id="{80266F8B-1566-B26A-7926-71274F1211C7}"/>
              </a:ext>
            </a:extLst>
          </p:cNvPr>
          <p:cNvPicPr>
            <a:picLocks noChangeAspect="1"/>
          </p:cNvPicPr>
          <p:nvPr/>
        </p:nvPicPr>
        <p:blipFill>
          <a:blip r:embed="rId3"/>
          <a:stretch>
            <a:fillRect/>
          </a:stretch>
        </p:blipFill>
        <p:spPr>
          <a:xfrm>
            <a:off x="0" y="0"/>
            <a:ext cx="4594128" cy="5143500"/>
          </a:xfrm>
          <a:prstGeom prst="rect">
            <a:avLst/>
          </a:prstGeom>
        </p:spPr>
      </p:pic>
      <p:sp>
        <p:nvSpPr>
          <p:cNvPr id="10" name="Google Shape;5455;p61">
            <a:extLst>
              <a:ext uri="{FF2B5EF4-FFF2-40B4-BE49-F238E27FC236}">
                <a16:creationId xmlns:a16="http://schemas.microsoft.com/office/drawing/2014/main" id="{52FD9529-D897-F765-88D6-DCAFEAE16476}"/>
              </a:ext>
            </a:extLst>
          </p:cNvPr>
          <p:cNvSpPr txBox="1">
            <a:spLocks noGrp="1"/>
          </p:cNvSpPr>
          <p:nvPr>
            <p:ph type="subTitle" idx="1"/>
          </p:nvPr>
        </p:nvSpPr>
        <p:spPr>
          <a:xfrm>
            <a:off x="4907250" y="922863"/>
            <a:ext cx="3999647" cy="3804192"/>
          </a:xfrm>
          <a:prstGeom prst="rect">
            <a:avLst/>
          </a:prstGeom>
        </p:spPr>
        <p:txBody>
          <a:bodyPr spcFirstLastPara="1" wrap="square" lIns="91425" tIns="91425" rIns="91425" bIns="91425" anchor="t" anchorCtr="0">
            <a:noAutofit/>
          </a:bodyPr>
          <a:lstStyle/>
          <a:p>
            <a:pPr marL="285750" indent="-285750">
              <a:lnSpc>
                <a:spcPct val="150000"/>
              </a:lnSpc>
              <a:buClr>
                <a:schemeClr val="tx1"/>
              </a:buClr>
              <a:buSzPct val="107000"/>
            </a:pPr>
            <a:r>
              <a:rPr lang="en-US" dirty="0"/>
              <a:t>Customers: Browse catalog, use AI tools, preview designs, and track orders.</a:t>
            </a:r>
          </a:p>
          <a:p>
            <a:pPr marL="285750" indent="-285750">
              <a:lnSpc>
                <a:spcPct val="150000"/>
              </a:lnSpc>
              <a:buClr>
                <a:schemeClr val="tx1"/>
              </a:buClr>
              <a:buSzPct val="107000"/>
            </a:pPr>
            <a:r>
              <a:rPr lang="en-US" dirty="0"/>
              <a:t>Professionals: Upload CAD files, validate models, and get instant quotes.</a:t>
            </a:r>
          </a:p>
          <a:p>
            <a:pPr marL="285750" indent="-285750">
              <a:lnSpc>
                <a:spcPct val="150000"/>
              </a:lnSpc>
              <a:buClr>
                <a:schemeClr val="tx1"/>
              </a:buClr>
              <a:buSzPct val="107000"/>
            </a:pPr>
            <a:r>
              <a:rPr lang="en-US" dirty="0"/>
              <a:t>Admins: Manage products, pricing, and oversee order workflows.</a:t>
            </a:r>
          </a:p>
          <a:p>
            <a:pPr marL="285750" indent="-285750">
              <a:lnSpc>
                <a:spcPct val="150000"/>
              </a:lnSpc>
              <a:buClr>
                <a:schemeClr val="tx1"/>
              </a:buClr>
              <a:buSzPct val="107000"/>
            </a:pPr>
            <a:r>
              <a:rPr lang="en-US" dirty="0"/>
              <a:t>Production &amp; QC: Manage print queues and perform quality inspections.</a:t>
            </a:r>
          </a:p>
          <a:p>
            <a:pPr marL="285750" indent="-285750">
              <a:lnSpc>
                <a:spcPct val="150000"/>
              </a:lnSpc>
              <a:buClr>
                <a:schemeClr val="tx1"/>
              </a:buClr>
              <a:buSzPct val="107000"/>
            </a:pPr>
            <a:r>
              <a:rPr lang="en-US" dirty="0"/>
              <a:t>Payment Gateway: Processes secure transactions to finalize the order.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50">
          <a:extLst>
            <a:ext uri="{FF2B5EF4-FFF2-40B4-BE49-F238E27FC236}">
              <a16:creationId xmlns:a16="http://schemas.microsoft.com/office/drawing/2014/main" id="{11306142-17DD-3884-4102-7C2A5B97B0B3}"/>
            </a:ext>
          </a:extLst>
        </p:cNvPr>
        <p:cNvGrpSpPr/>
        <p:nvPr/>
      </p:nvGrpSpPr>
      <p:grpSpPr>
        <a:xfrm>
          <a:off x="0" y="0"/>
          <a:ext cx="0" cy="0"/>
          <a:chOff x="0" y="0"/>
          <a:chExt cx="0" cy="0"/>
        </a:xfrm>
      </p:grpSpPr>
      <p:sp>
        <p:nvSpPr>
          <p:cNvPr id="2951" name="Google Shape;2951;p44">
            <a:extLst>
              <a:ext uri="{FF2B5EF4-FFF2-40B4-BE49-F238E27FC236}">
                <a16:creationId xmlns:a16="http://schemas.microsoft.com/office/drawing/2014/main" id="{D9082C6E-ADE4-D201-2F13-7C9C313C9D8C}"/>
              </a:ext>
            </a:extLst>
          </p:cNvPr>
          <p:cNvSpPr txBox="1">
            <a:spLocks noGrp="1"/>
          </p:cNvSpPr>
          <p:nvPr>
            <p:ph type="title"/>
          </p:nvPr>
        </p:nvSpPr>
        <p:spPr>
          <a:xfrm>
            <a:off x="-162373" y="1756836"/>
            <a:ext cx="3721500" cy="1566225"/>
          </a:xfrm>
          <a:prstGeom prst="rect">
            <a:avLst/>
          </a:prstGeom>
        </p:spPr>
        <p:txBody>
          <a:bodyPr spcFirstLastPara="1" wrap="square" lIns="91425" tIns="91425" rIns="91425" bIns="91425" anchor="b" anchorCtr="0">
            <a:noAutofit/>
          </a:bodyPr>
          <a:lstStyle/>
          <a:p>
            <a:pPr marL="0" lvl="0" indent="0" algn="ctr" rtl="0">
              <a:lnSpc>
                <a:spcPct val="150000"/>
              </a:lnSpc>
              <a:spcBef>
                <a:spcPts val="0"/>
              </a:spcBef>
              <a:spcAft>
                <a:spcPts val="0"/>
              </a:spcAft>
              <a:buNone/>
            </a:pPr>
            <a:r>
              <a:rPr lang="en-US" sz="3200" dirty="0"/>
              <a:t>Class</a:t>
            </a:r>
            <a:br>
              <a:rPr lang="en-US" sz="3200" dirty="0"/>
            </a:br>
            <a:r>
              <a:rPr lang="en-US" sz="3200" dirty="0"/>
              <a:t>Diagram</a:t>
            </a:r>
            <a:endParaRPr sz="3200" dirty="0"/>
          </a:p>
        </p:txBody>
      </p:sp>
      <p:grpSp>
        <p:nvGrpSpPr>
          <p:cNvPr id="2954" name="Google Shape;2954;p44">
            <a:extLst>
              <a:ext uri="{FF2B5EF4-FFF2-40B4-BE49-F238E27FC236}">
                <a16:creationId xmlns:a16="http://schemas.microsoft.com/office/drawing/2014/main" id="{1475FC4A-856E-F140-2593-31DDFEEB42C2}"/>
              </a:ext>
            </a:extLst>
          </p:cNvPr>
          <p:cNvGrpSpPr/>
          <p:nvPr/>
        </p:nvGrpSpPr>
        <p:grpSpPr>
          <a:xfrm flipH="1">
            <a:off x="166231" y="4184565"/>
            <a:ext cx="1532146" cy="918971"/>
            <a:chOff x="5827631" y="4169628"/>
            <a:chExt cx="1532146" cy="918971"/>
          </a:xfrm>
        </p:grpSpPr>
        <p:grpSp>
          <p:nvGrpSpPr>
            <p:cNvPr id="2955" name="Google Shape;2955;p44">
              <a:extLst>
                <a:ext uri="{FF2B5EF4-FFF2-40B4-BE49-F238E27FC236}">
                  <a16:creationId xmlns:a16="http://schemas.microsoft.com/office/drawing/2014/main" id="{4AA92CA5-7EC7-4BE1-7DF5-DA180B2C306C}"/>
                </a:ext>
              </a:extLst>
            </p:cNvPr>
            <p:cNvGrpSpPr/>
            <p:nvPr/>
          </p:nvGrpSpPr>
          <p:grpSpPr>
            <a:xfrm>
              <a:off x="5827631" y="4169628"/>
              <a:ext cx="1319282" cy="877909"/>
              <a:chOff x="7468856" y="4194453"/>
              <a:chExt cx="1319282" cy="877909"/>
            </a:xfrm>
          </p:grpSpPr>
          <p:grpSp>
            <p:nvGrpSpPr>
              <p:cNvPr id="2956" name="Google Shape;2956;p44">
                <a:extLst>
                  <a:ext uri="{FF2B5EF4-FFF2-40B4-BE49-F238E27FC236}">
                    <a16:creationId xmlns:a16="http://schemas.microsoft.com/office/drawing/2014/main" id="{EE3893A0-8A98-AA8D-35C9-BDF611B0E593}"/>
                  </a:ext>
                </a:extLst>
              </p:cNvPr>
              <p:cNvGrpSpPr/>
              <p:nvPr/>
            </p:nvGrpSpPr>
            <p:grpSpPr>
              <a:xfrm>
                <a:off x="8148186" y="4194453"/>
                <a:ext cx="639951" cy="559831"/>
                <a:chOff x="3638372" y="4678414"/>
                <a:chExt cx="422243" cy="369379"/>
              </a:xfrm>
            </p:grpSpPr>
            <p:sp>
              <p:nvSpPr>
                <p:cNvPr id="2957" name="Google Shape;2957;p44">
                  <a:extLst>
                    <a:ext uri="{FF2B5EF4-FFF2-40B4-BE49-F238E27FC236}">
                      <a16:creationId xmlns:a16="http://schemas.microsoft.com/office/drawing/2014/main" id="{0741EF9A-0C18-C305-78D0-B8D2FB4B230D}"/>
                    </a:ext>
                  </a:extLst>
                </p:cNvPr>
                <p:cNvSpPr/>
                <p:nvPr/>
              </p:nvSpPr>
              <p:spPr>
                <a:xfrm>
                  <a:off x="3638372" y="4804049"/>
                  <a:ext cx="422243" cy="243744"/>
                </a:xfrm>
                <a:custGeom>
                  <a:avLst/>
                  <a:gdLst/>
                  <a:ahLst/>
                  <a:cxnLst/>
                  <a:rect l="l" t="t" r="r" b="b"/>
                  <a:pathLst>
                    <a:path w="422243" h="243744" extrusionOk="0">
                      <a:moveTo>
                        <a:pt x="360378" y="208026"/>
                      </a:moveTo>
                      <a:cubicBezTo>
                        <a:pt x="277987" y="255651"/>
                        <a:pt x="144351" y="255651"/>
                        <a:pt x="61865" y="208026"/>
                      </a:cubicBezTo>
                      <a:cubicBezTo>
                        <a:pt x="-20622" y="160401"/>
                        <a:pt x="-20622" y="83248"/>
                        <a:pt x="61865" y="35719"/>
                      </a:cubicBezTo>
                      <a:cubicBezTo>
                        <a:pt x="144256" y="-11906"/>
                        <a:pt x="277987" y="-11906"/>
                        <a:pt x="360378" y="35719"/>
                      </a:cubicBezTo>
                      <a:cubicBezTo>
                        <a:pt x="442865" y="83344"/>
                        <a:pt x="442865"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958" name="Google Shape;2958;p44">
                  <a:extLst>
                    <a:ext uri="{FF2B5EF4-FFF2-40B4-BE49-F238E27FC236}">
                      <a16:creationId xmlns:a16="http://schemas.microsoft.com/office/drawing/2014/main" id="{B905A0C2-197C-FA6F-2470-025C97903907}"/>
                    </a:ext>
                  </a:extLst>
                </p:cNvPr>
                <p:cNvGrpSpPr/>
                <p:nvPr/>
              </p:nvGrpSpPr>
              <p:grpSpPr>
                <a:xfrm>
                  <a:off x="3646611" y="4791857"/>
                  <a:ext cx="405669" cy="247459"/>
                  <a:chOff x="3646611" y="4791857"/>
                  <a:chExt cx="405669" cy="247459"/>
                </a:xfrm>
              </p:grpSpPr>
              <p:sp>
                <p:nvSpPr>
                  <p:cNvPr id="2959" name="Google Shape;2959;p44">
                    <a:extLst>
                      <a:ext uri="{FF2B5EF4-FFF2-40B4-BE49-F238E27FC236}">
                        <a16:creationId xmlns:a16="http://schemas.microsoft.com/office/drawing/2014/main" id="{A06FAE03-7DE3-8FEE-D921-5B7EFEBEAC91}"/>
                      </a:ext>
                    </a:extLst>
                  </p:cNvPr>
                  <p:cNvSpPr/>
                  <p:nvPr/>
                </p:nvSpPr>
                <p:spPr>
                  <a:xfrm>
                    <a:off x="3646611" y="4805192"/>
                    <a:ext cx="405574" cy="234124"/>
                  </a:xfrm>
                  <a:custGeom>
                    <a:avLst/>
                    <a:gdLst/>
                    <a:ahLst/>
                    <a:cxnLst/>
                    <a:rect l="l" t="t" r="r" b="b"/>
                    <a:pathLst>
                      <a:path w="405574" h="234124" extrusionOk="0">
                        <a:moveTo>
                          <a:pt x="404336" y="103727"/>
                        </a:moveTo>
                        <a:cubicBezTo>
                          <a:pt x="399288" y="78296"/>
                          <a:pt x="379952" y="53721"/>
                          <a:pt x="346234" y="34290"/>
                        </a:cubicBezTo>
                        <a:cubicBezTo>
                          <a:pt x="267081" y="-11430"/>
                          <a:pt x="138684" y="-11430"/>
                          <a:pt x="59436" y="34290"/>
                        </a:cubicBezTo>
                        <a:cubicBezTo>
                          <a:pt x="25527" y="53912"/>
                          <a:pt x="6096" y="78677"/>
                          <a:pt x="1238" y="104299"/>
                        </a:cubicBezTo>
                        <a:lnTo>
                          <a:pt x="0" y="103823"/>
                        </a:lnTo>
                        <a:lnTo>
                          <a:pt x="0" y="117824"/>
                        </a:lnTo>
                        <a:lnTo>
                          <a:pt x="0" y="117824"/>
                        </a:lnTo>
                        <a:cubicBezTo>
                          <a:pt x="286" y="147542"/>
                          <a:pt x="20098" y="177165"/>
                          <a:pt x="59341" y="199834"/>
                        </a:cubicBezTo>
                        <a:cubicBezTo>
                          <a:pt x="138589" y="245555"/>
                          <a:pt x="266986" y="245555"/>
                          <a:pt x="346138" y="199834"/>
                        </a:cubicBezTo>
                        <a:cubicBezTo>
                          <a:pt x="385763" y="176974"/>
                          <a:pt x="405574" y="146971"/>
                          <a:pt x="405574" y="117062"/>
                        </a:cubicBezTo>
                        <a:lnTo>
                          <a:pt x="405574" y="103727"/>
                        </a:lnTo>
                        <a:lnTo>
                          <a:pt x="404241" y="103727"/>
                        </a:lnTo>
                        <a:close/>
                        <a:moveTo>
                          <a:pt x="76295" y="43910"/>
                        </a:moveTo>
                        <a:cubicBezTo>
                          <a:pt x="83058" y="40005"/>
                          <a:pt x="93916"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1053" y="126968"/>
                        </a:moveTo>
                        <a:cubicBezTo>
                          <a:pt x="31528" y="126968"/>
                          <a:pt x="23813" y="122491"/>
                          <a:pt x="23813" y="117062"/>
                        </a:cubicBezTo>
                        <a:cubicBezTo>
                          <a:pt x="23813" y="111633"/>
                          <a:pt x="31528" y="107156"/>
                          <a:pt x="41053" y="107156"/>
                        </a:cubicBezTo>
                        <a:lnTo>
                          <a:pt x="111252" y="107156"/>
                        </a:lnTo>
                        <a:cubicBezTo>
                          <a:pt x="120777" y="107156"/>
                          <a:pt x="128492" y="111633"/>
                          <a:pt x="128492" y="117062"/>
                        </a:cubicBezTo>
                        <a:cubicBezTo>
                          <a:pt x="128492" y="122491"/>
                          <a:pt x="120777" y="126968"/>
                          <a:pt x="111252" y="126968"/>
                        </a:cubicBezTo>
                        <a:lnTo>
                          <a:pt x="41148" y="126968"/>
                        </a:lnTo>
                        <a:close/>
                        <a:moveTo>
                          <a:pt x="150209" y="161449"/>
                        </a:moveTo>
                        <a:lnTo>
                          <a:pt x="100584" y="190119"/>
                        </a:lnTo>
                        <a:cubicBezTo>
                          <a:pt x="93916" y="194024"/>
                          <a:pt x="82963" y="194024"/>
                          <a:pt x="76295" y="190119"/>
                        </a:cubicBezTo>
                        <a:cubicBezTo>
                          <a:pt x="69532" y="186214"/>
                          <a:pt x="69532" y="179927"/>
                          <a:pt x="76295" y="176117"/>
                        </a:cubicBezTo>
                        <a:lnTo>
                          <a:pt x="125921" y="147447"/>
                        </a:lnTo>
                        <a:cubicBezTo>
                          <a:pt x="132588" y="143542"/>
                          <a:pt x="143542" y="143542"/>
                          <a:pt x="150209" y="147447"/>
                        </a:cubicBezTo>
                        <a:cubicBezTo>
                          <a:pt x="156972" y="151352"/>
                          <a:pt x="156972" y="157639"/>
                          <a:pt x="150209" y="161544"/>
                        </a:cubicBezTo>
                        <a:close/>
                        <a:moveTo>
                          <a:pt x="185642" y="23527"/>
                        </a:moveTo>
                        <a:cubicBezTo>
                          <a:pt x="185642" y="18002"/>
                          <a:pt x="193357" y="13621"/>
                          <a:pt x="202882" y="13621"/>
                        </a:cubicBezTo>
                        <a:cubicBezTo>
                          <a:pt x="212407" y="13621"/>
                          <a:pt x="220123" y="18098"/>
                          <a:pt x="220123" y="23527"/>
                        </a:cubicBezTo>
                        <a:lnTo>
                          <a:pt x="220123" y="64008"/>
                        </a:lnTo>
                        <a:cubicBezTo>
                          <a:pt x="220123" y="69532"/>
                          <a:pt x="212407" y="73914"/>
                          <a:pt x="202882" y="73914"/>
                        </a:cubicBezTo>
                        <a:cubicBezTo>
                          <a:pt x="193357" y="73914"/>
                          <a:pt x="185642" y="69437"/>
                          <a:pt x="185642" y="64008"/>
                        </a:cubicBezTo>
                        <a:lnTo>
                          <a:pt x="185642" y="23527"/>
                        </a:lnTo>
                        <a:close/>
                        <a:moveTo>
                          <a:pt x="202882" y="220313"/>
                        </a:moveTo>
                        <a:cubicBezTo>
                          <a:pt x="193357" y="220313"/>
                          <a:pt x="185642" y="215837"/>
                          <a:pt x="185642" y="210407"/>
                        </a:cubicBezTo>
                        <a:lnTo>
                          <a:pt x="185642" y="169926"/>
                        </a:lnTo>
                        <a:cubicBezTo>
                          <a:pt x="185642" y="164497"/>
                          <a:pt x="193357" y="160020"/>
                          <a:pt x="202882" y="160020"/>
                        </a:cubicBezTo>
                        <a:cubicBezTo>
                          <a:pt x="212407" y="160020"/>
                          <a:pt x="220123" y="164497"/>
                          <a:pt x="220123" y="169926"/>
                        </a:cubicBezTo>
                        <a:lnTo>
                          <a:pt x="220123" y="210407"/>
                        </a:lnTo>
                        <a:cubicBezTo>
                          <a:pt x="220123" y="215932"/>
                          <a:pt x="212407" y="220313"/>
                          <a:pt x="202882" y="220313"/>
                        </a:cubicBezTo>
                        <a:close/>
                        <a:moveTo>
                          <a:pt x="255556" y="72485"/>
                        </a:moveTo>
                        <a:lnTo>
                          <a:pt x="305181" y="43815"/>
                        </a:lnTo>
                        <a:cubicBezTo>
                          <a:pt x="311944" y="39910"/>
                          <a:pt x="322802" y="39910"/>
                          <a:pt x="329470" y="43815"/>
                        </a:cubicBezTo>
                        <a:cubicBezTo>
                          <a:pt x="336232" y="47720"/>
                          <a:pt x="336232" y="54007"/>
                          <a:pt x="329470" y="57912"/>
                        </a:cubicBezTo>
                        <a:lnTo>
                          <a:pt x="279845" y="86582"/>
                        </a:lnTo>
                        <a:cubicBezTo>
                          <a:pt x="273082" y="90488"/>
                          <a:pt x="262223" y="90488"/>
                          <a:pt x="255461" y="86582"/>
                        </a:cubicBezTo>
                        <a:cubicBezTo>
                          <a:pt x="248698" y="82677"/>
                          <a:pt x="248698" y="76390"/>
                          <a:pt x="255461" y="72581"/>
                        </a:cubicBezTo>
                        <a:close/>
                        <a:moveTo>
                          <a:pt x="329470" y="190024"/>
                        </a:moveTo>
                        <a:cubicBezTo>
                          <a:pt x="322802" y="193929"/>
                          <a:pt x="311848" y="193929"/>
                          <a:pt x="305181" y="190024"/>
                        </a:cubicBezTo>
                        <a:lnTo>
                          <a:pt x="255556" y="161354"/>
                        </a:lnTo>
                        <a:cubicBezTo>
                          <a:pt x="248793" y="157448"/>
                          <a:pt x="248793" y="151162"/>
                          <a:pt x="255556" y="147256"/>
                        </a:cubicBezTo>
                        <a:cubicBezTo>
                          <a:pt x="262319" y="143351"/>
                          <a:pt x="273177" y="143351"/>
                          <a:pt x="279940" y="147256"/>
                        </a:cubicBezTo>
                        <a:lnTo>
                          <a:pt x="329565" y="175927"/>
                        </a:lnTo>
                        <a:cubicBezTo>
                          <a:pt x="336328" y="179832"/>
                          <a:pt x="336328" y="186119"/>
                          <a:pt x="329565" y="189929"/>
                        </a:cubicBezTo>
                        <a:close/>
                        <a:moveTo>
                          <a:pt x="364712" y="126873"/>
                        </a:moveTo>
                        <a:lnTo>
                          <a:pt x="294513" y="126873"/>
                        </a:lnTo>
                        <a:cubicBezTo>
                          <a:pt x="284988" y="126873"/>
                          <a:pt x="277368" y="122396"/>
                          <a:pt x="277368" y="116967"/>
                        </a:cubicBezTo>
                        <a:cubicBezTo>
                          <a:pt x="277368" y="111538"/>
                          <a:pt x="285083" y="107061"/>
                          <a:pt x="294513" y="107061"/>
                        </a:cubicBezTo>
                        <a:lnTo>
                          <a:pt x="364712" y="107061"/>
                        </a:lnTo>
                        <a:cubicBezTo>
                          <a:pt x="374237" y="107061"/>
                          <a:pt x="381953" y="111538"/>
                          <a:pt x="381953" y="116967"/>
                        </a:cubicBezTo>
                        <a:cubicBezTo>
                          <a:pt x="381953" y="122396"/>
                          <a:pt x="374237" y="126873"/>
                          <a:pt x="364712"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0" name="Google Shape;2960;p44">
                    <a:extLst>
                      <a:ext uri="{FF2B5EF4-FFF2-40B4-BE49-F238E27FC236}">
                        <a16:creationId xmlns:a16="http://schemas.microsoft.com/office/drawing/2014/main" id="{22DEC324-F0BF-9654-BCCE-52E61B9071DB}"/>
                      </a:ext>
                    </a:extLst>
                  </p:cNvPr>
                  <p:cNvSpPr/>
                  <p:nvPr/>
                </p:nvSpPr>
                <p:spPr>
                  <a:xfrm>
                    <a:off x="3646611" y="4791857"/>
                    <a:ext cx="405669" cy="234219"/>
                  </a:xfrm>
                  <a:custGeom>
                    <a:avLst/>
                    <a:gdLst/>
                    <a:ahLst/>
                    <a:cxnLst/>
                    <a:rect l="l" t="t" r="r" b="b"/>
                    <a:pathLst>
                      <a:path w="405669" h="234219" extrusionOk="0">
                        <a:moveTo>
                          <a:pt x="346234" y="34290"/>
                        </a:moveTo>
                        <a:cubicBezTo>
                          <a:pt x="267081" y="-11430"/>
                          <a:pt x="138684" y="-11430"/>
                          <a:pt x="59436" y="34290"/>
                        </a:cubicBezTo>
                        <a:cubicBezTo>
                          <a:pt x="-19812" y="80010"/>
                          <a:pt x="-19812" y="154115"/>
                          <a:pt x="59436" y="199930"/>
                        </a:cubicBezTo>
                        <a:cubicBezTo>
                          <a:pt x="138684" y="245650"/>
                          <a:pt x="267081" y="245650"/>
                          <a:pt x="346234" y="199930"/>
                        </a:cubicBezTo>
                        <a:cubicBezTo>
                          <a:pt x="425482" y="154210"/>
                          <a:pt x="425482" y="80010"/>
                          <a:pt x="346234" y="34290"/>
                        </a:cubicBezTo>
                        <a:close/>
                        <a:moveTo>
                          <a:pt x="76200" y="58007"/>
                        </a:moveTo>
                        <a:cubicBezTo>
                          <a:pt x="69437" y="54102"/>
                          <a:pt x="69437" y="47816"/>
                          <a:pt x="76200" y="44006"/>
                        </a:cubicBezTo>
                        <a:cubicBezTo>
                          <a:pt x="82963" y="40100"/>
                          <a:pt x="93821" y="40100"/>
                          <a:pt x="100489" y="44006"/>
                        </a:cubicBezTo>
                        <a:lnTo>
                          <a:pt x="150114" y="72676"/>
                        </a:lnTo>
                        <a:cubicBezTo>
                          <a:pt x="156877" y="76581"/>
                          <a:pt x="156877" y="82867"/>
                          <a:pt x="150114" y="86773"/>
                        </a:cubicBezTo>
                        <a:cubicBezTo>
                          <a:pt x="143351" y="90678"/>
                          <a:pt x="132493" y="90678"/>
                          <a:pt x="125825" y="86773"/>
                        </a:cubicBezTo>
                        <a:lnTo>
                          <a:pt x="76200" y="58102"/>
                        </a:lnTo>
                        <a:close/>
                        <a:moveTo>
                          <a:pt x="111061" y="126968"/>
                        </a:moveTo>
                        <a:lnTo>
                          <a:pt x="40957" y="126968"/>
                        </a:lnTo>
                        <a:cubicBezTo>
                          <a:pt x="31432" y="126968"/>
                          <a:pt x="23717" y="122492"/>
                          <a:pt x="23717" y="117062"/>
                        </a:cubicBezTo>
                        <a:cubicBezTo>
                          <a:pt x="23717" y="111633"/>
                          <a:pt x="31432" y="107156"/>
                          <a:pt x="40957" y="107156"/>
                        </a:cubicBezTo>
                        <a:lnTo>
                          <a:pt x="111157" y="107156"/>
                        </a:lnTo>
                        <a:cubicBezTo>
                          <a:pt x="120682" y="107156"/>
                          <a:pt x="128397" y="111633"/>
                          <a:pt x="128397" y="117062"/>
                        </a:cubicBezTo>
                        <a:cubicBezTo>
                          <a:pt x="128397" y="122492"/>
                          <a:pt x="120682" y="126968"/>
                          <a:pt x="111157" y="126968"/>
                        </a:cubicBezTo>
                        <a:close/>
                        <a:moveTo>
                          <a:pt x="202787" y="74009"/>
                        </a:moveTo>
                        <a:cubicBezTo>
                          <a:pt x="193262" y="74009"/>
                          <a:pt x="185547" y="69533"/>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628"/>
                          <a:pt x="212312" y="74009"/>
                          <a:pt x="202787" y="74009"/>
                        </a:cubicBezTo>
                        <a:close/>
                        <a:moveTo>
                          <a:pt x="100489" y="190119"/>
                        </a:moveTo>
                        <a:cubicBezTo>
                          <a:pt x="93821" y="194024"/>
                          <a:pt x="82868" y="194024"/>
                          <a:pt x="76200" y="190119"/>
                        </a:cubicBezTo>
                        <a:cubicBezTo>
                          <a:pt x="69437" y="186214"/>
                          <a:pt x="69437" y="179927"/>
                          <a:pt x="76200" y="176117"/>
                        </a:cubicBezTo>
                        <a:lnTo>
                          <a:pt x="125825" y="147447"/>
                        </a:lnTo>
                        <a:cubicBezTo>
                          <a:pt x="132493" y="143542"/>
                          <a:pt x="143446" y="143542"/>
                          <a:pt x="150114" y="147447"/>
                        </a:cubicBezTo>
                        <a:cubicBezTo>
                          <a:pt x="156877" y="151352"/>
                          <a:pt x="156877" y="157639"/>
                          <a:pt x="150114" y="161544"/>
                        </a:cubicBezTo>
                        <a:lnTo>
                          <a:pt x="100489" y="190214"/>
                        </a:lnTo>
                        <a:close/>
                        <a:moveTo>
                          <a:pt x="279749" y="86582"/>
                        </a:moveTo>
                        <a:cubicBezTo>
                          <a:pt x="272986" y="90488"/>
                          <a:pt x="262128" y="90488"/>
                          <a:pt x="255365" y="86582"/>
                        </a:cubicBezTo>
                        <a:cubicBezTo>
                          <a:pt x="248602" y="82677"/>
                          <a:pt x="248602" y="76391"/>
                          <a:pt x="255365" y="72485"/>
                        </a:cubicBezTo>
                        <a:lnTo>
                          <a:pt x="304990" y="43815"/>
                        </a:lnTo>
                        <a:cubicBezTo>
                          <a:pt x="311753" y="39910"/>
                          <a:pt x="322612" y="39910"/>
                          <a:pt x="329279" y="43815"/>
                        </a:cubicBezTo>
                        <a:cubicBezTo>
                          <a:pt x="336042" y="47720"/>
                          <a:pt x="336042" y="54007"/>
                          <a:pt x="329279" y="57817"/>
                        </a:cubicBezTo>
                        <a:lnTo>
                          <a:pt x="279654" y="86487"/>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9"/>
                        </a:moveTo>
                        <a:cubicBezTo>
                          <a:pt x="193167" y="220409"/>
                          <a:pt x="185452" y="215932"/>
                          <a:pt x="185452" y="210502"/>
                        </a:cubicBezTo>
                        <a:lnTo>
                          <a:pt x="185452" y="170021"/>
                        </a:lnTo>
                        <a:cubicBezTo>
                          <a:pt x="185452" y="164497"/>
                          <a:pt x="193167" y="160115"/>
                          <a:pt x="202692" y="160115"/>
                        </a:cubicBezTo>
                        <a:cubicBezTo>
                          <a:pt x="212217" y="160115"/>
                          <a:pt x="219932" y="164592"/>
                          <a:pt x="219932" y="170021"/>
                        </a:cubicBezTo>
                        <a:lnTo>
                          <a:pt x="219932" y="210502"/>
                        </a:lnTo>
                        <a:cubicBezTo>
                          <a:pt x="219932" y="216027"/>
                          <a:pt x="212217" y="220409"/>
                          <a:pt x="202692" y="220409"/>
                        </a:cubicBezTo>
                        <a:close/>
                        <a:moveTo>
                          <a:pt x="304990" y="190119"/>
                        </a:moveTo>
                        <a:lnTo>
                          <a:pt x="255365" y="161449"/>
                        </a:lnTo>
                        <a:cubicBezTo>
                          <a:pt x="248602" y="157543"/>
                          <a:pt x="248602" y="151257"/>
                          <a:pt x="255365" y="147352"/>
                        </a:cubicBezTo>
                        <a:cubicBezTo>
                          <a:pt x="262128" y="143447"/>
                          <a:pt x="272986" y="143447"/>
                          <a:pt x="279749" y="147352"/>
                        </a:cubicBezTo>
                        <a:lnTo>
                          <a:pt x="329374" y="176022"/>
                        </a:lnTo>
                        <a:cubicBezTo>
                          <a:pt x="336137" y="179927"/>
                          <a:pt x="336137" y="186214"/>
                          <a:pt x="329374" y="190024"/>
                        </a:cubicBezTo>
                        <a:cubicBezTo>
                          <a:pt x="322707" y="193929"/>
                          <a:pt x="311753" y="193929"/>
                          <a:pt x="305086"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1" name="Google Shape;2961;p44">
                    <a:extLst>
                      <a:ext uri="{FF2B5EF4-FFF2-40B4-BE49-F238E27FC236}">
                        <a16:creationId xmlns:a16="http://schemas.microsoft.com/office/drawing/2014/main" id="{C0A56B99-A5B7-942D-6C51-C365DA7FAA53}"/>
                      </a:ext>
                    </a:extLst>
                  </p:cNvPr>
                  <p:cNvSpPr/>
                  <p:nvPr/>
                </p:nvSpPr>
                <p:spPr>
                  <a:xfrm>
                    <a:off x="3792266" y="4875939"/>
                    <a:ext cx="114454" cy="46315"/>
                  </a:xfrm>
                  <a:custGeom>
                    <a:avLst/>
                    <a:gdLst/>
                    <a:ahLst/>
                    <a:cxnLst/>
                    <a:rect l="l" t="t" r="r" b="b"/>
                    <a:pathLst>
                      <a:path w="114454" h="46315" extrusionOk="0">
                        <a:moveTo>
                          <a:pt x="109615" y="46315"/>
                        </a:moveTo>
                        <a:cubicBezTo>
                          <a:pt x="106853" y="42696"/>
                          <a:pt x="102852" y="39267"/>
                          <a:pt x="97708" y="36314"/>
                        </a:cubicBezTo>
                        <a:cubicBezTo>
                          <a:pt x="75325" y="23360"/>
                          <a:pt x="39130" y="23360"/>
                          <a:pt x="16746" y="36314"/>
                        </a:cubicBezTo>
                        <a:cubicBezTo>
                          <a:pt x="11603" y="39267"/>
                          <a:pt x="7602" y="42696"/>
                          <a:pt x="4840" y="46315"/>
                        </a:cubicBezTo>
                        <a:cubicBezTo>
                          <a:pt x="-4400" y="34218"/>
                          <a:pt x="-399" y="19550"/>
                          <a:pt x="16746" y="9644"/>
                        </a:cubicBezTo>
                        <a:cubicBezTo>
                          <a:pt x="39130" y="-3215"/>
                          <a:pt x="75325" y="-3215"/>
                          <a:pt x="97708" y="9644"/>
                        </a:cubicBezTo>
                        <a:cubicBezTo>
                          <a:pt x="114854"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2" name="Google Shape;2962;p44">
                    <a:extLst>
                      <a:ext uri="{FF2B5EF4-FFF2-40B4-BE49-F238E27FC236}">
                        <a16:creationId xmlns:a16="http://schemas.microsoft.com/office/drawing/2014/main" id="{D5DE4F6C-288E-EF50-82E3-AD15EDD8E299}"/>
                      </a:ext>
                    </a:extLst>
                  </p:cNvPr>
                  <p:cNvSpPr/>
                  <p:nvPr/>
                </p:nvSpPr>
                <p:spPr>
                  <a:xfrm>
                    <a:off x="3797106" y="4902538"/>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63" name="Google Shape;2963;p44">
                  <a:extLst>
                    <a:ext uri="{FF2B5EF4-FFF2-40B4-BE49-F238E27FC236}">
                      <a16:creationId xmlns:a16="http://schemas.microsoft.com/office/drawing/2014/main" id="{C76BF1F2-AF89-F213-1B42-FA2CE8A7585D}"/>
                    </a:ext>
                  </a:extLst>
                </p:cNvPr>
                <p:cNvGrpSpPr/>
                <p:nvPr/>
              </p:nvGrpSpPr>
              <p:grpSpPr>
                <a:xfrm>
                  <a:off x="3670114" y="4704608"/>
                  <a:ext cx="358735" cy="305800"/>
                  <a:chOff x="3670114" y="4704608"/>
                  <a:chExt cx="358735" cy="305800"/>
                </a:xfrm>
              </p:grpSpPr>
              <p:sp>
                <p:nvSpPr>
                  <p:cNvPr id="2964" name="Google Shape;2964;p44">
                    <a:extLst>
                      <a:ext uri="{FF2B5EF4-FFF2-40B4-BE49-F238E27FC236}">
                        <a16:creationId xmlns:a16="http://schemas.microsoft.com/office/drawing/2014/main" id="{6E74E7F1-0686-44B0-129A-740C1BF3A3E3}"/>
                      </a:ext>
                    </a:extLst>
                  </p:cNvPr>
                  <p:cNvSpPr/>
                  <p:nvPr/>
                </p:nvSpPr>
                <p:spPr>
                  <a:xfrm>
                    <a:off x="3670138" y="4808145"/>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1" y="212407"/>
                          <a:pt x="52388" y="171831"/>
                        </a:cubicBezTo>
                        <a:cubicBezTo>
                          <a:pt x="17336" y="151733"/>
                          <a:pt x="0" y="125063"/>
                          <a:pt x="0" y="98393"/>
                        </a:cubicBezTo>
                        <a:lnTo>
                          <a:pt x="0" y="0"/>
                        </a:lnTo>
                        <a:lnTo>
                          <a:pt x="3587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5" name="Google Shape;2965;p44">
                    <a:extLst>
                      <a:ext uri="{FF2B5EF4-FFF2-40B4-BE49-F238E27FC236}">
                        <a16:creationId xmlns:a16="http://schemas.microsoft.com/office/drawing/2014/main" id="{EDDE1ACB-4E50-FA4D-D0BE-9006A3642C77}"/>
                      </a:ext>
                    </a:extLst>
                  </p:cNvPr>
                  <p:cNvSpPr/>
                  <p:nvPr/>
                </p:nvSpPr>
                <p:spPr>
                  <a:xfrm>
                    <a:off x="3670138" y="4820908"/>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622"/>
                          <a:pt x="0" y="1714"/>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6" name="Google Shape;2966;p44">
                    <a:extLst>
                      <a:ext uri="{FF2B5EF4-FFF2-40B4-BE49-F238E27FC236}">
                        <a16:creationId xmlns:a16="http://schemas.microsoft.com/office/drawing/2014/main" id="{A720B772-F2EB-F4E3-A656-82BECAD107DC}"/>
                      </a:ext>
                    </a:extLst>
                  </p:cNvPr>
                  <p:cNvSpPr/>
                  <p:nvPr/>
                </p:nvSpPr>
                <p:spPr>
                  <a:xfrm>
                    <a:off x="3670138" y="4838053"/>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7" name="Google Shape;2967;p44">
                    <a:extLst>
                      <a:ext uri="{FF2B5EF4-FFF2-40B4-BE49-F238E27FC236}">
                        <a16:creationId xmlns:a16="http://schemas.microsoft.com/office/drawing/2014/main" id="{E95ECE99-7EEA-6AFD-9138-D8792CAD1057}"/>
                      </a:ext>
                    </a:extLst>
                  </p:cNvPr>
                  <p:cNvSpPr/>
                  <p:nvPr/>
                </p:nvSpPr>
                <p:spPr>
                  <a:xfrm>
                    <a:off x="3670138" y="4855294"/>
                    <a:ext cx="358711" cy="110632"/>
                  </a:xfrm>
                  <a:custGeom>
                    <a:avLst/>
                    <a:gdLst/>
                    <a:ahLst/>
                    <a:cxnLst/>
                    <a:rect l="l" t="t" r="r" b="b"/>
                    <a:pathLst>
                      <a:path w="358711" h="110632" extrusionOk="0">
                        <a:moveTo>
                          <a:pt x="358712" y="0"/>
                        </a:moveTo>
                        <a:cubicBezTo>
                          <a:pt x="358712" y="26479"/>
                          <a:pt x="341090" y="52864"/>
                          <a:pt x="306133" y="73057"/>
                        </a:cubicBezTo>
                        <a:cubicBezTo>
                          <a:pt x="236220" y="113728"/>
                          <a:pt x="122587" y="113728"/>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8" name="Google Shape;2968;p44">
                    <a:extLst>
                      <a:ext uri="{FF2B5EF4-FFF2-40B4-BE49-F238E27FC236}">
                        <a16:creationId xmlns:a16="http://schemas.microsoft.com/office/drawing/2014/main" id="{BE32ECBF-DBC0-2A97-E734-3D1FFA2C2B40}"/>
                      </a:ext>
                    </a:extLst>
                  </p:cNvPr>
                  <p:cNvSpPr/>
                  <p:nvPr/>
                </p:nvSpPr>
                <p:spPr>
                  <a:xfrm>
                    <a:off x="3670138" y="4872439"/>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9" name="Google Shape;2969;p44">
                    <a:extLst>
                      <a:ext uri="{FF2B5EF4-FFF2-40B4-BE49-F238E27FC236}">
                        <a16:creationId xmlns:a16="http://schemas.microsoft.com/office/drawing/2014/main" id="{337F0798-0025-12D8-14FA-FD656461BA83}"/>
                      </a:ext>
                    </a:extLst>
                  </p:cNvPr>
                  <p:cNvSpPr/>
                  <p:nvPr/>
                </p:nvSpPr>
                <p:spPr>
                  <a:xfrm>
                    <a:off x="3670138" y="4889584"/>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0" name="Google Shape;2970;p44">
                    <a:extLst>
                      <a:ext uri="{FF2B5EF4-FFF2-40B4-BE49-F238E27FC236}">
                        <a16:creationId xmlns:a16="http://schemas.microsoft.com/office/drawing/2014/main" id="{C02726F0-ADD9-2968-CE7E-78BC3F2A9CA0}"/>
                      </a:ext>
                    </a:extLst>
                  </p:cNvPr>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1" name="Google Shape;2971;p44">
                    <a:extLst>
                      <a:ext uri="{FF2B5EF4-FFF2-40B4-BE49-F238E27FC236}">
                        <a16:creationId xmlns:a16="http://schemas.microsoft.com/office/drawing/2014/main" id="{F455C8F6-6FD3-45FC-C9A7-F4DC0EBF1B6D}"/>
                      </a:ext>
                    </a:extLst>
                  </p:cNvPr>
                  <p:cNvSpPr/>
                  <p:nvPr/>
                </p:nvSpPr>
                <p:spPr>
                  <a:xfrm>
                    <a:off x="3684259" y="4712752"/>
                    <a:ext cx="330445" cy="190881"/>
                  </a:xfrm>
                  <a:custGeom>
                    <a:avLst/>
                    <a:gdLst/>
                    <a:ahLst/>
                    <a:cxnLst/>
                    <a:rect l="l" t="t" r="r" b="b"/>
                    <a:pathLst>
                      <a:path w="330445" h="190881" extrusionOk="0">
                        <a:moveTo>
                          <a:pt x="48363" y="162735"/>
                        </a:moveTo>
                        <a:cubicBezTo>
                          <a:pt x="112943" y="200263"/>
                          <a:pt x="217622" y="200263"/>
                          <a:pt x="282011" y="162735"/>
                        </a:cubicBezTo>
                        <a:cubicBezTo>
                          <a:pt x="346591" y="125492"/>
                          <a:pt x="346591" y="65103"/>
                          <a:pt x="282011" y="27861"/>
                        </a:cubicBezTo>
                        <a:cubicBezTo>
                          <a:pt x="217622" y="-9287"/>
                          <a:pt x="112943" y="-9287"/>
                          <a:pt x="48363" y="27861"/>
                        </a:cubicBezTo>
                        <a:cubicBezTo>
                          <a:pt x="-16121" y="65008"/>
                          <a:pt x="-16121" y="125492"/>
                          <a:pt x="48363" y="16273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2" name="Google Shape;2972;p44">
                    <a:extLst>
                      <a:ext uri="{FF2B5EF4-FFF2-40B4-BE49-F238E27FC236}">
                        <a16:creationId xmlns:a16="http://schemas.microsoft.com/office/drawing/2014/main" id="{4570AE00-4E2D-94D6-7906-4F2F5629719E}"/>
                      </a:ext>
                    </a:extLst>
                  </p:cNvPr>
                  <p:cNvSpPr/>
                  <p:nvPr/>
                </p:nvSpPr>
                <p:spPr>
                  <a:xfrm>
                    <a:off x="3694927" y="4718920"/>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3" name="Google Shape;2973;p44">
                    <a:extLst>
                      <a:ext uri="{FF2B5EF4-FFF2-40B4-BE49-F238E27FC236}">
                        <a16:creationId xmlns:a16="http://schemas.microsoft.com/office/drawing/2014/main" id="{42C65AF8-0272-DB3B-F005-3C0597263EE0}"/>
                      </a:ext>
                    </a:extLst>
                  </p:cNvPr>
                  <p:cNvSpPr/>
                  <p:nvPr/>
                </p:nvSpPr>
                <p:spPr>
                  <a:xfrm>
                    <a:off x="3703523" y="4724253"/>
                    <a:ext cx="291917" cy="168568"/>
                  </a:xfrm>
                  <a:custGeom>
                    <a:avLst/>
                    <a:gdLst/>
                    <a:ahLst/>
                    <a:cxnLst/>
                    <a:rect l="l" t="t" r="r" b="b"/>
                    <a:pathLst>
                      <a:path w="291917" h="168568" extrusionOk="0">
                        <a:moveTo>
                          <a:pt x="42719" y="143709"/>
                        </a:moveTo>
                        <a:cubicBezTo>
                          <a:pt x="99774" y="176856"/>
                          <a:pt x="192262" y="176856"/>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4" name="Google Shape;2974;p44">
                    <a:extLst>
                      <a:ext uri="{FF2B5EF4-FFF2-40B4-BE49-F238E27FC236}">
                        <a16:creationId xmlns:a16="http://schemas.microsoft.com/office/drawing/2014/main" id="{CB4CD45D-FFBB-CEBB-AEFD-A01444F00CF9}"/>
                      </a:ext>
                    </a:extLst>
                  </p:cNvPr>
                  <p:cNvSpPr/>
                  <p:nvPr/>
                </p:nvSpPr>
                <p:spPr>
                  <a:xfrm>
                    <a:off x="3712548" y="4729087"/>
                    <a:ext cx="273962" cy="158234"/>
                  </a:xfrm>
                  <a:custGeom>
                    <a:avLst/>
                    <a:gdLst/>
                    <a:ahLst/>
                    <a:cxnLst/>
                    <a:rect l="l" t="t" r="r" b="b"/>
                    <a:pathLst>
                      <a:path w="273962" h="158234" extrusionOk="0">
                        <a:moveTo>
                          <a:pt x="40077" y="134874"/>
                        </a:moveTo>
                        <a:cubicBezTo>
                          <a:pt x="93607" y="166021"/>
                          <a:pt x="180475" y="166021"/>
                          <a:pt x="233815" y="134874"/>
                        </a:cubicBezTo>
                        <a:cubicBezTo>
                          <a:pt x="287345" y="104013"/>
                          <a:pt x="287345" y="53911"/>
                          <a:pt x="233815" y="23146"/>
                        </a:cubicBezTo>
                        <a:cubicBezTo>
                          <a:pt x="180475" y="-7715"/>
                          <a:pt x="93607" y="-7715"/>
                          <a:pt x="40077" y="23146"/>
                        </a:cubicBezTo>
                        <a:cubicBezTo>
                          <a:pt x="-13359" y="54007"/>
                          <a:pt x="-13359" y="104108"/>
                          <a:pt x="40077" y="13487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5" name="Google Shape;2975;p44">
                    <a:extLst>
                      <a:ext uri="{FF2B5EF4-FFF2-40B4-BE49-F238E27FC236}">
                        <a16:creationId xmlns:a16="http://schemas.microsoft.com/office/drawing/2014/main" id="{798A6A1C-38DD-CB84-7E37-FBF3FCAC4F2D}"/>
                      </a:ext>
                    </a:extLst>
                  </p:cNvPr>
                  <p:cNvSpPr/>
                  <p:nvPr/>
                </p:nvSpPr>
                <p:spPr>
                  <a:xfrm>
                    <a:off x="3720097" y="4733802"/>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6" name="Google Shape;2976;p44">
                    <a:extLst>
                      <a:ext uri="{FF2B5EF4-FFF2-40B4-BE49-F238E27FC236}">
                        <a16:creationId xmlns:a16="http://schemas.microsoft.com/office/drawing/2014/main" id="{677F0909-3731-9863-0964-59D369C8BDCE}"/>
                      </a:ext>
                    </a:extLst>
                  </p:cNvPr>
                  <p:cNvSpPr/>
                  <p:nvPr/>
                </p:nvSpPr>
                <p:spPr>
                  <a:xfrm>
                    <a:off x="3727645" y="4737755"/>
                    <a:ext cx="243673" cy="140731"/>
                  </a:xfrm>
                  <a:custGeom>
                    <a:avLst/>
                    <a:gdLst/>
                    <a:ahLst/>
                    <a:cxnLst/>
                    <a:rect l="l" t="t" r="r" b="b"/>
                    <a:pathLst>
                      <a:path w="243673" h="140731" extrusionOk="0">
                        <a:moveTo>
                          <a:pt x="35647" y="120015"/>
                        </a:moveTo>
                        <a:cubicBezTo>
                          <a:pt x="83272" y="147638"/>
                          <a:pt x="160520" y="147638"/>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7" name="Google Shape;2977;p44">
                    <a:extLst>
                      <a:ext uri="{FF2B5EF4-FFF2-40B4-BE49-F238E27FC236}">
                        <a16:creationId xmlns:a16="http://schemas.microsoft.com/office/drawing/2014/main" id="{CBC0AD22-CD9B-870A-0D73-17C91A2894B2}"/>
                      </a:ext>
                    </a:extLst>
                  </p:cNvPr>
                  <p:cNvSpPr/>
                  <p:nvPr/>
                </p:nvSpPr>
                <p:spPr>
                  <a:xfrm>
                    <a:off x="3734337" y="4741946"/>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8" name="Google Shape;2978;p44">
                    <a:extLst>
                      <a:ext uri="{FF2B5EF4-FFF2-40B4-BE49-F238E27FC236}">
                        <a16:creationId xmlns:a16="http://schemas.microsoft.com/office/drawing/2014/main" id="{859C420F-5E01-837F-0E43-D302608E84DE}"/>
                      </a:ext>
                    </a:extLst>
                  </p:cNvPr>
                  <p:cNvSpPr/>
                  <p:nvPr/>
                </p:nvSpPr>
                <p:spPr>
                  <a:xfrm>
                    <a:off x="3741456" y="4745828"/>
                    <a:ext cx="216074" cy="124753"/>
                  </a:xfrm>
                  <a:custGeom>
                    <a:avLst/>
                    <a:gdLst/>
                    <a:ahLst/>
                    <a:cxnLst/>
                    <a:rect l="l" t="t" r="r" b="b"/>
                    <a:pathLst>
                      <a:path w="216074" h="124753" extrusionOk="0">
                        <a:moveTo>
                          <a:pt x="31647" y="106323"/>
                        </a:moveTo>
                        <a:cubicBezTo>
                          <a:pt x="73938" y="130897"/>
                          <a:pt x="142327" y="130897"/>
                          <a:pt x="184428" y="106323"/>
                        </a:cubicBezTo>
                        <a:cubicBezTo>
                          <a:pt x="226624" y="82034"/>
                          <a:pt x="226624" y="42505"/>
                          <a:pt x="184428" y="18216"/>
                        </a:cubicBezTo>
                        <a:cubicBezTo>
                          <a:pt x="142327" y="-6072"/>
                          <a:pt x="73842" y="-6072"/>
                          <a:pt x="31647" y="18216"/>
                        </a:cubicBezTo>
                        <a:cubicBezTo>
                          <a:pt x="-10549" y="42505"/>
                          <a:pt x="-10549" y="82034"/>
                          <a:pt x="31647" y="10632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9" name="Google Shape;2979;p44">
                    <a:extLst>
                      <a:ext uri="{FF2B5EF4-FFF2-40B4-BE49-F238E27FC236}">
                        <a16:creationId xmlns:a16="http://schemas.microsoft.com/office/drawing/2014/main" id="{553EACF5-F72A-9A07-4D6B-B6ACF1122356}"/>
                      </a:ext>
                    </a:extLst>
                  </p:cNvPr>
                  <p:cNvSpPr/>
                  <p:nvPr/>
                </p:nvSpPr>
                <p:spPr>
                  <a:xfrm>
                    <a:off x="3747433" y="4749495"/>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0" name="Google Shape;2980;p44">
                    <a:extLst>
                      <a:ext uri="{FF2B5EF4-FFF2-40B4-BE49-F238E27FC236}">
                        <a16:creationId xmlns:a16="http://schemas.microsoft.com/office/drawing/2014/main" id="{2A374B7B-990A-202B-EFA5-4E0DC212BC8E}"/>
                      </a:ext>
                    </a:extLst>
                  </p:cNvPr>
                  <p:cNvSpPr/>
                  <p:nvPr/>
                </p:nvSpPr>
                <p:spPr>
                  <a:xfrm>
                    <a:off x="3752910" y="4752424"/>
                    <a:ext cx="193166" cy="111490"/>
                  </a:xfrm>
                  <a:custGeom>
                    <a:avLst/>
                    <a:gdLst/>
                    <a:ahLst/>
                    <a:cxnLst/>
                    <a:rect l="l" t="t" r="r" b="b"/>
                    <a:pathLst>
                      <a:path w="193166" h="111490" extrusionOk="0">
                        <a:moveTo>
                          <a:pt x="28289" y="95060"/>
                        </a:moveTo>
                        <a:cubicBezTo>
                          <a:pt x="66008" y="116967"/>
                          <a:pt x="127254" y="116967"/>
                          <a:pt x="164878" y="95060"/>
                        </a:cubicBezTo>
                        <a:cubicBezTo>
                          <a:pt x="202597" y="73343"/>
                          <a:pt x="202597" y="38005"/>
                          <a:pt x="164878" y="16288"/>
                        </a:cubicBezTo>
                        <a:cubicBezTo>
                          <a:pt x="127254" y="-5429"/>
                          <a:pt x="66103" y="-5429"/>
                          <a:pt x="28289" y="16288"/>
                        </a:cubicBezTo>
                        <a:cubicBezTo>
                          <a:pt x="-9430" y="38005"/>
                          <a:pt x="-9430" y="73343"/>
                          <a:pt x="28289" y="95060"/>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1" name="Google Shape;2981;p44">
                    <a:extLst>
                      <a:ext uri="{FF2B5EF4-FFF2-40B4-BE49-F238E27FC236}">
                        <a16:creationId xmlns:a16="http://schemas.microsoft.com/office/drawing/2014/main" id="{48B9C1C8-270C-2A37-417F-B02BA9AC46B0}"/>
                      </a:ext>
                    </a:extLst>
                  </p:cNvPr>
                  <p:cNvSpPr/>
                  <p:nvPr/>
                </p:nvSpPr>
                <p:spPr>
                  <a:xfrm>
                    <a:off x="3758292" y="4755662"/>
                    <a:ext cx="182403" cy="105322"/>
                  </a:xfrm>
                  <a:custGeom>
                    <a:avLst/>
                    <a:gdLst/>
                    <a:ahLst/>
                    <a:cxnLst/>
                    <a:rect l="l" t="t" r="r" b="b"/>
                    <a:pathLst>
                      <a:path w="182403" h="105322" extrusionOk="0">
                        <a:moveTo>
                          <a:pt x="26718" y="89821"/>
                        </a:moveTo>
                        <a:cubicBezTo>
                          <a:pt x="62341" y="110490"/>
                          <a:pt x="120158" y="110490"/>
                          <a:pt x="155686" y="89821"/>
                        </a:cubicBezTo>
                        <a:cubicBezTo>
                          <a:pt x="191310" y="69342"/>
                          <a:pt x="191310" y="35909"/>
                          <a:pt x="155686" y="15430"/>
                        </a:cubicBezTo>
                        <a:cubicBezTo>
                          <a:pt x="120158" y="-5143"/>
                          <a:pt x="62341" y="-5143"/>
                          <a:pt x="26718" y="15430"/>
                        </a:cubicBezTo>
                        <a:cubicBezTo>
                          <a:pt x="-8906" y="36004"/>
                          <a:pt x="-8906" y="69342"/>
                          <a:pt x="26718" y="89821"/>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2" name="Google Shape;2982;p44">
                    <a:extLst>
                      <a:ext uri="{FF2B5EF4-FFF2-40B4-BE49-F238E27FC236}">
                        <a16:creationId xmlns:a16="http://schemas.microsoft.com/office/drawing/2014/main" id="{D94C3E33-6036-22DE-8CE2-B5F56411512B}"/>
                      </a:ext>
                    </a:extLst>
                  </p:cNvPr>
                  <p:cNvSpPr/>
                  <p:nvPr/>
                </p:nvSpPr>
                <p:spPr>
                  <a:xfrm>
                    <a:off x="3763578" y="4758496"/>
                    <a:ext cx="171807" cy="99250"/>
                  </a:xfrm>
                  <a:custGeom>
                    <a:avLst/>
                    <a:gdLst/>
                    <a:ahLst/>
                    <a:cxnLst/>
                    <a:rect l="l" t="t" r="r" b="b"/>
                    <a:pathLst>
                      <a:path w="171807" h="99250" extrusionOk="0">
                        <a:moveTo>
                          <a:pt x="25146" y="84606"/>
                        </a:moveTo>
                        <a:cubicBezTo>
                          <a:pt x="58674"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3" name="Google Shape;2983;p44">
                    <a:extLst>
                      <a:ext uri="{FF2B5EF4-FFF2-40B4-BE49-F238E27FC236}">
                        <a16:creationId xmlns:a16="http://schemas.microsoft.com/office/drawing/2014/main" id="{7351EFC4-EA12-9550-9BCB-326A02244776}"/>
                      </a:ext>
                    </a:extLst>
                  </p:cNvPr>
                  <p:cNvSpPr/>
                  <p:nvPr/>
                </p:nvSpPr>
                <p:spPr>
                  <a:xfrm>
                    <a:off x="3768436" y="4761473"/>
                    <a:ext cx="162186" cy="93702"/>
                  </a:xfrm>
                  <a:custGeom>
                    <a:avLst/>
                    <a:gdLst/>
                    <a:ahLst/>
                    <a:cxnLst/>
                    <a:rect l="l" t="t" r="r" b="b"/>
                    <a:pathLst>
                      <a:path w="162186" h="93702" extrusionOk="0">
                        <a:moveTo>
                          <a:pt x="23717" y="79915"/>
                        </a:moveTo>
                        <a:cubicBezTo>
                          <a:pt x="55435" y="98298"/>
                          <a:pt x="106871" y="98298"/>
                          <a:pt x="138398" y="79915"/>
                        </a:cubicBezTo>
                        <a:cubicBezTo>
                          <a:pt x="170117" y="61627"/>
                          <a:pt x="170117" y="31909"/>
                          <a:pt x="138398" y="13716"/>
                        </a:cubicBezTo>
                        <a:cubicBezTo>
                          <a:pt x="106775" y="-4572"/>
                          <a:pt x="55435" y="-4572"/>
                          <a:pt x="23717" y="13716"/>
                        </a:cubicBezTo>
                        <a:cubicBezTo>
                          <a:pt x="-7906" y="32004"/>
                          <a:pt x="-7906" y="61627"/>
                          <a:pt x="23717" y="7991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4" name="Google Shape;2984;p44">
                    <a:extLst>
                      <a:ext uri="{FF2B5EF4-FFF2-40B4-BE49-F238E27FC236}">
                        <a16:creationId xmlns:a16="http://schemas.microsoft.com/office/drawing/2014/main" id="{E34549E7-D104-8B36-E1BA-246F8FB60E91}"/>
                      </a:ext>
                    </a:extLst>
                  </p:cNvPr>
                  <p:cNvSpPr/>
                  <p:nvPr/>
                </p:nvSpPr>
                <p:spPr>
                  <a:xfrm>
                    <a:off x="3773294" y="4764139"/>
                    <a:ext cx="152376" cy="87987"/>
                  </a:xfrm>
                  <a:custGeom>
                    <a:avLst/>
                    <a:gdLst/>
                    <a:ahLst/>
                    <a:cxnLst/>
                    <a:rect l="l" t="t" r="r" b="b"/>
                    <a:pathLst>
                      <a:path w="152376" h="87987" extrusionOk="0">
                        <a:moveTo>
                          <a:pt x="22288" y="75057"/>
                        </a:moveTo>
                        <a:cubicBezTo>
                          <a:pt x="52007" y="92297"/>
                          <a:pt x="100298" y="92297"/>
                          <a:pt x="130016" y="75057"/>
                        </a:cubicBezTo>
                        <a:cubicBezTo>
                          <a:pt x="159829" y="57912"/>
                          <a:pt x="159829" y="30004"/>
                          <a:pt x="130016" y="12859"/>
                        </a:cubicBezTo>
                        <a:cubicBezTo>
                          <a:pt x="100298" y="-4286"/>
                          <a:pt x="52102" y="-4286"/>
                          <a:pt x="22288" y="12859"/>
                        </a:cubicBezTo>
                        <a:cubicBezTo>
                          <a:pt x="-7429" y="30004"/>
                          <a:pt x="-7429" y="57817"/>
                          <a:pt x="22288" y="75057"/>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5" name="Google Shape;2985;p44">
                    <a:extLst>
                      <a:ext uri="{FF2B5EF4-FFF2-40B4-BE49-F238E27FC236}">
                        <a16:creationId xmlns:a16="http://schemas.microsoft.com/office/drawing/2014/main" id="{60D30CDE-1A78-E190-E74A-C0EB20F841C3}"/>
                      </a:ext>
                    </a:extLst>
                  </p:cNvPr>
                  <p:cNvSpPr/>
                  <p:nvPr/>
                </p:nvSpPr>
                <p:spPr>
                  <a:xfrm>
                    <a:off x="3777556" y="4766854"/>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6" name="Google Shape;2986;p44">
                    <a:extLst>
                      <a:ext uri="{FF2B5EF4-FFF2-40B4-BE49-F238E27FC236}">
                        <a16:creationId xmlns:a16="http://schemas.microsoft.com/office/drawing/2014/main" id="{C3921CFE-1C8B-FA3F-5497-7216297784BB}"/>
                      </a:ext>
                    </a:extLst>
                  </p:cNvPr>
                  <p:cNvSpPr/>
                  <p:nvPr/>
                </p:nvSpPr>
                <p:spPr>
                  <a:xfrm>
                    <a:off x="3784581" y="4771117"/>
                    <a:ext cx="129730" cy="74866"/>
                  </a:xfrm>
                  <a:custGeom>
                    <a:avLst/>
                    <a:gdLst/>
                    <a:ahLst/>
                    <a:cxnLst/>
                    <a:rect l="l" t="t" r="r" b="b"/>
                    <a:pathLst>
                      <a:path w="129730" h="74866" extrusionOk="0">
                        <a:moveTo>
                          <a:pt x="19002" y="63794"/>
                        </a:moveTo>
                        <a:cubicBezTo>
                          <a:pt x="44339" y="78557"/>
                          <a:pt x="85392" y="78557"/>
                          <a:pt x="110728" y="63794"/>
                        </a:cubicBezTo>
                        <a:cubicBezTo>
                          <a:pt x="136064" y="49220"/>
                          <a:pt x="136064" y="25503"/>
                          <a:pt x="110728" y="10930"/>
                        </a:cubicBezTo>
                        <a:cubicBezTo>
                          <a:pt x="85487" y="-3643"/>
                          <a:pt x="44434" y="-3643"/>
                          <a:pt x="19002" y="10930"/>
                        </a:cubicBezTo>
                        <a:cubicBezTo>
                          <a:pt x="-6334" y="25503"/>
                          <a:pt x="-6334" y="49220"/>
                          <a:pt x="19002" y="6379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7" name="Google Shape;2987;p44">
                    <a:extLst>
                      <a:ext uri="{FF2B5EF4-FFF2-40B4-BE49-F238E27FC236}">
                        <a16:creationId xmlns:a16="http://schemas.microsoft.com/office/drawing/2014/main" id="{03B95DCB-E3CD-43CA-6C8B-C1FB14C6B134}"/>
                      </a:ext>
                    </a:extLst>
                  </p:cNvPr>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88" name="Google Shape;2988;p44">
                  <a:extLst>
                    <a:ext uri="{FF2B5EF4-FFF2-40B4-BE49-F238E27FC236}">
                      <a16:creationId xmlns:a16="http://schemas.microsoft.com/office/drawing/2014/main" id="{4E059A49-9D85-11AC-30B0-6A2B3476EB1E}"/>
                    </a:ext>
                  </a:extLst>
                </p:cNvPr>
                <p:cNvGrpSpPr/>
                <p:nvPr/>
              </p:nvGrpSpPr>
              <p:grpSpPr>
                <a:xfrm>
                  <a:off x="3646611" y="4678414"/>
                  <a:ext cx="405669" cy="247649"/>
                  <a:chOff x="3646611" y="4678414"/>
                  <a:chExt cx="405669" cy="247649"/>
                </a:xfrm>
              </p:grpSpPr>
              <p:sp>
                <p:nvSpPr>
                  <p:cNvPr id="2989" name="Google Shape;2989;p44">
                    <a:extLst>
                      <a:ext uri="{FF2B5EF4-FFF2-40B4-BE49-F238E27FC236}">
                        <a16:creationId xmlns:a16="http://schemas.microsoft.com/office/drawing/2014/main" id="{140CF03D-347E-2F76-505E-C06A587AFD69}"/>
                      </a:ext>
                    </a:extLst>
                  </p:cNvPr>
                  <p:cNvSpPr/>
                  <p:nvPr/>
                </p:nvSpPr>
                <p:spPr>
                  <a:xfrm>
                    <a:off x="3646611" y="4691749"/>
                    <a:ext cx="405574" cy="234314"/>
                  </a:xfrm>
                  <a:custGeom>
                    <a:avLst/>
                    <a:gdLst/>
                    <a:ahLst/>
                    <a:cxnLst/>
                    <a:rect l="l" t="t" r="r" b="b"/>
                    <a:pathLst>
                      <a:path w="405574" h="234314" extrusionOk="0">
                        <a:moveTo>
                          <a:pt x="404336" y="103823"/>
                        </a:moveTo>
                        <a:cubicBezTo>
                          <a:pt x="399288" y="78391"/>
                          <a:pt x="379952" y="53816"/>
                          <a:pt x="346234" y="34290"/>
                        </a:cubicBezTo>
                        <a:cubicBezTo>
                          <a:pt x="267081" y="-11430"/>
                          <a:pt x="138684" y="-11430"/>
                          <a:pt x="59436" y="34290"/>
                        </a:cubicBezTo>
                        <a:cubicBezTo>
                          <a:pt x="25527" y="53912"/>
                          <a:pt x="6096" y="78677"/>
                          <a:pt x="1238" y="104299"/>
                        </a:cubicBezTo>
                        <a:lnTo>
                          <a:pt x="0" y="103823"/>
                        </a:lnTo>
                        <a:lnTo>
                          <a:pt x="0" y="117920"/>
                        </a:lnTo>
                        <a:lnTo>
                          <a:pt x="0" y="117920"/>
                        </a:lnTo>
                        <a:cubicBezTo>
                          <a:pt x="286"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95" y="44006"/>
                        </a:moveTo>
                        <a:cubicBezTo>
                          <a:pt x="83058" y="40100"/>
                          <a:pt x="93916" y="40100"/>
                          <a:pt x="100584" y="44006"/>
                        </a:cubicBezTo>
                        <a:lnTo>
                          <a:pt x="150209" y="72676"/>
                        </a:lnTo>
                        <a:cubicBezTo>
                          <a:pt x="156972" y="76581"/>
                          <a:pt x="156972" y="82868"/>
                          <a:pt x="150209" y="86773"/>
                        </a:cubicBezTo>
                        <a:cubicBezTo>
                          <a:pt x="143446" y="90678"/>
                          <a:pt x="132588" y="90678"/>
                          <a:pt x="125921" y="86773"/>
                        </a:cubicBezTo>
                        <a:lnTo>
                          <a:pt x="76295" y="58103"/>
                        </a:lnTo>
                        <a:cubicBezTo>
                          <a:pt x="69532" y="54197"/>
                          <a:pt x="69532" y="47911"/>
                          <a:pt x="76295" y="44101"/>
                        </a:cubicBezTo>
                        <a:close/>
                        <a:moveTo>
                          <a:pt x="41053" y="127064"/>
                        </a:moveTo>
                        <a:cubicBezTo>
                          <a:pt x="31528" y="127064"/>
                          <a:pt x="23813" y="122587"/>
                          <a:pt x="23813" y="117157"/>
                        </a:cubicBezTo>
                        <a:cubicBezTo>
                          <a:pt x="23813" y="111728"/>
                          <a:pt x="31528" y="107252"/>
                          <a:pt x="41053" y="107252"/>
                        </a:cubicBezTo>
                        <a:lnTo>
                          <a:pt x="111252" y="107252"/>
                        </a:lnTo>
                        <a:cubicBezTo>
                          <a:pt x="120777" y="107252"/>
                          <a:pt x="128492" y="111728"/>
                          <a:pt x="128492" y="117157"/>
                        </a:cubicBezTo>
                        <a:cubicBezTo>
                          <a:pt x="128492" y="122587"/>
                          <a:pt x="120777" y="127064"/>
                          <a:pt x="111252" y="127064"/>
                        </a:cubicBezTo>
                        <a:lnTo>
                          <a:pt x="41148" y="127064"/>
                        </a:lnTo>
                        <a:close/>
                        <a:moveTo>
                          <a:pt x="150209" y="161544"/>
                        </a:moveTo>
                        <a:lnTo>
                          <a:pt x="100584" y="190214"/>
                        </a:lnTo>
                        <a:cubicBezTo>
                          <a:pt x="93916" y="194120"/>
                          <a:pt x="82963" y="194120"/>
                          <a:pt x="76295" y="190214"/>
                        </a:cubicBezTo>
                        <a:cubicBezTo>
                          <a:pt x="69532" y="186309"/>
                          <a:pt x="69532" y="180023"/>
                          <a:pt x="76295" y="176213"/>
                        </a:cubicBezTo>
                        <a:lnTo>
                          <a:pt x="125921" y="147542"/>
                        </a:lnTo>
                        <a:cubicBezTo>
                          <a:pt x="132588" y="143637"/>
                          <a:pt x="143542" y="143637"/>
                          <a:pt x="150209" y="147542"/>
                        </a:cubicBezTo>
                        <a:cubicBezTo>
                          <a:pt x="156972" y="151448"/>
                          <a:pt x="156972" y="157734"/>
                          <a:pt x="150209" y="161639"/>
                        </a:cubicBezTo>
                        <a:close/>
                        <a:moveTo>
                          <a:pt x="185642" y="23622"/>
                        </a:moveTo>
                        <a:cubicBezTo>
                          <a:pt x="185642" y="18098"/>
                          <a:pt x="193357" y="13716"/>
                          <a:pt x="202882" y="13716"/>
                        </a:cubicBezTo>
                        <a:cubicBezTo>
                          <a:pt x="212407" y="13716"/>
                          <a:pt x="220123" y="18193"/>
                          <a:pt x="220123" y="23622"/>
                        </a:cubicBezTo>
                        <a:lnTo>
                          <a:pt x="220123" y="64103"/>
                        </a:lnTo>
                        <a:cubicBezTo>
                          <a:pt x="220123" y="69628"/>
                          <a:pt x="212407" y="74009"/>
                          <a:pt x="202882" y="74009"/>
                        </a:cubicBezTo>
                        <a:cubicBezTo>
                          <a:pt x="193357" y="74009"/>
                          <a:pt x="185642" y="69532"/>
                          <a:pt x="185642" y="64103"/>
                        </a:cubicBezTo>
                        <a:lnTo>
                          <a:pt x="185642" y="23622"/>
                        </a:lnTo>
                        <a:close/>
                        <a:moveTo>
                          <a:pt x="202882" y="220408"/>
                        </a:moveTo>
                        <a:cubicBezTo>
                          <a:pt x="193357" y="220408"/>
                          <a:pt x="185642" y="215932"/>
                          <a:pt x="185642" y="210503"/>
                        </a:cubicBezTo>
                        <a:lnTo>
                          <a:pt x="185642" y="170021"/>
                        </a:lnTo>
                        <a:cubicBezTo>
                          <a:pt x="185642" y="164497"/>
                          <a:pt x="193357" y="160115"/>
                          <a:pt x="202882" y="160115"/>
                        </a:cubicBezTo>
                        <a:cubicBezTo>
                          <a:pt x="212407" y="160115"/>
                          <a:pt x="220123" y="164592"/>
                          <a:pt x="220123" y="170021"/>
                        </a:cubicBezTo>
                        <a:lnTo>
                          <a:pt x="220123" y="210503"/>
                        </a:lnTo>
                        <a:cubicBezTo>
                          <a:pt x="220123" y="216027"/>
                          <a:pt x="212407" y="220408"/>
                          <a:pt x="202882" y="220408"/>
                        </a:cubicBezTo>
                        <a:close/>
                        <a:moveTo>
                          <a:pt x="255556" y="72581"/>
                        </a:moveTo>
                        <a:lnTo>
                          <a:pt x="305181" y="43910"/>
                        </a:lnTo>
                        <a:cubicBezTo>
                          <a:pt x="311944" y="40005"/>
                          <a:pt x="322802" y="40005"/>
                          <a:pt x="329470" y="43910"/>
                        </a:cubicBezTo>
                        <a:cubicBezTo>
                          <a:pt x="336232" y="47815"/>
                          <a:pt x="336232" y="54102"/>
                          <a:pt x="329470" y="57912"/>
                        </a:cubicBezTo>
                        <a:lnTo>
                          <a:pt x="279845" y="86582"/>
                        </a:lnTo>
                        <a:cubicBezTo>
                          <a:pt x="273082" y="90488"/>
                          <a:pt x="262223" y="90488"/>
                          <a:pt x="255461" y="86582"/>
                        </a:cubicBezTo>
                        <a:cubicBezTo>
                          <a:pt x="248698" y="82677"/>
                          <a:pt x="248698" y="76390"/>
                          <a:pt x="255461" y="72485"/>
                        </a:cubicBezTo>
                        <a:close/>
                        <a:moveTo>
                          <a:pt x="329470" y="190119"/>
                        </a:moveTo>
                        <a:cubicBezTo>
                          <a:pt x="322802" y="194024"/>
                          <a:pt x="311848" y="194024"/>
                          <a:pt x="305181" y="190119"/>
                        </a:cubicBezTo>
                        <a:lnTo>
                          <a:pt x="255556" y="161449"/>
                        </a:lnTo>
                        <a:cubicBezTo>
                          <a:pt x="248793" y="157544"/>
                          <a:pt x="248793" y="151257"/>
                          <a:pt x="255556" y="147352"/>
                        </a:cubicBezTo>
                        <a:cubicBezTo>
                          <a:pt x="262319" y="143447"/>
                          <a:pt x="273177" y="143447"/>
                          <a:pt x="279940" y="147352"/>
                        </a:cubicBezTo>
                        <a:lnTo>
                          <a:pt x="329565" y="176022"/>
                        </a:lnTo>
                        <a:cubicBezTo>
                          <a:pt x="336328" y="179927"/>
                          <a:pt x="336328" y="186214"/>
                          <a:pt x="329565" y="190024"/>
                        </a:cubicBezTo>
                        <a:close/>
                        <a:moveTo>
                          <a:pt x="364712" y="126968"/>
                        </a:moveTo>
                        <a:lnTo>
                          <a:pt x="294513" y="126968"/>
                        </a:lnTo>
                        <a:cubicBezTo>
                          <a:pt x="284988" y="126968"/>
                          <a:pt x="277368" y="122491"/>
                          <a:pt x="277368" y="117062"/>
                        </a:cubicBezTo>
                        <a:cubicBezTo>
                          <a:pt x="277368" y="111633"/>
                          <a:pt x="285083" y="107156"/>
                          <a:pt x="294513" y="107156"/>
                        </a:cubicBezTo>
                        <a:lnTo>
                          <a:pt x="364712" y="107156"/>
                        </a:lnTo>
                        <a:cubicBezTo>
                          <a:pt x="374237" y="107156"/>
                          <a:pt x="381953" y="111633"/>
                          <a:pt x="381953" y="117062"/>
                        </a:cubicBezTo>
                        <a:cubicBezTo>
                          <a:pt x="381953" y="122491"/>
                          <a:pt x="374237" y="126968"/>
                          <a:pt x="364712"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0" name="Google Shape;2990;p44">
                    <a:extLst>
                      <a:ext uri="{FF2B5EF4-FFF2-40B4-BE49-F238E27FC236}">
                        <a16:creationId xmlns:a16="http://schemas.microsoft.com/office/drawing/2014/main" id="{7DD4CE2F-7B31-8E99-3BCA-889792A8EE4B}"/>
                      </a:ext>
                    </a:extLst>
                  </p:cNvPr>
                  <p:cNvSpPr/>
                  <p:nvPr/>
                </p:nvSpPr>
                <p:spPr>
                  <a:xfrm>
                    <a:off x="3646611" y="4678414"/>
                    <a:ext cx="405669" cy="234124"/>
                  </a:xfrm>
                  <a:custGeom>
                    <a:avLst/>
                    <a:gdLst/>
                    <a:ahLst/>
                    <a:cxnLst/>
                    <a:rect l="l" t="t" r="r" b="b"/>
                    <a:pathLst>
                      <a:path w="405669" h="234124" extrusionOk="0">
                        <a:moveTo>
                          <a:pt x="346234" y="34290"/>
                        </a:moveTo>
                        <a:cubicBezTo>
                          <a:pt x="267081" y="-11430"/>
                          <a:pt x="138684" y="-11430"/>
                          <a:pt x="59436" y="34290"/>
                        </a:cubicBezTo>
                        <a:cubicBezTo>
                          <a:pt x="-19812" y="80010"/>
                          <a:pt x="-19812" y="154210"/>
                          <a:pt x="59436" y="199834"/>
                        </a:cubicBezTo>
                        <a:cubicBezTo>
                          <a:pt x="138684" y="245555"/>
                          <a:pt x="267081" y="245555"/>
                          <a:pt x="346234" y="199834"/>
                        </a:cubicBezTo>
                        <a:cubicBezTo>
                          <a:pt x="425482" y="154115"/>
                          <a:pt x="425482" y="80010"/>
                          <a:pt x="346234" y="34290"/>
                        </a:cubicBezTo>
                        <a:close/>
                        <a:moveTo>
                          <a:pt x="76200" y="58007"/>
                        </a:moveTo>
                        <a:cubicBezTo>
                          <a:pt x="69437" y="54102"/>
                          <a:pt x="69437" y="47815"/>
                          <a:pt x="76200" y="44006"/>
                        </a:cubicBezTo>
                        <a:cubicBezTo>
                          <a:pt x="82963" y="40100"/>
                          <a:pt x="93821" y="40100"/>
                          <a:pt x="100489" y="44006"/>
                        </a:cubicBezTo>
                        <a:lnTo>
                          <a:pt x="150114" y="72676"/>
                        </a:lnTo>
                        <a:cubicBezTo>
                          <a:pt x="156877" y="76581"/>
                          <a:pt x="156877" y="82867"/>
                          <a:pt x="150114" y="86678"/>
                        </a:cubicBezTo>
                        <a:cubicBezTo>
                          <a:pt x="143351" y="90583"/>
                          <a:pt x="132493" y="90583"/>
                          <a:pt x="125825" y="86678"/>
                        </a:cubicBezTo>
                        <a:lnTo>
                          <a:pt x="76200" y="58007"/>
                        </a:lnTo>
                        <a:close/>
                        <a:moveTo>
                          <a:pt x="111061" y="126968"/>
                        </a:moveTo>
                        <a:lnTo>
                          <a:pt x="40957" y="126968"/>
                        </a:lnTo>
                        <a:cubicBezTo>
                          <a:pt x="31432" y="126968"/>
                          <a:pt x="23717" y="122491"/>
                          <a:pt x="23717" y="117062"/>
                        </a:cubicBezTo>
                        <a:cubicBezTo>
                          <a:pt x="23717" y="111633"/>
                          <a:pt x="31432" y="107156"/>
                          <a:pt x="40957" y="107156"/>
                        </a:cubicBezTo>
                        <a:lnTo>
                          <a:pt x="111157" y="107156"/>
                        </a:lnTo>
                        <a:cubicBezTo>
                          <a:pt x="120682" y="107156"/>
                          <a:pt x="128397" y="111633"/>
                          <a:pt x="128397" y="117062"/>
                        </a:cubicBezTo>
                        <a:cubicBezTo>
                          <a:pt x="128397" y="122491"/>
                          <a:pt x="120682" y="126968"/>
                          <a:pt x="111157" y="126968"/>
                        </a:cubicBezTo>
                        <a:close/>
                        <a:moveTo>
                          <a:pt x="202787" y="74009"/>
                        </a:moveTo>
                        <a:cubicBezTo>
                          <a:pt x="193262" y="74009"/>
                          <a:pt x="185547" y="69532"/>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532"/>
                          <a:pt x="212312" y="74009"/>
                          <a:pt x="202787" y="74009"/>
                        </a:cubicBezTo>
                        <a:close/>
                        <a:moveTo>
                          <a:pt x="100489" y="190119"/>
                        </a:moveTo>
                        <a:cubicBezTo>
                          <a:pt x="93821" y="194024"/>
                          <a:pt x="82868" y="194024"/>
                          <a:pt x="76200" y="190119"/>
                        </a:cubicBezTo>
                        <a:cubicBezTo>
                          <a:pt x="69437" y="186214"/>
                          <a:pt x="69437" y="179927"/>
                          <a:pt x="76200" y="176022"/>
                        </a:cubicBezTo>
                        <a:lnTo>
                          <a:pt x="125825" y="147352"/>
                        </a:lnTo>
                        <a:cubicBezTo>
                          <a:pt x="132493" y="143447"/>
                          <a:pt x="143446" y="143447"/>
                          <a:pt x="150114" y="147352"/>
                        </a:cubicBezTo>
                        <a:cubicBezTo>
                          <a:pt x="156877" y="151257"/>
                          <a:pt x="156877" y="157543"/>
                          <a:pt x="150114" y="161354"/>
                        </a:cubicBezTo>
                        <a:lnTo>
                          <a:pt x="100489" y="190024"/>
                        </a:lnTo>
                        <a:close/>
                        <a:moveTo>
                          <a:pt x="279749" y="86582"/>
                        </a:moveTo>
                        <a:cubicBezTo>
                          <a:pt x="272986" y="90488"/>
                          <a:pt x="262128" y="90488"/>
                          <a:pt x="255365" y="86582"/>
                        </a:cubicBezTo>
                        <a:cubicBezTo>
                          <a:pt x="248602" y="82677"/>
                          <a:pt x="248602" y="76390"/>
                          <a:pt x="255365" y="72581"/>
                        </a:cubicBezTo>
                        <a:lnTo>
                          <a:pt x="304990" y="43910"/>
                        </a:lnTo>
                        <a:cubicBezTo>
                          <a:pt x="311753" y="40005"/>
                          <a:pt x="322612" y="40005"/>
                          <a:pt x="329279" y="43910"/>
                        </a:cubicBezTo>
                        <a:cubicBezTo>
                          <a:pt x="336042" y="47815"/>
                          <a:pt x="336042" y="54102"/>
                          <a:pt x="329279" y="57912"/>
                        </a:cubicBezTo>
                        <a:lnTo>
                          <a:pt x="279654" y="86582"/>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8"/>
                        </a:moveTo>
                        <a:cubicBezTo>
                          <a:pt x="193167" y="220408"/>
                          <a:pt x="185452" y="215932"/>
                          <a:pt x="185452" y="210503"/>
                        </a:cubicBezTo>
                        <a:lnTo>
                          <a:pt x="185452" y="170021"/>
                        </a:lnTo>
                        <a:cubicBezTo>
                          <a:pt x="185452" y="164497"/>
                          <a:pt x="193167" y="160115"/>
                          <a:pt x="202692" y="160115"/>
                        </a:cubicBezTo>
                        <a:cubicBezTo>
                          <a:pt x="212217" y="160115"/>
                          <a:pt x="219932" y="164592"/>
                          <a:pt x="219932" y="170021"/>
                        </a:cubicBezTo>
                        <a:lnTo>
                          <a:pt x="219932" y="210503"/>
                        </a:lnTo>
                        <a:cubicBezTo>
                          <a:pt x="219932" y="216027"/>
                          <a:pt x="212217" y="220408"/>
                          <a:pt x="202692" y="220408"/>
                        </a:cubicBezTo>
                        <a:close/>
                        <a:moveTo>
                          <a:pt x="304990" y="190119"/>
                        </a:moveTo>
                        <a:lnTo>
                          <a:pt x="255365" y="161449"/>
                        </a:lnTo>
                        <a:cubicBezTo>
                          <a:pt x="248602" y="157543"/>
                          <a:pt x="248602" y="151257"/>
                          <a:pt x="255365" y="147447"/>
                        </a:cubicBezTo>
                        <a:cubicBezTo>
                          <a:pt x="262128" y="143542"/>
                          <a:pt x="272986" y="143542"/>
                          <a:pt x="279749" y="147447"/>
                        </a:cubicBezTo>
                        <a:lnTo>
                          <a:pt x="329374" y="176117"/>
                        </a:lnTo>
                        <a:cubicBezTo>
                          <a:pt x="336137" y="180023"/>
                          <a:pt x="336137" y="186309"/>
                          <a:pt x="329374" y="190214"/>
                        </a:cubicBezTo>
                        <a:cubicBezTo>
                          <a:pt x="322707" y="194120"/>
                          <a:pt x="311753" y="194120"/>
                          <a:pt x="305086"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1" name="Google Shape;2991;p44">
                    <a:extLst>
                      <a:ext uri="{FF2B5EF4-FFF2-40B4-BE49-F238E27FC236}">
                        <a16:creationId xmlns:a16="http://schemas.microsoft.com/office/drawing/2014/main" id="{0541C685-76CE-F30C-AA13-B0A002C206F6}"/>
                      </a:ext>
                    </a:extLst>
                  </p:cNvPr>
                  <p:cNvSpPr/>
                  <p:nvPr/>
                </p:nvSpPr>
                <p:spPr>
                  <a:xfrm>
                    <a:off x="3792266" y="4762425"/>
                    <a:ext cx="114454" cy="46386"/>
                  </a:xfrm>
                  <a:custGeom>
                    <a:avLst/>
                    <a:gdLst/>
                    <a:ahLst/>
                    <a:cxnLst/>
                    <a:rect l="l" t="t" r="r" b="b"/>
                    <a:pathLst>
                      <a:path w="114454" h="46386" extrusionOk="0">
                        <a:moveTo>
                          <a:pt x="109615" y="46387"/>
                        </a:moveTo>
                        <a:cubicBezTo>
                          <a:pt x="106853" y="42767"/>
                          <a:pt x="102852" y="39338"/>
                          <a:pt x="97708" y="36385"/>
                        </a:cubicBezTo>
                        <a:cubicBezTo>
                          <a:pt x="75325" y="23432"/>
                          <a:pt x="39130" y="23432"/>
                          <a:pt x="16746" y="36385"/>
                        </a:cubicBezTo>
                        <a:cubicBezTo>
                          <a:pt x="11603" y="39338"/>
                          <a:pt x="7602" y="42767"/>
                          <a:pt x="4840" y="46387"/>
                        </a:cubicBezTo>
                        <a:cubicBezTo>
                          <a:pt x="-4400" y="34290"/>
                          <a:pt x="-399" y="19622"/>
                          <a:pt x="16746" y="9716"/>
                        </a:cubicBezTo>
                        <a:cubicBezTo>
                          <a:pt x="39130" y="-3239"/>
                          <a:pt x="75325" y="-3239"/>
                          <a:pt x="97708" y="9716"/>
                        </a:cubicBezTo>
                        <a:cubicBezTo>
                          <a:pt x="114854"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2" name="Google Shape;2992;p44">
                    <a:extLst>
                      <a:ext uri="{FF2B5EF4-FFF2-40B4-BE49-F238E27FC236}">
                        <a16:creationId xmlns:a16="http://schemas.microsoft.com/office/drawing/2014/main" id="{5F95FA98-58FA-D667-D21C-AA835677E8B5}"/>
                      </a:ext>
                    </a:extLst>
                  </p:cNvPr>
                  <p:cNvSpPr/>
                  <p:nvPr/>
                </p:nvSpPr>
                <p:spPr>
                  <a:xfrm>
                    <a:off x="3797106" y="4789095"/>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993" name="Google Shape;2993;p44">
                <a:extLst>
                  <a:ext uri="{FF2B5EF4-FFF2-40B4-BE49-F238E27FC236}">
                    <a16:creationId xmlns:a16="http://schemas.microsoft.com/office/drawing/2014/main" id="{7DB1FF41-F71B-CC72-B630-E4F485123A1D}"/>
                  </a:ext>
                </a:extLst>
              </p:cNvPr>
              <p:cNvGrpSpPr/>
              <p:nvPr/>
            </p:nvGrpSpPr>
            <p:grpSpPr>
              <a:xfrm>
                <a:off x="7468856" y="4512385"/>
                <a:ext cx="639735" cy="559976"/>
                <a:chOff x="3695689" y="4939685"/>
                <a:chExt cx="422100" cy="369475"/>
              </a:xfrm>
            </p:grpSpPr>
            <p:sp>
              <p:nvSpPr>
                <p:cNvPr id="2994" name="Google Shape;2994;p44">
                  <a:extLst>
                    <a:ext uri="{FF2B5EF4-FFF2-40B4-BE49-F238E27FC236}">
                      <a16:creationId xmlns:a16="http://schemas.microsoft.com/office/drawing/2014/main" id="{1383DC16-3AE5-C50E-44A4-EC37B7441E4F}"/>
                    </a:ext>
                  </a:extLst>
                </p:cNvPr>
                <p:cNvSpPr/>
                <p:nvPr/>
              </p:nvSpPr>
              <p:spPr>
                <a:xfrm>
                  <a:off x="3695689" y="5065320"/>
                  <a:ext cx="422100" cy="243840"/>
                </a:xfrm>
                <a:custGeom>
                  <a:avLst/>
                  <a:gdLst/>
                  <a:ahLst/>
                  <a:cxnLst/>
                  <a:rect l="l" t="t" r="r" b="b"/>
                  <a:pathLst>
                    <a:path w="422100" h="243840" extrusionOk="0">
                      <a:moveTo>
                        <a:pt x="360307" y="208121"/>
                      </a:moveTo>
                      <a:cubicBezTo>
                        <a:pt x="277821" y="255746"/>
                        <a:pt x="144185" y="255746"/>
                        <a:pt x="61793" y="208121"/>
                      </a:cubicBezTo>
                      <a:cubicBezTo>
                        <a:pt x="-20598" y="160496"/>
                        <a:pt x="-20598" y="83344"/>
                        <a:pt x="61793" y="35719"/>
                      </a:cubicBezTo>
                      <a:cubicBezTo>
                        <a:pt x="144185" y="-11906"/>
                        <a:pt x="277821" y="-11906"/>
                        <a:pt x="360307" y="35719"/>
                      </a:cubicBezTo>
                      <a:cubicBezTo>
                        <a:pt x="442698" y="83344"/>
                        <a:pt x="442698" y="160496"/>
                        <a:pt x="360307" y="208121"/>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995" name="Google Shape;2995;p44">
                  <a:extLst>
                    <a:ext uri="{FF2B5EF4-FFF2-40B4-BE49-F238E27FC236}">
                      <a16:creationId xmlns:a16="http://schemas.microsoft.com/office/drawing/2014/main" id="{5BAFF0A7-DF27-E7FC-F0C7-4726DA0E4AD5}"/>
                    </a:ext>
                  </a:extLst>
                </p:cNvPr>
                <p:cNvGrpSpPr/>
                <p:nvPr/>
              </p:nvGrpSpPr>
              <p:grpSpPr>
                <a:xfrm>
                  <a:off x="3703857" y="5053128"/>
                  <a:ext cx="405669" cy="247649"/>
                  <a:chOff x="3703857" y="5053128"/>
                  <a:chExt cx="405669" cy="247649"/>
                </a:xfrm>
              </p:grpSpPr>
              <p:sp>
                <p:nvSpPr>
                  <p:cNvPr id="2996" name="Google Shape;2996;p44">
                    <a:extLst>
                      <a:ext uri="{FF2B5EF4-FFF2-40B4-BE49-F238E27FC236}">
                        <a16:creationId xmlns:a16="http://schemas.microsoft.com/office/drawing/2014/main" id="{58F993B3-86AE-CDD7-187C-B017340A57D7}"/>
                      </a:ext>
                    </a:extLst>
                  </p:cNvPr>
                  <p:cNvSpPr/>
                  <p:nvPr/>
                </p:nvSpPr>
                <p:spPr>
                  <a:xfrm>
                    <a:off x="3703857" y="5066463"/>
                    <a:ext cx="405574" cy="234314"/>
                  </a:xfrm>
                  <a:custGeom>
                    <a:avLst/>
                    <a:gdLst/>
                    <a:ahLst/>
                    <a:cxnLst/>
                    <a:rect l="l" t="t" r="r" b="b"/>
                    <a:pathLst>
                      <a:path w="405574" h="234314"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920"/>
                        </a:lnTo>
                        <a:lnTo>
                          <a:pt x="0" y="117920"/>
                        </a:lnTo>
                        <a:cubicBezTo>
                          <a:pt x="381"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0957" y="126968"/>
                        </a:moveTo>
                        <a:cubicBezTo>
                          <a:pt x="31432" y="126968"/>
                          <a:pt x="23717" y="122492"/>
                          <a:pt x="23717" y="117062"/>
                        </a:cubicBezTo>
                        <a:cubicBezTo>
                          <a:pt x="23717" y="111633"/>
                          <a:pt x="31432" y="107156"/>
                          <a:pt x="40957" y="107156"/>
                        </a:cubicBezTo>
                        <a:lnTo>
                          <a:pt x="111062" y="107156"/>
                        </a:lnTo>
                        <a:cubicBezTo>
                          <a:pt x="120587" y="107156"/>
                          <a:pt x="128302" y="111633"/>
                          <a:pt x="128302" y="117062"/>
                        </a:cubicBezTo>
                        <a:cubicBezTo>
                          <a:pt x="128302" y="122492"/>
                          <a:pt x="120587" y="126968"/>
                          <a:pt x="111062" y="126968"/>
                        </a:cubicBezTo>
                        <a:lnTo>
                          <a:pt x="40957" y="126968"/>
                        </a:lnTo>
                        <a:close/>
                        <a:moveTo>
                          <a:pt x="150114" y="161449"/>
                        </a:moveTo>
                        <a:lnTo>
                          <a:pt x="100489" y="190119"/>
                        </a:lnTo>
                        <a:cubicBezTo>
                          <a:pt x="93726" y="194024"/>
                          <a:pt x="82867" y="194024"/>
                          <a:pt x="76105" y="190119"/>
                        </a:cubicBezTo>
                        <a:cubicBezTo>
                          <a:pt x="69342" y="186214"/>
                          <a:pt x="69342" y="179927"/>
                          <a:pt x="76105" y="176117"/>
                        </a:cubicBezTo>
                        <a:lnTo>
                          <a:pt x="125730" y="147447"/>
                        </a:lnTo>
                        <a:cubicBezTo>
                          <a:pt x="132493" y="143542"/>
                          <a:pt x="143351" y="143542"/>
                          <a:pt x="150019" y="147447"/>
                        </a:cubicBezTo>
                        <a:cubicBezTo>
                          <a:pt x="156781" y="151352"/>
                          <a:pt x="156781" y="157639"/>
                          <a:pt x="150019" y="161544"/>
                        </a:cubicBezTo>
                        <a:close/>
                        <a:moveTo>
                          <a:pt x="185547" y="23527"/>
                        </a:moveTo>
                        <a:cubicBezTo>
                          <a:pt x="185547" y="18002"/>
                          <a:pt x="193262" y="13621"/>
                          <a:pt x="202787" y="13621"/>
                        </a:cubicBezTo>
                        <a:cubicBezTo>
                          <a:pt x="212312" y="13621"/>
                          <a:pt x="220027" y="18098"/>
                          <a:pt x="220027" y="23527"/>
                        </a:cubicBezTo>
                        <a:lnTo>
                          <a:pt x="220027" y="64008"/>
                        </a:lnTo>
                        <a:cubicBezTo>
                          <a:pt x="220027" y="69532"/>
                          <a:pt x="212312" y="73914"/>
                          <a:pt x="202787" y="73914"/>
                        </a:cubicBezTo>
                        <a:cubicBezTo>
                          <a:pt x="193262" y="73914"/>
                          <a:pt x="185547" y="69437"/>
                          <a:pt x="185547" y="64008"/>
                        </a:cubicBezTo>
                        <a:lnTo>
                          <a:pt x="185547" y="23527"/>
                        </a:lnTo>
                        <a:close/>
                        <a:moveTo>
                          <a:pt x="202787" y="220313"/>
                        </a:moveTo>
                        <a:cubicBezTo>
                          <a:pt x="193262" y="220313"/>
                          <a:pt x="185547" y="215837"/>
                          <a:pt x="185547" y="210407"/>
                        </a:cubicBezTo>
                        <a:lnTo>
                          <a:pt x="185547" y="169926"/>
                        </a:lnTo>
                        <a:cubicBezTo>
                          <a:pt x="185547" y="164402"/>
                          <a:pt x="193262" y="160020"/>
                          <a:pt x="202787" y="160020"/>
                        </a:cubicBezTo>
                        <a:cubicBezTo>
                          <a:pt x="212312" y="160020"/>
                          <a:pt x="220027" y="164497"/>
                          <a:pt x="220027" y="169926"/>
                        </a:cubicBezTo>
                        <a:lnTo>
                          <a:pt x="220027" y="210407"/>
                        </a:lnTo>
                        <a:cubicBezTo>
                          <a:pt x="220027" y="215932"/>
                          <a:pt x="212312" y="220313"/>
                          <a:pt x="202787" y="220313"/>
                        </a:cubicBezTo>
                        <a:close/>
                        <a:moveTo>
                          <a:pt x="255460" y="72485"/>
                        </a:moveTo>
                        <a:lnTo>
                          <a:pt x="305086" y="43815"/>
                        </a:lnTo>
                        <a:cubicBezTo>
                          <a:pt x="311848" y="39910"/>
                          <a:pt x="322707" y="39910"/>
                          <a:pt x="329374" y="43815"/>
                        </a:cubicBezTo>
                        <a:cubicBezTo>
                          <a:pt x="336137" y="47720"/>
                          <a:pt x="336137" y="54007"/>
                          <a:pt x="329374" y="57912"/>
                        </a:cubicBezTo>
                        <a:lnTo>
                          <a:pt x="279749" y="86582"/>
                        </a:lnTo>
                        <a:cubicBezTo>
                          <a:pt x="272987" y="90488"/>
                          <a:pt x="262128" y="90488"/>
                          <a:pt x="255460" y="86582"/>
                        </a:cubicBezTo>
                        <a:cubicBezTo>
                          <a:pt x="248698" y="82677"/>
                          <a:pt x="248698" y="76390"/>
                          <a:pt x="255460" y="72581"/>
                        </a:cubicBezTo>
                        <a:close/>
                        <a:moveTo>
                          <a:pt x="329374" y="190024"/>
                        </a:moveTo>
                        <a:cubicBezTo>
                          <a:pt x="322612" y="193929"/>
                          <a:pt x="311753" y="193929"/>
                          <a:pt x="305086" y="190024"/>
                        </a:cubicBezTo>
                        <a:lnTo>
                          <a:pt x="255460" y="161354"/>
                        </a:lnTo>
                        <a:cubicBezTo>
                          <a:pt x="248698" y="157448"/>
                          <a:pt x="248698" y="151162"/>
                          <a:pt x="255460" y="147352"/>
                        </a:cubicBezTo>
                        <a:cubicBezTo>
                          <a:pt x="262223" y="143447"/>
                          <a:pt x="273082" y="143447"/>
                          <a:pt x="279749" y="147352"/>
                        </a:cubicBezTo>
                        <a:lnTo>
                          <a:pt x="329374" y="176022"/>
                        </a:lnTo>
                        <a:cubicBezTo>
                          <a:pt x="336137" y="179927"/>
                          <a:pt x="336137" y="186214"/>
                          <a:pt x="329374" y="190024"/>
                        </a:cubicBezTo>
                        <a:close/>
                        <a:moveTo>
                          <a:pt x="364617" y="126873"/>
                        </a:moveTo>
                        <a:lnTo>
                          <a:pt x="294418" y="126873"/>
                        </a:lnTo>
                        <a:cubicBezTo>
                          <a:pt x="284893" y="126873"/>
                          <a:pt x="277177" y="122396"/>
                          <a:pt x="277177" y="116967"/>
                        </a:cubicBezTo>
                        <a:cubicBezTo>
                          <a:pt x="277177"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7" name="Google Shape;2997;p44">
                    <a:extLst>
                      <a:ext uri="{FF2B5EF4-FFF2-40B4-BE49-F238E27FC236}">
                        <a16:creationId xmlns:a16="http://schemas.microsoft.com/office/drawing/2014/main" id="{A9CB172D-A95D-34D2-10E0-B36D5AC72338}"/>
                      </a:ext>
                    </a:extLst>
                  </p:cNvPr>
                  <p:cNvSpPr/>
                  <p:nvPr/>
                </p:nvSpPr>
                <p:spPr>
                  <a:xfrm>
                    <a:off x="3703928" y="5053128"/>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010"/>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7"/>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022"/>
                        </a:cubicBezTo>
                        <a:lnTo>
                          <a:pt x="125658" y="147447"/>
                        </a:lnTo>
                        <a:cubicBezTo>
                          <a:pt x="132421" y="143542"/>
                          <a:pt x="143280" y="143542"/>
                          <a:pt x="149947" y="147447"/>
                        </a:cubicBezTo>
                        <a:cubicBezTo>
                          <a:pt x="156710" y="151352"/>
                          <a:pt x="156710" y="157639"/>
                          <a:pt x="149947" y="161449"/>
                        </a:cubicBezTo>
                        <a:lnTo>
                          <a:pt x="100322" y="190119"/>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8"/>
                        </a:moveTo>
                        <a:cubicBezTo>
                          <a:pt x="193096" y="220408"/>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8"/>
                          <a:pt x="202621" y="220408"/>
                        </a:cubicBezTo>
                        <a:close/>
                        <a:moveTo>
                          <a:pt x="304919" y="190119"/>
                        </a:moveTo>
                        <a:lnTo>
                          <a:pt x="255294" y="161449"/>
                        </a:lnTo>
                        <a:cubicBezTo>
                          <a:pt x="248531" y="157544"/>
                          <a:pt x="248531" y="151257"/>
                          <a:pt x="255294" y="147447"/>
                        </a:cubicBezTo>
                        <a:cubicBezTo>
                          <a:pt x="262057" y="143542"/>
                          <a:pt x="272915" y="143542"/>
                          <a:pt x="279583" y="147447"/>
                        </a:cubicBezTo>
                        <a:lnTo>
                          <a:pt x="329208" y="176022"/>
                        </a:lnTo>
                        <a:cubicBezTo>
                          <a:pt x="335971" y="179927"/>
                          <a:pt x="335971" y="186214"/>
                          <a:pt x="329208" y="190119"/>
                        </a:cubicBezTo>
                        <a:cubicBezTo>
                          <a:pt x="322445" y="194024"/>
                          <a:pt x="311587" y="194024"/>
                          <a:pt x="304919"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8" name="Google Shape;2998;p44">
                    <a:extLst>
                      <a:ext uri="{FF2B5EF4-FFF2-40B4-BE49-F238E27FC236}">
                        <a16:creationId xmlns:a16="http://schemas.microsoft.com/office/drawing/2014/main" id="{C45E25D3-968A-5C60-EF02-E386D834DD59}"/>
                      </a:ext>
                    </a:extLst>
                  </p:cNvPr>
                  <p:cNvSpPr/>
                  <p:nvPr/>
                </p:nvSpPr>
                <p:spPr>
                  <a:xfrm>
                    <a:off x="3849512" y="5137210"/>
                    <a:ext cx="114454" cy="46315"/>
                  </a:xfrm>
                  <a:custGeom>
                    <a:avLst/>
                    <a:gdLst/>
                    <a:ahLst/>
                    <a:cxnLst/>
                    <a:rect l="l" t="t" r="r" b="b"/>
                    <a:pathLst>
                      <a:path w="114454" h="46315" extrusionOk="0">
                        <a:moveTo>
                          <a:pt x="109615" y="46315"/>
                        </a:moveTo>
                        <a:cubicBezTo>
                          <a:pt x="106852" y="42696"/>
                          <a:pt x="102852" y="39267"/>
                          <a:pt x="97708" y="36314"/>
                        </a:cubicBezTo>
                        <a:cubicBezTo>
                          <a:pt x="75325" y="23455"/>
                          <a:pt x="39130" y="23455"/>
                          <a:pt x="16746" y="36314"/>
                        </a:cubicBezTo>
                        <a:cubicBezTo>
                          <a:pt x="11602" y="39267"/>
                          <a:pt x="7602" y="42696"/>
                          <a:pt x="4840" y="46315"/>
                        </a:cubicBezTo>
                        <a:cubicBezTo>
                          <a:pt x="-4400" y="34218"/>
                          <a:pt x="-399" y="19550"/>
                          <a:pt x="16746" y="9644"/>
                        </a:cubicBezTo>
                        <a:cubicBezTo>
                          <a:pt x="39130" y="-3215"/>
                          <a:pt x="75325" y="-3215"/>
                          <a:pt x="97708" y="9644"/>
                        </a:cubicBezTo>
                        <a:cubicBezTo>
                          <a:pt x="114853"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9" name="Google Shape;2999;p44">
                    <a:extLst>
                      <a:ext uri="{FF2B5EF4-FFF2-40B4-BE49-F238E27FC236}">
                        <a16:creationId xmlns:a16="http://schemas.microsoft.com/office/drawing/2014/main" id="{8DC2C670-20A4-334D-8529-AD3BA55A39E8}"/>
                      </a:ext>
                    </a:extLst>
                  </p:cNvPr>
                  <p:cNvSpPr/>
                  <p:nvPr/>
                </p:nvSpPr>
                <p:spPr>
                  <a:xfrm>
                    <a:off x="3854351" y="5163880"/>
                    <a:ext cx="104775" cy="39457"/>
                  </a:xfrm>
                  <a:custGeom>
                    <a:avLst/>
                    <a:gdLst/>
                    <a:ahLst/>
                    <a:cxnLst/>
                    <a:rect l="l" t="t" r="r" b="b"/>
                    <a:pathLst>
                      <a:path w="104775" h="39457" extrusionOk="0">
                        <a:moveTo>
                          <a:pt x="104775" y="19645"/>
                        </a:moveTo>
                        <a:cubicBezTo>
                          <a:pt x="102013" y="23265"/>
                          <a:pt x="98012" y="26694"/>
                          <a:pt x="92869" y="29742"/>
                        </a:cubicBezTo>
                        <a:cubicBezTo>
                          <a:pt x="70485" y="42696"/>
                          <a:pt x="34290" y="42696"/>
                          <a:pt x="11906" y="29742"/>
                        </a:cubicBezTo>
                        <a:cubicBezTo>
                          <a:pt x="6763" y="26789"/>
                          <a:pt x="2762" y="23360"/>
                          <a:pt x="0" y="19645"/>
                        </a:cubicBezTo>
                        <a:cubicBezTo>
                          <a:pt x="2762" y="16026"/>
                          <a:pt x="6763" y="12597"/>
                          <a:pt x="11906" y="9644"/>
                        </a:cubicBezTo>
                        <a:cubicBezTo>
                          <a:pt x="34290" y="-3215"/>
                          <a:pt x="70485" y="-3215"/>
                          <a:pt x="92869" y="9644"/>
                        </a:cubicBezTo>
                        <a:cubicBezTo>
                          <a:pt x="98012" y="12597"/>
                          <a:pt x="102013" y="16026"/>
                          <a:pt x="104775" y="19645"/>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00" name="Google Shape;3000;p44">
                  <a:extLst>
                    <a:ext uri="{FF2B5EF4-FFF2-40B4-BE49-F238E27FC236}">
                      <a16:creationId xmlns:a16="http://schemas.microsoft.com/office/drawing/2014/main" id="{7791C6AF-D1F3-C919-3459-9C71FD5A0415}"/>
                    </a:ext>
                  </a:extLst>
                </p:cNvPr>
                <p:cNvGrpSpPr/>
                <p:nvPr/>
              </p:nvGrpSpPr>
              <p:grpSpPr>
                <a:xfrm>
                  <a:off x="3727359" y="4965879"/>
                  <a:ext cx="358830" cy="305800"/>
                  <a:chOff x="3727359" y="4965879"/>
                  <a:chExt cx="358830" cy="305800"/>
                </a:xfrm>
              </p:grpSpPr>
              <p:sp>
                <p:nvSpPr>
                  <p:cNvPr id="3001" name="Google Shape;3001;p44">
                    <a:extLst>
                      <a:ext uri="{FF2B5EF4-FFF2-40B4-BE49-F238E27FC236}">
                        <a16:creationId xmlns:a16="http://schemas.microsoft.com/office/drawing/2014/main" id="{A15311C5-3C62-098C-7385-A934B7E040DA}"/>
                      </a:ext>
                    </a:extLst>
                  </p:cNvPr>
                  <p:cNvSpPr/>
                  <p:nvPr/>
                </p:nvSpPr>
                <p:spPr>
                  <a:xfrm>
                    <a:off x="3727478" y="5069416"/>
                    <a:ext cx="358711" cy="202263"/>
                  </a:xfrm>
                  <a:custGeom>
                    <a:avLst/>
                    <a:gdLst/>
                    <a:ahLst/>
                    <a:cxnLst/>
                    <a:rect l="l" t="t" r="r" b="b"/>
                    <a:pathLst>
                      <a:path w="358711" h="202263" extrusionOk="0">
                        <a:moveTo>
                          <a:pt x="358616" y="0"/>
                        </a:moveTo>
                        <a:lnTo>
                          <a:pt x="358616" y="98393"/>
                        </a:lnTo>
                        <a:cubicBezTo>
                          <a:pt x="358616" y="125063"/>
                          <a:pt x="340995" y="151733"/>
                          <a:pt x="306038" y="171831"/>
                        </a:cubicBezTo>
                        <a:cubicBezTo>
                          <a:pt x="236125" y="212408"/>
                          <a:pt x="122492" y="212408"/>
                          <a:pt x="52388" y="171831"/>
                        </a:cubicBezTo>
                        <a:cubicBezTo>
                          <a:pt x="17336" y="151733"/>
                          <a:pt x="0" y="125063"/>
                          <a:pt x="0" y="98393"/>
                        </a:cubicBezTo>
                        <a:lnTo>
                          <a:pt x="0" y="0"/>
                        </a:lnTo>
                        <a:lnTo>
                          <a:pt x="35871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2" name="Google Shape;3002;p44">
                    <a:extLst>
                      <a:ext uri="{FF2B5EF4-FFF2-40B4-BE49-F238E27FC236}">
                        <a16:creationId xmlns:a16="http://schemas.microsoft.com/office/drawing/2014/main" id="{3E95F6A3-EE8B-A689-B74D-B91130D3AEE5}"/>
                      </a:ext>
                    </a:extLst>
                  </p:cNvPr>
                  <p:cNvSpPr/>
                  <p:nvPr/>
                </p:nvSpPr>
                <p:spPr>
                  <a:xfrm>
                    <a:off x="3727383" y="5082179"/>
                    <a:ext cx="358711" cy="110633"/>
                  </a:xfrm>
                  <a:custGeom>
                    <a:avLst/>
                    <a:gdLst/>
                    <a:ahLst/>
                    <a:cxnLst/>
                    <a:rect l="l" t="t" r="r" b="b"/>
                    <a:pathLst>
                      <a:path w="358711" h="110633" extrusionOk="0">
                        <a:moveTo>
                          <a:pt x="358711" y="0"/>
                        </a:moveTo>
                        <a:cubicBezTo>
                          <a:pt x="358711" y="26479"/>
                          <a:pt x="341090" y="52864"/>
                          <a:pt x="306133" y="73057"/>
                        </a:cubicBezTo>
                        <a:cubicBezTo>
                          <a:pt x="236220" y="113824"/>
                          <a:pt x="122587" y="113824"/>
                          <a:pt x="52483" y="73057"/>
                        </a:cubicBezTo>
                        <a:cubicBezTo>
                          <a:pt x="18288" y="53340"/>
                          <a:pt x="762" y="27622"/>
                          <a:pt x="0" y="1715"/>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3" name="Google Shape;3003;p44">
                    <a:extLst>
                      <a:ext uri="{FF2B5EF4-FFF2-40B4-BE49-F238E27FC236}">
                        <a16:creationId xmlns:a16="http://schemas.microsoft.com/office/drawing/2014/main" id="{C7CD3033-F649-D78C-5E92-9012D6304949}"/>
                      </a:ext>
                    </a:extLst>
                  </p:cNvPr>
                  <p:cNvSpPr/>
                  <p:nvPr/>
                </p:nvSpPr>
                <p:spPr>
                  <a:xfrm>
                    <a:off x="3727383" y="5099324"/>
                    <a:ext cx="358711" cy="110632"/>
                  </a:xfrm>
                  <a:custGeom>
                    <a:avLst/>
                    <a:gdLst/>
                    <a:ahLst/>
                    <a:cxnLst/>
                    <a:rect l="l" t="t" r="r" b="b"/>
                    <a:pathLst>
                      <a:path w="358711" h="110632" extrusionOk="0">
                        <a:moveTo>
                          <a:pt x="358711" y="0"/>
                        </a:moveTo>
                        <a:cubicBezTo>
                          <a:pt x="358711" y="26479"/>
                          <a:pt x="341090" y="52959"/>
                          <a:pt x="306133" y="73057"/>
                        </a:cubicBezTo>
                        <a:cubicBezTo>
                          <a:pt x="236220" y="113729"/>
                          <a:pt x="122587" y="113729"/>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4" name="Google Shape;3004;p44">
                    <a:extLst>
                      <a:ext uri="{FF2B5EF4-FFF2-40B4-BE49-F238E27FC236}">
                        <a16:creationId xmlns:a16="http://schemas.microsoft.com/office/drawing/2014/main" id="{DE895716-79AD-B08A-1A97-7DB32BF7F233}"/>
                      </a:ext>
                    </a:extLst>
                  </p:cNvPr>
                  <p:cNvSpPr/>
                  <p:nvPr/>
                </p:nvSpPr>
                <p:spPr>
                  <a:xfrm>
                    <a:off x="3727383" y="5116565"/>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5" name="Google Shape;3005;p44">
                    <a:extLst>
                      <a:ext uri="{FF2B5EF4-FFF2-40B4-BE49-F238E27FC236}">
                        <a16:creationId xmlns:a16="http://schemas.microsoft.com/office/drawing/2014/main" id="{797AEB16-4F50-278B-DB1C-E673FFBDF47D}"/>
                      </a:ext>
                    </a:extLst>
                  </p:cNvPr>
                  <p:cNvSpPr/>
                  <p:nvPr/>
                </p:nvSpPr>
                <p:spPr>
                  <a:xfrm>
                    <a:off x="3727383" y="5133709"/>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6" name="Google Shape;3006;p44">
                    <a:extLst>
                      <a:ext uri="{FF2B5EF4-FFF2-40B4-BE49-F238E27FC236}">
                        <a16:creationId xmlns:a16="http://schemas.microsoft.com/office/drawing/2014/main" id="{E03DD0AC-A021-510E-7B37-93EEFD977C81}"/>
                      </a:ext>
                    </a:extLst>
                  </p:cNvPr>
                  <p:cNvSpPr/>
                  <p:nvPr/>
                </p:nvSpPr>
                <p:spPr>
                  <a:xfrm>
                    <a:off x="3727383" y="5150855"/>
                    <a:ext cx="358711" cy="110632"/>
                  </a:xfrm>
                  <a:custGeom>
                    <a:avLst/>
                    <a:gdLst/>
                    <a:ahLst/>
                    <a:cxnLst/>
                    <a:rect l="l" t="t" r="r" b="b"/>
                    <a:pathLst>
                      <a:path w="358711" h="110632" extrusionOk="0">
                        <a:moveTo>
                          <a:pt x="358711" y="0"/>
                        </a:moveTo>
                        <a:cubicBezTo>
                          <a:pt x="358711" y="26479"/>
                          <a:pt x="341090" y="52864"/>
                          <a:pt x="306133" y="73057"/>
                        </a:cubicBezTo>
                        <a:cubicBezTo>
                          <a:pt x="236220" y="113728"/>
                          <a:pt x="122587" y="113728"/>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7" name="Google Shape;3007;p44">
                    <a:extLst>
                      <a:ext uri="{FF2B5EF4-FFF2-40B4-BE49-F238E27FC236}">
                        <a16:creationId xmlns:a16="http://schemas.microsoft.com/office/drawing/2014/main" id="{8CC99556-6823-F926-5C6A-F98B862399EE}"/>
                      </a:ext>
                    </a:extLst>
                  </p:cNvPr>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8" name="Google Shape;3008;p44">
                    <a:extLst>
                      <a:ext uri="{FF2B5EF4-FFF2-40B4-BE49-F238E27FC236}">
                        <a16:creationId xmlns:a16="http://schemas.microsoft.com/office/drawing/2014/main" id="{77A38234-3763-A968-4A08-C3BCDD77BCD4}"/>
                      </a:ext>
                    </a:extLst>
                  </p:cNvPr>
                  <p:cNvSpPr/>
                  <p:nvPr/>
                </p:nvSpPr>
                <p:spPr>
                  <a:xfrm>
                    <a:off x="3741504" y="4974118"/>
                    <a:ext cx="330446" cy="190785"/>
                  </a:xfrm>
                  <a:custGeom>
                    <a:avLst/>
                    <a:gdLst/>
                    <a:ahLst/>
                    <a:cxnLst/>
                    <a:rect l="l" t="t" r="r" b="b"/>
                    <a:pathLst>
                      <a:path w="330446" h="190785" extrusionOk="0">
                        <a:moveTo>
                          <a:pt x="48363" y="162639"/>
                        </a:moveTo>
                        <a:cubicBezTo>
                          <a:pt x="112943" y="200168"/>
                          <a:pt x="217622" y="200168"/>
                          <a:pt x="282012" y="162639"/>
                        </a:cubicBezTo>
                        <a:cubicBezTo>
                          <a:pt x="346591" y="125492"/>
                          <a:pt x="346591" y="65008"/>
                          <a:pt x="282012" y="27861"/>
                        </a:cubicBezTo>
                        <a:cubicBezTo>
                          <a:pt x="217622" y="-9287"/>
                          <a:pt x="112943" y="-9287"/>
                          <a:pt x="48363" y="27861"/>
                        </a:cubicBezTo>
                        <a:cubicBezTo>
                          <a:pt x="-16121" y="65008"/>
                          <a:pt x="-16121" y="125492"/>
                          <a:pt x="48363" y="16263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9" name="Google Shape;3009;p44">
                    <a:extLst>
                      <a:ext uri="{FF2B5EF4-FFF2-40B4-BE49-F238E27FC236}">
                        <a16:creationId xmlns:a16="http://schemas.microsoft.com/office/drawing/2014/main" id="{D79617BD-2A37-CF99-2973-5462927F2FC5}"/>
                      </a:ext>
                    </a:extLst>
                  </p:cNvPr>
                  <p:cNvSpPr/>
                  <p:nvPr/>
                </p:nvSpPr>
                <p:spPr>
                  <a:xfrm>
                    <a:off x="3752172" y="4980190"/>
                    <a:ext cx="309014" cy="178474"/>
                  </a:xfrm>
                  <a:custGeom>
                    <a:avLst/>
                    <a:gdLst/>
                    <a:ahLst/>
                    <a:cxnLst/>
                    <a:rect l="l" t="t" r="r" b="b"/>
                    <a:pathLst>
                      <a:path w="309014" h="178474" extrusionOk="0">
                        <a:moveTo>
                          <a:pt x="45220" y="152186"/>
                        </a:moveTo>
                        <a:cubicBezTo>
                          <a:pt x="105609" y="187238"/>
                          <a:pt x="203526" y="187238"/>
                          <a:pt x="263723" y="152186"/>
                        </a:cubicBezTo>
                        <a:cubicBezTo>
                          <a:pt x="324112" y="117419"/>
                          <a:pt x="324112" y="60841"/>
                          <a:pt x="263723" y="26075"/>
                        </a:cubicBezTo>
                        <a:cubicBezTo>
                          <a:pt x="203526" y="-8692"/>
                          <a:pt x="105609" y="-8692"/>
                          <a:pt x="45220" y="26075"/>
                        </a:cubicBezTo>
                        <a:cubicBezTo>
                          <a:pt x="-15073" y="60841"/>
                          <a:pt x="-15073" y="117324"/>
                          <a:pt x="45220" y="15218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0" name="Google Shape;3010;p44">
                    <a:extLst>
                      <a:ext uri="{FF2B5EF4-FFF2-40B4-BE49-F238E27FC236}">
                        <a16:creationId xmlns:a16="http://schemas.microsoft.com/office/drawing/2014/main" id="{A57D38FE-7AE2-0E10-E0E7-13CD868647D4}"/>
                      </a:ext>
                    </a:extLst>
                  </p:cNvPr>
                  <p:cNvSpPr/>
                  <p:nvPr/>
                </p:nvSpPr>
                <p:spPr>
                  <a:xfrm>
                    <a:off x="3760768" y="4985524"/>
                    <a:ext cx="291917" cy="168568"/>
                  </a:xfrm>
                  <a:custGeom>
                    <a:avLst/>
                    <a:gdLst/>
                    <a:ahLst/>
                    <a:cxnLst/>
                    <a:rect l="l" t="t" r="r" b="b"/>
                    <a:pathLst>
                      <a:path w="291917" h="168568" extrusionOk="0">
                        <a:moveTo>
                          <a:pt x="42720" y="143708"/>
                        </a:moveTo>
                        <a:cubicBezTo>
                          <a:pt x="99774" y="176855"/>
                          <a:pt x="192262" y="176855"/>
                          <a:pt x="249126" y="143708"/>
                        </a:cubicBezTo>
                        <a:cubicBezTo>
                          <a:pt x="306181" y="110847"/>
                          <a:pt x="306181" y="57507"/>
                          <a:pt x="249126" y="24646"/>
                        </a:cubicBezTo>
                        <a:cubicBezTo>
                          <a:pt x="192262" y="-8215"/>
                          <a:pt x="99774" y="-8215"/>
                          <a:pt x="42720" y="24646"/>
                        </a:cubicBezTo>
                        <a:cubicBezTo>
                          <a:pt x="-14240" y="57507"/>
                          <a:pt x="-14240" y="110847"/>
                          <a:pt x="42720" y="14370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1" name="Google Shape;3011;p44">
                    <a:extLst>
                      <a:ext uri="{FF2B5EF4-FFF2-40B4-BE49-F238E27FC236}">
                        <a16:creationId xmlns:a16="http://schemas.microsoft.com/office/drawing/2014/main" id="{2E182ED7-7008-D48E-EFE9-F8B0D18E5FBF}"/>
                      </a:ext>
                    </a:extLst>
                  </p:cNvPr>
                  <p:cNvSpPr/>
                  <p:nvPr/>
                </p:nvSpPr>
                <p:spPr>
                  <a:xfrm>
                    <a:off x="3769793" y="4990263"/>
                    <a:ext cx="273962" cy="158257"/>
                  </a:xfrm>
                  <a:custGeom>
                    <a:avLst/>
                    <a:gdLst/>
                    <a:ahLst/>
                    <a:cxnLst/>
                    <a:rect l="l" t="t" r="r" b="b"/>
                    <a:pathLst>
                      <a:path w="273962" h="158257" extrusionOk="0">
                        <a:moveTo>
                          <a:pt x="40076" y="134969"/>
                        </a:moveTo>
                        <a:cubicBezTo>
                          <a:pt x="93607" y="166021"/>
                          <a:pt x="180475" y="166021"/>
                          <a:pt x="233815" y="134969"/>
                        </a:cubicBezTo>
                        <a:cubicBezTo>
                          <a:pt x="287346" y="104108"/>
                          <a:pt x="287346" y="54007"/>
                          <a:pt x="233815" y="23146"/>
                        </a:cubicBezTo>
                        <a:cubicBezTo>
                          <a:pt x="180475" y="-7715"/>
                          <a:pt x="93607" y="-7715"/>
                          <a:pt x="40076" y="23146"/>
                        </a:cubicBezTo>
                        <a:cubicBezTo>
                          <a:pt x="-13359" y="53912"/>
                          <a:pt x="-13359" y="104108"/>
                          <a:pt x="40076" y="13496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2" name="Google Shape;3012;p44">
                    <a:extLst>
                      <a:ext uri="{FF2B5EF4-FFF2-40B4-BE49-F238E27FC236}">
                        <a16:creationId xmlns:a16="http://schemas.microsoft.com/office/drawing/2014/main" id="{A5BC7AAB-8C16-EB83-7CCF-B7576D4ABAE6}"/>
                      </a:ext>
                    </a:extLst>
                  </p:cNvPr>
                  <p:cNvSpPr/>
                  <p:nvPr/>
                </p:nvSpPr>
                <p:spPr>
                  <a:xfrm>
                    <a:off x="3777342" y="4995073"/>
                    <a:ext cx="258770" cy="149471"/>
                  </a:xfrm>
                  <a:custGeom>
                    <a:avLst/>
                    <a:gdLst/>
                    <a:ahLst/>
                    <a:cxnLst/>
                    <a:rect l="l" t="t" r="r" b="b"/>
                    <a:pathLst>
                      <a:path w="258770" h="149471" extrusionOk="0">
                        <a:moveTo>
                          <a:pt x="37862" y="127397"/>
                        </a:moveTo>
                        <a:cubicBezTo>
                          <a:pt x="88440" y="156829"/>
                          <a:pt x="170450" y="156829"/>
                          <a:pt x="220837" y="127397"/>
                        </a:cubicBezTo>
                        <a:cubicBezTo>
                          <a:pt x="271415" y="98251"/>
                          <a:pt x="271415" y="50911"/>
                          <a:pt x="220837" y="21860"/>
                        </a:cubicBezTo>
                        <a:cubicBezTo>
                          <a:pt x="170450" y="-7287"/>
                          <a:pt x="88440" y="-7287"/>
                          <a:pt x="37862" y="21860"/>
                        </a:cubicBezTo>
                        <a:cubicBezTo>
                          <a:pt x="-12621" y="51007"/>
                          <a:pt x="-12621" y="98346"/>
                          <a:pt x="37862" y="127397"/>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3" name="Google Shape;3013;p44">
                    <a:extLst>
                      <a:ext uri="{FF2B5EF4-FFF2-40B4-BE49-F238E27FC236}">
                        <a16:creationId xmlns:a16="http://schemas.microsoft.com/office/drawing/2014/main" id="{0EDA8E2B-BCFB-2627-F41A-33F48975BBBE}"/>
                      </a:ext>
                    </a:extLst>
                  </p:cNvPr>
                  <p:cNvSpPr/>
                  <p:nvPr/>
                </p:nvSpPr>
                <p:spPr>
                  <a:xfrm>
                    <a:off x="3784890" y="4999026"/>
                    <a:ext cx="243673" cy="140731"/>
                  </a:xfrm>
                  <a:custGeom>
                    <a:avLst/>
                    <a:gdLst/>
                    <a:ahLst/>
                    <a:cxnLst/>
                    <a:rect l="l" t="t" r="r" b="b"/>
                    <a:pathLst>
                      <a:path w="243673" h="140731" extrusionOk="0">
                        <a:moveTo>
                          <a:pt x="35647" y="120015"/>
                        </a:moveTo>
                        <a:cubicBezTo>
                          <a:pt x="83272" y="147638"/>
                          <a:pt x="160520" y="147638"/>
                          <a:pt x="207955" y="120015"/>
                        </a:cubicBezTo>
                        <a:cubicBezTo>
                          <a:pt x="255580" y="92583"/>
                          <a:pt x="255580" y="48006"/>
                          <a:pt x="207955" y="20574"/>
                        </a:cubicBezTo>
                        <a:cubicBezTo>
                          <a:pt x="160520" y="-6858"/>
                          <a:pt x="83272" y="-6858"/>
                          <a:pt x="35647" y="20574"/>
                        </a:cubicBezTo>
                        <a:cubicBezTo>
                          <a:pt x="-11882" y="48006"/>
                          <a:pt x="-11882" y="92583"/>
                          <a:pt x="35647" y="120015"/>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4" name="Google Shape;3014;p44">
                    <a:extLst>
                      <a:ext uri="{FF2B5EF4-FFF2-40B4-BE49-F238E27FC236}">
                        <a16:creationId xmlns:a16="http://schemas.microsoft.com/office/drawing/2014/main" id="{15C28808-36E6-903D-B205-F7EBD28FC7E0}"/>
                      </a:ext>
                    </a:extLst>
                  </p:cNvPr>
                  <p:cNvSpPr/>
                  <p:nvPr/>
                </p:nvSpPr>
                <p:spPr>
                  <a:xfrm>
                    <a:off x="3791677" y="5003217"/>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5" name="Google Shape;3015;p44">
                    <a:extLst>
                      <a:ext uri="{FF2B5EF4-FFF2-40B4-BE49-F238E27FC236}">
                        <a16:creationId xmlns:a16="http://schemas.microsoft.com/office/drawing/2014/main" id="{2906D4BE-886F-E681-5F40-CE2FB960269F}"/>
                      </a:ext>
                    </a:extLst>
                  </p:cNvPr>
                  <p:cNvSpPr/>
                  <p:nvPr/>
                </p:nvSpPr>
                <p:spPr>
                  <a:xfrm>
                    <a:off x="3798702" y="5007098"/>
                    <a:ext cx="216074" cy="124753"/>
                  </a:xfrm>
                  <a:custGeom>
                    <a:avLst/>
                    <a:gdLst/>
                    <a:ahLst/>
                    <a:cxnLst/>
                    <a:rect l="l" t="t" r="r" b="b"/>
                    <a:pathLst>
                      <a:path w="216074" h="124753" extrusionOk="0">
                        <a:moveTo>
                          <a:pt x="31647" y="106323"/>
                        </a:moveTo>
                        <a:cubicBezTo>
                          <a:pt x="73843" y="130897"/>
                          <a:pt x="142327" y="130897"/>
                          <a:pt x="184428" y="106323"/>
                        </a:cubicBezTo>
                        <a:cubicBezTo>
                          <a:pt x="226624" y="82034"/>
                          <a:pt x="226624" y="42505"/>
                          <a:pt x="184428" y="18216"/>
                        </a:cubicBezTo>
                        <a:cubicBezTo>
                          <a:pt x="142327" y="-6072"/>
                          <a:pt x="73843" y="-6072"/>
                          <a:pt x="31647" y="18216"/>
                        </a:cubicBezTo>
                        <a:cubicBezTo>
                          <a:pt x="-10549" y="42505"/>
                          <a:pt x="-10549" y="82034"/>
                          <a:pt x="31647" y="106323"/>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6" name="Google Shape;3016;p44">
                    <a:extLst>
                      <a:ext uri="{FF2B5EF4-FFF2-40B4-BE49-F238E27FC236}">
                        <a16:creationId xmlns:a16="http://schemas.microsoft.com/office/drawing/2014/main" id="{F424AA5A-F8DF-355D-4D9C-70A5F40D6FEC}"/>
                      </a:ext>
                    </a:extLst>
                  </p:cNvPr>
                  <p:cNvSpPr/>
                  <p:nvPr/>
                </p:nvSpPr>
                <p:spPr>
                  <a:xfrm>
                    <a:off x="3804679" y="5010765"/>
                    <a:ext cx="204097" cy="117824"/>
                  </a:xfrm>
                  <a:custGeom>
                    <a:avLst/>
                    <a:gdLst/>
                    <a:ahLst/>
                    <a:cxnLst/>
                    <a:rect l="l" t="t" r="r" b="b"/>
                    <a:pathLst>
                      <a:path w="204097" h="117824" extrusionOk="0">
                        <a:moveTo>
                          <a:pt x="29861" y="100465"/>
                        </a:moveTo>
                        <a:cubicBezTo>
                          <a:pt x="69771" y="123611"/>
                          <a:pt x="134445" y="123611"/>
                          <a:pt x="174165" y="100465"/>
                        </a:cubicBezTo>
                        <a:cubicBezTo>
                          <a:pt x="214075" y="77510"/>
                          <a:pt x="214075" y="40172"/>
                          <a:pt x="174165" y="17216"/>
                        </a:cubicBezTo>
                        <a:cubicBezTo>
                          <a:pt x="134445" y="-5739"/>
                          <a:pt x="69771" y="-5739"/>
                          <a:pt x="29861" y="17216"/>
                        </a:cubicBezTo>
                        <a:cubicBezTo>
                          <a:pt x="-9954" y="40172"/>
                          <a:pt x="-9954" y="77510"/>
                          <a:pt x="29861" y="10046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7" name="Google Shape;3017;p44">
                    <a:extLst>
                      <a:ext uri="{FF2B5EF4-FFF2-40B4-BE49-F238E27FC236}">
                        <a16:creationId xmlns:a16="http://schemas.microsoft.com/office/drawing/2014/main" id="{4270DDA2-4E28-6561-627A-8773609CD849}"/>
                      </a:ext>
                    </a:extLst>
                  </p:cNvPr>
                  <p:cNvSpPr/>
                  <p:nvPr/>
                </p:nvSpPr>
                <p:spPr>
                  <a:xfrm>
                    <a:off x="3810155" y="5013695"/>
                    <a:ext cx="193167" cy="111489"/>
                  </a:xfrm>
                  <a:custGeom>
                    <a:avLst/>
                    <a:gdLst/>
                    <a:ahLst/>
                    <a:cxnLst/>
                    <a:rect l="l" t="t" r="r" b="b"/>
                    <a:pathLst>
                      <a:path w="193167" h="111489" extrusionOk="0">
                        <a:moveTo>
                          <a:pt x="28289" y="95059"/>
                        </a:moveTo>
                        <a:cubicBezTo>
                          <a:pt x="66008" y="116967"/>
                          <a:pt x="127254" y="116967"/>
                          <a:pt x="164878" y="95059"/>
                        </a:cubicBezTo>
                        <a:cubicBezTo>
                          <a:pt x="202597" y="73342"/>
                          <a:pt x="202597" y="38005"/>
                          <a:pt x="164878" y="16288"/>
                        </a:cubicBezTo>
                        <a:cubicBezTo>
                          <a:pt x="127254" y="-5429"/>
                          <a:pt x="66103" y="-5429"/>
                          <a:pt x="28289" y="16288"/>
                        </a:cubicBezTo>
                        <a:cubicBezTo>
                          <a:pt x="-9430" y="38005"/>
                          <a:pt x="-9430" y="73342"/>
                          <a:pt x="28289" y="9505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8" name="Google Shape;3018;p44">
                    <a:extLst>
                      <a:ext uri="{FF2B5EF4-FFF2-40B4-BE49-F238E27FC236}">
                        <a16:creationId xmlns:a16="http://schemas.microsoft.com/office/drawing/2014/main" id="{7506F83C-D93F-F798-14ED-F06B5AB21468}"/>
                      </a:ext>
                    </a:extLst>
                  </p:cNvPr>
                  <p:cNvSpPr/>
                  <p:nvPr/>
                </p:nvSpPr>
                <p:spPr>
                  <a:xfrm>
                    <a:off x="3815537" y="5017004"/>
                    <a:ext cx="182403" cy="105251"/>
                  </a:xfrm>
                  <a:custGeom>
                    <a:avLst/>
                    <a:gdLst/>
                    <a:ahLst/>
                    <a:cxnLst/>
                    <a:rect l="l" t="t" r="r" b="b"/>
                    <a:pathLst>
                      <a:path w="182403" h="105251" extrusionOk="0">
                        <a:moveTo>
                          <a:pt x="26718" y="89749"/>
                        </a:moveTo>
                        <a:cubicBezTo>
                          <a:pt x="62341" y="110419"/>
                          <a:pt x="120158" y="110419"/>
                          <a:pt x="155686" y="89749"/>
                        </a:cubicBezTo>
                        <a:cubicBezTo>
                          <a:pt x="191310" y="69271"/>
                          <a:pt x="191310" y="35838"/>
                          <a:pt x="155686" y="15359"/>
                        </a:cubicBezTo>
                        <a:cubicBezTo>
                          <a:pt x="120158" y="-5120"/>
                          <a:pt x="62341" y="-5120"/>
                          <a:pt x="26718" y="15359"/>
                        </a:cubicBezTo>
                        <a:cubicBezTo>
                          <a:pt x="-8906" y="35933"/>
                          <a:pt x="-8906" y="69271"/>
                          <a:pt x="26718" y="8974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9" name="Google Shape;3019;p44">
                    <a:extLst>
                      <a:ext uri="{FF2B5EF4-FFF2-40B4-BE49-F238E27FC236}">
                        <a16:creationId xmlns:a16="http://schemas.microsoft.com/office/drawing/2014/main" id="{3F1E8E93-93EB-CCC9-1404-2D9318C08F36}"/>
                      </a:ext>
                    </a:extLst>
                  </p:cNvPr>
                  <p:cNvSpPr/>
                  <p:nvPr/>
                </p:nvSpPr>
                <p:spPr>
                  <a:xfrm>
                    <a:off x="3820824" y="5019862"/>
                    <a:ext cx="171807" cy="99250"/>
                  </a:xfrm>
                  <a:custGeom>
                    <a:avLst/>
                    <a:gdLst/>
                    <a:ahLst/>
                    <a:cxnLst/>
                    <a:rect l="l" t="t" r="r" b="b"/>
                    <a:pathLst>
                      <a:path w="171807" h="99250" extrusionOk="0">
                        <a:moveTo>
                          <a:pt x="25146" y="84606"/>
                        </a:moveTo>
                        <a:cubicBezTo>
                          <a:pt x="58769"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0" name="Google Shape;3020;p44">
                    <a:extLst>
                      <a:ext uri="{FF2B5EF4-FFF2-40B4-BE49-F238E27FC236}">
                        <a16:creationId xmlns:a16="http://schemas.microsoft.com/office/drawing/2014/main" id="{811E4CCA-4BB3-4F24-34B3-EDF77E2F2FA0}"/>
                      </a:ext>
                    </a:extLst>
                  </p:cNvPr>
                  <p:cNvSpPr/>
                  <p:nvPr/>
                </p:nvSpPr>
                <p:spPr>
                  <a:xfrm>
                    <a:off x="3825681" y="5022743"/>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2004"/>
                          <a:pt x="138493" y="13716"/>
                        </a:cubicBezTo>
                        <a:cubicBezTo>
                          <a:pt x="106870" y="-4572"/>
                          <a:pt x="55435" y="-4572"/>
                          <a:pt x="23717" y="13716"/>
                        </a:cubicBezTo>
                        <a:cubicBezTo>
                          <a:pt x="-7906" y="32004"/>
                          <a:pt x="-7906" y="61627"/>
                          <a:pt x="23717" y="7991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1" name="Google Shape;3021;p44">
                    <a:extLst>
                      <a:ext uri="{FF2B5EF4-FFF2-40B4-BE49-F238E27FC236}">
                        <a16:creationId xmlns:a16="http://schemas.microsoft.com/office/drawing/2014/main" id="{D7844766-5F06-E36B-0FA8-5B91607CA6A9}"/>
                      </a:ext>
                    </a:extLst>
                  </p:cNvPr>
                  <p:cNvSpPr/>
                  <p:nvPr/>
                </p:nvSpPr>
                <p:spPr>
                  <a:xfrm>
                    <a:off x="3830539" y="5025505"/>
                    <a:ext cx="152304" cy="87892"/>
                  </a:xfrm>
                  <a:custGeom>
                    <a:avLst/>
                    <a:gdLst/>
                    <a:ahLst/>
                    <a:cxnLst/>
                    <a:rect l="l" t="t" r="r" b="b"/>
                    <a:pathLst>
                      <a:path w="152304" h="87892" extrusionOk="0">
                        <a:moveTo>
                          <a:pt x="22288" y="74962"/>
                        </a:moveTo>
                        <a:cubicBezTo>
                          <a:pt x="52102" y="92202"/>
                          <a:pt x="100298" y="92202"/>
                          <a:pt x="130016" y="74962"/>
                        </a:cubicBezTo>
                        <a:cubicBezTo>
                          <a:pt x="159734" y="57817"/>
                          <a:pt x="159734" y="30004"/>
                          <a:pt x="130016" y="12859"/>
                        </a:cubicBezTo>
                        <a:cubicBezTo>
                          <a:pt x="100298" y="-4286"/>
                          <a:pt x="52102" y="-4286"/>
                          <a:pt x="22288" y="12859"/>
                        </a:cubicBezTo>
                        <a:cubicBezTo>
                          <a:pt x="-7429" y="30004"/>
                          <a:pt x="-7429" y="57817"/>
                          <a:pt x="22288" y="74962"/>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2" name="Google Shape;3022;p44">
                    <a:extLst>
                      <a:ext uri="{FF2B5EF4-FFF2-40B4-BE49-F238E27FC236}">
                        <a16:creationId xmlns:a16="http://schemas.microsoft.com/office/drawing/2014/main" id="{99B4939C-F710-403E-832E-639562C7DBFC}"/>
                      </a:ext>
                    </a:extLst>
                  </p:cNvPr>
                  <p:cNvSpPr/>
                  <p:nvPr/>
                </p:nvSpPr>
                <p:spPr>
                  <a:xfrm>
                    <a:off x="3834801" y="5028125"/>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3" name="Google Shape;3023;p44">
                    <a:extLst>
                      <a:ext uri="{FF2B5EF4-FFF2-40B4-BE49-F238E27FC236}">
                        <a16:creationId xmlns:a16="http://schemas.microsoft.com/office/drawing/2014/main" id="{F224671B-3D9E-9D67-C48E-A10859415C26}"/>
                      </a:ext>
                    </a:extLst>
                  </p:cNvPr>
                  <p:cNvSpPr/>
                  <p:nvPr/>
                </p:nvSpPr>
                <p:spPr>
                  <a:xfrm>
                    <a:off x="3841921" y="5032387"/>
                    <a:ext cx="129635" cy="74794"/>
                  </a:xfrm>
                  <a:custGeom>
                    <a:avLst/>
                    <a:gdLst/>
                    <a:ahLst/>
                    <a:cxnLst/>
                    <a:rect l="l" t="t" r="r" b="b"/>
                    <a:pathLst>
                      <a:path w="129635" h="74794" extrusionOk="0">
                        <a:moveTo>
                          <a:pt x="19002" y="63794"/>
                        </a:moveTo>
                        <a:cubicBezTo>
                          <a:pt x="44339" y="78462"/>
                          <a:pt x="85392" y="78462"/>
                          <a:pt x="110633" y="63794"/>
                        </a:cubicBezTo>
                        <a:cubicBezTo>
                          <a:pt x="135969" y="49220"/>
                          <a:pt x="135969" y="25503"/>
                          <a:pt x="110633" y="10930"/>
                        </a:cubicBezTo>
                        <a:cubicBezTo>
                          <a:pt x="85392" y="-3643"/>
                          <a:pt x="44339" y="-3643"/>
                          <a:pt x="19002" y="10930"/>
                        </a:cubicBezTo>
                        <a:cubicBezTo>
                          <a:pt x="-6334" y="25503"/>
                          <a:pt x="-6334" y="49220"/>
                          <a:pt x="19002" y="637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4" name="Google Shape;3024;p44">
                    <a:extLst>
                      <a:ext uri="{FF2B5EF4-FFF2-40B4-BE49-F238E27FC236}">
                        <a16:creationId xmlns:a16="http://schemas.microsoft.com/office/drawing/2014/main" id="{93A8DE10-C4EB-D1BA-2721-D43BE49660E8}"/>
                      </a:ext>
                    </a:extLst>
                  </p:cNvPr>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25" name="Google Shape;3025;p44">
                  <a:extLst>
                    <a:ext uri="{FF2B5EF4-FFF2-40B4-BE49-F238E27FC236}">
                      <a16:creationId xmlns:a16="http://schemas.microsoft.com/office/drawing/2014/main" id="{E7E1BEAC-E358-4F02-B21B-265A8FF73AEC}"/>
                    </a:ext>
                  </a:extLst>
                </p:cNvPr>
                <p:cNvGrpSpPr/>
                <p:nvPr/>
              </p:nvGrpSpPr>
              <p:grpSpPr>
                <a:xfrm>
                  <a:off x="3703857" y="4939685"/>
                  <a:ext cx="405669" cy="247649"/>
                  <a:chOff x="3703857" y="4939685"/>
                  <a:chExt cx="405669" cy="247649"/>
                </a:xfrm>
              </p:grpSpPr>
              <p:sp>
                <p:nvSpPr>
                  <p:cNvPr id="3026" name="Google Shape;3026;p44">
                    <a:extLst>
                      <a:ext uri="{FF2B5EF4-FFF2-40B4-BE49-F238E27FC236}">
                        <a16:creationId xmlns:a16="http://schemas.microsoft.com/office/drawing/2014/main" id="{0F4B8C4A-CE15-CD89-8F02-08D21BBE1C0E}"/>
                      </a:ext>
                    </a:extLst>
                  </p:cNvPr>
                  <p:cNvSpPr/>
                  <p:nvPr/>
                </p:nvSpPr>
                <p:spPr>
                  <a:xfrm>
                    <a:off x="3703857" y="4953115"/>
                    <a:ext cx="405574" cy="234219"/>
                  </a:xfrm>
                  <a:custGeom>
                    <a:avLst/>
                    <a:gdLst/>
                    <a:ahLst/>
                    <a:cxnLst/>
                    <a:rect l="l" t="t" r="r" b="b"/>
                    <a:pathLst>
                      <a:path w="405574" h="234219"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824"/>
                        </a:lnTo>
                        <a:lnTo>
                          <a:pt x="0" y="117824"/>
                        </a:lnTo>
                        <a:cubicBezTo>
                          <a:pt x="381" y="147542"/>
                          <a:pt x="20098" y="177165"/>
                          <a:pt x="59341" y="199930"/>
                        </a:cubicBezTo>
                        <a:cubicBezTo>
                          <a:pt x="138589" y="245650"/>
                          <a:pt x="266986" y="245650"/>
                          <a:pt x="346138" y="199930"/>
                        </a:cubicBezTo>
                        <a:cubicBezTo>
                          <a:pt x="385763" y="177070"/>
                          <a:pt x="405574" y="147066"/>
                          <a:pt x="405574" y="117157"/>
                        </a:cubicBezTo>
                        <a:lnTo>
                          <a:pt x="405574" y="103823"/>
                        </a:lnTo>
                        <a:lnTo>
                          <a:pt x="404241" y="103823"/>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910"/>
                        </a:cubicBezTo>
                        <a:close/>
                        <a:moveTo>
                          <a:pt x="40957" y="126873"/>
                        </a:moveTo>
                        <a:cubicBezTo>
                          <a:pt x="31432" y="126873"/>
                          <a:pt x="23717" y="122396"/>
                          <a:pt x="23717" y="116967"/>
                        </a:cubicBezTo>
                        <a:cubicBezTo>
                          <a:pt x="23717" y="111538"/>
                          <a:pt x="31432" y="107061"/>
                          <a:pt x="40957" y="107061"/>
                        </a:cubicBezTo>
                        <a:lnTo>
                          <a:pt x="111062" y="107061"/>
                        </a:lnTo>
                        <a:cubicBezTo>
                          <a:pt x="120587" y="107061"/>
                          <a:pt x="128302" y="111538"/>
                          <a:pt x="128302" y="116967"/>
                        </a:cubicBezTo>
                        <a:cubicBezTo>
                          <a:pt x="128302" y="122396"/>
                          <a:pt x="120587" y="126873"/>
                          <a:pt x="111062" y="126873"/>
                        </a:cubicBezTo>
                        <a:lnTo>
                          <a:pt x="40957" y="126873"/>
                        </a:lnTo>
                        <a:close/>
                        <a:moveTo>
                          <a:pt x="150114" y="161354"/>
                        </a:moveTo>
                        <a:lnTo>
                          <a:pt x="100489" y="190024"/>
                        </a:lnTo>
                        <a:cubicBezTo>
                          <a:pt x="93726" y="193929"/>
                          <a:pt x="82867" y="193929"/>
                          <a:pt x="76105" y="190024"/>
                        </a:cubicBezTo>
                        <a:cubicBezTo>
                          <a:pt x="69342" y="186119"/>
                          <a:pt x="69342" y="179832"/>
                          <a:pt x="76105" y="176022"/>
                        </a:cubicBezTo>
                        <a:lnTo>
                          <a:pt x="125730" y="147352"/>
                        </a:lnTo>
                        <a:cubicBezTo>
                          <a:pt x="132493" y="143447"/>
                          <a:pt x="143351" y="143447"/>
                          <a:pt x="150019" y="147352"/>
                        </a:cubicBezTo>
                        <a:cubicBezTo>
                          <a:pt x="156781" y="151257"/>
                          <a:pt x="156781" y="157544"/>
                          <a:pt x="150019" y="161354"/>
                        </a:cubicBezTo>
                        <a:close/>
                        <a:moveTo>
                          <a:pt x="185547" y="23431"/>
                        </a:moveTo>
                        <a:cubicBezTo>
                          <a:pt x="185547" y="17907"/>
                          <a:pt x="193262" y="13525"/>
                          <a:pt x="202787" y="13525"/>
                        </a:cubicBezTo>
                        <a:cubicBezTo>
                          <a:pt x="212312" y="13525"/>
                          <a:pt x="220027" y="18002"/>
                          <a:pt x="220027" y="23431"/>
                        </a:cubicBezTo>
                        <a:lnTo>
                          <a:pt x="220027" y="63913"/>
                        </a:lnTo>
                        <a:cubicBezTo>
                          <a:pt x="220027" y="69437"/>
                          <a:pt x="212312" y="73819"/>
                          <a:pt x="202787" y="73819"/>
                        </a:cubicBezTo>
                        <a:cubicBezTo>
                          <a:pt x="193262" y="73819"/>
                          <a:pt x="185547" y="69342"/>
                          <a:pt x="185547" y="63913"/>
                        </a:cubicBezTo>
                        <a:lnTo>
                          <a:pt x="185547" y="23431"/>
                        </a:lnTo>
                        <a:close/>
                        <a:moveTo>
                          <a:pt x="202787" y="220218"/>
                        </a:moveTo>
                        <a:cubicBezTo>
                          <a:pt x="193262" y="220218"/>
                          <a:pt x="185547" y="215741"/>
                          <a:pt x="185547" y="210312"/>
                        </a:cubicBezTo>
                        <a:lnTo>
                          <a:pt x="185547" y="169831"/>
                        </a:lnTo>
                        <a:cubicBezTo>
                          <a:pt x="185547" y="164306"/>
                          <a:pt x="193262" y="159925"/>
                          <a:pt x="202787" y="159925"/>
                        </a:cubicBezTo>
                        <a:cubicBezTo>
                          <a:pt x="212312" y="159925"/>
                          <a:pt x="220027" y="164402"/>
                          <a:pt x="220027" y="169831"/>
                        </a:cubicBezTo>
                        <a:lnTo>
                          <a:pt x="220027" y="210312"/>
                        </a:lnTo>
                        <a:cubicBezTo>
                          <a:pt x="220027" y="215837"/>
                          <a:pt x="212312" y="220218"/>
                          <a:pt x="202787" y="220218"/>
                        </a:cubicBezTo>
                        <a:close/>
                        <a:moveTo>
                          <a:pt x="255460" y="72390"/>
                        </a:moveTo>
                        <a:lnTo>
                          <a:pt x="305086" y="43720"/>
                        </a:lnTo>
                        <a:cubicBezTo>
                          <a:pt x="311848" y="39815"/>
                          <a:pt x="322707" y="39815"/>
                          <a:pt x="329374" y="43720"/>
                        </a:cubicBezTo>
                        <a:cubicBezTo>
                          <a:pt x="336137" y="47625"/>
                          <a:pt x="336137" y="53912"/>
                          <a:pt x="329374" y="57722"/>
                        </a:cubicBezTo>
                        <a:lnTo>
                          <a:pt x="279749" y="86392"/>
                        </a:lnTo>
                        <a:cubicBezTo>
                          <a:pt x="272987" y="90297"/>
                          <a:pt x="262128" y="90297"/>
                          <a:pt x="255460" y="86392"/>
                        </a:cubicBezTo>
                        <a:cubicBezTo>
                          <a:pt x="248698" y="82487"/>
                          <a:pt x="248698" y="76200"/>
                          <a:pt x="255460" y="72390"/>
                        </a:cubicBezTo>
                        <a:close/>
                        <a:moveTo>
                          <a:pt x="329374" y="189929"/>
                        </a:moveTo>
                        <a:cubicBezTo>
                          <a:pt x="322612" y="193834"/>
                          <a:pt x="311753" y="193834"/>
                          <a:pt x="305086" y="189929"/>
                        </a:cubicBezTo>
                        <a:lnTo>
                          <a:pt x="255460" y="161258"/>
                        </a:lnTo>
                        <a:cubicBezTo>
                          <a:pt x="248698" y="157353"/>
                          <a:pt x="248698" y="151066"/>
                          <a:pt x="255460" y="147256"/>
                        </a:cubicBezTo>
                        <a:cubicBezTo>
                          <a:pt x="262223" y="143351"/>
                          <a:pt x="273082" y="143351"/>
                          <a:pt x="279749" y="147256"/>
                        </a:cubicBezTo>
                        <a:lnTo>
                          <a:pt x="329374" y="175927"/>
                        </a:lnTo>
                        <a:cubicBezTo>
                          <a:pt x="336137" y="179832"/>
                          <a:pt x="336137" y="186119"/>
                          <a:pt x="329374" y="189929"/>
                        </a:cubicBezTo>
                        <a:close/>
                        <a:moveTo>
                          <a:pt x="364617" y="126778"/>
                        </a:moveTo>
                        <a:lnTo>
                          <a:pt x="294418" y="126778"/>
                        </a:lnTo>
                        <a:cubicBezTo>
                          <a:pt x="284893" y="126778"/>
                          <a:pt x="277177" y="122301"/>
                          <a:pt x="277177" y="116872"/>
                        </a:cubicBezTo>
                        <a:cubicBezTo>
                          <a:pt x="277177" y="111442"/>
                          <a:pt x="284893" y="106966"/>
                          <a:pt x="294418" y="106966"/>
                        </a:cubicBezTo>
                        <a:lnTo>
                          <a:pt x="364617" y="106966"/>
                        </a:lnTo>
                        <a:cubicBezTo>
                          <a:pt x="374142" y="106966"/>
                          <a:pt x="381857" y="111442"/>
                          <a:pt x="381857" y="116872"/>
                        </a:cubicBezTo>
                        <a:cubicBezTo>
                          <a:pt x="381857" y="122301"/>
                          <a:pt x="374142" y="126778"/>
                          <a:pt x="364617" y="126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7" name="Google Shape;3027;p44">
                    <a:extLst>
                      <a:ext uri="{FF2B5EF4-FFF2-40B4-BE49-F238E27FC236}">
                        <a16:creationId xmlns:a16="http://schemas.microsoft.com/office/drawing/2014/main" id="{0D41E0EE-36A5-9218-1139-CF3EC14637C5}"/>
                      </a:ext>
                    </a:extLst>
                  </p:cNvPr>
                  <p:cNvSpPr/>
                  <p:nvPr/>
                </p:nvSpPr>
                <p:spPr>
                  <a:xfrm>
                    <a:off x="3703928" y="4939685"/>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105"/>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8"/>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117"/>
                        </a:cubicBezTo>
                        <a:lnTo>
                          <a:pt x="125658" y="147447"/>
                        </a:lnTo>
                        <a:cubicBezTo>
                          <a:pt x="132421" y="143542"/>
                          <a:pt x="143280" y="143542"/>
                          <a:pt x="149947" y="147447"/>
                        </a:cubicBezTo>
                        <a:cubicBezTo>
                          <a:pt x="156710" y="151352"/>
                          <a:pt x="156710" y="157639"/>
                          <a:pt x="149947" y="161544"/>
                        </a:cubicBezTo>
                        <a:lnTo>
                          <a:pt x="100322" y="190214"/>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9"/>
                        </a:moveTo>
                        <a:cubicBezTo>
                          <a:pt x="193096" y="220409"/>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9"/>
                          <a:pt x="202621" y="220409"/>
                        </a:cubicBezTo>
                        <a:close/>
                        <a:moveTo>
                          <a:pt x="304919" y="190119"/>
                        </a:moveTo>
                        <a:lnTo>
                          <a:pt x="255294" y="161449"/>
                        </a:lnTo>
                        <a:cubicBezTo>
                          <a:pt x="248531" y="157544"/>
                          <a:pt x="248531" y="151257"/>
                          <a:pt x="255294" y="147352"/>
                        </a:cubicBezTo>
                        <a:cubicBezTo>
                          <a:pt x="262057" y="143447"/>
                          <a:pt x="272915" y="143447"/>
                          <a:pt x="279583" y="147352"/>
                        </a:cubicBezTo>
                        <a:lnTo>
                          <a:pt x="329208" y="176022"/>
                        </a:lnTo>
                        <a:cubicBezTo>
                          <a:pt x="335971" y="179927"/>
                          <a:pt x="335971" y="186214"/>
                          <a:pt x="329208" y="190024"/>
                        </a:cubicBezTo>
                        <a:cubicBezTo>
                          <a:pt x="322445" y="193929"/>
                          <a:pt x="311587" y="193929"/>
                          <a:pt x="304919"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8" name="Google Shape;3028;p44">
                    <a:extLst>
                      <a:ext uri="{FF2B5EF4-FFF2-40B4-BE49-F238E27FC236}">
                        <a16:creationId xmlns:a16="http://schemas.microsoft.com/office/drawing/2014/main" id="{A1EC2B01-514A-0054-072D-D02FC47F72D3}"/>
                      </a:ext>
                    </a:extLst>
                  </p:cNvPr>
                  <p:cNvSpPr/>
                  <p:nvPr/>
                </p:nvSpPr>
                <p:spPr>
                  <a:xfrm>
                    <a:off x="3849512" y="5023791"/>
                    <a:ext cx="114454" cy="46386"/>
                  </a:xfrm>
                  <a:custGeom>
                    <a:avLst/>
                    <a:gdLst/>
                    <a:ahLst/>
                    <a:cxnLst/>
                    <a:rect l="l" t="t" r="r" b="b"/>
                    <a:pathLst>
                      <a:path w="114454" h="46386" extrusionOk="0">
                        <a:moveTo>
                          <a:pt x="109615" y="46387"/>
                        </a:moveTo>
                        <a:cubicBezTo>
                          <a:pt x="106852" y="42767"/>
                          <a:pt x="102852" y="39338"/>
                          <a:pt x="97708" y="36385"/>
                        </a:cubicBezTo>
                        <a:cubicBezTo>
                          <a:pt x="75325" y="23432"/>
                          <a:pt x="39130" y="23432"/>
                          <a:pt x="16746" y="36385"/>
                        </a:cubicBezTo>
                        <a:cubicBezTo>
                          <a:pt x="11602" y="39338"/>
                          <a:pt x="7602" y="42767"/>
                          <a:pt x="4840" y="46387"/>
                        </a:cubicBezTo>
                        <a:cubicBezTo>
                          <a:pt x="-4400" y="34290"/>
                          <a:pt x="-399" y="19622"/>
                          <a:pt x="16746" y="9716"/>
                        </a:cubicBezTo>
                        <a:cubicBezTo>
                          <a:pt x="39130" y="-3239"/>
                          <a:pt x="75325" y="-3239"/>
                          <a:pt x="97708" y="9716"/>
                        </a:cubicBezTo>
                        <a:cubicBezTo>
                          <a:pt x="114853"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9" name="Google Shape;3029;p44">
                    <a:extLst>
                      <a:ext uri="{FF2B5EF4-FFF2-40B4-BE49-F238E27FC236}">
                        <a16:creationId xmlns:a16="http://schemas.microsoft.com/office/drawing/2014/main" id="{B7924F7C-C510-859B-8840-8B291F9AADF6}"/>
                      </a:ext>
                    </a:extLst>
                  </p:cNvPr>
                  <p:cNvSpPr/>
                  <p:nvPr/>
                </p:nvSpPr>
                <p:spPr>
                  <a:xfrm>
                    <a:off x="3854351" y="5050461"/>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3030" name="Google Shape;3030;p44">
              <a:extLst>
                <a:ext uri="{FF2B5EF4-FFF2-40B4-BE49-F238E27FC236}">
                  <a16:creationId xmlns:a16="http://schemas.microsoft.com/office/drawing/2014/main" id="{097A9E4C-2B36-C502-D4E7-28805EFF72AB}"/>
                </a:ext>
              </a:extLst>
            </p:cNvPr>
            <p:cNvGrpSpPr/>
            <p:nvPr/>
          </p:nvGrpSpPr>
          <p:grpSpPr>
            <a:xfrm>
              <a:off x="6719934" y="4528768"/>
              <a:ext cx="639842" cy="559831"/>
              <a:chOff x="4037470" y="4779094"/>
              <a:chExt cx="422171" cy="369379"/>
            </a:xfrm>
          </p:grpSpPr>
          <p:sp>
            <p:nvSpPr>
              <p:cNvPr id="3031" name="Google Shape;3031;p44">
                <a:extLst>
                  <a:ext uri="{FF2B5EF4-FFF2-40B4-BE49-F238E27FC236}">
                    <a16:creationId xmlns:a16="http://schemas.microsoft.com/office/drawing/2014/main" id="{C722EA9B-B808-B61C-A625-6EB51F05193C}"/>
                  </a:ext>
                </a:extLst>
              </p:cNvPr>
              <p:cNvSpPr/>
              <p:nvPr/>
            </p:nvSpPr>
            <p:spPr>
              <a:xfrm>
                <a:off x="4037470" y="4904728"/>
                <a:ext cx="422171" cy="243745"/>
              </a:xfrm>
              <a:custGeom>
                <a:avLst/>
                <a:gdLst/>
                <a:ahLst/>
                <a:cxnLst/>
                <a:rect l="l" t="t" r="r" b="b"/>
                <a:pathLst>
                  <a:path w="422171" h="243745" extrusionOk="0">
                    <a:moveTo>
                      <a:pt x="360378" y="208026"/>
                    </a:moveTo>
                    <a:cubicBezTo>
                      <a:pt x="277892" y="255651"/>
                      <a:pt x="144256" y="255651"/>
                      <a:pt x="61865" y="208026"/>
                    </a:cubicBezTo>
                    <a:cubicBezTo>
                      <a:pt x="-20622" y="160401"/>
                      <a:pt x="-20622" y="83249"/>
                      <a:pt x="61865" y="35719"/>
                    </a:cubicBezTo>
                    <a:cubicBezTo>
                      <a:pt x="144256" y="-11906"/>
                      <a:pt x="277987" y="-11906"/>
                      <a:pt x="360378" y="35719"/>
                    </a:cubicBezTo>
                    <a:cubicBezTo>
                      <a:pt x="442770" y="83344"/>
                      <a:pt x="442770"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032" name="Google Shape;3032;p44">
                <a:extLst>
                  <a:ext uri="{FF2B5EF4-FFF2-40B4-BE49-F238E27FC236}">
                    <a16:creationId xmlns:a16="http://schemas.microsoft.com/office/drawing/2014/main" id="{39112D37-3679-ED90-BC08-700358525506}"/>
                  </a:ext>
                </a:extLst>
              </p:cNvPr>
              <p:cNvGrpSpPr/>
              <p:nvPr/>
            </p:nvGrpSpPr>
            <p:grpSpPr>
              <a:xfrm>
                <a:off x="4045709" y="4892537"/>
                <a:ext cx="405669" cy="247649"/>
                <a:chOff x="4045709" y="4892537"/>
                <a:chExt cx="405669" cy="247649"/>
              </a:xfrm>
            </p:grpSpPr>
            <p:sp>
              <p:nvSpPr>
                <p:cNvPr id="3033" name="Google Shape;3033;p44">
                  <a:extLst>
                    <a:ext uri="{FF2B5EF4-FFF2-40B4-BE49-F238E27FC236}">
                      <a16:creationId xmlns:a16="http://schemas.microsoft.com/office/drawing/2014/main" id="{EE464D40-904A-6331-9EFC-534C48689C84}"/>
                    </a:ext>
                  </a:extLst>
                </p:cNvPr>
                <p:cNvSpPr/>
                <p:nvPr/>
              </p:nvSpPr>
              <p:spPr>
                <a:xfrm>
                  <a:off x="4045709" y="4905871"/>
                  <a:ext cx="405669" cy="234315"/>
                </a:xfrm>
                <a:custGeom>
                  <a:avLst/>
                  <a:gdLst/>
                  <a:ahLst/>
                  <a:cxnLst/>
                  <a:rect l="l" t="t" r="r" b="b"/>
                  <a:pathLst>
                    <a:path w="405669" h="234315" extrusionOk="0">
                      <a:moveTo>
                        <a:pt x="404336" y="103727"/>
                      </a:moveTo>
                      <a:cubicBezTo>
                        <a:pt x="399288" y="78391"/>
                        <a:pt x="379952" y="53721"/>
                        <a:pt x="346234" y="34290"/>
                      </a:cubicBezTo>
                      <a:cubicBezTo>
                        <a:pt x="267081" y="-11430"/>
                        <a:pt x="138589" y="-11430"/>
                        <a:pt x="59436" y="34290"/>
                      </a:cubicBezTo>
                      <a:cubicBezTo>
                        <a:pt x="25527" y="53911"/>
                        <a:pt x="6096" y="78676"/>
                        <a:pt x="1238" y="104299"/>
                      </a:cubicBezTo>
                      <a:lnTo>
                        <a:pt x="0" y="103823"/>
                      </a:lnTo>
                      <a:lnTo>
                        <a:pt x="0" y="117919"/>
                      </a:lnTo>
                      <a:lnTo>
                        <a:pt x="0" y="117919"/>
                      </a:lnTo>
                      <a:cubicBezTo>
                        <a:pt x="381" y="147638"/>
                        <a:pt x="20098" y="177260"/>
                        <a:pt x="59436" y="200025"/>
                      </a:cubicBezTo>
                      <a:cubicBezTo>
                        <a:pt x="138589" y="245745"/>
                        <a:pt x="267081" y="245745"/>
                        <a:pt x="346234" y="200025"/>
                      </a:cubicBezTo>
                      <a:cubicBezTo>
                        <a:pt x="385858" y="177165"/>
                        <a:pt x="405670" y="147161"/>
                        <a:pt x="405670" y="117253"/>
                      </a:cubicBezTo>
                      <a:lnTo>
                        <a:pt x="405670" y="103918"/>
                      </a:lnTo>
                      <a:lnTo>
                        <a:pt x="404336" y="103918"/>
                      </a:lnTo>
                      <a:close/>
                      <a:moveTo>
                        <a:pt x="76200" y="43910"/>
                      </a:moveTo>
                      <a:cubicBezTo>
                        <a:pt x="82963" y="40005"/>
                        <a:pt x="93821" y="40005"/>
                        <a:pt x="100584" y="43910"/>
                      </a:cubicBezTo>
                      <a:lnTo>
                        <a:pt x="150209" y="72581"/>
                      </a:lnTo>
                      <a:cubicBezTo>
                        <a:pt x="156877" y="76486"/>
                        <a:pt x="156877" y="82772"/>
                        <a:pt x="150209" y="86677"/>
                      </a:cubicBezTo>
                      <a:cubicBezTo>
                        <a:pt x="143446" y="90583"/>
                        <a:pt x="132588" y="90583"/>
                        <a:pt x="125825" y="86677"/>
                      </a:cubicBezTo>
                      <a:lnTo>
                        <a:pt x="76200" y="58007"/>
                      </a:lnTo>
                      <a:cubicBezTo>
                        <a:pt x="69533" y="54102"/>
                        <a:pt x="69533" y="47816"/>
                        <a:pt x="76200" y="44006"/>
                      </a:cubicBezTo>
                      <a:close/>
                      <a:moveTo>
                        <a:pt x="40958" y="126968"/>
                      </a:moveTo>
                      <a:cubicBezTo>
                        <a:pt x="31433" y="126968"/>
                        <a:pt x="23717" y="122492"/>
                        <a:pt x="23717" y="117062"/>
                      </a:cubicBezTo>
                      <a:cubicBezTo>
                        <a:pt x="23717" y="111633"/>
                        <a:pt x="31433" y="107156"/>
                        <a:pt x="40958" y="107156"/>
                      </a:cubicBezTo>
                      <a:lnTo>
                        <a:pt x="111062" y="107156"/>
                      </a:lnTo>
                      <a:cubicBezTo>
                        <a:pt x="120587" y="107156"/>
                        <a:pt x="128302" y="111633"/>
                        <a:pt x="128302" y="117062"/>
                      </a:cubicBezTo>
                      <a:cubicBezTo>
                        <a:pt x="128302" y="122492"/>
                        <a:pt x="120587" y="126968"/>
                        <a:pt x="111062" y="126968"/>
                      </a:cubicBezTo>
                      <a:lnTo>
                        <a:pt x="40958" y="126968"/>
                      </a:lnTo>
                      <a:close/>
                      <a:moveTo>
                        <a:pt x="150114" y="161449"/>
                      </a:moveTo>
                      <a:lnTo>
                        <a:pt x="100489" y="190119"/>
                      </a:lnTo>
                      <a:cubicBezTo>
                        <a:pt x="93821" y="194024"/>
                        <a:pt x="82868" y="194024"/>
                        <a:pt x="76105" y="190119"/>
                      </a:cubicBezTo>
                      <a:cubicBezTo>
                        <a:pt x="69437" y="186214"/>
                        <a:pt x="69437" y="179927"/>
                        <a:pt x="76105" y="176117"/>
                      </a:cubicBezTo>
                      <a:lnTo>
                        <a:pt x="125730" y="147447"/>
                      </a:lnTo>
                      <a:cubicBezTo>
                        <a:pt x="132493" y="143542"/>
                        <a:pt x="143351" y="143542"/>
                        <a:pt x="150114" y="147447"/>
                      </a:cubicBezTo>
                      <a:cubicBezTo>
                        <a:pt x="156877" y="151352"/>
                        <a:pt x="156781" y="157639"/>
                        <a:pt x="150114" y="161544"/>
                      </a:cubicBezTo>
                      <a:close/>
                      <a:moveTo>
                        <a:pt x="185547" y="23527"/>
                      </a:moveTo>
                      <a:cubicBezTo>
                        <a:pt x="185547" y="18002"/>
                        <a:pt x="193262" y="13621"/>
                        <a:pt x="202787" y="13621"/>
                      </a:cubicBezTo>
                      <a:cubicBezTo>
                        <a:pt x="212312" y="13621"/>
                        <a:pt x="220028" y="18098"/>
                        <a:pt x="219932" y="23527"/>
                      </a:cubicBezTo>
                      <a:lnTo>
                        <a:pt x="219932" y="64008"/>
                      </a:lnTo>
                      <a:cubicBezTo>
                        <a:pt x="219932" y="69533"/>
                        <a:pt x="212217" y="73914"/>
                        <a:pt x="202787" y="73914"/>
                      </a:cubicBezTo>
                      <a:cubicBezTo>
                        <a:pt x="193358" y="73914"/>
                        <a:pt x="185547" y="69437"/>
                        <a:pt x="185547" y="64008"/>
                      </a:cubicBezTo>
                      <a:lnTo>
                        <a:pt x="185547" y="23527"/>
                      </a:lnTo>
                      <a:close/>
                      <a:moveTo>
                        <a:pt x="202787" y="220313"/>
                      </a:moveTo>
                      <a:cubicBezTo>
                        <a:pt x="193262" y="220313"/>
                        <a:pt x="185547" y="215836"/>
                        <a:pt x="185547" y="210407"/>
                      </a:cubicBezTo>
                      <a:lnTo>
                        <a:pt x="185547" y="169926"/>
                      </a:lnTo>
                      <a:cubicBezTo>
                        <a:pt x="185547" y="164401"/>
                        <a:pt x="193262" y="160020"/>
                        <a:pt x="202787" y="160020"/>
                      </a:cubicBezTo>
                      <a:cubicBezTo>
                        <a:pt x="212312" y="160020"/>
                        <a:pt x="220028" y="164497"/>
                        <a:pt x="220028" y="169926"/>
                      </a:cubicBezTo>
                      <a:lnTo>
                        <a:pt x="220028" y="210407"/>
                      </a:lnTo>
                      <a:cubicBezTo>
                        <a:pt x="220028" y="215836"/>
                        <a:pt x="212312" y="220313"/>
                        <a:pt x="202787" y="220313"/>
                      </a:cubicBezTo>
                      <a:close/>
                      <a:moveTo>
                        <a:pt x="255461" y="72485"/>
                      </a:moveTo>
                      <a:lnTo>
                        <a:pt x="305086" y="43815"/>
                      </a:lnTo>
                      <a:cubicBezTo>
                        <a:pt x="311848" y="39910"/>
                        <a:pt x="322707" y="39910"/>
                        <a:pt x="329375" y="43815"/>
                      </a:cubicBezTo>
                      <a:cubicBezTo>
                        <a:pt x="336137" y="47720"/>
                        <a:pt x="336137" y="54007"/>
                        <a:pt x="329375" y="57817"/>
                      </a:cubicBezTo>
                      <a:lnTo>
                        <a:pt x="279749" y="86487"/>
                      </a:lnTo>
                      <a:cubicBezTo>
                        <a:pt x="272987" y="90392"/>
                        <a:pt x="262128" y="90392"/>
                        <a:pt x="255365" y="86487"/>
                      </a:cubicBezTo>
                      <a:cubicBezTo>
                        <a:pt x="248698" y="82582"/>
                        <a:pt x="248698" y="76295"/>
                        <a:pt x="255365" y="72390"/>
                      </a:cubicBezTo>
                      <a:close/>
                      <a:moveTo>
                        <a:pt x="329375" y="190024"/>
                      </a:moveTo>
                      <a:cubicBezTo>
                        <a:pt x="322707" y="193929"/>
                        <a:pt x="311753" y="193929"/>
                        <a:pt x="305086" y="190024"/>
                      </a:cubicBezTo>
                      <a:lnTo>
                        <a:pt x="255461" y="161354"/>
                      </a:lnTo>
                      <a:cubicBezTo>
                        <a:pt x="248698" y="157448"/>
                        <a:pt x="248698" y="151162"/>
                        <a:pt x="255461" y="147257"/>
                      </a:cubicBezTo>
                      <a:cubicBezTo>
                        <a:pt x="262128" y="143351"/>
                        <a:pt x="273082" y="143351"/>
                        <a:pt x="279749" y="147257"/>
                      </a:cubicBezTo>
                      <a:lnTo>
                        <a:pt x="329375" y="175927"/>
                      </a:lnTo>
                      <a:cubicBezTo>
                        <a:pt x="336137" y="179832"/>
                        <a:pt x="336137" y="186118"/>
                        <a:pt x="329375" y="189929"/>
                      </a:cubicBezTo>
                      <a:close/>
                      <a:moveTo>
                        <a:pt x="364617" y="126873"/>
                      </a:moveTo>
                      <a:lnTo>
                        <a:pt x="294418" y="126873"/>
                      </a:lnTo>
                      <a:cubicBezTo>
                        <a:pt x="284893" y="126873"/>
                        <a:pt x="277178" y="122396"/>
                        <a:pt x="277178" y="116967"/>
                      </a:cubicBezTo>
                      <a:cubicBezTo>
                        <a:pt x="277178"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4" name="Google Shape;3034;p44">
                  <a:extLst>
                    <a:ext uri="{FF2B5EF4-FFF2-40B4-BE49-F238E27FC236}">
                      <a16:creationId xmlns:a16="http://schemas.microsoft.com/office/drawing/2014/main" id="{04E2972B-65E4-1F96-1D9B-0E4984976381}"/>
                    </a:ext>
                  </a:extLst>
                </p:cNvPr>
                <p:cNvSpPr/>
                <p:nvPr/>
              </p:nvSpPr>
              <p:spPr>
                <a:xfrm>
                  <a:off x="4045709" y="4892537"/>
                  <a:ext cx="405598" cy="234219"/>
                </a:xfrm>
                <a:custGeom>
                  <a:avLst/>
                  <a:gdLst/>
                  <a:ahLst/>
                  <a:cxnLst/>
                  <a:rect l="l" t="t" r="r" b="b"/>
                  <a:pathLst>
                    <a:path w="405598" h="234219" extrusionOk="0">
                      <a:moveTo>
                        <a:pt x="346234" y="34290"/>
                      </a:moveTo>
                      <a:cubicBezTo>
                        <a:pt x="267081" y="-11430"/>
                        <a:pt x="138589" y="-11430"/>
                        <a:pt x="59436" y="34290"/>
                      </a:cubicBezTo>
                      <a:cubicBezTo>
                        <a:pt x="-19812" y="80010"/>
                        <a:pt x="-19812" y="154115"/>
                        <a:pt x="59436" y="199930"/>
                      </a:cubicBezTo>
                      <a:cubicBezTo>
                        <a:pt x="138589" y="245650"/>
                        <a:pt x="267081" y="245650"/>
                        <a:pt x="346234" y="199930"/>
                      </a:cubicBezTo>
                      <a:cubicBezTo>
                        <a:pt x="425386" y="154210"/>
                        <a:pt x="425386" y="80105"/>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773"/>
                      </a:cubicBezTo>
                      <a:cubicBezTo>
                        <a:pt x="143446" y="90678"/>
                        <a:pt x="132588" y="90678"/>
                        <a:pt x="125825" y="86773"/>
                      </a:cubicBezTo>
                      <a:lnTo>
                        <a:pt x="76200" y="58102"/>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677"/>
                      </a:moveTo>
                      <a:cubicBezTo>
                        <a:pt x="273082" y="90583"/>
                        <a:pt x="262223" y="90583"/>
                        <a:pt x="255461" y="86677"/>
                      </a:cubicBezTo>
                      <a:cubicBezTo>
                        <a:pt x="248793" y="82772"/>
                        <a:pt x="248793" y="76486"/>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156"/>
                      </a:moveTo>
                      <a:lnTo>
                        <a:pt x="364712" y="107156"/>
                      </a:lnTo>
                      <a:cubicBezTo>
                        <a:pt x="374237" y="107156"/>
                        <a:pt x="381953" y="111633"/>
                        <a:pt x="381953" y="117062"/>
                      </a:cubicBezTo>
                      <a:cubicBezTo>
                        <a:pt x="381953" y="122492"/>
                        <a:pt x="374237" y="126968"/>
                        <a:pt x="364712" y="126968"/>
                      </a:cubicBezTo>
                      <a:lnTo>
                        <a:pt x="294513" y="126968"/>
                      </a:lnTo>
                      <a:cubicBezTo>
                        <a:pt x="284988" y="126968"/>
                        <a:pt x="277273" y="122492"/>
                        <a:pt x="277273" y="117062"/>
                      </a:cubicBezTo>
                      <a:cubicBezTo>
                        <a:pt x="277273" y="111633"/>
                        <a:pt x="284988" y="107156"/>
                        <a:pt x="294513" y="107156"/>
                      </a:cubicBezTo>
                      <a:close/>
                      <a:moveTo>
                        <a:pt x="202883" y="220504"/>
                      </a:moveTo>
                      <a:cubicBezTo>
                        <a:pt x="193358" y="220504"/>
                        <a:pt x="185642" y="216027"/>
                        <a:pt x="185642" y="210598"/>
                      </a:cubicBezTo>
                      <a:lnTo>
                        <a:pt x="185642" y="170117"/>
                      </a:lnTo>
                      <a:cubicBezTo>
                        <a:pt x="185642" y="164592"/>
                        <a:pt x="193358" y="160210"/>
                        <a:pt x="202883" y="160210"/>
                      </a:cubicBezTo>
                      <a:cubicBezTo>
                        <a:pt x="212408" y="160210"/>
                        <a:pt x="220123" y="164687"/>
                        <a:pt x="220123" y="170117"/>
                      </a:cubicBezTo>
                      <a:lnTo>
                        <a:pt x="220123" y="210598"/>
                      </a:lnTo>
                      <a:cubicBezTo>
                        <a:pt x="220123" y="216122"/>
                        <a:pt x="212408" y="220504"/>
                        <a:pt x="202883" y="220504"/>
                      </a:cubicBezTo>
                      <a:close/>
                      <a:moveTo>
                        <a:pt x="305181" y="190214"/>
                      </a:moveTo>
                      <a:lnTo>
                        <a:pt x="255556" y="161544"/>
                      </a:lnTo>
                      <a:cubicBezTo>
                        <a:pt x="248793" y="157639"/>
                        <a:pt x="248793" y="151352"/>
                        <a:pt x="255556" y="147542"/>
                      </a:cubicBezTo>
                      <a:cubicBezTo>
                        <a:pt x="262223" y="143637"/>
                        <a:pt x="273177" y="143637"/>
                        <a:pt x="279844" y="147542"/>
                      </a:cubicBezTo>
                      <a:lnTo>
                        <a:pt x="329470" y="176212"/>
                      </a:lnTo>
                      <a:cubicBezTo>
                        <a:pt x="336233" y="180118"/>
                        <a:pt x="336233" y="186404"/>
                        <a:pt x="329470" y="190214"/>
                      </a:cubicBezTo>
                      <a:cubicBezTo>
                        <a:pt x="322802" y="194119"/>
                        <a:pt x="311848" y="194119"/>
                        <a:pt x="305181"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5" name="Google Shape;3035;p44">
                  <a:extLst>
                    <a:ext uri="{FF2B5EF4-FFF2-40B4-BE49-F238E27FC236}">
                      <a16:creationId xmlns:a16="http://schemas.microsoft.com/office/drawing/2014/main" id="{E3CFB33E-24D5-0184-A1A1-FD3C9CE6F096}"/>
                    </a:ext>
                  </a:extLst>
                </p:cNvPr>
                <p:cNvSpPr/>
                <p:nvPr/>
              </p:nvSpPr>
              <p:spPr>
                <a:xfrm>
                  <a:off x="4191364" y="4976547"/>
                  <a:ext cx="114454" cy="46386"/>
                </a:xfrm>
                <a:custGeom>
                  <a:avLst/>
                  <a:gdLst/>
                  <a:ahLst/>
                  <a:cxnLst/>
                  <a:rect l="l" t="t" r="r" b="b"/>
                  <a:pathLst>
                    <a:path w="114454" h="46386" extrusionOk="0">
                      <a:moveTo>
                        <a:pt x="109615" y="46387"/>
                      </a:moveTo>
                      <a:cubicBezTo>
                        <a:pt x="106852" y="42767"/>
                        <a:pt x="102852" y="39338"/>
                        <a:pt x="97709" y="36290"/>
                      </a:cubicBezTo>
                      <a:cubicBezTo>
                        <a:pt x="75325" y="23336"/>
                        <a:pt x="39130" y="23336"/>
                        <a:pt x="16746" y="36290"/>
                      </a:cubicBezTo>
                      <a:cubicBezTo>
                        <a:pt x="11602" y="39243"/>
                        <a:pt x="7602" y="42672"/>
                        <a:pt x="4840" y="46387"/>
                      </a:cubicBezTo>
                      <a:cubicBezTo>
                        <a:pt x="-4400" y="34290"/>
                        <a:pt x="-399" y="19621"/>
                        <a:pt x="16746" y="9716"/>
                      </a:cubicBezTo>
                      <a:cubicBezTo>
                        <a:pt x="39130" y="-3239"/>
                        <a:pt x="75325" y="-3239"/>
                        <a:pt x="97709" y="9716"/>
                      </a:cubicBezTo>
                      <a:cubicBezTo>
                        <a:pt x="114853" y="19621"/>
                        <a:pt x="118854" y="34290"/>
                        <a:pt x="109615" y="46387"/>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6" name="Google Shape;3036;p44">
                  <a:extLst>
                    <a:ext uri="{FF2B5EF4-FFF2-40B4-BE49-F238E27FC236}">
                      <a16:creationId xmlns:a16="http://schemas.microsoft.com/office/drawing/2014/main" id="{BFB46839-8229-C9E8-D512-86CA45D2623A}"/>
                    </a:ext>
                  </a:extLst>
                </p:cNvPr>
                <p:cNvSpPr/>
                <p:nvPr/>
              </p:nvSpPr>
              <p:spPr>
                <a:xfrm>
                  <a:off x="4196204" y="5003122"/>
                  <a:ext cx="104775" cy="39528"/>
                </a:xfrm>
                <a:custGeom>
                  <a:avLst/>
                  <a:gdLst/>
                  <a:ahLst/>
                  <a:cxnLst/>
                  <a:rect l="l" t="t" r="r" b="b"/>
                  <a:pathLst>
                    <a:path w="104775" h="39528" extrusionOk="0">
                      <a:moveTo>
                        <a:pt x="104775" y="19812"/>
                      </a:moveTo>
                      <a:cubicBezTo>
                        <a:pt x="102013" y="23431"/>
                        <a:pt x="98012" y="26861"/>
                        <a:pt x="92869" y="29813"/>
                      </a:cubicBezTo>
                      <a:cubicBezTo>
                        <a:pt x="70485" y="42767"/>
                        <a:pt x="34290" y="42767"/>
                        <a:pt x="11906" y="29813"/>
                      </a:cubicBezTo>
                      <a:cubicBezTo>
                        <a:pt x="6763" y="26861"/>
                        <a:pt x="2762" y="23431"/>
                        <a:pt x="0" y="19812"/>
                      </a:cubicBezTo>
                      <a:cubicBezTo>
                        <a:pt x="2762" y="16192"/>
                        <a:pt x="6763" y="12763"/>
                        <a:pt x="11906" y="9715"/>
                      </a:cubicBezTo>
                      <a:cubicBezTo>
                        <a:pt x="34290" y="-3238"/>
                        <a:pt x="70485" y="-3238"/>
                        <a:pt x="92869" y="9715"/>
                      </a:cubicBezTo>
                      <a:cubicBezTo>
                        <a:pt x="98012" y="12668"/>
                        <a:pt x="102013" y="16097"/>
                        <a:pt x="104775" y="19812"/>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37" name="Google Shape;3037;p44">
                <a:extLst>
                  <a:ext uri="{FF2B5EF4-FFF2-40B4-BE49-F238E27FC236}">
                    <a16:creationId xmlns:a16="http://schemas.microsoft.com/office/drawing/2014/main" id="{A79905E8-7F95-067F-0DCD-75DDB0CA25CF}"/>
                  </a:ext>
                </a:extLst>
              </p:cNvPr>
              <p:cNvGrpSpPr/>
              <p:nvPr/>
            </p:nvGrpSpPr>
            <p:grpSpPr>
              <a:xfrm>
                <a:off x="4069212" y="4805192"/>
                <a:ext cx="358735" cy="305895"/>
                <a:chOff x="4069212" y="4805192"/>
                <a:chExt cx="358735" cy="305895"/>
              </a:xfrm>
            </p:grpSpPr>
            <p:sp>
              <p:nvSpPr>
                <p:cNvPr id="3038" name="Google Shape;3038;p44">
                  <a:extLst>
                    <a:ext uri="{FF2B5EF4-FFF2-40B4-BE49-F238E27FC236}">
                      <a16:creationId xmlns:a16="http://schemas.microsoft.com/office/drawing/2014/main" id="{2367F35B-8EA9-63B1-5A69-66EA3159F283}"/>
                    </a:ext>
                  </a:extLst>
                </p:cNvPr>
                <p:cNvSpPr/>
                <p:nvPr/>
              </p:nvSpPr>
              <p:spPr>
                <a:xfrm>
                  <a:off x="4069235" y="4908824"/>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2" y="212407"/>
                        <a:pt x="52388" y="171831"/>
                      </a:cubicBezTo>
                      <a:cubicBezTo>
                        <a:pt x="17336" y="151733"/>
                        <a:pt x="0" y="125063"/>
                        <a:pt x="0" y="98393"/>
                      </a:cubicBezTo>
                      <a:lnTo>
                        <a:pt x="0" y="0"/>
                      </a:lnTo>
                      <a:lnTo>
                        <a:pt x="3587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9" name="Google Shape;3039;p44">
                  <a:extLst>
                    <a:ext uri="{FF2B5EF4-FFF2-40B4-BE49-F238E27FC236}">
                      <a16:creationId xmlns:a16="http://schemas.microsoft.com/office/drawing/2014/main" id="{E97DAD3B-3F9E-20B2-4E7D-E1733EAB8F4E}"/>
                    </a:ext>
                  </a:extLst>
                </p:cNvPr>
                <p:cNvSpPr/>
                <p:nvPr/>
              </p:nvSpPr>
              <p:spPr>
                <a:xfrm>
                  <a:off x="4069235" y="4921492"/>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0" name="Google Shape;3040;p44">
                  <a:extLst>
                    <a:ext uri="{FF2B5EF4-FFF2-40B4-BE49-F238E27FC236}">
                      <a16:creationId xmlns:a16="http://schemas.microsoft.com/office/drawing/2014/main" id="{E4AF063A-947F-CC1A-E622-12C9DC7E7E01}"/>
                    </a:ext>
                  </a:extLst>
                </p:cNvPr>
                <p:cNvSpPr/>
                <p:nvPr/>
              </p:nvSpPr>
              <p:spPr>
                <a:xfrm>
                  <a:off x="4069235" y="493873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1" name="Google Shape;3041;p44">
                  <a:extLst>
                    <a:ext uri="{FF2B5EF4-FFF2-40B4-BE49-F238E27FC236}">
                      <a16:creationId xmlns:a16="http://schemas.microsoft.com/office/drawing/2014/main" id="{96F1BF36-C809-C020-8C6B-D6551A12CFDE}"/>
                    </a:ext>
                  </a:extLst>
                </p:cNvPr>
                <p:cNvSpPr/>
                <p:nvPr/>
              </p:nvSpPr>
              <p:spPr>
                <a:xfrm>
                  <a:off x="4069235" y="4955878"/>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2" name="Google Shape;3042;p44">
                  <a:extLst>
                    <a:ext uri="{FF2B5EF4-FFF2-40B4-BE49-F238E27FC236}">
                      <a16:creationId xmlns:a16="http://schemas.microsoft.com/office/drawing/2014/main" id="{89762343-558D-E72F-B796-A09225C89416}"/>
                    </a:ext>
                  </a:extLst>
                </p:cNvPr>
                <p:cNvSpPr/>
                <p:nvPr/>
              </p:nvSpPr>
              <p:spPr>
                <a:xfrm>
                  <a:off x="4069235" y="4973118"/>
                  <a:ext cx="358711" cy="110632"/>
                </a:xfrm>
                <a:custGeom>
                  <a:avLst/>
                  <a:gdLst/>
                  <a:ahLst/>
                  <a:cxnLst/>
                  <a:rect l="l" t="t" r="r" b="b"/>
                  <a:pathLst>
                    <a:path w="358711" h="110632" extrusionOk="0">
                      <a:moveTo>
                        <a:pt x="358712" y="0"/>
                      </a:moveTo>
                      <a:cubicBezTo>
                        <a:pt x="358712" y="26479"/>
                        <a:pt x="341090" y="52864"/>
                        <a:pt x="306134" y="73057"/>
                      </a:cubicBezTo>
                      <a:cubicBezTo>
                        <a:pt x="236220" y="113824"/>
                        <a:pt x="122587" y="113824"/>
                        <a:pt x="52483" y="73057"/>
                      </a:cubicBezTo>
                      <a:cubicBezTo>
                        <a:pt x="18288" y="53340"/>
                        <a:pt x="762" y="27622"/>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3" name="Google Shape;3043;p44">
                  <a:extLst>
                    <a:ext uri="{FF2B5EF4-FFF2-40B4-BE49-F238E27FC236}">
                      <a16:creationId xmlns:a16="http://schemas.microsoft.com/office/drawing/2014/main" id="{07B0FA60-AB56-D237-E74D-D07364200C83}"/>
                    </a:ext>
                  </a:extLst>
                </p:cNvPr>
                <p:cNvSpPr/>
                <p:nvPr/>
              </p:nvSpPr>
              <p:spPr>
                <a:xfrm>
                  <a:off x="4069235" y="499026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622"/>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4" name="Google Shape;3044;p44">
                  <a:extLst>
                    <a:ext uri="{FF2B5EF4-FFF2-40B4-BE49-F238E27FC236}">
                      <a16:creationId xmlns:a16="http://schemas.microsoft.com/office/drawing/2014/main" id="{0C78089C-5122-AAB1-405E-4059A13870DF}"/>
                    </a:ext>
                  </a:extLst>
                </p:cNvPr>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5" name="Google Shape;3045;p44">
                  <a:extLst>
                    <a:ext uri="{FF2B5EF4-FFF2-40B4-BE49-F238E27FC236}">
                      <a16:creationId xmlns:a16="http://schemas.microsoft.com/office/drawing/2014/main" id="{09847E5F-41E5-B0EE-2EDA-052DB0966267}"/>
                    </a:ext>
                  </a:extLst>
                </p:cNvPr>
                <p:cNvSpPr/>
                <p:nvPr/>
              </p:nvSpPr>
              <p:spPr>
                <a:xfrm>
                  <a:off x="4083356" y="4813360"/>
                  <a:ext cx="330445" cy="190857"/>
                </a:xfrm>
                <a:custGeom>
                  <a:avLst/>
                  <a:gdLst/>
                  <a:ahLst/>
                  <a:cxnLst/>
                  <a:rect l="l" t="t" r="r" b="b"/>
                  <a:pathLst>
                    <a:path w="330445" h="190857" extrusionOk="0">
                      <a:moveTo>
                        <a:pt x="48363" y="162711"/>
                      </a:moveTo>
                      <a:cubicBezTo>
                        <a:pt x="112943" y="200239"/>
                        <a:pt x="217623" y="200239"/>
                        <a:pt x="282011" y="162711"/>
                      </a:cubicBezTo>
                      <a:cubicBezTo>
                        <a:pt x="346591" y="125563"/>
                        <a:pt x="346591" y="65080"/>
                        <a:pt x="282011" y="27932"/>
                      </a:cubicBezTo>
                      <a:cubicBezTo>
                        <a:pt x="217623" y="-9311"/>
                        <a:pt x="112943" y="-9311"/>
                        <a:pt x="48363" y="27932"/>
                      </a:cubicBezTo>
                      <a:cubicBezTo>
                        <a:pt x="-16121" y="65080"/>
                        <a:pt x="-16121" y="125563"/>
                        <a:pt x="48363" y="16271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6" name="Google Shape;3046;p44">
                  <a:extLst>
                    <a:ext uri="{FF2B5EF4-FFF2-40B4-BE49-F238E27FC236}">
                      <a16:creationId xmlns:a16="http://schemas.microsoft.com/office/drawing/2014/main" id="{F5411147-817B-B8D9-3B00-F4834AD0FC17}"/>
                    </a:ext>
                  </a:extLst>
                </p:cNvPr>
                <p:cNvSpPr/>
                <p:nvPr/>
              </p:nvSpPr>
              <p:spPr>
                <a:xfrm>
                  <a:off x="4094024" y="4819504"/>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7" name="Google Shape;3047;p44">
                  <a:extLst>
                    <a:ext uri="{FF2B5EF4-FFF2-40B4-BE49-F238E27FC236}">
                      <a16:creationId xmlns:a16="http://schemas.microsoft.com/office/drawing/2014/main" id="{065F2A3E-DE3E-D20B-C9E1-03514ACF9B86}"/>
                    </a:ext>
                  </a:extLst>
                </p:cNvPr>
                <p:cNvSpPr/>
                <p:nvPr/>
              </p:nvSpPr>
              <p:spPr>
                <a:xfrm>
                  <a:off x="4102621" y="4824933"/>
                  <a:ext cx="291917" cy="168568"/>
                </a:xfrm>
                <a:custGeom>
                  <a:avLst/>
                  <a:gdLst/>
                  <a:ahLst/>
                  <a:cxnLst/>
                  <a:rect l="l" t="t" r="r" b="b"/>
                  <a:pathLst>
                    <a:path w="291917" h="168568" extrusionOk="0">
                      <a:moveTo>
                        <a:pt x="42719" y="143709"/>
                      </a:moveTo>
                      <a:cubicBezTo>
                        <a:pt x="99774" y="176855"/>
                        <a:pt x="192262" y="176855"/>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8" name="Google Shape;3048;p44">
                  <a:extLst>
                    <a:ext uri="{FF2B5EF4-FFF2-40B4-BE49-F238E27FC236}">
                      <a16:creationId xmlns:a16="http://schemas.microsoft.com/office/drawing/2014/main" id="{1848CF86-28E0-4ADD-F23A-1B1736577FD5}"/>
                    </a:ext>
                  </a:extLst>
                </p:cNvPr>
                <p:cNvSpPr/>
                <p:nvPr/>
              </p:nvSpPr>
              <p:spPr>
                <a:xfrm>
                  <a:off x="4111550" y="4829672"/>
                  <a:ext cx="273962" cy="158329"/>
                </a:xfrm>
                <a:custGeom>
                  <a:avLst/>
                  <a:gdLst/>
                  <a:ahLst/>
                  <a:cxnLst/>
                  <a:rect l="l" t="t" r="r" b="b"/>
                  <a:pathLst>
                    <a:path w="273962" h="158329" extrusionOk="0">
                      <a:moveTo>
                        <a:pt x="40076" y="134969"/>
                      </a:moveTo>
                      <a:cubicBezTo>
                        <a:pt x="93607" y="166116"/>
                        <a:pt x="180475" y="166116"/>
                        <a:pt x="233815" y="134969"/>
                      </a:cubicBezTo>
                      <a:cubicBezTo>
                        <a:pt x="287346" y="104108"/>
                        <a:pt x="287346" y="54007"/>
                        <a:pt x="233815" y="23146"/>
                      </a:cubicBezTo>
                      <a:cubicBezTo>
                        <a:pt x="180475" y="-7715"/>
                        <a:pt x="93607" y="-7715"/>
                        <a:pt x="40076" y="23146"/>
                      </a:cubicBezTo>
                      <a:cubicBezTo>
                        <a:pt x="-13359" y="54007"/>
                        <a:pt x="-13359" y="104108"/>
                        <a:pt x="40076" y="13496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9" name="Google Shape;3049;p44">
                  <a:extLst>
                    <a:ext uri="{FF2B5EF4-FFF2-40B4-BE49-F238E27FC236}">
                      <a16:creationId xmlns:a16="http://schemas.microsoft.com/office/drawing/2014/main" id="{DC445B51-2025-B012-5638-56ACBBBEF1C3}"/>
                    </a:ext>
                  </a:extLst>
                </p:cNvPr>
                <p:cNvSpPr/>
                <p:nvPr/>
              </p:nvSpPr>
              <p:spPr>
                <a:xfrm>
                  <a:off x="4119194" y="4834386"/>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0" name="Google Shape;3050;p44">
                  <a:extLst>
                    <a:ext uri="{FF2B5EF4-FFF2-40B4-BE49-F238E27FC236}">
                      <a16:creationId xmlns:a16="http://schemas.microsoft.com/office/drawing/2014/main" id="{88030B1F-2976-9D32-68A7-DE59F609B832}"/>
                    </a:ext>
                  </a:extLst>
                </p:cNvPr>
                <p:cNvSpPr/>
                <p:nvPr/>
              </p:nvSpPr>
              <p:spPr>
                <a:xfrm>
                  <a:off x="4126743" y="4838434"/>
                  <a:ext cx="243673" cy="140803"/>
                </a:xfrm>
                <a:custGeom>
                  <a:avLst/>
                  <a:gdLst/>
                  <a:ahLst/>
                  <a:cxnLst/>
                  <a:rect l="l" t="t" r="r" b="b"/>
                  <a:pathLst>
                    <a:path w="243673" h="140803" extrusionOk="0">
                      <a:moveTo>
                        <a:pt x="35647" y="120015"/>
                      </a:moveTo>
                      <a:cubicBezTo>
                        <a:pt x="83272" y="147733"/>
                        <a:pt x="160520" y="147733"/>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1" name="Google Shape;3051;p44">
                  <a:extLst>
                    <a:ext uri="{FF2B5EF4-FFF2-40B4-BE49-F238E27FC236}">
                      <a16:creationId xmlns:a16="http://schemas.microsoft.com/office/drawing/2014/main" id="{79D12040-4E78-A5F5-9ED4-8287BA6C5477}"/>
                    </a:ext>
                  </a:extLst>
                </p:cNvPr>
                <p:cNvSpPr/>
                <p:nvPr/>
              </p:nvSpPr>
              <p:spPr>
                <a:xfrm>
                  <a:off x="4133505" y="4842626"/>
                  <a:ext cx="230147" cy="132921"/>
                </a:xfrm>
                <a:custGeom>
                  <a:avLst/>
                  <a:gdLst/>
                  <a:ahLst/>
                  <a:cxnLst/>
                  <a:rect l="l" t="t" r="r" b="b"/>
                  <a:pathLst>
                    <a:path w="230147" h="132921" extrusionOk="0">
                      <a:moveTo>
                        <a:pt x="33647" y="113347"/>
                      </a:moveTo>
                      <a:cubicBezTo>
                        <a:pt x="78605" y="139446"/>
                        <a:pt x="151567" y="139446"/>
                        <a:pt x="196429" y="113347"/>
                      </a:cubicBezTo>
                      <a:cubicBezTo>
                        <a:pt x="241387" y="87439"/>
                        <a:pt x="241387" y="45339"/>
                        <a:pt x="196429" y="19431"/>
                      </a:cubicBezTo>
                      <a:cubicBezTo>
                        <a:pt x="151567" y="-6477"/>
                        <a:pt x="78700" y="-6477"/>
                        <a:pt x="33647" y="19431"/>
                      </a:cubicBezTo>
                      <a:cubicBezTo>
                        <a:pt x="-11216" y="45339"/>
                        <a:pt x="-11216" y="87439"/>
                        <a:pt x="33647" y="11334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2" name="Google Shape;3052;p44">
                  <a:extLst>
                    <a:ext uri="{FF2B5EF4-FFF2-40B4-BE49-F238E27FC236}">
                      <a16:creationId xmlns:a16="http://schemas.microsoft.com/office/drawing/2014/main" id="{4298C2AD-D0B2-1436-85F2-4916DE72DC8A}"/>
                    </a:ext>
                  </a:extLst>
                </p:cNvPr>
                <p:cNvSpPr/>
                <p:nvPr/>
              </p:nvSpPr>
              <p:spPr>
                <a:xfrm>
                  <a:off x="4140459" y="4846507"/>
                  <a:ext cx="216074" cy="124682"/>
                </a:xfrm>
                <a:custGeom>
                  <a:avLst/>
                  <a:gdLst/>
                  <a:ahLst/>
                  <a:cxnLst/>
                  <a:rect l="l" t="t" r="r" b="b"/>
                  <a:pathLst>
                    <a:path w="216074" h="124682" extrusionOk="0">
                      <a:moveTo>
                        <a:pt x="31647" y="106323"/>
                      </a:moveTo>
                      <a:cubicBezTo>
                        <a:pt x="73843" y="130802"/>
                        <a:pt x="142327" y="130802"/>
                        <a:pt x="184428" y="106323"/>
                      </a:cubicBezTo>
                      <a:cubicBezTo>
                        <a:pt x="226623" y="82034"/>
                        <a:pt x="226623" y="42505"/>
                        <a:pt x="184428" y="18217"/>
                      </a:cubicBezTo>
                      <a:cubicBezTo>
                        <a:pt x="142327" y="-6072"/>
                        <a:pt x="73843" y="-6072"/>
                        <a:pt x="31647" y="18217"/>
                      </a:cubicBezTo>
                      <a:cubicBezTo>
                        <a:pt x="-10549" y="42505"/>
                        <a:pt x="-10549" y="82034"/>
                        <a:pt x="31647" y="106323"/>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3" name="Google Shape;3053;p44">
                  <a:extLst>
                    <a:ext uri="{FF2B5EF4-FFF2-40B4-BE49-F238E27FC236}">
                      <a16:creationId xmlns:a16="http://schemas.microsoft.com/office/drawing/2014/main" id="{B5378B5D-8CE8-CA04-1C4A-F9533EBF801C}"/>
                    </a:ext>
                  </a:extLst>
                </p:cNvPr>
                <p:cNvSpPr/>
                <p:nvPr/>
              </p:nvSpPr>
              <p:spPr>
                <a:xfrm>
                  <a:off x="4146531" y="4850174"/>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4" name="Google Shape;3054;p44">
                  <a:extLst>
                    <a:ext uri="{FF2B5EF4-FFF2-40B4-BE49-F238E27FC236}">
                      <a16:creationId xmlns:a16="http://schemas.microsoft.com/office/drawing/2014/main" id="{6F9B9004-5969-23C8-E92A-66D2DE92E82D}"/>
                    </a:ext>
                  </a:extLst>
                </p:cNvPr>
                <p:cNvSpPr/>
                <p:nvPr/>
              </p:nvSpPr>
              <p:spPr>
                <a:xfrm>
                  <a:off x="4152008" y="4853103"/>
                  <a:ext cx="193166" cy="111490"/>
                </a:xfrm>
                <a:custGeom>
                  <a:avLst/>
                  <a:gdLst/>
                  <a:ahLst/>
                  <a:cxnLst/>
                  <a:rect l="l" t="t" r="r" b="b"/>
                  <a:pathLst>
                    <a:path w="193166" h="111490" extrusionOk="0">
                      <a:moveTo>
                        <a:pt x="28289" y="95060"/>
                      </a:moveTo>
                      <a:cubicBezTo>
                        <a:pt x="66008" y="116967"/>
                        <a:pt x="127254" y="116967"/>
                        <a:pt x="164878" y="95060"/>
                      </a:cubicBezTo>
                      <a:cubicBezTo>
                        <a:pt x="202597" y="73342"/>
                        <a:pt x="202597" y="38005"/>
                        <a:pt x="164878" y="16288"/>
                      </a:cubicBezTo>
                      <a:cubicBezTo>
                        <a:pt x="127254" y="-5429"/>
                        <a:pt x="66103" y="-5429"/>
                        <a:pt x="28289" y="16288"/>
                      </a:cubicBezTo>
                      <a:cubicBezTo>
                        <a:pt x="-9430" y="38005"/>
                        <a:pt x="-9430" y="73342"/>
                        <a:pt x="28289" y="9506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5" name="Google Shape;3055;p44">
                  <a:extLst>
                    <a:ext uri="{FF2B5EF4-FFF2-40B4-BE49-F238E27FC236}">
                      <a16:creationId xmlns:a16="http://schemas.microsoft.com/office/drawing/2014/main" id="{03FD6D03-FFB4-B5E3-25D7-39A487382412}"/>
                    </a:ext>
                  </a:extLst>
                </p:cNvPr>
                <p:cNvSpPr/>
                <p:nvPr/>
              </p:nvSpPr>
              <p:spPr>
                <a:xfrm>
                  <a:off x="4157294" y="4856341"/>
                  <a:ext cx="182475" cy="105322"/>
                </a:xfrm>
                <a:custGeom>
                  <a:avLst/>
                  <a:gdLst/>
                  <a:ahLst/>
                  <a:cxnLst/>
                  <a:rect l="l" t="t" r="r" b="b"/>
                  <a:pathLst>
                    <a:path w="182475" h="105322" extrusionOk="0">
                      <a:moveTo>
                        <a:pt x="26718" y="89821"/>
                      </a:moveTo>
                      <a:cubicBezTo>
                        <a:pt x="62341" y="110490"/>
                        <a:pt x="120158" y="110490"/>
                        <a:pt x="155686" y="89821"/>
                      </a:cubicBezTo>
                      <a:cubicBezTo>
                        <a:pt x="191405" y="69342"/>
                        <a:pt x="191405" y="35909"/>
                        <a:pt x="155686" y="15431"/>
                      </a:cubicBezTo>
                      <a:cubicBezTo>
                        <a:pt x="120158" y="-5144"/>
                        <a:pt x="62341" y="-5144"/>
                        <a:pt x="26718" y="15431"/>
                      </a:cubicBezTo>
                      <a:cubicBezTo>
                        <a:pt x="-8906" y="35909"/>
                        <a:pt x="-8906" y="69342"/>
                        <a:pt x="26718" y="8982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6" name="Google Shape;3056;p44">
                  <a:extLst>
                    <a:ext uri="{FF2B5EF4-FFF2-40B4-BE49-F238E27FC236}">
                      <a16:creationId xmlns:a16="http://schemas.microsoft.com/office/drawing/2014/main" id="{D8328E5F-1274-4B92-B444-B5C0278AAC8D}"/>
                    </a:ext>
                  </a:extLst>
                </p:cNvPr>
                <p:cNvSpPr/>
                <p:nvPr/>
              </p:nvSpPr>
              <p:spPr>
                <a:xfrm>
                  <a:off x="4162676" y="4859175"/>
                  <a:ext cx="171831" cy="99250"/>
                </a:xfrm>
                <a:custGeom>
                  <a:avLst/>
                  <a:gdLst/>
                  <a:ahLst/>
                  <a:cxnLst/>
                  <a:rect l="l" t="t" r="r" b="b"/>
                  <a:pathLst>
                    <a:path w="171831" h="99250" extrusionOk="0">
                      <a:moveTo>
                        <a:pt x="25146" y="84606"/>
                      </a:moveTo>
                      <a:cubicBezTo>
                        <a:pt x="58769" y="104132"/>
                        <a:pt x="113157" y="104132"/>
                        <a:pt x="146685" y="84606"/>
                      </a:cubicBezTo>
                      <a:cubicBezTo>
                        <a:pt x="180213" y="65270"/>
                        <a:pt x="180213" y="33838"/>
                        <a:pt x="146685" y="14502"/>
                      </a:cubicBezTo>
                      <a:cubicBezTo>
                        <a:pt x="113252" y="-4834"/>
                        <a:pt x="58769" y="-4834"/>
                        <a:pt x="25146" y="14502"/>
                      </a:cubicBezTo>
                      <a:cubicBezTo>
                        <a:pt x="-8382" y="33838"/>
                        <a:pt x="-8382" y="65270"/>
                        <a:pt x="25146" y="8460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7" name="Google Shape;3057;p44">
                  <a:extLst>
                    <a:ext uri="{FF2B5EF4-FFF2-40B4-BE49-F238E27FC236}">
                      <a16:creationId xmlns:a16="http://schemas.microsoft.com/office/drawing/2014/main" id="{401F8A07-622D-93F6-E4B2-7B74CF6CEDAB}"/>
                    </a:ext>
                  </a:extLst>
                </p:cNvPr>
                <p:cNvSpPr/>
                <p:nvPr/>
              </p:nvSpPr>
              <p:spPr>
                <a:xfrm>
                  <a:off x="4167438" y="4862152"/>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1909"/>
                        <a:pt x="138493" y="13716"/>
                      </a:cubicBezTo>
                      <a:cubicBezTo>
                        <a:pt x="106870" y="-4572"/>
                        <a:pt x="55435" y="-4572"/>
                        <a:pt x="23717" y="13716"/>
                      </a:cubicBezTo>
                      <a:cubicBezTo>
                        <a:pt x="-7906" y="32004"/>
                        <a:pt x="-7906" y="61627"/>
                        <a:pt x="23717" y="7991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8" name="Google Shape;3058;p44">
                  <a:extLst>
                    <a:ext uri="{FF2B5EF4-FFF2-40B4-BE49-F238E27FC236}">
                      <a16:creationId xmlns:a16="http://schemas.microsoft.com/office/drawing/2014/main" id="{AAD786CC-0308-3EC0-0380-2A3419A43A72}"/>
                    </a:ext>
                  </a:extLst>
                </p:cNvPr>
                <p:cNvSpPr/>
                <p:nvPr/>
              </p:nvSpPr>
              <p:spPr>
                <a:xfrm>
                  <a:off x="4172391" y="4864819"/>
                  <a:ext cx="152376" cy="87963"/>
                </a:xfrm>
                <a:custGeom>
                  <a:avLst/>
                  <a:gdLst/>
                  <a:ahLst/>
                  <a:cxnLst/>
                  <a:rect l="l" t="t" r="r" b="b"/>
                  <a:pathLst>
                    <a:path w="152376" h="87963" extrusionOk="0">
                      <a:moveTo>
                        <a:pt x="22288" y="74962"/>
                      </a:moveTo>
                      <a:cubicBezTo>
                        <a:pt x="52102" y="92297"/>
                        <a:pt x="100298" y="92297"/>
                        <a:pt x="130016" y="74962"/>
                      </a:cubicBezTo>
                      <a:cubicBezTo>
                        <a:pt x="159829" y="57817"/>
                        <a:pt x="159829" y="30004"/>
                        <a:pt x="130016" y="12859"/>
                      </a:cubicBezTo>
                      <a:cubicBezTo>
                        <a:pt x="100298" y="-4286"/>
                        <a:pt x="52102" y="-4286"/>
                        <a:pt x="22288" y="12859"/>
                      </a:cubicBezTo>
                      <a:cubicBezTo>
                        <a:pt x="-7429" y="30004"/>
                        <a:pt x="-7429" y="57817"/>
                        <a:pt x="22288" y="74962"/>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9" name="Google Shape;3059;p44">
                  <a:extLst>
                    <a:ext uri="{FF2B5EF4-FFF2-40B4-BE49-F238E27FC236}">
                      <a16:creationId xmlns:a16="http://schemas.microsoft.com/office/drawing/2014/main" id="{B447A069-1524-D203-A75E-F3DDFCD4B883}"/>
                    </a:ext>
                  </a:extLst>
                </p:cNvPr>
                <p:cNvSpPr/>
                <p:nvPr/>
              </p:nvSpPr>
              <p:spPr>
                <a:xfrm>
                  <a:off x="4176654" y="4867438"/>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0" name="Google Shape;3060;p44">
                  <a:extLst>
                    <a:ext uri="{FF2B5EF4-FFF2-40B4-BE49-F238E27FC236}">
                      <a16:creationId xmlns:a16="http://schemas.microsoft.com/office/drawing/2014/main" id="{FF6C5B47-7D4D-BEBD-736E-9035FE8F48E9}"/>
                    </a:ext>
                  </a:extLst>
                </p:cNvPr>
                <p:cNvSpPr/>
                <p:nvPr/>
              </p:nvSpPr>
              <p:spPr>
                <a:xfrm>
                  <a:off x="4183678" y="4871796"/>
                  <a:ext cx="129635" cy="74866"/>
                </a:xfrm>
                <a:custGeom>
                  <a:avLst/>
                  <a:gdLst/>
                  <a:ahLst/>
                  <a:cxnLst/>
                  <a:rect l="l" t="t" r="r" b="b"/>
                  <a:pathLst>
                    <a:path w="129635" h="74866" extrusionOk="0">
                      <a:moveTo>
                        <a:pt x="19002" y="63794"/>
                      </a:moveTo>
                      <a:cubicBezTo>
                        <a:pt x="44339" y="78557"/>
                        <a:pt x="85392" y="78557"/>
                        <a:pt x="110633" y="63794"/>
                      </a:cubicBezTo>
                      <a:cubicBezTo>
                        <a:pt x="135969" y="49221"/>
                        <a:pt x="135969" y="25503"/>
                        <a:pt x="110633" y="10930"/>
                      </a:cubicBezTo>
                      <a:cubicBezTo>
                        <a:pt x="85392" y="-3643"/>
                        <a:pt x="44339" y="-3643"/>
                        <a:pt x="19002" y="10930"/>
                      </a:cubicBezTo>
                      <a:cubicBezTo>
                        <a:pt x="-6334" y="25503"/>
                        <a:pt x="-6334" y="49221"/>
                        <a:pt x="19002" y="63794"/>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1" name="Google Shape;3061;p44">
                  <a:extLst>
                    <a:ext uri="{FF2B5EF4-FFF2-40B4-BE49-F238E27FC236}">
                      <a16:creationId xmlns:a16="http://schemas.microsoft.com/office/drawing/2014/main" id="{7632AE61-562B-C328-0871-B04A3F588921}"/>
                    </a:ext>
                  </a:extLst>
                </p:cNvPr>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62" name="Google Shape;3062;p44">
                <a:extLst>
                  <a:ext uri="{FF2B5EF4-FFF2-40B4-BE49-F238E27FC236}">
                    <a16:creationId xmlns:a16="http://schemas.microsoft.com/office/drawing/2014/main" id="{1E56181C-8115-79D3-972B-87FA6F67B719}"/>
                  </a:ext>
                </a:extLst>
              </p:cNvPr>
              <p:cNvGrpSpPr/>
              <p:nvPr/>
            </p:nvGrpSpPr>
            <p:grpSpPr>
              <a:xfrm>
                <a:off x="4045709" y="4779094"/>
                <a:ext cx="405669" cy="247363"/>
                <a:chOff x="4045709" y="4779094"/>
                <a:chExt cx="405669" cy="247363"/>
              </a:xfrm>
            </p:grpSpPr>
            <p:sp>
              <p:nvSpPr>
                <p:cNvPr id="3063" name="Google Shape;3063;p44">
                  <a:extLst>
                    <a:ext uri="{FF2B5EF4-FFF2-40B4-BE49-F238E27FC236}">
                      <a16:creationId xmlns:a16="http://schemas.microsoft.com/office/drawing/2014/main" id="{F8D1523A-7956-32AE-B3C4-2294700C94B0}"/>
                    </a:ext>
                  </a:extLst>
                </p:cNvPr>
                <p:cNvSpPr/>
                <p:nvPr/>
              </p:nvSpPr>
              <p:spPr>
                <a:xfrm>
                  <a:off x="4045709" y="4792333"/>
                  <a:ext cx="405669" cy="234124"/>
                </a:xfrm>
                <a:custGeom>
                  <a:avLst/>
                  <a:gdLst/>
                  <a:ahLst/>
                  <a:cxnLst/>
                  <a:rect l="l" t="t" r="r" b="b"/>
                  <a:pathLst>
                    <a:path w="405669" h="234124" extrusionOk="0">
                      <a:moveTo>
                        <a:pt x="404336" y="103823"/>
                      </a:moveTo>
                      <a:cubicBezTo>
                        <a:pt x="399288" y="78391"/>
                        <a:pt x="379952" y="53816"/>
                        <a:pt x="346234" y="34290"/>
                      </a:cubicBezTo>
                      <a:cubicBezTo>
                        <a:pt x="267081" y="-11430"/>
                        <a:pt x="138589" y="-11430"/>
                        <a:pt x="59436" y="34290"/>
                      </a:cubicBezTo>
                      <a:cubicBezTo>
                        <a:pt x="25527" y="53912"/>
                        <a:pt x="6096" y="78677"/>
                        <a:pt x="1238" y="104299"/>
                      </a:cubicBezTo>
                      <a:lnTo>
                        <a:pt x="0" y="103823"/>
                      </a:lnTo>
                      <a:lnTo>
                        <a:pt x="0" y="117824"/>
                      </a:lnTo>
                      <a:lnTo>
                        <a:pt x="0" y="117824"/>
                      </a:lnTo>
                      <a:cubicBezTo>
                        <a:pt x="381" y="147542"/>
                        <a:pt x="20098" y="177165"/>
                        <a:pt x="59436" y="199835"/>
                      </a:cubicBezTo>
                      <a:cubicBezTo>
                        <a:pt x="138589" y="245555"/>
                        <a:pt x="267081" y="245555"/>
                        <a:pt x="346234" y="199835"/>
                      </a:cubicBezTo>
                      <a:cubicBezTo>
                        <a:pt x="385858" y="176974"/>
                        <a:pt x="405670" y="147066"/>
                        <a:pt x="405670" y="117062"/>
                      </a:cubicBezTo>
                      <a:lnTo>
                        <a:pt x="405670" y="103727"/>
                      </a:lnTo>
                      <a:lnTo>
                        <a:pt x="404336" y="103727"/>
                      </a:lnTo>
                      <a:close/>
                      <a:moveTo>
                        <a:pt x="76200" y="44006"/>
                      </a:moveTo>
                      <a:cubicBezTo>
                        <a:pt x="82963" y="40100"/>
                        <a:pt x="93821" y="40100"/>
                        <a:pt x="100584" y="44006"/>
                      </a:cubicBezTo>
                      <a:lnTo>
                        <a:pt x="150209" y="72676"/>
                      </a:lnTo>
                      <a:cubicBezTo>
                        <a:pt x="156877" y="76581"/>
                        <a:pt x="156877" y="82868"/>
                        <a:pt x="150209" y="86773"/>
                      </a:cubicBezTo>
                      <a:cubicBezTo>
                        <a:pt x="143446" y="90678"/>
                        <a:pt x="132588" y="90678"/>
                        <a:pt x="125825" y="86773"/>
                      </a:cubicBezTo>
                      <a:lnTo>
                        <a:pt x="76200" y="58103"/>
                      </a:lnTo>
                      <a:cubicBezTo>
                        <a:pt x="69533" y="54197"/>
                        <a:pt x="69533" y="47911"/>
                        <a:pt x="76200" y="44101"/>
                      </a:cubicBezTo>
                      <a:close/>
                      <a:moveTo>
                        <a:pt x="40958" y="127064"/>
                      </a:moveTo>
                      <a:cubicBezTo>
                        <a:pt x="31433" y="127064"/>
                        <a:pt x="23717" y="122587"/>
                        <a:pt x="23717" y="117157"/>
                      </a:cubicBezTo>
                      <a:cubicBezTo>
                        <a:pt x="23717" y="111728"/>
                        <a:pt x="31433" y="107252"/>
                        <a:pt x="40958" y="107252"/>
                      </a:cubicBezTo>
                      <a:lnTo>
                        <a:pt x="111062" y="107252"/>
                      </a:lnTo>
                      <a:cubicBezTo>
                        <a:pt x="120587" y="107252"/>
                        <a:pt x="128302" y="111728"/>
                        <a:pt x="128302" y="117157"/>
                      </a:cubicBezTo>
                      <a:cubicBezTo>
                        <a:pt x="128302" y="122587"/>
                        <a:pt x="120587" y="127064"/>
                        <a:pt x="111062" y="127064"/>
                      </a:cubicBezTo>
                      <a:lnTo>
                        <a:pt x="40958" y="127064"/>
                      </a:lnTo>
                      <a:close/>
                      <a:moveTo>
                        <a:pt x="150114" y="161544"/>
                      </a:moveTo>
                      <a:lnTo>
                        <a:pt x="100489" y="190214"/>
                      </a:lnTo>
                      <a:cubicBezTo>
                        <a:pt x="93821" y="194120"/>
                        <a:pt x="82868" y="194120"/>
                        <a:pt x="76105" y="190214"/>
                      </a:cubicBezTo>
                      <a:cubicBezTo>
                        <a:pt x="69437" y="186309"/>
                        <a:pt x="69437" y="180023"/>
                        <a:pt x="76105" y="176213"/>
                      </a:cubicBezTo>
                      <a:lnTo>
                        <a:pt x="125730" y="147542"/>
                      </a:lnTo>
                      <a:cubicBezTo>
                        <a:pt x="132493" y="143637"/>
                        <a:pt x="143351" y="143637"/>
                        <a:pt x="150114" y="147542"/>
                      </a:cubicBezTo>
                      <a:cubicBezTo>
                        <a:pt x="156877" y="151448"/>
                        <a:pt x="156781" y="157734"/>
                        <a:pt x="150114" y="161544"/>
                      </a:cubicBezTo>
                      <a:close/>
                      <a:moveTo>
                        <a:pt x="185547" y="23622"/>
                      </a:moveTo>
                      <a:cubicBezTo>
                        <a:pt x="185547" y="18098"/>
                        <a:pt x="193262" y="13716"/>
                        <a:pt x="202787" y="13716"/>
                      </a:cubicBezTo>
                      <a:cubicBezTo>
                        <a:pt x="212312" y="13716"/>
                        <a:pt x="220028" y="18193"/>
                        <a:pt x="219932" y="23622"/>
                      </a:cubicBezTo>
                      <a:lnTo>
                        <a:pt x="219932" y="64103"/>
                      </a:lnTo>
                      <a:cubicBezTo>
                        <a:pt x="219932" y="69532"/>
                        <a:pt x="212217" y="74009"/>
                        <a:pt x="202787" y="74009"/>
                      </a:cubicBezTo>
                      <a:cubicBezTo>
                        <a:pt x="193358" y="74009"/>
                        <a:pt x="185547" y="69532"/>
                        <a:pt x="185547" y="64103"/>
                      </a:cubicBezTo>
                      <a:lnTo>
                        <a:pt x="185547" y="23622"/>
                      </a:lnTo>
                      <a:close/>
                      <a:moveTo>
                        <a:pt x="202787" y="220409"/>
                      </a:moveTo>
                      <a:cubicBezTo>
                        <a:pt x="193262" y="220409"/>
                        <a:pt x="185547" y="215932"/>
                        <a:pt x="185547" y="210503"/>
                      </a:cubicBezTo>
                      <a:lnTo>
                        <a:pt x="185547" y="170021"/>
                      </a:lnTo>
                      <a:cubicBezTo>
                        <a:pt x="185547" y="164497"/>
                        <a:pt x="193262" y="160115"/>
                        <a:pt x="202787" y="160115"/>
                      </a:cubicBezTo>
                      <a:cubicBezTo>
                        <a:pt x="212312" y="160115"/>
                        <a:pt x="220028" y="164592"/>
                        <a:pt x="220028" y="170021"/>
                      </a:cubicBezTo>
                      <a:lnTo>
                        <a:pt x="220028" y="210503"/>
                      </a:lnTo>
                      <a:cubicBezTo>
                        <a:pt x="220028" y="216027"/>
                        <a:pt x="212312" y="220409"/>
                        <a:pt x="202787" y="220409"/>
                      </a:cubicBezTo>
                      <a:close/>
                      <a:moveTo>
                        <a:pt x="255461" y="72581"/>
                      </a:moveTo>
                      <a:lnTo>
                        <a:pt x="305086" y="43910"/>
                      </a:lnTo>
                      <a:cubicBezTo>
                        <a:pt x="311848" y="40005"/>
                        <a:pt x="322707" y="40005"/>
                        <a:pt x="329375" y="43910"/>
                      </a:cubicBezTo>
                      <a:cubicBezTo>
                        <a:pt x="336137" y="47815"/>
                        <a:pt x="336137" y="54102"/>
                        <a:pt x="329375" y="57912"/>
                      </a:cubicBezTo>
                      <a:lnTo>
                        <a:pt x="279749" y="86582"/>
                      </a:lnTo>
                      <a:cubicBezTo>
                        <a:pt x="272987" y="90488"/>
                        <a:pt x="262128" y="90488"/>
                        <a:pt x="255365" y="86582"/>
                      </a:cubicBezTo>
                      <a:cubicBezTo>
                        <a:pt x="248698" y="82677"/>
                        <a:pt x="248698" y="76390"/>
                        <a:pt x="255365" y="72485"/>
                      </a:cubicBezTo>
                      <a:close/>
                      <a:moveTo>
                        <a:pt x="329375" y="190119"/>
                      </a:moveTo>
                      <a:cubicBezTo>
                        <a:pt x="322707" y="194024"/>
                        <a:pt x="311753" y="194024"/>
                        <a:pt x="305086" y="190119"/>
                      </a:cubicBezTo>
                      <a:lnTo>
                        <a:pt x="255461" y="161449"/>
                      </a:lnTo>
                      <a:cubicBezTo>
                        <a:pt x="248698" y="157544"/>
                        <a:pt x="248698" y="151257"/>
                        <a:pt x="255461" y="147447"/>
                      </a:cubicBezTo>
                      <a:cubicBezTo>
                        <a:pt x="262128" y="143542"/>
                        <a:pt x="273082" y="143542"/>
                        <a:pt x="279749" y="147447"/>
                      </a:cubicBezTo>
                      <a:lnTo>
                        <a:pt x="329375" y="176117"/>
                      </a:lnTo>
                      <a:cubicBezTo>
                        <a:pt x="336137" y="180023"/>
                        <a:pt x="336137" y="186309"/>
                        <a:pt x="329375" y="190119"/>
                      </a:cubicBezTo>
                      <a:close/>
                      <a:moveTo>
                        <a:pt x="364617" y="126968"/>
                      </a:moveTo>
                      <a:lnTo>
                        <a:pt x="294418" y="126968"/>
                      </a:lnTo>
                      <a:cubicBezTo>
                        <a:pt x="284893" y="126968"/>
                        <a:pt x="277178" y="122492"/>
                        <a:pt x="277178" y="117062"/>
                      </a:cubicBezTo>
                      <a:cubicBezTo>
                        <a:pt x="277178" y="111633"/>
                        <a:pt x="284893" y="107156"/>
                        <a:pt x="294418" y="107156"/>
                      </a:cubicBezTo>
                      <a:lnTo>
                        <a:pt x="364617" y="107156"/>
                      </a:lnTo>
                      <a:cubicBezTo>
                        <a:pt x="374142" y="107156"/>
                        <a:pt x="381857" y="111633"/>
                        <a:pt x="381857" y="117062"/>
                      </a:cubicBezTo>
                      <a:cubicBezTo>
                        <a:pt x="381857" y="122492"/>
                        <a:pt x="374142" y="126968"/>
                        <a:pt x="364617"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4" name="Google Shape;3064;p44">
                  <a:extLst>
                    <a:ext uri="{FF2B5EF4-FFF2-40B4-BE49-F238E27FC236}">
                      <a16:creationId xmlns:a16="http://schemas.microsoft.com/office/drawing/2014/main" id="{4D15F304-747F-C200-0281-3E6AB678F67D}"/>
                    </a:ext>
                  </a:extLst>
                </p:cNvPr>
                <p:cNvSpPr/>
                <p:nvPr/>
              </p:nvSpPr>
              <p:spPr>
                <a:xfrm>
                  <a:off x="4045709" y="4779094"/>
                  <a:ext cx="405598" cy="234124"/>
                </a:xfrm>
                <a:custGeom>
                  <a:avLst/>
                  <a:gdLst/>
                  <a:ahLst/>
                  <a:cxnLst/>
                  <a:rect l="l" t="t" r="r" b="b"/>
                  <a:pathLst>
                    <a:path w="405598" h="234124" extrusionOk="0">
                      <a:moveTo>
                        <a:pt x="346234" y="34290"/>
                      </a:moveTo>
                      <a:cubicBezTo>
                        <a:pt x="267081" y="-11430"/>
                        <a:pt x="138589" y="-11430"/>
                        <a:pt x="59436" y="34290"/>
                      </a:cubicBezTo>
                      <a:cubicBezTo>
                        <a:pt x="-19812" y="80010"/>
                        <a:pt x="-19812" y="154115"/>
                        <a:pt x="59436" y="199834"/>
                      </a:cubicBezTo>
                      <a:cubicBezTo>
                        <a:pt x="138589" y="245555"/>
                        <a:pt x="267081" y="245555"/>
                        <a:pt x="346234" y="199834"/>
                      </a:cubicBezTo>
                      <a:cubicBezTo>
                        <a:pt x="425386" y="154115"/>
                        <a:pt x="425386" y="80010"/>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677"/>
                      </a:cubicBezTo>
                      <a:cubicBezTo>
                        <a:pt x="143446" y="90583"/>
                        <a:pt x="132588" y="90583"/>
                        <a:pt x="125825" y="86677"/>
                      </a:cubicBezTo>
                      <a:lnTo>
                        <a:pt x="76200" y="58007"/>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582"/>
                      </a:moveTo>
                      <a:cubicBezTo>
                        <a:pt x="273082" y="90488"/>
                        <a:pt x="262223" y="90488"/>
                        <a:pt x="255461" y="86582"/>
                      </a:cubicBezTo>
                      <a:cubicBezTo>
                        <a:pt x="248793" y="82677"/>
                        <a:pt x="248793" y="76391"/>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061"/>
                      </a:moveTo>
                      <a:lnTo>
                        <a:pt x="364712" y="107061"/>
                      </a:lnTo>
                      <a:cubicBezTo>
                        <a:pt x="374237" y="107061"/>
                        <a:pt x="381953" y="111538"/>
                        <a:pt x="381953" y="116967"/>
                      </a:cubicBezTo>
                      <a:cubicBezTo>
                        <a:pt x="381953" y="122396"/>
                        <a:pt x="374237" y="126873"/>
                        <a:pt x="364712" y="126873"/>
                      </a:cubicBezTo>
                      <a:lnTo>
                        <a:pt x="294513" y="126873"/>
                      </a:lnTo>
                      <a:cubicBezTo>
                        <a:pt x="284988" y="126873"/>
                        <a:pt x="277273" y="122396"/>
                        <a:pt x="277273" y="116967"/>
                      </a:cubicBezTo>
                      <a:cubicBezTo>
                        <a:pt x="277273" y="111538"/>
                        <a:pt x="284988" y="107061"/>
                        <a:pt x="294513" y="107061"/>
                      </a:cubicBezTo>
                      <a:close/>
                      <a:moveTo>
                        <a:pt x="202883" y="220409"/>
                      </a:moveTo>
                      <a:cubicBezTo>
                        <a:pt x="193358" y="220409"/>
                        <a:pt x="185642" y="215932"/>
                        <a:pt x="185642" y="210502"/>
                      </a:cubicBezTo>
                      <a:lnTo>
                        <a:pt x="185642" y="170021"/>
                      </a:lnTo>
                      <a:cubicBezTo>
                        <a:pt x="185642" y="164497"/>
                        <a:pt x="193358" y="160115"/>
                        <a:pt x="202883" y="160115"/>
                      </a:cubicBezTo>
                      <a:cubicBezTo>
                        <a:pt x="212408" y="160115"/>
                        <a:pt x="220123" y="164592"/>
                        <a:pt x="220123" y="170021"/>
                      </a:cubicBezTo>
                      <a:lnTo>
                        <a:pt x="220123" y="210502"/>
                      </a:lnTo>
                      <a:cubicBezTo>
                        <a:pt x="220123" y="216027"/>
                        <a:pt x="212408" y="220409"/>
                        <a:pt x="202883" y="220409"/>
                      </a:cubicBezTo>
                      <a:close/>
                      <a:moveTo>
                        <a:pt x="305181" y="190119"/>
                      </a:moveTo>
                      <a:lnTo>
                        <a:pt x="255556" y="161449"/>
                      </a:lnTo>
                      <a:cubicBezTo>
                        <a:pt x="248793" y="157543"/>
                        <a:pt x="248793" y="151257"/>
                        <a:pt x="255556" y="147447"/>
                      </a:cubicBezTo>
                      <a:cubicBezTo>
                        <a:pt x="262223" y="143542"/>
                        <a:pt x="273177" y="143542"/>
                        <a:pt x="279844" y="147447"/>
                      </a:cubicBezTo>
                      <a:lnTo>
                        <a:pt x="329470" y="176117"/>
                      </a:lnTo>
                      <a:cubicBezTo>
                        <a:pt x="336233" y="180023"/>
                        <a:pt x="336233" y="186309"/>
                        <a:pt x="329470" y="190119"/>
                      </a:cubicBezTo>
                      <a:cubicBezTo>
                        <a:pt x="322802" y="194024"/>
                        <a:pt x="311848" y="194024"/>
                        <a:pt x="305181"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5" name="Google Shape;3065;p44">
                  <a:extLst>
                    <a:ext uri="{FF2B5EF4-FFF2-40B4-BE49-F238E27FC236}">
                      <a16:creationId xmlns:a16="http://schemas.microsoft.com/office/drawing/2014/main" id="{FF7293D7-F5B1-58EA-7738-458D70ECC36C}"/>
                    </a:ext>
                  </a:extLst>
                </p:cNvPr>
                <p:cNvSpPr/>
                <p:nvPr/>
              </p:nvSpPr>
              <p:spPr>
                <a:xfrm>
                  <a:off x="4191364" y="4863176"/>
                  <a:ext cx="114454" cy="46315"/>
                </a:xfrm>
                <a:custGeom>
                  <a:avLst/>
                  <a:gdLst/>
                  <a:ahLst/>
                  <a:cxnLst/>
                  <a:rect l="l" t="t" r="r" b="b"/>
                  <a:pathLst>
                    <a:path w="114454" h="46315" extrusionOk="0">
                      <a:moveTo>
                        <a:pt x="109615" y="46315"/>
                      </a:moveTo>
                      <a:cubicBezTo>
                        <a:pt x="106852" y="42696"/>
                        <a:pt x="102852" y="39267"/>
                        <a:pt x="97709" y="36219"/>
                      </a:cubicBezTo>
                      <a:cubicBezTo>
                        <a:pt x="75325" y="23360"/>
                        <a:pt x="39130" y="23360"/>
                        <a:pt x="16746" y="36219"/>
                      </a:cubicBezTo>
                      <a:cubicBezTo>
                        <a:pt x="11602" y="39171"/>
                        <a:pt x="7602" y="42601"/>
                        <a:pt x="4840" y="46315"/>
                      </a:cubicBezTo>
                      <a:cubicBezTo>
                        <a:pt x="-4400" y="34218"/>
                        <a:pt x="-399" y="19550"/>
                        <a:pt x="16746" y="9644"/>
                      </a:cubicBezTo>
                      <a:cubicBezTo>
                        <a:pt x="39130" y="-3215"/>
                        <a:pt x="75325" y="-3215"/>
                        <a:pt x="97709" y="9644"/>
                      </a:cubicBezTo>
                      <a:cubicBezTo>
                        <a:pt x="114853" y="19550"/>
                        <a:pt x="118854" y="34218"/>
                        <a:pt x="109615" y="4631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6" name="Google Shape;3066;p44">
                  <a:extLst>
                    <a:ext uri="{FF2B5EF4-FFF2-40B4-BE49-F238E27FC236}">
                      <a16:creationId xmlns:a16="http://schemas.microsoft.com/office/drawing/2014/main" id="{C2D32788-BC17-05BB-571E-00A2881250BA}"/>
                    </a:ext>
                  </a:extLst>
                </p:cNvPr>
                <p:cNvSpPr/>
                <p:nvPr/>
              </p:nvSpPr>
              <p:spPr>
                <a:xfrm>
                  <a:off x="4196204" y="4889751"/>
                  <a:ext cx="104775" cy="39481"/>
                </a:xfrm>
                <a:custGeom>
                  <a:avLst/>
                  <a:gdLst/>
                  <a:ahLst/>
                  <a:cxnLst/>
                  <a:rect l="l" t="t" r="r" b="b"/>
                  <a:pathLst>
                    <a:path w="104775" h="39481" extrusionOk="0">
                      <a:moveTo>
                        <a:pt x="104775" y="19740"/>
                      </a:moveTo>
                      <a:cubicBezTo>
                        <a:pt x="102013" y="23360"/>
                        <a:pt x="98012" y="26789"/>
                        <a:pt x="92869" y="29837"/>
                      </a:cubicBezTo>
                      <a:cubicBezTo>
                        <a:pt x="70485" y="42696"/>
                        <a:pt x="34290" y="42696"/>
                        <a:pt x="11906" y="29837"/>
                      </a:cubicBezTo>
                      <a:cubicBezTo>
                        <a:pt x="6763" y="26884"/>
                        <a:pt x="2762" y="23455"/>
                        <a:pt x="0" y="19740"/>
                      </a:cubicBezTo>
                      <a:cubicBezTo>
                        <a:pt x="2762" y="16121"/>
                        <a:pt x="6763" y="12692"/>
                        <a:pt x="11906" y="9644"/>
                      </a:cubicBezTo>
                      <a:cubicBezTo>
                        <a:pt x="34290" y="-3215"/>
                        <a:pt x="70485" y="-3215"/>
                        <a:pt x="92869" y="9644"/>
                      </a:cubicBezTo>
                      <a:cubicBezTo>
                        <a:pt x="98012" y="12597"/>
                        <a:pt x="102013" y="16026"/>
                        <a:pt x="104775" y="197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pic>
        <p:nvPicPr>
          <p:cNvPr id="14" name="Picture 13">
            <a:extLst>
              <a:ext uri="{FF2B5EF4-FFF2-40B4-BE49-F238E27FC236}">
                <a16:creationId xmlns:a16="http://schemas.microsoft.com/office/drawing/2014/main" id="{3A97AECB-F378-6707-6962-AB7CC0849B5E}"/>
              </a:ext>
            </a:extLst>
          </p:cNvPr>
          <p:cNvPicPr>
            <a:picLocks noChangeAspect="1"/>
          </p:cNvPicPr>
          <p:nvPr/>
        </p:nvPicPr>
        <p:blipFill>
          <a:blip r:embed="rId3"/>
          <a:srcRect t="1575"/>
          <a:stretch>
            <a:fillRect/>
          </a:stretch>
        </p:blipFill>
        <p:spPr>
          <a:xfrm>
            <a:off x="3066495" y="41063"/>
            <a:ext cx="5911273" cy="5062473"/>
          </a:xfrm>
          <a:prstGeom prst="rect">
            <a:avLst/>
          </a:prstGeom>
        </p:spPr>
      </p:pic>
    </p:spTree>
    <p:extLst>
      <p:ext uri="{BB962C8B-B14F-4D97-AF65-F5344CB8AC3E}">
        <p14:creationId xmlns:p14="http://schemas.microsoft.com/office/powerpoint/2010/main" val="436207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04">
          <a:extLst>
            <a:ext uri="{FF2B5EF4-FFF2-40B4-BE49-F238E27FC236}">
              <a16:creationId xmlns:a16="http://schemas.microsoft.com/office/drawing/2014/main" id="{47F3DE39-2478-5BC9-5CBA-33BCF0DDACCD}"/>
            </a:ext>
          </a:extLst>
        </p:cNvPr>
        <p:cNvGrpSpPr/>
        <p:nvPr/>
      </p:nvGrpSpPr>
      <p:grpSpPr>
        <a:xfrm>
          <a:off x="0" y="0"/>
          <a:ext cx="0" cy="0"/>
          <a:chOff x="0" y="0"/>
          <a:chExt cx="0" cy="0"/>
        </a:xfrm>
      </p:grpSpPr>
      <p:sp>
        <p:nvSpPr>
          <p:cNvPr id="8" name="Google Shape;4354;p51">
            <a:extLst>
              <a:ext uri="{FF2B5EF4-FFF2-40B4-BE49-F238E27FC236}">
                <a16:creationId xmlns:a16="http://schemas.microsoft.com/office/drawing/2014/main" id="{C9F04ADE-7E7A-661F-AE0F-C386418DF9AD}"/>
              </a:ext>
            </a:extLst>
          </p:cNvPr>
          <p:cNvSpPr txBox="1">
            <a:spLocks noGrp="1"/>
          </p:cNvSpPr>
          <p:nvPr>
            <p:ph type="title"/>
          </p:nvPr>
        </p:nvSpPr>
        <p:spPr>
          <a:xfrm>
            <a:off x="2950242" y="170960"/>
            <a:ext cx="7704000" cy="572700"/>
          </a:xfrm>
          <a:prstGeom prst="rect">
            <a:avLst/>
          </a:prstGeom>
        </p:spPr>
        <p:txBody>
          <a:bodyPr spcFirstLastPara="1" wrap="square" lIns="91425" tIns="91425" rIns="91425" bIns="91425" anchor="t" anchorCtr="0">
            <a:noAutofit/>
          </a:bodyPr>
          <a:lstStyle/>
          <a:p>
            <a:r>
              <a:rPr lang="en-US" dirty="0"/>
              <a:t>AI 3D Model Generation</a:t>
            </a:r>
            <a:endParaRPr dirty="0"/>
          </a:p>
        </p:txBody>
      </p:sp>
      <p:sp>
        <p:nvSpPr>
          <p:cNvPr id="9" name="Google Shape;5455;p61">
            <a:extLst>
              <a:ext uri="{FF2B5EF4-FFF2-40B4-BE49-F238E27FC236}">
                <a16:creationId xmlns:a16="http://schemas.microsoft.com/office/drawing/2014/main" id="{992B4900-7204-B433-2402-316B0352D649}"/>
              </a:ext>
            </a:extLst>
          </p:cNvPr>
          <p:cNvSpPr txBox="1">
            <a:spLocks/>
          </p:cNvSpPr>
          <p:nvPr/>
        </p:nvSpPr>
        <p:spPr>
          <a:xfrm>
            <a:off x="4757855" y="699056"/>
            <a:ext cx="4237462" cy="431899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nSpc>
                <a:spcPct val="150000"/>
              </a:lnSpc>
              <a:buFont typeface="+mj-lt"/>
              <a:buAutoNum type="arabicPeriod"/>
            </a:pPr>
            <a:r>
              <a:rPr lang="en-US" dirty="0">
                <a:latin typeface="Mulish" panose="020B0604020202020204" charset="0"/>
              </a:rPr>
              <a:t>User enters a text prompt and selects generation options (style, size, complexity).</a:t>
            </a:r>
          </a:p>
          <a:p>
            <a:pPr marL="342900" indent="-342900">
              <a:lnSpc>
                <a:spcPct val="150000"/>
              </a:lnSpc>
              <a:buFont typeface="+mj-lt"/>
              <a:buAutoNum type="arabicPeriod"/>
            </a:pPr>
            <a:r>
              <a:rPr lang="en-US" dirty="0">
                <a:latin typeface="Mulish" panose="020B0604020202020204" charset="0"/>
              </a:rPr>
              <a:t>System sends the generation request to the backend AI Engine.</a:t>
            </a:r>
          </a:p>
          <a:p>
            <a:pPr marL="342900" indent="-342900">
              <a:lnSpc>
                <a:spcPct val="150000"/>
              </a:lnSpc>
              <a:buFont typeface="+mj-lt"/>
              <a:buAutoNum type="arabicPeriod"/>
            </a:pPr>
            <a:r>
              <a:rPr lang="en-US" dirty="0">
                <a:latin typeface="Mulish" panose="020B0604020202020204" charset="0"/>
              </a:rPr>
              <a:t>AI Engine processes the prompt and generates a 3D representation</a:t>
            </a:r>
          </a:p>
          <a:p>
            <a:pPr marL="342900" indent="-342900">
              <a:lnSpc>
                <a:spcPct val="150000"/>
              </a:lnSpc>
              <a:buFont typeface="+mj-lt"/>
              <a:buAutoNum type="arabicPeriod"/>
            </a:pPr>
            <a:r>
              <a:rPr lang="en-US" dirty="0">
                <a:latin typeface="Mulish" panose="020B0604020202020204" charset="0"/>
              </a:rPr>
              <a:t>Engine converts the generated output into a 3D mesh (STL/OBJ). </a:t>
            </a:r>
          </a:p>
          <a:p>
            <a:pPr marL="342900" indent="-342900">
              <a:lnSpc>
                <a:spcPct val="150000"/>
              </a:lnSpc>
              <a:buFont typeface="+mj-lt"/>
              <a:buAutoNum type="arabicPeriod"/>
            </a:pPr>
            <a:r>
              <a:rPr lang="en-US" dirty="0">
                <a:latin typeface="Mulish" panose="020B0604020202020204" charset="0"/>
              </a:rPr>
              <a:t>System returns the generated model to the platform and displays a 3D preview to the user. </a:t>
            </a:r>
          </a:p>
          <a:p>
            <a:pPr marL="342900" indent="-342900">
              <a:lnSpc>
                <a:spcPct val="150000"/>
              </a:lnSpc>
              <a:buFont typeface="+mj-lt"/>
              <a:buAutoNum type="arabicPeriod"/>
            </a:pPr>
            <a:r>
              <a:rPr lang="en-US" dirty="0">
                <a:latin typeface="Mulish" panose="020B0604020202020204" charset="0"/>
              </a:rPr>
              <a:t>User can save the model, request a quote, or proceed to order.</a:t>
            </a:r>
          </a:p>
        </p:txBody>
      </p:sp>
      <p:pic>
        <p:nvPicPr>
          <p:cNvPr id="7" name="Picture 6">
            <a:extLst>
              <a:ext uri="{FF2B5EF4-FFF2-40B4-BE49-F238E27FC236}">
                <a16:creationId xmlns:a16="http://schemas.microsoft.com/office/drawing/2014/main" id="{9BA9155B-96CA-3C5E-6BE8-41315253985E}"/>
              </a:ext>
            </a:extLst>
          </p:cNvPr>
          <p:cNvPicPr>
            <a:picLocks noChangeAspect="1"/>
          </p:cNvPicPr>
          <p:nvPr/>
        </p:nvPicPr>
        <p:blipFill>
          <a:blip r:embed="rId3"/>
          <a:stretch>
            <a:fillRect/>
          </a:stretch>
        </p:blipFill>
        <p:spPr>
          <a:xfrm>
            <a:off x="-7434" y="0"/>
            <a:ext cx="4571999" cy="5143500"/>
          </a:xfrm>
          <a:prstGeom prst="rect">
            <a:avLst/>
          </a:prstGeom>
        </p:spPr>
      </p:pic>
    </p:spTree>
    <p:extLst>
      <p:ext uri="{BB962C8B-B14F-4D97-AF65-F5344CB8AC3E}">
        <p14:creationId xmlns:p14="http://schemas.microsoft.com/office/powerpoint/2010/main" val="4016424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04">
          <a:extLst>
            <a:ext uri="{FF2B5EF4-FFF2-40B4-BE49-F238E27FC236}">
              <a16:creationId xmlns:a16="http://schemas.microsoft.com/office/drawing/2014/main" id="{8AE125BF-BA54-B06D-CE43-BD7B372D7627}"/>
            </a:ext>
          </a:extLst>
        </p:cNvPr>
        <p:cNvGrpSpPr/>
        <p:nvPr/>
      </p:nvGrpSpPr>
      <p:grpSpPr>
        <a:xfrm>
          <a:off x="0" y="0"/>
          <a:ext cx="0" cy="0"/>
          <a:chOff x="0" y="0"/>
          <a:chExt cx="0" cy="0"/>
        </a:xfrm>
      </p:grpSpPr>
      <p:sp>
        <p:nvSpPr>
          <p:cNvPr id="8" name="Google Shape;4354;p51">
            <a:extLst>
              <a:ext uri="{FF2B5EF4-FFF2-40B4-BE49-F238E27FC236}">
                <a16:creationId xmlns:a16="http://schemas.microsoft.com/office/drawing/2014/main" id="{27FD4AA8-A94D-1007-1BC2-E5F87B7DAB4A}"/>
              </a:ext>
            </a:extLst>
          </p:cNvPr>
          <p:cNvSpPr txBox="1">
            <a:spLocks noGrp="1"/>
          </p:cNvSpPr>
          <p:nvPr>
            <p:ph type="title"/>
          </p:nvPr>
        </p:nvSpPr>
        <p:spPr>
          <a:xfrm>
            <a:off x="2950242" y="170960"/>
            <a:ext cx="7704000" cy="572700"/>
          </a:xfrm>
          <a:prstGeom prst="rect">
            <a:avLst/>
          </a:prstGeom>
        </p:spPr>
        <p:txBody>
          <a:bodyPr spcFirstLastPara="1" wrap="square" lIns="91425" tIns="91425" rIns="91425" bIns="91425" anchor="t" anchorCtr="0">
            <a:noAutofit/>
          </a:bodyPr>
          <a:lstStyle/>
          <a:p>
            <a:r>
              <a:rPr lang="en-US" dirty="0"/>
              <a:t>Parametric Modification</a:t>
            </a:r>
            <a:endParaRPr dirty="0"/>
          </a:p>
        </p:txBody>
      </p:sp>
      <p:sp>
        <p:nvSpPr>
          <p:cNvPr id="9" name="Google Shape;5455;p61">
            <a:extLst>
              <a:ext uri="{FF2B5EF4-FFF2-40B4-BE49-F238E27FC236}">
                <a16:creationId xmlns:a16="http://schemas.microsoft.com/office/drawing/2014/main" id="{4D2FF689-3116-1594-BAFE-E4395B8101C1}"/>
              </a:ext>
            </a:extLst>
          </p:cNvPr>
          <p:cNvSpPr txBox="1">
            <a:spLocks/>
          </p:cNvSpPr>
          <p:nvPr/>
        </p:nvSpPr>
        <p:spPr>
          <a:xfrm>
            <a:off x="4757855" y="743660"/>
            <a:ext cx="4237462" cy="4289257"/>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nSpc>
                <a:spcPct val="150000"/>
              </a:lnSpc>
              <a:buFont typeface="+mj-lt"/>
              <a:buAutoNum type="arabicPeriod"/>
            </a:pPr>
            <a:r>
              <a:rPr lang="en-US" dirty="0">
                <a:latin typeface="Mulish" panose="020B0604020202020204" charset="0"/>
              </a:rPr>
              <a:t>User selects a customizable product or 3D model from the platform. </a:t>
            </a:r>
          </a:p>
          <a:p>
            <a:pPr marL="342900" indent="-342900">
              <a:lnSpc>
                <a:spcPct val="150000"/>
              </a:lnSpc>
              <a:buFont typeface="+mj-lt"/>
              <a:buAutoNum type="arabicPeriod"/>
            </a:pPr>
            <a:r>
              <a:rPr lang="en-US" dirty="0">
                <a:latin typeface="Mulish" panose="020B0604020202020204" charset="0"/>
              </a:rPr>
              <a:t>System displays available parameters (e.g., size, height, thickness, color, text). </a:t>
            </a:r>
          </a:p>
          <a:p>
            <a:pPr marL="342900" indent="-342900">
              <a:lnSpc>
                <a:spcPct val="150000"/>
              </a:lnSpc>
              <a:buFont typeface="+mj-lt"/>
              <a:buAutoNum type="arabicPeriod"/>
            </a:pPr>
            <a:r>
              <a:rPr lang="en-US" dirty="0">
                <a:latin typeface="Mulish" panose="020B0604020202020204" charset="0"/>
              </a:rPr>
              <a:t>User modifies the parameters using sliders or input fields. </a:t>
            </a:r>
          </a:p>
          <a:p>
            <a:pPr marL="342900" indent="-342900">
              <a:lnSpc>
                <a:spcPct val="150000"/>
              </a:lnSpc>
              <a:buFont typeface="+mj-lt"/>
              <a:buAutoNum type="arabicPeriod"/>
            </a:pPr>
            <a:r>
              <a:rPr lang="en-US" dirty="0">
                <a:latin typeface="Mulish" panose="020B0604020202020204" charset="0"/>
              </a:rPr>
              <a:t>System sends the new values to the Parametric Engine / Model Processor. </a:t>
            </a:r>
          </a:p>
          <a:p>
            <a:pPr marL="342900" indent="-342900">
              <a:lnSpc>
                <a:spcPct val="150000"/>
              </a:lnSpc>
              <a:buFont typeface="+mj-lt"/>
              <a:buAutoNum type="arabicPeriod"/>
            </a:pPr>
            <a:r>
              <a:rPr lang="en-US" dirty="0">
                <a:latin typeface="Mulish" panose="020B0604020202020204" charset="0"/>
              </a:rPr>
              <a:t>Engine updates the 3D model geometry</a:t>
            </a:r>
          </a:p>
          <a:p>
            <a:pPr marL="342900" indent="-342900">
              <a:lnSpc>
                <a:spcPct val="150000"/>
              </a:lnSpc>
              <a:buFont typeface="+mj-lt"/>
              <a:buAutoNum type="arabicPeriod"/>
            </a:pPr>
            <a:r>
              <a:rPr lang="en-US" dirty="0">
                <a:latin typeface="Mulish" panose="020B0604020202020204" charset="0"/>
              </a:rPr>
              <a:t>System displays an updated real-time 3D preview and recalculates the price. </a:t>
            </a:r>
          </a:p>
          <a:p>
            <a:pPr marL="342900" indent="-342900">
              <a:lnSpc>
                <a:spcPct val="150000"/>
              </a:lnSpc>
              <a:buFont typeface="+mj-lt"/>
              <a:buAutoNum type="arabicPeriod"/>
            </a:pPr>
            <a:r>
              <a:rPr lang="en-US" dirty="0">
                <a:latin typeface="Mulish" panose="020B0604020202020204" charset="0"/>
              </a:rPr>
              <a:t>User confirms changes and proceeds to save, quote, or order.</a:t>
            </a:r>
          </a:p>
        </p:txBody>
      </p:sp>
      <p:pic>
        <p:nvPicPr>
          <p:cNvPr id="2" name="Picture 1">
            <a:extLst>
              <a:ext uri="{FF2B5EF4-FFF2-40B4-BE49-F238E27FC236}">
                <a16:creationId xmlns:a16="http://schemas.microsoft.com/office/drawing/2014/main" id="{392C515F-627E-C61F-1069-6D0904B71DA3}"/>
              </a:ext>
            </a:extLst>
          </p:cNvPr>
          <p:cNvPicPr>
            <a:picLocks noChangeAspect="1"/>
          </p:cNvPicPr>
          <p:nvPr/>
        </p:nvPicPr>
        <p:blipFill>
          <a:blip r:embed="rId3"/>
          <a:stretch>
            <a:fillRect/>
          </a:stretch>
        </p:blipFill>
        <p:spPr>
          <a:xfrm>
            <a:off x="-7434" y="1"/>
            <a:ext cx="4572000" cy="5143500"/>
          </a:xfrm>
          <a:prstGeom prst="rect">
            <a:avLst/>
          </a:prstGeom>
        </p:spPr>
      </p:pic>
    </p:spTree>
    <p:extLst>
      <p:ext uri="{BB962C8B-B14F-4D97-AF65-F5344CB8AC3E}">
        <p14:creationId xmlns:p14="http://schemas.microsoft.com/office/powerpoint/2010/main" val="2962869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04">
          <a:extLst>
            <a:ext uri="{FF2B5EF4-FFF2-40B4-BE49-F238E27FC236}">
              <a16:creationId xmlns:a16="http://schemas.microsoft.com/office/drawing/2014/main" id="{3F163DCF-CC2A-F240-99CF-C6EE4A6FCD99}"/>
            </a:ext>
          </a:extLst>
        </p:cNvPr>
        <p:cNvGrpSpPr/>
        <p:nvPr/>
      </p:nvGrpSpPr>
      <p:grpSpPr>
        <a:xfrm>
          <a:off x="0" y="0"/>
          <a:ext cx="0" cy="0"/>
          <a:chOff x="0" y="0"/>
          <a:chExt cx="0" cy="0"/>
        </a:xfrm>
      </p:grpSpPr>
      <p:sp>
        <p:nvSpPr>
          <p:cNvPr id="8" name="Google Shape;4354;p51">
            <a:extLst>
              <a:ext uri="{FF2B5EF4-FFF2-40B4-BE49-F238E27FC236}">
                <a16:creationId xmlns:a16="http://schemas.microsoft.com/office/drawing/2014/main" id="{AE7500C4-C9EF-A995-292C-F6CA3F56EC27}"/>
              </a:ext>
            </a:extLst>
          </p:cNvPr>
          <p:cNvSpPr txBox="1">
            <a:spLocks noGrp="1"/>
          </p:cNvSpPr>
          <p:nvPr>
            <p:ph type="title"/>
          </p:nvPr>
        </p:nvSpPr>
        <p:spPr>
          <a:xfrm>
            <a:off x="2950242" y="170960"/>
            <a:ext cx="7704000" cy="572700"/>
          </a:xfrm>
          <a:prstGeom prst="rect">
            <a:avLst/>
          </a:prstGeom>
        </p:spPr>
        <p:txBody>
          <a:bodyPr spcFirstLastPara="1" wrap="square" lIns="91425" tIns="91425" rIns="91425" bIns="91425" anchor="t" anchorCtr="0">
            <a:noAutofit/>
          </a:bodyPr>
          <a:lstStyle/>
          <a:p>
            <a:r>
              <a:rPr lang="en-US" dirty="0"/>
              <a:t>Upload 3D File</a:t>
            </a:r>
            <a:endParaRPr dirty="0"/>
          </a:p>
        </p:txBody>
      </p:sp>
      <p:sp>
        <p:nvSpPr>
          <p:cNvPr id="9" name="Google Shape;5455;p61">
            <a:extLst>
              <a:ext uri="{FF2B5EF4-FFF2-40B4-BE49-F238E27FC236}">
                <a16:creationId xmlns:a16="http://schemas.microsoft.com/office/drawing/2014/main" id="{722DB219-4264-8C4B-D3D4-1EAC0A10DCD0}"/>
              </a:ext>
            </a:extLst>
          </p:cNvPr>
          <p:cNvSpPr txBox="1">
            <a:spLocks/>
          </p:cNvSpPr>
          <p:nvPr/>
        </p:nvSpPr>
        <p:spPr>
          <a:xfrm>
            <a:off x="4757855" y="743660"/>
            <a:ext cx="4237462" cy="388781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nSpc>
                <a:spcPct val="150000"/>
              </a:lnSpc>
              <a:buFont typeface="+mj-lt"/>
              <a:buAutoNum type="arabicPeriod"/>
            </a:pPr>
            <a:r>
              <a:rPr lang="en-US" dirty="0">
                <a:latin typeface="Mulish" panose="020B0604020202020204" charset="0"/>
              </a:rPr>
              <a:t>User uploads a 3D file (STL/OBJ) through the platform.</a:t>
            </a:r>
          </a:p>
          <a:p>
            <a:pPr marL="342900" indent="-342900">
              <a:lnSpc>
                <a:spcPct val="150000"/>
              </a:lnSpc>
              <a:buFont typeface="+mj-lt"/>
              <a:buAutoNum type="arabicPeriod"/>
            </a:pPr>
            <a:r>
              <a:rPr lang="en-US" dirty="0">
                <a:latin typeface="Mulish" panose="020B0604020202020204" charset="0"/>
              </a:rPr>
              <a:t>System validates the file type and size. </a:t>
            </a:r>
          </a:p>
          <a:p>
            <a:pPr marL="342900" indent="-342900">
              <a:lnSpc>
                <a:spcPct val="150000"/>
              </a:lnSpc>
              <a:buFont typeface="+mj-lt"/>
              <a:buAutoNum type="arabicPeriod"/>
            </a:pPr>
            <a:r>
              <a:rPr lang="en-US" dirty="0">
                <a:latin typeface="Mulish" panose="020B0604020202020204" charset="0"/>
              </a:rPr>
              <a:t>System securely stores the file in the database / object storage. </a:t>
            </a:r>
          </a:p>
          <a:p>
            <a:pPr marL="342900" indent="-342900">
              <a:lnSpc>
                <a:spcPct val="150000"/>
              </a:lnSpc>
              <a:buFont typeface="+mj-lt"/>
              <a:buAutoNum type="arabicPeriod"/>
            </a:pPr>
            <a:r>
              <a:rPr lang="en-US" dirty="0">
                <a:latin typeface="Mulish" panose="020B0604020202020204" charset="0"/>
              </a:rPr>
              <a:t>System triggers an analysis job and sends the file to the backend Analysis Engine. </a:t>
            </a:r>
          </a:p>
          <a:p>
            <a:pPr marL="342900" indent="-342900">
              <a:lnSpc>
                <a:spcPct val="150000"/>
              </a:lnSpc>
              <a:buFont typeface="+mj-lt"/>
              <a:buAutoNum type="arabicPeriod"/>
            </a:pPr>
            <a:r>
              <a:rPr lang="en-US" dirty="0">
                <a:latin typeface="Mulish" panose="020B0604020202020204" charset="0"/>
              </a:rPr>
              <a:t>System notifies the user that the file is being processed. </a:t>
            </a:r>
          </a:p>
          <a:p>
            <a:pPr marL="342900" indent="-342900">
              <a:lnSpc>
                <a:spcPct val="150000"/>
              </a:lnSpc>
              <a:buFont typeface="+mj-lt"/>
              <a:buAutoNum type="arabicPeriod"/>
            </a:pPr>
            <a:r>
              <a:rPr lang="en-US" dirty="0">
                <a:latin typeface="Mulish" panose="020B0604020202020204" charset="0"/>
              </a:rPr>
              <a:t>After analysis, the system updates the file status (printable or not printable).</a:t>
            </a:r>
          </a:p>
        </p:txBody>
      </p:sp>
      <p:pic>
        <p:nvPicPr>
          <p:cNvPr id="2" name="Picture 1">
            <a:extLst>
              <a:ext uri="{FF2B5EF4-FFF2-40B4-BE49-F238E27FC236}">
                <a16:creationId xmlns:a16="http://schemas.microsoft.com/office/drawing/2014/main" id="{F3FD0685-1D7E-2994-2B38-24B21EB7B1DD}"/>
              </a:ext>
            </a:extLst>
          </p:cNvPr>
          <p:cNvPicPr>
            <a:picLocks noChangeAspect="1"/>
          </p:cNvPicPr>
          <p:nvPr/>
        </p:nvPicPr>
        <p:blipFill>
          <a:blip r:embed="rId3"/>
          <a:stretch>
            <a:fillRect/>
          </a:stretch>
        </p:blipFill>
        <p:spPr>
          <a:xfrm>
            <a:off x="-7433" y="0"/>
            <a:ext cx="4571999" cy="5143500"/>
          </a:xfrm>
          <a:prstGeom prst="rect">
            <a:avLst/>
          </a:prstGeom>
        </p:spPr>
      </p:pic>
    </p:spTree>
    <p:extLst>
      <p:ext uri="{BB962C8B-B14F-4D97-AF65-F5344CB8AC3E}">
        <p14:creationId xmlns:p14="http://schemas.microsoft.com/office/powerpoint/2010/main" val="1784871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4">
          <a:extLst>
            <a:ext uri="{FF2B5EF4-FFF2-40B4-BE49-F238E27FC236}">
              <a16:creationId xmlns:a16="http://schemas.microsoft.com/office/drawing/2014/main" id="{EC1767B7-DEB4-60F1-CD6D-8DF2D670739B}"/>
            </a:ext>
          </a:extLst>
        </p:cNvPr>
        <p:cNvGrpSpPr/>
        <p:nvPr/>
      </p:nvGrpSpPr>
      <p:grpSpPr>
        <a:xfrm>
          <a:off x="0" y="0"/>
          <a:ext cx="0" cy="0"/>
          <a:chOff x="0" y="0"/>
          <a:chExt cx="0" cy="0"/>
        </a:xfrm>
      </p:grpSpPr>
      <p:sp>
        <p:nvSpPr>
          <p:cNvPr id="8" name="Google Shape;4354;p51">
            <a:extLst>
              <a:ext uri="{FF2B5EF4-FFF2-40B4-BE49-F238E27FC236}">
                <a16:creationId xmlns:a16="http://schemas.microsoft.com/office/drawing/2014/main" id="{2CEEB793-297B-AE49-C4E8-1176668F3675}"/>
              </a:ext>
            </a:extLst>
          </p:cNvPr>
          <p:cNvSpPr txBox="1">
            <a:spLocks noGrp="1"/>
          </p:cNvSpPr>
          <p:nvPr>
            <p:ph type="title"/>
          </p:nvPr>
        </p:nvSpPr>
        <p:spPr>
          <a:xfrm>
            <a:off x="2950242" y="170960"/>
            <a:ext cx="7704000" cy="572700"/>
          </a:xfrm>
          <a:prstGeom prst="rect">
            <a:avLst/>
          </a:prstGeom>
        </p:spPr>
        <p:txBody>
          <a:bodyPr spcFirstLastPara="1" wrap="square" lIns="91425" tIns="91425" rIns="91425" bIns="91425" anchor="t" anchorCtr="0">
            <a:noAutofit/>
          </a:bodyPr>
          <a:lstStyle/>
          <a:p>
            <a:r>
              <a:rPr lang="en-US" dirty="0"/>
              <a:t>File Analysis</a:t>
            </a:r>
            <a:endParaRPr dirty="0"/>
          </a:p>
        </p:txBody>
      </p:sp>
      <p:sp>
        <p:nvSpPr>
          <p:cNvPr id="9" name="Google Shape;5455;p61">
            <a:extLst>
              <a:ext uri="{FF2B5EF4-FFF2-40B4-BE49-F238E27FC236}">
                <a16:creationId xmlns:a16="http://schemas.microsoft.com/office/drawing/2014/main" id="{BEC46320-948A-EFFB-5CC4-7F93620CD586}"/>
              </a:ext>
            </a:extLst>
          </p:cNvPr>
          <p:cNvSpPr txBox="1">
            <a:spLocks/>
          </p:cNvSpPr>
          <p:nvPr/>
        </p:nvSpPr>
        <p:spPr>
          <a:xfrm>
            <a:off x="4757855" y="743660"/>
            <a:ext cx="4237462" cy="2911279"/>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nSpc>
                <a:spcPct val="150000"/>
              </a:lnSpc>
              <a:buFont typeface="+mj-lt"/>
              <a:buAutoNum type="arabicPeriod"/>
            </a:pPr>
            <a:r>
              <a:rPr lang="en-US" dirty="0">
                <a:latin typeface="Mulish" panose="020B0604020202020204" charset="0"/>
              </a:rPr>
              <a:t>User uploads or tries to fix a 3D file.</a:t>
            </a:r>
          </a:p>
          <a:p>
            <a:pPr marL="342900" indent="-342900">
              <a:lnSpc>
                <a:spcPct val="150000"/>
              </a:lnSpc>
              <a:buFont typeface="+mj-lt"/>
              <a:buAutoNum type="arabicPeriod"/>
            </a:pPr>
            <a:r>
              <a:rPr lang="en-US" dirty="0">
                <a:latin typeface="Mulish" panose="020B0604020202020204" charset="0"/>
              </a:rPr>
              <a:t>System triggers analysis job to the backend engine.</a:t>
            </a:r>
          </a:p>
          <a:p>
            <a:pPr marL="342900" indent="-342900">
              <a:lnSpc>
                <a:spcPct val="150000"/>
              </a:lnSpc>
              <a:buFont typeface="+mj-lt"/>
              <a:buAutoNum type="arabicPeriod"/>
            </a:pPr>
            <a:r>
              <a:rPr lang="en-US" dirty="0">
                <a:latin typeface="Mulish" panose="020B0604020202020204" charset="0"/>
              </a:rPr>
              <a:t>Engine checks geometry for errors: non-manifold edges, holes, inverted normals.</a:t>
            </a:r>
          </a:p>
          <a:p>
            <a:pPr marL="342900" indent="-342900">
              <a:lnSpc>
                <a:spcPct val="150000"/>
              </a:lnSpc>
              <a:buFont typeface="+mj-lt"/>
              <a:buAutoNum type="arabicPeriod"/>
            </a:pPr>
            <a:r>
              <a:rPr lang="en-US" dirty="0">
                <a:latin typeface="Mulish" panose="020B0604020202020204" charset="0"/>
              </a:rPr>
              <a:t>Computes bounding box and minimum wall thickness.</a:t>
            </a:r>
          </a:p>
          <a:p>
            <a:pPr marL="342900" indent="-342900">
              <a:lnSpc>
                <a:spcPct val="150000"/>
              </a:lnSpc>
              <a:buFont typeface="+mj-lt"/>
              <a:buAutoNum type="arabicPeriod"/>
            </a:pPr>
            <a:r>
              <a:rPr lang="en-US" dirty="0">
                <a:latin typeface="Mulish" panose="020B0604020202020204" charset="0"/>
              </a:rPr>
              <a:t>Generates JSON validation report with pass/fail status and repair suggestions.</a:t>
            </a:r>
          </a:p>
          <a:p>
            <a:pPr>
              <a:lnSpc>
                <a:spcPct val="150000"/>
              </a:lnSpc>
            </a:pPr>
            <a:endParaRPr lang="en-US" dirty="0">
              <a:latin typeface="Mulish" panose="020B0604020202020204" charset="0"/>
            </a:endParaRPr>
          </a:p>
          <a:p>
            <a:pPr>
              <a:lnSpc>
                <a:spcPct val="150000"/>
              </a:lnSpc>
            </a:pPr>
            <a:r>
              <a:rPr lang="en-US" b="1" dirty="0">
                <a:latin typeface="Mulish" panose="020B0604020202020204" charset="0"/>
              </a:rPr>
              <a:t>Alternative Path:</a:t>
            </a:r>
            <a:r>
              <a:rPr lang="en-US" dirty="0">
                <a:latin typeface="Mulish" panose="020B0604020202020204" charset="0"/>
              </a:rPr>
              <a:t> Critical topology issues flagged as REQUIRES REPAIR, with automated healing suggestions</a:t>
            </a:r>
          </a:p>
        </p:txBody>
      </p:sp>
      <p:pic>
        <p:nvPicPr>
          <p:cNvPr id="10" name="Picture 9">
            <a:extLst>
              <a:ext uri="{FF2B5EF4-FFF2-40B4-BE49-F238E27FC236}">
                <a16:creationId xmlns:a16="http://schemas.microsoft.com/office/drawing/2014/main" id="{5559AF55-6B47-2B81-C0F6-58D6CF139C64}"/>
              </a:ext>
            </a:extLst>
          </p:cNvPr>
          <p:cNvPicPr>
            <a:picLocks noChangeAspect="1"/>
          </p:cNvPicPr>
          <p:nvPr/>
        </p:nvPicPr>
        <p:blipFill>
          <a:blip r:embed="rId3"/>
          <a:stretch>
            <a:fillRect/>
          </a:stretch>
        </p:blipFill>
        <p:spPr>
          <a:xfrm>
            <a:off x="0" y="0"/>
            <a:ext cx="4517768" cy="5143500"/>
          </a:xfrm>
          <a:prstGeom prst="rect">
            <a:avLst/>
          </a:prstGeom>
        </p:spPr>
      </p:pic>
    </p:spTree>
    <p:extLst>
      <p:ext uri="{BB962C8B-B14F-4D97-AF65-F5344CB8AC3E}">
        <p14:creationId xmlns:p14="http://schemas.microsoft.com/office/powerpoint/2010/main" val="1667112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4">
          <a:extLst>
            <a:ext uri="{FF2B5EF4-FFF2-40B4-BE49-F238E27FC236}">
              <a16:creationId xmlns:a16="http://schemas.microsoft.com/office/drawing/2014/main" id="{934CF25F-A909-4291-EC24-619F5F4D9F37}"/>
            </a:ext>
          </a:extLst>
        </p:cNvPr>
        <p:cNvGrpSpPr/>
        <p:nvPr/>
      </p:nvGrpSpPr>
      <p:grpSpPr>
        <a:xfrm>
          <a:off x="0" y="0"/>
          <a:ext cx="0" cy="0"/>
          <a:chOff x="0" y="0"/>
          <a:chExt cx="0" cy="0"/>
        </a:xfrm>
      </p:grpSpPr>
      <p:sp>
        <p:nvSpPr>
          <p:cNvPr id="8" name="Google Shape;4354;p51">
            <a:extLst>
              <a:ext uri="{FF2B5EF4-FFF2-40B4-BE49-F238E27FC236}">
                <a16:creationId xmlns:a16="http://schemas.microsoft.com/office/drawing/2014/main" id="{A0257330-57B4-7EA7-B37F-9733D6CA8436}"/>
              </a:ext>
            </a:extLst>
          </p:cNvPr>
          <p:cNvSpPr txBox="1">
            <a:spLocks noGrp="1"/>
          </p:cNvSpPr>
          <p:nvPr>
            <p:ph type="title"/>
          </p:nvPr>
        </p:nvSpPr>
        <p:spPr>
          <a:xfrm>
            <a:off x="2950242" y="170960"/>
            <a:ext cx="7704000" cy="572700"/>
          </a:xfrm>
          <a:prstGeom prst="rect">
            <a:avLst/>
          </a:prstGeom>
        </p:spPr>
        <p:txBody>
          <a:bodyPr spcFirstLastPara="1" wrap="square" lIns="91425" tIns="91425" rIns="91425" bIns="91425" anchor="t" anchorCtr="0">
            <a:noAutofit/>
          </a:bodyPr>
          <a:lstStyle/>
          <a:p>
            <a:r>
              <a:rPr lang="en-US" dirty="0"/>
              <a:t> Manage Print Jobs</a:t>
            </a:r>
            <a:endParaRPr dirty="0"/>
          </a:p>
        </p:txBody>
      </p:sp>
      <p:sp>
        <p:nvSpPr>
          <p:cNvPr id="9" name="Google Shape;5455;p61">
            <a:extLst>
              <a:ext uri="{FF2B5EF4-FFF2-40B4-BE49-F238E27FC236}">
                <a16:creationId xmlns:a16="http://schemas.microsoft.com/office/drawing/2014/main" id="{92C7C3DE-A506-EFDB-A909-FE5107CA23BC}"/>
              </a:ext>
            </a:extLst>
          </p:cNvPr>
          <p:cNvSpPr txBox="1">
            <a:spLocks/>
          </p:cNvSpPr>
          <p:nvPr/>
        </p:nvSpPr>
        <p:spPr>
          <a:xfrm>
            <a:off x="4757855" y="1116110"/>
            <a:ext cx="4237462" cy="2911279"/>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nSpc>
                <a:spcPct val="150000"/>
              </a:lnSpc>
              <a:buFont typeface="+mj-lt"/>
              <a:buAutoNum type="arabicPeriod"/>
            </a:pPr>
            <a:r>
              <a:rPr lang="en-US" dirty="0">
                <a:latin typeface="Mulish" panose="020B0604020202020204" charset="0"/>
              </a:rPr>
              <a:t>Manager views the manufacturing queue.</a:t>
            </a:r>
          </a:p>
          <a:p>
            <a:pPr marL="342900" indent="-342900">
              <a:lnSpc>
                <a:spcPct val="150000"/>
              </a:lnSpc>
              <a:buFont typeface="+mj-lt"/>
              <a:buAutoNum type="arabicPeriod"/>
            </a:pPr>
            <a:r>
              <a:rPr lang="en-US" dirty="0">
                <a:latin typeface="Mulish" panose="020B0604020202020204" charset="0"/>
              </a:rPr>
              <a:t>System filters printers based on material and volume constraints.</a:t>
            </a:r>
          </a:p>
          <a:p>
            <a:pPr marL="342900" indent="-342900">
              <a:lnSpc>
                <a:spcPct val="150000"/>
              </a:lnSpc>
              <a:buFont typeface="+mj-lt"/>
              <a:buAutoNum type="arabicPeriod"/>
            </a:pPr>
            <a:r>
              <a:rPr lang="en-US" dirty="0">
                <a:latin typeface="Mulish" panose="020B0604020202020204" charset="0"/>
              </a:rPr>
              <a:t>Manager assigns job to printer.</a:t>
            </a:r>
          </a:p>
          <a:p>
            <a:pPr marL="342900" indent="-342900">
              <a:lnSpc>
                <a:spcPct val="150000"/>
              </a:lnSpc>
              <a:buFont typeface="+mj-lt"/>
              <a:buAutoNum type="arabicPeriod"/>
            </a:pPr>
            <a:r>
              <a:rPr lang="en-US" dirty="0">
                <a:latin typeface="Mulish" panose="020B0604020202020204" charset="0"/>
              </a:rPr>
              <a:t>System sends G-Code to the printer.</a:t>
            </a:r>
          </a:p>
          <a:p>
            <a:pPr>
              <a:lnSpc>
                <a:spcPct val="150000"/>
              </a:lnSpc>
            </a:pPr>
            <a:endParaRPr lang="en-US" dirty="0">
              <a:latin typeface="Mulish" panose="020B0604020202020204" charset="0"/>
            </a:endParaRPr>
          </a:p>
          <a:p>
            <a:pPr>
              <a:lnSpc>
                <a:spcPct val="150000"/>
              </a:lnSpc>
            </a:pPr>
            <a:r>
              <a:rPr lang="en-US" b="1" dirty="0">
                <a:latin typeface="Mulish" panose="020B0604020202020204" charset="0"/>
              </a:rPr>
              <a:t>Alternative Paths: </a:t>
            </a:r>
            <a:r>
              <a:rPr lang="en-US" dirty="0">
                <a:latin typeface="Mulish" panose="020B0604020202020204" charset="0"/>
              </a:rPr>
              <a:t>Hardware exception → Job rolled back to queue with HIGH PRIORITY</a:t>
            </a:r>
          </a:p>
        </p:txBody>
      </p:sp>
      <p:pic>
        <p:nvPicPr>
          <p:cNvPr id="2" name="Picture 1">
            <a:extLst>
              <a:ext uri="{FF2B5EF4-FFF2-40B4-BE49-F238E27FC236}">
                <a16:creationId xmlns:a16="http://schemas.microsoft.com/office/drawing/2014/main" id="{71FE3F4B-D6B9-8637-FFE4-D580CB58558D}"/>
              </a:ext>
            </a:extLst>
          </p:cNvPr>
          <p:cNvPicPr>
            <a:picLocks noChangeAspect="1"/>
          </p:cNvPicPr>
          <p:nvPr/>
        </p:nvPicPr>
        <p:blipFill>
          <a:blip r:embed="rId3"/>
          <a:stretch>
            <a:fillRect/>
          </a:stretch>
        </p:blipFill>
        <p:spPr>
          <a:xfrm>
            <a:off x="-7434" y="0"/>
            <a:ext cx="4572000" cy="5143500"/>
          </a:xfrm>
          <a:prstGeom prst="rect">
            <a:avLst/>
          </a:prstGeom>
        </p:spPr>
      </p:pic>
    </p:spTree>
    <p:extLst>
      <p:ext uri="{BB962C8B-B14F-4D97-AF65-F5344CB8AC3E}">
        <p14:creationId xmlns:p14="http://schemas.microsoft.com/office/powerpoint/2010/main" val="139101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04">
          <a:extLst>
            <a:ext uri="{FF2B5EF4-FFF2-40B4-BE49-F238E27FC236}">
              <a16:creationId xmlns:a16="http://schemas.microsoft.com/office/drawing/2014/main" id="{1B27CC5B-B347-91A2-E37E-5D7664157868}"/>
            </a:ext>
          </a:extLst>
        </p:cNvPr>
        <p:cNvGrpSpPr/>
        <p:nvPr/>
      </p:nvGrpSpPr>
      <p:grpSpPr>
        <a:xfrm>
          <a:off x="0" y="0"/>
          <a:ext cx="0" cy="0"/>
          <a:chOff x="0" y="0"/>
          <a:chExt cx="0" cy="0"/>
        </a:xfrm>
      </p:grpSpPr>
      <p:sp>
        <p:nvSpPr>
          <p:cNvPr id="8" name="Google Shape;4354;p51">
            <a:extLst>
              <a:ext uri="{FF2B5EF4-FFF2-40B4-BE49-F238E27FC236}">
                <a16:creationId xmlns:a16="http://schemas.microsoft.com/office/drawing/2014/main" id="{4C8EFC5D-F301-4E97-F26B-297841E010F5}"/>
              </a:ext>
            </a:extLst>
          </p:cNvPr>
          <p:cNvSpPr txBox="1">
            <a:spLocks noGrp="1"/>
          </p:cNvSpPr>
          <p:nvPr>
            <p:ph type="title"/>
          </p:nvPr>
        </p:nvSpPr>
        <p:spPr>
          <a:xfrm>
            <a:off x="2950242" y="170960"/>
            <a:ext cx="7704000" cy="572700"/>
          </a:xfrm>
          <a:prstGeom prst="rect">
            <a:avLst/>
          </a:prstGeom>
        </p:spPr>
        <p:txBody>
          <a:bodyPr spcFirstLastPara="1" wrap="square" lIns="91425" tIns="91425" rIns="91425" bIns="91425" anchor="t" anchorCtr="0">
            <a:noAutofit/>
          </a:bodyPr>
          <a:lstStyle/>
          <a:p>
            <a:r>
              <a:rPr lang="en-US" dirty="0"/>
              <a:t>Place Order &amp; Pay</a:t>
            </a:r>
            <a:endParaRPr dirty="0"/>
          </a:p>
        </p:txBody>
      </p:sp>
      <p:sp>
        <p:nvSpPr>
          <p:cNvPr id="9" name="Google Shape;5455;p61">
            <a:extLst>
              <a:ext uri="{FF2B5EF4-FFF2-40B4-BE49-F238E27FC236}">
                <a16:creationId xmlns:a16="http://schemas.microsoft.com/office/drawing/2014/main" id="{F617BF65-A16D-287F-9572-AD8A3DBA0935}"/>
              </a:ext>
            </a:extLst>
          </p:cNvPr>
          <p:cNvSpPr txBox="1">
            <a:spLocks/>
          </p:cNvSpPr>
          <p:nvPr/>
        </p:nvSpPr>
        <p:spPr>
          <a:xfrm>
            <a:off x="4780158" y="728790"/>
            <a:ext cx="4363842" cy="420004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nSpc>
                <a:spcPct val="150000"/>
              </a:lnSpc>
              <a:buFont typeface="+mj-lt"/>
              <a:buAutoNum type="arabicPeriod"/>
            </a:pPr>
            <a:r>
              <a:rPr lang="en-US" dirty="0">
                <a:latin typeface="Mulish" panose="020B0604020202020204" charset="0"/>
              </a:rPr>
              <a:t>User confirms details, starts checkout.</a:t>
            </a:r>
          </a:p>
          <a:p>
            <a:pPr marL="342900" indent="-342900">
              <a:lnSpc>
                <a:spcPct val="150000"/>
              </a:lnSpc>
              <a:buFont typeface="+mj-lt"/>
              <a:buAutoNum type="arabicPeriod"/>
            </a:pPr>
            <a:r>
              <a:rPr lang="en-US" dirty="0">
                <a:latin typeface="Mulish" panose="020B0604020202020204" charset="0"/>
              </a:rPr>
              <a:t>System calculates total</a:t>
            </a:r>
          </a:p>
          <a:p>
            <a:pPr marL="342900" indent="-342900">
              <a:lnSpc>
                <a:spcPct val="150000"/>
              </a:lnSpc>
              <a:buFont typeface="+mj-lt"/>
              <a:buAutoNum type="arabicPeriod"/>
            </a:pPr>
            <a:r>
              <a:rPr lang="en-US" dirty="0">
                <a:latin typeface="Mulish" panose="020B0604020202020204" charset="0"/>
              </a:rPr>
              <a:t>User selects payment method </a:t>
            </a:r>
          </a:p>
          <a:p>
            <a:pPr marL="342900" indent="-342900">
              <a:lnSpc>
                <a:spcPct val="150000"/>
              </a:lnSpc>
              <a:buFont typeface="+mj-lt"/>
              <a:buAutoNum type="arabicPeriod"/>
            </a:pPr>
            <a:r>
              <a:rPr lang="en-US" dirty="0">
                <a:latin typeface="Mulish" panose="020B0604020202020204" charset="0"/>
              </a:rPr>
              <a:t>System redirects the user to the payment gateway.</a:t>
            </a:r>
          </a:p>
          <a:p>
            <a:pPr marL="342900" indent="-342900">
              <a:lnSpc>
                <a:spcPct val="150000"/>
              </a:lnSpc>
              <a:buFont typeface="+mj-lt"/>
              <a:buAutoNum type="arabicPeriod"/>
            </a:pPr>
            <a:r>
              <a:rPr lang="en-US" dirty="0">
                <a:latin typeface="Mulish" panose="020B0604020202020204" charset="0"/>
              </a:rPr>
              <a:t>User completes authentication and payment.</a:t>
            </a:r>
          </a:p>
          <a:p>
            <a:pPr marL="342900" indent="-342900">
              <a:lnSpc>
                <a:spcPct val="150000"/>
              </a:lnSpc>
              <a:buFont typeface="+mj-lt"/>
              <a:buAutoNum type="arabicPeriod"/>
            </a:pPr>
            <a:r>
              <a:rPr lang="en-US" dirty="0">
                <a:latin typeface="Mulish" panose="020B0604020202020204" charset="0"/>
              </a:rPr>
              <a:t>The Gateway notifies our system instantly (via Webhook) of success.</a:t>
            </a:r>
          </a:p>
          <a:p>
            <a:pPr marL="342900" indent="-342900">
              <a:lnSpc>
                <a:spcPct val="150000"/>
              </a:lnSpc>
              <a:buFont typeface="+mj-lt"/>
              <a:buAutoNum type="arabicPeriod"/>
            </a:pPr>
            <a:r>
              <a:rPr lang="en-US" dirty="0">
                <a:latin typeface="Mulish" panose="020B0604020202020204" charset="0"/>
              </a:rPr>
              <a:t>System updates the Order Status to PAID.</a:t>
            </a:r>
          </a:p>
          <a:p>
            <a:pPr marL="342900" indent="-342900">
              <a:lnSpc>
                <a:spcPct val="150000"/>
              </a:lnSpc>
              <a:buFont typeface="+mj-lt"/>
              <a:buAutoNum type="arabicPeriod"/>
            </a:pPr>
            <a:endParaRPr lang="en-US" dirty="0">
              <a:latin typeface="Mulish" panose="020B0604020202020204" charset="0"/>
            </a:endParaRPr>
          </a:p>
          <a:p>
            <a:pPr>
              <a:lnSpc>
                <a:spcPct val="150000"/>
              </a:lnSpc>
            </a:pPr>
            <a:r>
              <a:rPr lang="en-US" b="1" dirty="0">
                <a:latin typeface="Mulish" panose="020B0604020202020204" charset="0"/>
              </a:rPr>
              <a:t>Alternative Scenario: </a:t>
            </a:r>
            <a:r>
              <a:rPr lang="en-US" dirty="0">
                <a:latin typeface="Mulish" panose="020B0604020202020204" charset="0"/>
              </a:rPr>
              <a:t>If Payment fails, the transaction rolls back. The order remains in PENDING PAYMENT status</a:t>
            </a:r>
          </a:p>
        </p:txBody>
      </p:sp>
      <p:pic>
        <p:nvPicPr>
          <p:cNvPr id="5" name="Picture 4">
            <a:extLst>
              <a:ext uri="{FF2B5EF4-FFF2-40B4-BE49-F238E27FC236}">
                <a16:creationId xmlns:a16="http://schemas.microsoft.com/office/drawing/2014/main" id="{6A48A5D0-05B2-B432-389A-B22352EB375D}"/>
              </a:ext>
            </a:extLst>
          </p:cNvPr>
          <p:cNvPicPr>
            <a:picLocks noChangeAspect="1"/>
          </p:cNvPicPr>
          <p:nvPr/>
        </p:nvPicPr>
        <p:blipFill>
          <a:blip r:embed="rId3"/>
          <a:stretch>
            <a:fillRect/>
          </a:stretch>
        </p:blipFill>
        <p:spPr>
          <a:xfrm>
            <a:off x="-7434" y="0"/>
            <a:ext cx="4595529" cy="5143500"/>
          </a:xfrm>
          <a:prstGeom prst="rect">
            <a:avLst/>
          </a:prstGeom>
        </p:spPr>
      </p:pic>
    </p:spTree>
    <p:extLst>
      <p:ext uri="{BB962C8B-B14F-4D97-AF65-F5344CB8AC3E}">
        <p14:creationId xmlns:p14="http://schemas.microsoft.com/office/powerpoint/2010/main" val="3158440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94"/>
        <p:cNvGrpSpPr/>
        <p:nvPr/>
      </p:nvGrpSpPr>
      <p:grpSpPr>
        <a:xfrm>
          <a:off x="0" y="0"/>
          <a:ext cx="0" cy="0"/>
          <a:chOff x="0" y="0"/>
          <a:chExt cx="0" cy="0"/>
        </a:xfrm>
      </p:grpSpPr>
      <p:pic>
        <p:nvPicPr>
          <p:cNvPr id="59" name="Picture 58">
            <a:extLst>
              <a:ext uri="{FF2B5EF4-FFF2-40B4-BE49-F238E27FC236}">
                <a16:creationId xmlns:a16="http://schemas.microsoft.com/office/drawing/2014/main" id="{25872591-D706-142F-6E9C-5BACC94C4DA1}"/>
              </a:ext>
            </a:extLst>
          </p:cNvPr>
          <p:cNvPicPr>
            <a:picLocks noChangeAspect="1"/>
          </p:cNvPicPr>
          <p:nvPr/>
        </p:nvPicPr>
        <p:blipFill>
          <a:blip r:embed="rId3"/>
          <a:stretch>
            <a:fillRect/>
          </a:stretch>
        </p:blipFill>
        <p:spPr>
          <a:xfrm>
            <a:off x="6309601" y="397262"/>
            <a:ext cx="1386236" cy="4348975"/>
          </a:xfrm>
          <a:prstGeom prst="rect">
            <a:avLst/>
          </a:prstGeom>
        </p:spPr>
      </p:pic>
      <p:sp>
        <p:nvSpPr>
          <p:cNvPr id="2" name="Google Shape;4354;p51">
            <a:extLst>
              <a:ext uri="{FF2B5EF4-FFF2-40B4-BE49-F238E27FC236}">
                <a16:creationId xmlns:a16="http://schemas.microsoft.com/office/drawing/2014/main" id="{0195B75D-6474-43C6-485D-1CF6EE9AF2B3}"/>
              </a:ext>
            </a:extLst>
          </p:cNvPr>
          <p:cNvSpPr txBox="1">
            <a:spLocks noGrp="1"/>
          </p:cNvSpPr>
          <p:nvPr>
            <p:ph type="title"/>
          </p:nvPr>
        </p:nvSpPr>
        <p:spPr>
          <a:xfrm>
            <a:off x="-512957" y="228291"/>
            <a:ext cx="5872976" cy="572700"/>
          </a:xfrm>
          <a:prstGeom prst="rect">
            <a:avLst/>
          </a:prstGeom>
        </p:spPr>
        <p:txBody>
          <a:bodyPr spcFirstLastPara="1" wrap="square" lIns="91425" tIns="91425" rIns="91425" bIns="91425" anchor="t" anchorCtr="0">
            <a:noAutofit/>
          </a:bodyPr>
          <a:lstStyle/>
          <a:p>
            <a:r>
              <a:rPr lang="en-US" sz="2400" dirty="0"/>
              <a:t>Product Catalog &amp; Marketplace</a:t>
            </a:r>
            <a:endParaRPr sz="1800" dirty="0"/>
          </a:p>
        </p:txBody>
      </p:sp>
      <p:pic>
        <p:nvPicPr>
          <p:cNvPr id="4" name="Picture 3">
            <a:extLst>
              <a:ext uri="{FF2B5EF4-FFF2-40B4-BE49-F238E27FC236}">
                <a16:creationId xmlns:a16="http://schemas.microsoft.com/office/drawing/2014/main" id="{B9FA1EF1-76D2-BA70-DCF8-B3EDFA135607}"/>
              </a:ext>
            </a:extLst>
          </p:cNvPr>
          <p:cNvPicPr>
            <a:picLocks noChangeAspect="1"/>
          </p:cNvPicPr>
          <p:nvPr/>
        </p:nvPicPr>
        <p:blipFill>
          <a:blip r:embed="rId4"/>
          <a:stretch>
            <a:fillRect/>
          </a:stretch>
        </p:blipFill>
        <p:spPr>
          <a:xfrm>
            <a:off x="2001376" y="800991"/>
            <a:ext cx="3585094" cy="391012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94">
          <a:extLst>
            <a:ext uri="{FF2B5EF4-FFF2-40B4-BE49-F238E27FC236}">
              <a16:creationId xmlns:a16="http://schemas.microsoft.com/office/drawing/2014/main" id="{AFE3C5F3-40A6-C276-F0C9-BA88DB7698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E03ED98-7F9A-F0A8-4971-8A6E53E66F67}"/>
              </a:ext>
            </a:extLst>
          </p:cNvPr>
          <p:cNvPicPr>
            <a:picLocks noChangeAspect="1"/>
          </p:cNvPicPr>
          <p:nvPr/>
        </p:nvPicPr>
        <p:blipFill>
          <a:blip r:embed="rId3"/>
          <a:stretch>
            <a:fillRect/>
          </a:stretch>
        </p:blipFill>
        <p:spPr>
          <a:xfrm>
            <a:off x="6464419" y="388571"/>
            <a:ext cx="1525496" cy="4366358"/>
          </a:xfrm>
          <a:prstGeom prst="rect">
            <a:avLst/>
          </a:prstGeom>
        </p:spPr>
      </p:pic>
      <p:sp>
        <p:nvSpPr>
          <p:cNvPr id="2" name="Google Shape;4354;p51">
            <a:extLst>
              <a:ext uri="{FF2B5EF4-FFF2-40B4-BE49-F238E27FC236}">
                <a16:creationId xmlns:a16="http://schemas.microsoft.com/office/drawing/2014/main" id="{ADFE554D-AB11-428F-5E5C-B744BE034325}"/>
              </a:ext>
            </a:extLst>
          </p:cNvPr>
          <p:cNvSpPr txBox="1">
            <a:spLocks noGrp="1"/>
          </p:cNvSpPr>
          <p:nvPr>
            <p:ph type="title"/>
          </p:nvPr>
        </p:nvSpPr>
        <p:spPr>
          <a:xfrm>
            <a:off x="-1375318" y="235725"/>
            <a:ext cx="5872976" cy="572700"/>
          </a:xfrm>
          <a:prstGeom prst="rect">
            <a:avLst/>
          </a:prstGeom>
        </p:spPr>
        <p:txBody>
          <a:bodyPr spcFirstLastPara="1" wrap="square" lIns="91425" tIns="91425" rIns="91425" bIns="91425" anchor="t" anchorCtr="0">
            <a:noAutofit/>
          </a:bodyPr>
          <a:lstStyle/>
          <a:p>
            <a:r>
              <a:rPr lang="en-US" sz="2400" dirty="0"/>
              <a:t>Product</a:t>
            </a:r>
            <a:r>
              <a:rPr lang="ar-EG" sz="2400" dirty="0"/>
              <a:t> </a:t>
            </a:r>
            <a:r>
              <a:rPr lang="en-US" sz="2400" dirty="0"/>
              <a:t> Details </a:t>
            </a:r>
            <a:endParaRPr sz="1400" dirty="0"/>
          </a:p>
        </p:txBody>
      </p:sp>
      <p:pic>
        <p:nvPicPr>
          <p:cNvPr id="5" name="Picture 4">
            <a:extLst>
              <a:ext uri="{FF2B5EF4-FFF2-40B4-BE49-F238E27FC236}">
                <a16:creationId xmlns:a16="http://schemas.microsoft.com/office/drawing/2014/main" id="{A7ED6273-C9EF-AC61-2FD4-7E0EC60ADB58}"/>
              </a:ext>
            </a:extLst>
          </p:cNvPr>
          <p:cNvPicPr>
            <a:picLocks noChangeAspect="1"/>
          </p:cNvPicPr>
          <p:nvPr/>
        </p:nvPicPr>
        <p:blipFill>
          <a:blip r:embed="rId4"/>
          <a:srcRect b="8899"/>
          <a:stretch>
            <a:fillRect/>
          </a:stretch>
        </p:blipFill>
        <p:spPr>
          <a:xfrm>
            <a:off x="2397740" y="777142"/>
            <a:ext cx="3277498" cy="3977787"/>
          </a:xfrm>
          <a:prstGeom prst="rect">
            <a:avLst/>
          </a:prstGeom>
        </p:spPr>
      </p:pic>
    </p:spTree>
    <p:extLst>
      <p:ext uri="{BB962C8B-B14F-4D97-AF65-F5344CB8AC3E}">
        <p14:creationId xmlns:p14="http://schemas.microsoft.com/office/powerpoint/2010/main" val="3229522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94">
          <a:extLst>
            <a:ext uri="{FF2B5EF4-FFF2-40B4-BE49-F238E27FC236}">
              <a16:creationId xmlns:a16="http://schemas.microsoft.com/office/drawing/2014/main" id="{38BB6948-46BB-7964-D2A2-04E9BEF100AD}"/>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F39D3591-50A4-207F-E523-C57F712E49A4}"/>
              </a:ext>
            </a:extLst>
          </p:cNvPr>
          <p:cNvPicPr>
            <a:picLocks noChangeAspect="1"/>
          </p:cNvPicPr>
          <p:nvPr/>
        </p:nvPicPr>
        <p:blipFill>
          <a:blip r:embed="rId3"/>
          <a:stretch>
            <a:fillRect/>
          </a:stretch>
        </p:blipFill>
        <p:spPr>
          <a:xfrm>
            <a:off x="6429104" y="200413"/>
            <a:ext cx="1407981" cy="4742671"/>
          </a:xfrm>
          <a:prstGeom prst="rect">
            <a:avLst/>
          </a:prstGeom>
        </p:spPr>
      </p:pic>
      <p:pic>
        <p:nvPicPr>
          <p:cNvPr id="4" name="Picture 3">
            <a:extLst>
              <a:ext uri="{FF2B5EF4-FFF2-40B4-BE49-F238E27FC236}">
                <a16:creationId xmlns:a16="http://schemas.microsoft.com/office/drawing/2014/main" id="{A059EE78-533A-F73A-6E4F-6E1F81721285}"/>
              </a:ext>
            </a:extLst>
          </p:cNvPr>
          <p:cNvPicPr>
            <a:picLocks noChangeAspect="1"/>
          </p:cNvPicPr>
          <p:nvPr/>
        </p:nvPicPr>
        <p:blipFill>
          <a:blip r:embed="rId4"/>
          <a:stretch>
            <a:fillRect/>
          </a:stretch>
        </p:blipFill>
        <p:spPr>
          <a:xfrm>
            <a:off x="1552066" y="1067569"/>
            <a:ext cx="4243672" cy="3394937"/>
          </a:xfrm>
          <a:prstGeom prst="rect">
            <a:avLst/>
          </a:prstGeom>
        </p:spPr>
      </p:pic>
      <p:sp>
        <p:nvSpPr>
          <p:cNvPr id="2" name="Google Shape;4354;p51">
            <a:extLst>
              <a:ext uri="{FF2B5EF4-FFF2-40B4-BE49-F238E27FC236}">
                <a16:creationId xmlns:a16="http://schemas.microsoft.com/office/drawing/2014/main" id="{0FC6516D-C403-DCB5-3973-21FB516F49C4}"/>
              </a:ext>
            </a:extLst>
          </p:cNvPr>
          <p:cNvSpPr txBox="1">
            <a:spLocks noGrp="1"/>
          </p:cNvSpPr>
          <p:nvPr>
            <p:ph type="title"/>
          </p:nvPr>
        </p:nvSpPr>
        <p:spPr>
          <a:xfrm>
            <a:off x="-892099" y="228291"/>
            <a:ext cx="5872976" cy="572700"/>
          </a:xfrm>
          <a:prstGeom prst="rect">
            <a:avLst/>
          </a:prstGeom>
        </p:spPr>
        <p:txBody>
          <a:bodyPr spcFirstLastPara="1" wrap="square" lIns="91425" tIns="91425" rIns="91425" bIns="91425" anchor="t" anchorCtr="0">
            <a:noAutofit/>
          </a:bodyPr>
          <a:lstStyle/>
          <a:p>
            <a:r>
              <a:rPr lang="en-US" sz="2400" dirty="0"/>
              <a:t>AI Generative Design Lab</a:t>
            </a:r>
            <a:endParaRPr sz="1400" dirty="0"/>
          </a:p>
        </p:txBody>
      </p:sp>
    </p:spTree>
    <p:extLst>
      <p:ext uri="{BB962C8B-B14F-4D97-AF65-F5344CB8AC3E}">
        <p14:creationId xmlns:p14="http://schemas.microsoft.com/office/powerpoint/2010/main" val="2735123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94">
          <a:extLst>
            <a:ext uri="{FF2B5EF4-FFF2-40B4-BE49-F238E27FC236}">
              <a16:creationId xmlns:a16="http://schemas.microsoft.com/office/drawing/2014/main" id="{8873880C-71D8-5313-CCB9-76FAA85E92A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08FFB68-2A64-A2D3-99CD-3309C83934BE}"/>
              </a:ext>
            </a:extLst>
          </p:cNvPr>
          <p:cNvPicPr>
            <a:picLocks noChangeAspect="1"/>
          </p:cNvPicPr>
          <p:nvPr/>
        </p:nvPicPr>
        <p:blipFill>
          <a:blip r:embed="rId3"/>
          <a:stretch>
            <a:fillRect/>
          </a:stretch>
        </p:blipFill>
        <p:spPr>
          <a:xfrm>
            <a:off x="6716699" y="397262"/>
            <a:ext cx="1307411" cy="4348975"/>
          </a:xfrm>
          <a:prstGeom prst="rect">
            <a:avLst/>
          </a:prstGeom>
        </p:spPr>
      </p:pic>
      <p:pic>
        <p:nvPicPr>
          <p:cNvPr id="4668" name="Picture 4667">
            <a:extLst>
              <a:ext uri="{FF2B5EF4-FFF2-40B4-BE49-F238E27FC236}">
                <a16:creationId xmlns:a16="http://schemas.microsoft.com/office/drawing/2014/main" id="{1233B3D8-59ED-0E33-4C3C-32E1A1E44DB9}"/>
              </a:ext>
            </a:extLst>
          </p:cNvPr>
          <p:cNvPicPr>
            <a:picLocks noChangeAspect="1"/>
          </p:cNvPicPr>
          <p:nvPr/>
        </p:nvPicPr>
        <p:blipFill>
          <a:blip r:embed="rId4"/>
          <a:stretch>
            <a:fillRect/>
          </a:stretch>
        </p:blipFill>
        <p:spPr>
          <a:xfrm>
            <a:off x="1743360" y="1189856"/>
            <a:ext cx="3821497" cy="3556381"/>
          </a:xfrm>
          <a:prstGeom prst="rect">
            <a:avLst/>
          </a:prstGeom>
        </p:spPr>
      </p:pic>
      <p:sp>
        <p:nvSpPr>
          <p:cNvPr id="4" name="Google Shape;4354;p51">
            <a:extLst>
              <a:ext uri="{FF2B5EF4-FFF2-40B4-BE49-F238E27FC236}">
                <a16:creationId xmlns:a16="http://schemas.microsoft.com/office/drawing/2014/main" id="{67E4031E-BD73-1DE7-CF5A-8E3B3A234837}"/>
              </a:ext>
            </a:extLst>
          </p:cNvPr>
          <p:cNvSpPr txBox="1">
            <a:spLocks noGrp="1"/>
          </p:cNvSpPr>
          <p:nvPr>
            <p:ph type="title"/>
          </p:nvPr>
        </p:nvSpPr>
        <p:spPr>
          <a:xfrm>
            <a:off x="74341" y="220857"/>
            <a:ext cx="5062653" cy="572700"/>
          </a:xfrm>
          <a:prstGeom prst="rect">
            <a:avLst/>
          </a:prstGeom>
        </p:spPr>
        <p:txBody>
          <a:bodyPr spcFirstLastPara="1" wrap="square" lIns="91425" tIns="91425" rIns="91425" bIns="91425" anchor="t" anchorCtr="0">
            <a:noAutofit/>
          </a:bodyPr>
          <a:lstStyle/>
          <a:p>
            <a:r>
              <a:rPr lang="en-US" sz="2400" dirty="0"/>
              <a:t>Professional Upload &amp; Instant Quote</a:t>
            </a:r>
            <a:endParaRPr sz="2400" dirty="0"/>
          </a:p>
        </p:txBody>
      </p:sp>
    </p:spTree>
    <p:extLst>
      <p:ext uri="{BB962C8B-B14F-4D97-AF65-F5344CB8AC3E}">
        <p14:creationId xmlns:p14="http://schemas.microsoft.com/office/powerpoint/2010/main" val="3449600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94">
          <a:extLst>
            <a:ext uri="{FF2B5EF4-FFF2-40B4-BE49-F238E27FC236}">
              <a16:creationId xmlns:a16="http://schemas.microsoft.com/office/drawing/2014/main" id="{C7F6C3EE-5614-B2FA-125C-E65B65FDA09C}"/>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16F4DA62-5F6C-82D6-2B80-C9CBBA187C2C}"/>
              </a:ext>
            </a:extLst>
          </p:cNvPr>
          <p:cNvPicPr>
            <a:picLocks noChangeAspect="1"/>
          </p:cNvPicPr>
          <p:nvPr/>
        </p:nvPicPr>
        <p:blipFill>
          <a:blip r:embed="rId3"/>
          <a:stretch>
            <a:fillRect/>
          </a:stretch>
        </p:blipFill>
        <p:spPr>
          <a:xfrm>
            <a:off x="6340196" y="397259"/>
            <a:ext cx="1600966" cy="4348975"/>
          </a:xfrm>
          <a:prstGeom prst="rect">
            <a:avLst/>
          </a:prstGeom>
        </p:spPr>
      </p:pic>
      <p:pic>
        <p:nvPicPr>
          <p:cNvPr id="5" name="Picture 4">
            <a:extLst>
              <a:ext uri="{FF2B5EF4-FFF2-40B4-BE49-F238E27FC236}">
                <a16:creationId xmlns:a16="http://schemas.microsoft.com/office/drawing/2014/main" id="{7345CC93-8E53-A6D4-9E30-A01895EEF2EE}"/>
              </a:ext>
            </a:extLst>
          </p:cNvPr>
          <p:cNvPicPr>
            <a:picLocks noChangeAspect="1"/>
          </p:cNvPicPr>
          <p:nvPr/>
        </p:nvPicPr>
        <p:blipFill>
          <a:blip r:embed="rId4"/>
          <a:stretch>
            <a:fillRect/>
          </a:stretch>
        </p:blipFill>
        <p:spPr>
          <a:xfrm>
            <a:off x="1859617" y="1049606"/>
            <a:ext cx="3188168" cy="3549805"/>
          </a:xfrm>
          <a:prstGeom prst="rect">
            <a:avLst/>
          </a:prstGeom>
        </p:spPr>
      </p:pic>
      <p:sp>
        <p:nvSpPr>
          <p:cNvPr id="2" name="Google Shape;4354;p51">
            <a:extLst>
              <a:ext uri="{FF2B5EF4-FFF2-40B4-BE49-F238E27FC236}">
                <a16:creationId xmlns:a16="http://schemas.microsoft.com/office/drawing/2014/main" id="{5E5A0909-A4F4-7D76-623F-96EAC265DB06}"/>
              </a:ext>
            </a:extLst>
          </p:cNvPr>
          <p:cNvSpPr txBox="1">
            <a:spLocks noGrp="1"/>
          </p:cNvSpPr>
          <p:nvPr>
            <p:ph type="title"/>
          </p:nvPr>
        </p:nvSpPr>
        <p:spPr>
          <a:xfrm>
            <a:off x="-594732" y="257739"/>
            <a:ext cx="5062653" cy="572700"/>
          </a:xfrm>
          <a:prstGeom prst="rect">
            <a:avLst/>
          </a:prstGeom>
        </p:spPr>
        <p:txBody>
          <a:bodyPr spcFirstLastPara="1" wrap="square" lIns="91425" tIns="91425" rIns="91425" bIns="91425" anchor="t" anchorCtr="0">
            <a:noAutofit/>
          </a:bodyPr>
          <a:lstStyle/>
          <a:p>
            <a:r>
              <a:rPr lang="en-US" sz="2400" dirty="0"/>
              <a:t>Checkout and Payment</a:t>
            </a:r>
            <a:endParaRPr sz="2400" dirty="0"/>
          </a:p>
        </p:txBody>
      </p:sp>
    </p:spTree>
    <p:extLst>
      <p:ext uri="{BB962C8B-B14F-4D97-AF65-F5344CB8AC3E}">
        <p14:creationId xmlns:p14="http://schemas.microsoft.com/office/powerpoint/2010/main" val="28472537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94">
          <a:extLst>
            <a:ext uri="{FF2B5EF4-FFF2-40B4-BE49-F238E27FC236}">
              <a16:creationId xmlns:a16="http://schemas.microsoft.com/office/drawing/2014/main" id="{80209E8D-8755-1AF8-F0F9-27C36B34528D}"/>
            </a:ext>
          </a:extLst>
        </p:cNvPr>
        <p:cNvGrpSpPr/>
        <p:nvPr/>
      </p:nvGrpSpPr>
      <p:grpSpPr>
        <a:xfrm>
          <a:off x="0" y="0"/>
          <a:ext cx="0" cy="0"/>
          <a:chOff x="0" y="0"/>
          <a:chExt cx="0" cy="0"/>
        </a:xfrm>
      </p:grpSpPr>
      <p:sp>
        <p:nvSpPr>
          <p:cNvPr id="4395" name="Google Shape;4395;p52">
            <a:extLst>
              <a:ext uri="{FF2B5EF4-FFF2-40B4-BE49-F238E27FC236}">
                <a16:creationId xmlns:a16="http://schemas.microsoft.com/office/drawing/2014/main" id="{0AEDEEAF-C0C1-61A5-2D80-303CCECB7C6A}"/>
              </a:ext>
            </a:extLst>
          </p:cNvPr>
          <p:cNvSpPr/>
          <p:nvPr/>
        </p:nvSpPr>
        <p:spPr>
          <a:xfrm>
            <a:off x="3583159" y="1977747"/>
            <a:ext cx="1608000" cy="1608000"/>
          </a:xfrm>
          <a:prstGeom prst="roundRect">
            <a:avLst>
              <a:gd name="adj" fmla="val 16667"/>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ulish"/>
              <a:ea typeface="Mulish"/>
              <a:cs typeface="Mulish"/>
              <a:sym typeface="Mulish"/>
            </a:endParaRPr>
          </a:p>
        </p:txBody>
      </p:sp>
      <p:sp>
        <p:nvSpPr>
          <p:cNvPr id="4397" name="Google Shape;4397;p52">
            <a:extLst>
              <a:ext uri="{FF2B5EF4-FFF2-40B4-BE49-F238E27FC236}">
                <a16:creationId xmlns:a16="http://schemas.microsoft.com/office/drawing/2014/main" id="{9DAD6EC4-84C6-9EAC-C11F-02080E3DB056}"/>
              </a:ext>
            </a:extLst>
          </p:cNvPr>
          <p:cNvSpPr/>
          <p:nvPr/>
        </p:nvSpPr>
        <p:spPr>
          <a:xfrm>
            <a:off x="833826" y="1309486"/>
            <a:ext cx="773400" cy="773400"/>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ulish"/>
              <a:ea typeface="Mulish"/>
              <a:cs typeface="Mulish"/>
              <a:sym typeface="Mulish"/>
            </a:endParaRPr>
          </a:p>
        </p:txBody>
      </p:sp>
      <p:sp>
        <p:nvSpPr>
          <p:cNvPr id="4398" name="Google Shape;4398;p52">
            <a:extLst>
              <a:ext uri="{FF2B5EF4-FFF2-40B4-BE49-F238E27FC236}">
                <a16:creationId xmlns:a16="http://schemas.microsoft.com/office/drawing/2014/main" id="{59198FA8-8B52-CEAD-549E-B9062FC57B74}"/>
              </a:ext>
            </a:extLst>
          </p:cNvPr>
          <p:cNvSpPr/>
          <p:nvPr/>
        </p:nvSpPr>
        <p:spPr>
          <a:xfrm>
            <a:off x="833826" y="2394922"/>
            <a:ext cx="773400" cy="773400"/>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ulish"/>
              <a:ea typeface="Mulish"/>
              <a:cs typeface="Mulish"/>
              <a:sym typeface="Mulish"/>
            </a:endParaRPr>
          </a:p>
        </p:txBody>
      </p:sp>
      <p:sp>
        <p:nvSpPr>
          <p:cNvPr id="4399" name="Google Shape;4399;p52">
            <a:extLst>
              <a:ext uri="{FF2B5EF4-FFF2-40B4-BE49-F238E27FC236}">
                <a16:creationId xmlns:a16="http://schemas.microsoft.com/office/drawing/2014/main" id="{FA1B7F67-4076-BB77-E55D-ECE154972DC6}"/>
              </a:ext>
            </a:extLst>
          </p:cNvPr>
          <p:cNvSpPr/>
          <p:nvPr/>
        </p:nvSpPr>
        <p:spPr>
          <a:xfrm>
            <a:off x="833826" y="3452947"/>
            <a:ext cx="773400" cy="773400"/>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ulish"/>
              <a:ea typeface="Mulish"/>
              <a:cs typeface="Mulish"/>
              <a:sym typeface="Mulish"/>
            </a:endParaRPr>
          </a:p>
        </p:txBody>
      </p:sp>
      <p:sp>
        <p:nvSpPr>
          <p:cNvPr id="4400" name="Google Shape;4400;p52">
            <a:extLst>
              <a:ext uri="{FF2B5EF4-FFF2-40B4-BE49-F238E27FC236}">
                <a16:creationId xmlns:a16="http://schemas.microsoft.com/office/drawing/2014/main" id="{647C505B-F7BE-97DF-E4E5-8D2E4A03C662}"/>
              </a:ext>
            </a:extLst>
          </p:cNvPr>
          <p:cNvSpPr/>
          <p:nvPr/>
        </p:nvSpPr>
        <p:spPr>
          <a:xfrm>
            <a:off x="7554875" y="1324248"/>
            <a:ext cx="773400" cy="773400"/>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ulish"/>
              <a:ea typeface="Mulish"/>
              <a:cs typeface="Mulish"/>
              <a:sym typeface="Mulish"/>
            </a:endParaRPr>
          </a:p>
        </p:txBody>
      </p:sp>
      <p:sp>
        <p:nvSpPr>
          <p:cNvPr id="4401" name="Google Shape;4401;p52">
            <a:extLst>
              <a:ext uri="{FF2B5EF4-FFF2-40B4-BE49-F238E27FC236}">
                <a16:creationId xmlns:a16="http://schemas.microsoft.com/office/drawing/2014/main" id="{60D5BB2F-50E3-620C-6F60-6411D106C4F9}"/>
              </a:ext>
            </a:extLst>
          </p:cNvPr>
          <p:cNvSpPr/>
          <p:nvPr/>
        </p:nvSpPr>
        <p:spPr>
          <a:xfrm>
            <a:off x="7525139" y="2394922"/>
            <a:ext cx="773400" cy="773400"/>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ulish"/>
              <a:ea typeface="Mulish"/>
              <a:cs typeface="Mulish"/>
              <a:sym typeface="Mulish"/>
            </a:endParaRPr>
          </a:p>
        </p:txBody>
      </p:sp>
      <p:sp>
        <p:nvSpPr>
          <p:cNvPr id="4402" name="Google Shape;4402;p52">
            <a:extLst>
              <a:ext uri="{FF2B5EF4-FFF2-40B4-BE49-F238E27FC236}">
                <a16:creationId xmlns:a16="http://schemas.microsoft.com/office/drawing/2014/main" id="{5A3DED23-34B3-CED0-0B6B-9FB5BACE7CDC}"/>
              </a:ext>
            </a:extLst>
          </p:cNvPr>
          <p:cNvSpPr/>
          <p:nvPr/>
        </p:nvSpPr>
        <p:spPr>
          <a:xfrm>
            <a:off x="7525139" y="3467709"/>
            <a:ext cx="773400" cy="773400"/>
          </a:xfrm>
          <a:prstGeom prst="roundRect">
            <a:avLst>
              <a:gd name="adj" fmla="val 1375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ulish"/>
              <a:ea typeface="Mulish"/>
              <a:cs typeface="Mulish"/>
              <a:sym typeface="Mulish"/>
            </a:endParaRPr>
          </a:p>
        </p:txBody>
      </p:sp>
      <p:cxnSp>
        <p:nvCxnSpPr>
          <p:cNvPr id="4415" name="Google Shape;4415;p52">
            <a:extLst>
              <a:ext uri="{FF2B5EF4-FFF2-40B4-BE49-F238E27FC236}">
                <a16:creationId xmlns:a16="http://schemas.microsoft.com/office/drawing/2014/main" id="{FF366E7A-2188-5C07-9537-F74528AF0DD5}"/>
              </a:ext>
            </a:extLst>
          </p:cNvPr>
          <p:cNvCxnSpPr>
            <a:cxnSpLocks/>
            <a:stCxn id="4397" idx="3"/>
          </p:cNvCxnSpPr>
          <p:nvPr/>
        </p:nvCxnSpPr>
        <p:spPr>
          <a:xfrm>
            <a:off x="1607226" y="1696186"/>
            <a:ext cx="578400" cy="1085700"/>
          </a:xfrm>
          <a:prstGeom prst="bentConnector3">
            <a:avLst>
              <a:gd name="adj1" fmla="val 49993"/>
            </a:avLst>
          </a:prstGeom>
          <a:noFill/>
          <a:ln w="9525" cap="flat" cmpd="sng">
            <a:solidFill>
              <a:schemeClr val="dk1"/>
            </a:solidFill>
            <a:prstDash val="solid"/>
            <a:round/>
            <a:headEnd type="none" w="med" len="med"/>
            <a:tailEnd type="triangle" w="med" len="med"/>
          </a:ln>
        </p:spPr>
      </p:cxnSp>
      <p:cxnSp>
        <p:nvCxnSpPr>
          <p:cNvPr id="4416" name="Google Shape;4416;p52">
            <a:extLst>
              <a:ext uri="{FF2B5EF4-FFF2-40B4-BE49-F238E27FC236}">
                <a16:creationId xmlns:a16="http://schemas.microsoft.com/office/drawing/2014/main" id="{C2864BFD-866B-A58A-15CF-ED902CADE1B9}"/>
              </a:ext>
            </a:extLst>
          </p:cNvPr>
          <p:cNvCxnSpPr>
            <a:cxnSpLocks/>
            <a:stCxn id="4399" idx="3"/>
          </p:cNvCxnSpPr>
          <p:nvPr/>
        </p:nvCxnSpPr>
        <p:spPr>
          <a:xfrm rot="10800000" flipH="1">
            <a:off x="1607226" y="2781847"/>
            <a:ext cx="578400" cy="1057800"/>
          </a:xfrm>
          <a:prstGeom prst="bentConnector3">
            <a:avLst>
              <a:gd name="adj1" fmla="val 49993"/>
            </a:avLst>
          </a:prstGeom>
          <a:noFill/>
          <a:ln w="9525" cap="flat" cmpd="sng">
            <a:solidFill>
              <a:schemeClr val="dk1"/>
            </a:solidFill>
            <a:prstDash val="solid"/>
            <a:round/>
            <a:headEnd type="none" w="med" len="med"/>
            <a:tailEnd type="triangle" w="med" len="med"/>
          </a:ln>
        </p:spPr>
      </p:cxnSp>
      <p:cxnSp>
        <p:nvCxnSpPr>
          <p:cNvPr id="4417" name="Google Shape;4417;p52">
            <a:extLst>
              <a:ext uri="{FF2B5EF4-FFF2-40B4-BE49-F238E27FC236}">
                <a16:creationId xmlns:a16="http://schemas.microsoft.com/office/drawing/2014/main" id="{182F2FC7-DFC0-783A-C52F-D4A77BAFDD0A}"/>
              </a:ext>
            </a:extLst>
          </p:cNvPr>
          <p:cNvCxnSpPr>
            <a:cxnSpLocks/>
          </p:cNvCxnSpPr>
          <p:nvPr/>
        </p:nvCxnSpPr>
        <p:spPr>
          <a:xfrm flipH="1">
            <a:off x="6923339" y="1710948"/>
            <a:ext cx="601800" cy="1070700"/>
          </a:xfrm>
          <a:prstGeom prst="bentConnector3">
            <a:avLst>
              <a:gd name="adj1" fmla="val 50003"/>
            </a:avLst>
          </a:prstGeom>
          <a:noFill/>
          <a:ln w="9525" cap="flat" cmpd="sng">
            <a:solidFill>
              <a:schemeClr val="dk1"/>
            </a:solidFill>
            <a:prstDash val="solid"/>
            <a:round/>
            <a:headEnd type="none" w="med" len="med"/>
            <a:tailEnd type="triangle" w="med" len="med"/>
          </a:ln>
        </p:spPr>
      </p:cxnSp>
      <p:cxnSp>
        <p:nvCxnSpPr>
          <p:cNvPr id="4418" name="Google Shape;4418;p52">
            <a:extLst>
              <a:ext uri="{FF2B5EF4-FFF2-40B4-BE49-F238E27FC236}">
                <a16:creationId xmlns:a16="http://schemas.microsoft.com/office/drawing/2014/main" id="{2ECB6E12-D41A-57FD-6721-A3293BAE054D}"/>
              </a:ext>
            </a:extLst>
          </p:cNvPr>
          <p:cNvCxnSpPr>
            <a:cxnSpLocks/>
            <a:stCxn id="4402" idx="1"/>
          </p:cNvCxnSpPr>
          <p:nvPr/>
        </p:nvCxnSpPr>
        <p:spPr>
          <a:xfrm rot="10800000">
            <a:off x="6923339" y="2781609"/>
            <a:ext cx="601800" cy="1072800"/>
          </a:xfrm>
          <a:prstGeom prst="bentConnector3">
            <a:avLst>
              <a:gd name="adj1" fmla="val 50003"/>
            </a:avLst>
          </a:prstGeom>
          <a:noFill/>
          <a:ln w="9525" cap="flat" cmpd="sng">
            <a:solidFill>
              <a:schemeClr val="dk1"/>
            </a:solidFill>
            <a:prstDash val="solid"/>
            <a:round/>
            <a:headEnd type="none" w="med" len="med"/>
            <a:tailEnd type="triangle" w="med" len="med"/>
          </a:ln>
        </p:spPr>
      </p:cxnSp>
      <p:cxnSp>
        <p:nvCxnSpPr>
          <p:cNvPr id="4419" name="Google Shape;4419;p52">
            <a:extLst>
              <a:ext uri="{FF2B5EF4-FFF2-40B4-BE49-F238E27FC236}">
                <a16:creationId xmlns:a16="http://schemas.microsoft.com/office/drawing/2014/main" id="{ABC7D0E3-0336-E47D-CF91-598E6E56D418}"/>
              </a:ext>
            </a:extLst>
          </p:cNvPr>
          <p:cNvCxnSpPr>
            <a:cxnSpLocks/>
            <a:stCxn id="4398" idx="3"/>
          </p:cNvCxnSpPr>
          <p:nvPr/>
        </p:nvCxnSpPr>
        <p:spPr>
          <a:xfrm>
            <a:off x="1607226" y="2781622"/>
            <a:ext cx="578400" cy="0"/>
          </a:xfrm>
          <a:prstGeom prst="straightConnector1">
            <a:avLst/>
          </a:prstGeom>
          <a:noFill/>
          <a:ln w="9525" cap="flat" cmpd="sng">
            <a:solidFill>
              <a:schemeClr val="dk1"/>
            </a:solidFill>
            <a:prstDash val="solid"/>
            <a:round/>
            <a:headEnd type="none" w="med" len="med"/>
            <a:tailEnd type="triangle" w="med" len="med"/>
          </a:ln>
        </p:spPr>
      </p:cxnSp>
      <p:cxnSp>
        <p:nvCxnSpPr>
          <p:cNvPr id="4420" name="Google Shape;4420;p52">
            <a:extLst>
              <a:ext uri="{FF2B5EF4-FFF2-40B4-BE49-F238E27FC236}">
                <a16:creationId xmlns:a16="http://schemas.microsoft.com/office/drawing/2014/main" id="{9FDB8C3A-C086-F3E3-C760-5A33B6321C25}"/>
              </a:ext>
            </a:extLst>
          </p:cNvPr>
          <p:cNvCxnSpPr>
            <a:cxnSpLocks/>
            <a:stCxn id="4401" idx="1"/>
          </p:cNvCxnSpPr>
          <p:nvPr/>
        </p:nvCxnSpPr>
        <p:spPr>
          <a:xfrm rot="10800000">
            <a:off x="6923339" y="2781622"/>
            <a:ext cx="601800" cy="0"/>
          </a:xfrm>
          <a:prstGeom prst="straightConnector1">
            <a:avLst/>
          </a:prstGeom>
          <a:noFill/>
          <a:ln w="9525" cap="flat" cmpd="sng">
            <a:solidFill>
              <a:schemeClr val="dk1"/>
            </a:solidFill>
            <a:prstDash val="solid"/>
            <a:round/>
            <a:headEnd type="none" w="med" len="med"/>
            <a:tailEnd type="triangle" w="med" len="med"/>
          </a:ln>
        </p:spPr>
      </p:cxnSp>
      <p:grpSp>
        <p:nvGrpSpPr>
          <p:cNvPr id="36" name="Google Shape;5456;p61">
            <a:extLst>
              <a:ext uri="{FF2B5EF4-FFF2-40B4-BE49-F238E27FC236}">
                <a16:creationId xmlns:a16="http://schemas.microsoft.com/office/drawing/2014/main" id="{51E35A1A-C3A7-DC3D-6943-886BDB62FB61}"/>
              </a:ext>
            </a:extLst>
          </p:cNvPr>
          <p:cNvGrpSpPr/>
          <p:nvPr/>
        </p:nvGrpSpPr>
        <p:grpSpPr>
          <a:xfrm>
            <a:off x="3242726" y="1468788"/>
            <a:ext cx="3201867" cy="2404019"/>
            <a:chOff x="331763" y="414153"/>
            <a:chExt cx="6903246" cy="5019697"/>
          </a:xfrm>
        </p:grpSpPr>
        <p:sp>
          <p:nvSpPr>
            <p:cNvPr id="37" name="Google Shape;5457;p61">
              <a:extLst>
                <a:ext uri="{FF2B5EF4-FFF2-40B4-BE49-F238E27FC236}">
                  <a16:creationId xmlns:a16="http://schemas.microsoft.com/office/drawing/2014/main" id="{A97DF62B-680E-A074-A4F9-9A8D1F3CC17C}"/>
                </a:ext>
              </a:extLst>
            </p:cNvPr>
            <p:cNvSpPr/>
            <p:nvPr/>
          </p:nvSpPr>
          <p:spPr>
            <a:xfrm>
              <a:off x="2953125" y="4725150"/>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458;p61">
              <a:extLst>
                <a:ext uri="{FF2B5EF4-FFF2-40B4-BE49-F238E27FC236}">
                  <a16:creationId xmlns:a16="http://schemas.microsoft.com/office/drawing/2014/main" id="{68CA0982-D177-74C6-F516-4769A73EAC63}"/>
                </a:ext>
              </a:extLst>
            </p:cNvPr>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459;p61">
              <a:extLst>
                <a:ext uri="{FF2B5EF4-FFF2-40B4-BE49-F238E27FC236}">
                  <a16:creationId xmlns:a16="http://schemas.microsoft.com/office/drawing/2014/main" id="{33B0C42D-BC08-785B-D49A-B6AB8339828C}"/>
                </a:ext>
              </a:extLst>
            </p:cNvPr>
            <p:cNvSpPr/>
            <p:nvPr/>
          </p:nvSpPr>
          <p:spPr>
            <a:xfrm>
              <a:off x="547300" y="600323"/>
              <a:ext cx="6472159" cy="3981525"/>
            </a:xfrm>
            <a:custGeom>
              <a:avLst/>
              <a:gdLst/>
              <a:ahLst/>
              <a:cxnLst/>
              <a:rect l="l" t="t" r="r" b="b"/>
              <a:pathLst>
                <a:path w="232665" h="165707" extrusionOk="0">
                  <a:moveTo>
                    <a:pt x="1" y="1"/>
                  </a:moveTo>
                  <a:lnTo>
                    <a:pt x="1" y="24307"/>
                  </a:lnTo>
                  <a:lnTo>
                    <a:pt x="1" y="165707"/>
                  </a:lnTo>
                  <a:lnTo>
                    <a:pt x="232665" y="165707"/>
                  </a:lnTo>
                  <a:lnTo>
                    <a:pt x="232665" y="121532"/>
                  </a:lnTo>
                  <a:lnTo>
                    <a:pt x="2326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5460;p61">
              <a:extLst>
                <a:ext uri="{FF2B5EF4-FFF2-40B4-BE49-F238E27FC236}">
                  <a16:creationId xmlns:a16="http://schemas.microsoft.com/office/drawing/2014/main" id="{4D6AFCCF-ACCE-B29D-605C-7CFE725329EF}"/>
                </a:ext>
              </a:extLst>
            </p:cNvPr>
            <p:cNvSpPr/>
            <p:nvPr/>
          </p:nvSpPr>
          <p:spPr>
            <a:xfrm>
              <a:off x="2772650" y="5206975"/>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1" name="Picture 40">
            <a:extLst>
              <a:ext uri="{FF2B5EF4-FFF2-40B4-BE49-F238E27FC236}">
                <a16:creationId xmlns:a16="http://schemas.microsoft.com/office/drawing/2014/main" id="{306545E3-C564-70D8-3FD6-726DA35691D0}"/>
              </a:ext>
            </a:extLst>
          </p:cNvPr>
          <p:cNvPicPr>
            <a:picLocks noChangeAspect="1"/>
          </p:cNvPicPr>
          <p:nvPr/>
        </p:nvPicPr>
        <p:blipFill>
          <a:blip r:embed="rId3"/>
          <a:stretch>
            <a:fillRect/>
          </a:stretch>
        </p:blipFill>
        <p:spPr>
          <a:xfrm>
            <a:off x="3342681" y="1619319"/>
            <a:ext cx="3017021" cy="1685117"/>
          </a:xfrm>
          <a:prstGeom prst="rect">
            <a:avLst/>
          </a:prstGeom>
        </p:spPr>
      </p:pic>
      <p:sp>
        <p:nvSpPr>
          <p:cNvPr id="42" name="Google Shape;5462;p61">
            <a:extLst>
              <a:ext uri="{FF2B5EF4-FFF2-40B4-BE49-F238E27FC236}">
                <a16:creationId xmlns:a16="http://schemas.microsoft.com/office/drawing/2014/main" id="{79C9F586-C0CA-64D5-CB0B-5B06F4AA1CD1}"/>
              </a:ext>
            </a:extLst>
          </p:cNvPr>
          <p:cNvSpPr/>
          <p:nvPr/>
        </p:nvSpPr>
        <p:spPr>
          <a:xfrm>
            <a:off x="2605874" y="2072224"/>
            <a:ext cx="1027740" cy="2024825"/>
          </a:xfrm>
          <a:custGeom>
            <a:avLst/>
            <a:gdLst/>
            <a:ahLst/>
            <a:cxnLst/>
            <a:rect l="l" t="t" r="r" b="b"/>
            <a:pathLst>
              <a:path w="84552" h="161331" extrusionOk="0">
                <a:moveTo>
                  <a:pt x="1" y="1"/>
                </a:moveTo>
                <a:lnTo>
                  <a:pt x="1" y="161331"/>
                </a:lnTo>
                <a:lnTo>
                  <a:pt x="84551" y="161331"/>
                </a:lnTo>
                <a:lnTo>
                  <a:pt x="84551" y="1"/>
                </a:lnTo>
                <a:close/>
              </a:path>
            </a:pathLst>
          </a:custGeom>
          <a:solidFill>
            <a:srgbClr val="C2C2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 name="Google Shape;5463;p61">
            <a:extLst>
              <a:ext uri="{FF2B5EF4-FFF2-40B4-BE49-F238E27FC236}">
                <a16:creationId xmlns:a16="http://schemas.microsoft.com/office/drawing/2014/main" id="{8690D4B2-1665-E92D-65DD-9ABDAB8B59B4}"/>
              </a:ext>
            </a:extLst>
          </p:cNvPr>
          <p:cNvGrpSpPr/>
          <p:nvPr/>
        </p:nvGrpSpPr>
        <p:grpSpPr>
          <a:xfrm>
            <a:off x="2557304" y="1951420"/>
            <a:ext cx="1132972" cy="2374591"/>
            <a:chOff x="5186401" y="494525"/>
            <a:chExt cx="1834973" cy="3724678"/>
          </a:xfrm>
        </p:grpSpPr>
        <p:sp>
          <p:nvSpPr>
            <p:cNvPr id="44" name="Google Shape;5464;p61">
              <a:extLst>
                <a:ext uri="{FF2B5EF4-FFF2-40B4-BE49-F238E27FC236}">
                  <a16:creationId xmlns:a16="http://schemas.microsoft.com/office/drawing/2014/main" id="{B042DE09-6638-CF0B-75DE-FFD3E02A2E25}"/>
                </a:ext>
              </a:extLst>
            </p:cNvPr>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5465;p61">
              <a:extLst>
                <a:ext uri="{FF2B5EF4-FFF2-40B4-BE49-F238E27FC236}">
                  <a16:creationId xmlns:a16="http://schemas.microsoft.com/office/drawing/2014/main" id="{16B4CB11-172B-35E9-D3B4-3C869B115CA5}"/>
                </a:ext>
              </a:extLst>
            </p:cNvPr>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6" name="Google Shape;5466;p61">
            <a:extLst>
              <a:ext uri="{FF2B5EF4-FFF2-40B4-BE49-F238E27FC236}">
                <a16:creationId xmlns:a16="http://schemas.microsoft.com/office/drawing/2014/main" id="{D5853764-3BB7-35C4-7B9D-33AC5064D222}"/>
              </a:ext>
            </a:extLst>
          </p:cNvPr>
          <p:cNvPicPr preferRelativeResize="0"/>
          <p:nvPr/>
        </p:nvPicPr>
        <p:blipFill rotWithShape="1">
          <a:blip r:embed="rId4">
            <a:alphaModFix/>
          </a:blip>
          <a:srcRect l="64851" r="5796"/>
          <a:stretch/>
        </p:blipFill>
        <p:spPr>
          <a:xfrm>
            <a:off x="2605877" y="2072227"/>
            <a:ext cx="1027714" cy="2024808"/>
          </a:xfrm>
          <a:prstGeom prst="rect">
            <a:avLst/>
          </a:prstGeom>
          <a:noFill/>
          <a:ln>
            <a:noFill/>
          </a:ln>
        </p:spPr>
      </p:pic>
      <p:pic>
        <p:nvPicPr>
          <p:cNvPr id="48" name="Picture 47">
            <a:extLst>
              <a:ext uri="{FF2B5EF4-FFF2-40B4-BE49-F238E27FC236}">
                <a16:creationId xmlns:a16="http://schemas.microsoft.com/office/drawing/2014/main" id="{D472F6E2-B086-8B92-BC73-61AD62F651DD}"/>
              </a:ext>
            </a:extLst>
          </p:cNvPr>
          <p:cNvPicPr>
            <a:picLocks noChangeAspect="1"/>
          </p:cNvPicPr>
          <p:nvPr/>
        </p:nvPicPr>
        <p:blipFill>
          <a:blip r:embed="rId5"/>
          <a:stretch>
            <a:fillRect/>
          </a:stretch>
        </p:blipFill>
        <p:spPr>
          <a:xfrm>
            <a:off x="7643262" y="1430327"/>
            <a:ext cx="272215" cy="272215"/>
          </a:xfrm>
          <a:prstGeom prst="rect">
            <a:avLst/>
          </a:prstGeom>
        </p:spPr>
      </p:pic>
      <p:pic>
        <p:nvPicPr>
          <p:cNvPr id="1026" name="Picture 2" descr="React Logo Rounded png">
            <a:extLst>
              <a:ext uri="{FF2B5EF4-FFF2-40B4-BE49-F238E27FC236}">
                <a16:creationId xmlns:a16="http://schemas.microsoft.com/office/drawing/2014/main" id="{9529367A-E054-8450-6C82-AED5A41ACFD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451" t="17268" r="23215" b="35736"/>
          <a:stretch>
            <a:fillRect/>
          </a:stretch>
        </p:blipFill>
        <p:spPr bwMode="auto">
          <a:xfrm>
            <a:off x="7626861" y="1721043"/>
            <a:ext cx="314714" cy="2722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igma app icon and logo vector illustration, Figma Figma is a collaborative web application for interface design, enabled by desktop applications for macOS and Windows.">
            <a:extLst>
              <a:ext uri="{FF2B5EF4-FFF2-40B4-BE49-F238E27FC236}">
                <a16:creationId xmlns:a16="http://schemas.microsoft.com/office/drawing/2014/main" id="{2057A8FE-9163-2B80-FA32-5218CF4BADB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090" t="13619" r="53512" b="14920"/>
          <a:stretch>
            <a:fillRect/>
          </a:stretch>
        </p:blipFill>
        <p:spPr bwMode="auto">
          <a:xfrm>
            <a:off x="1015552" y="3614455"/>
            <a:ext cx="422287" cy="45531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lutter icon">
            <a:extLst>
              <a:ext uri="{FF2B5EF4-FFF2-40B4-BE49-F238E27FC236}">
                <a16:creationId xmlns:a16="http://schemas.microsoft.com/office/drawing/2014/main" id="{A7D13C01-94C3-E021-95C4-A7DE3C6301E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2624" y="2593974"/>
            <a:ext cx="393545" cy="39354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blender - what the fuck is the blender logo supposed to be/represent">
            <a:extLst>
              <a:ext uri="{FF2B5EF4-FFF2-40B4-BE49-F238E27FC236}">
                <a16:creationId xmlns:a16="http://schemas.microsoft.com/office/drawing/2014/main" id="{375D6BD2-2A47-AF59-E01F-FAD78A9845B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8201" t="9312" r="23622" b="43486"/>
          <a:stretch>
            <a:fillRect/>
          </a:stretch>
        </p:blipFill>
        <p:spPr bwMode="auto">
          <a:xfrm>
            <a:off x="988544" y="1520335"/>
            <a:ext cx="433490" cy="351702"/>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54">
            <a:extLst>
              <a:ext uri="{FF2B5EF4-FFF2-40B4-BE49-F238E27FC236}">
                <a16:creationId xmlns:a16="http://schemas.microsoft.com/office/drawing/2014/main" id="{840DCDCF-63BA-4DA8-DC93-2EDC13DD4AD4}"/>
              </a:ext>
            </a:extLst>
          </p:cNvPr>
          <p:cNvPicPr>
            <a:picLocks noChangeAspect="1"/>
          </p:cNvPicPr>
          <p:nvPr/>
        </p:nvPicPr>
        <p:blipFill>
          <a:blip r:embed="rId10"/>
          <a:srcRect l="7902" t="34982" r="67142" b="35243"/>
          <a:stretch>
            <a:fillRect/>
          </a:stretch>
        </p:blipFill>
        <p:spPr>
          <a:xfrm>
            <a:off x="7693527" y="3575958"/>
            <a:ext cx="442032" cy="527377"/>
          </a:xfrm>
          <a:prstGeom prst="rect">
            <a:avLst/>
          </a:prstGeom>
        </p:spPr>
      </p:pic>
      <p:pic>
        <p:nvPicPr>
          <p:cNvPr id="1034" name="Picture 10" descr="Python Logo PNG Vector">
            <a:extLst>
              <a:ext uri="{FF2B5EF4-FFF2-40B4-BE49-F238E27FC236}">
                <a16:creationId xmlns:a16="http://schemas.microsoft.com/office/drawing/2014/main" id="{425159EF-9B77-9901-12BA-108D9F3AF6E9}"/>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9043" t="2746" r="26473" b="41917"/>
          <a:stretch>
            <a:fillRect/>
          </a:stretch>
        </p:blipFill>
        <p:spPr bwMode="auto">
          <a:xfrm>
            <a:off x="7683182" y="2565476"/>
            <a:ext cx="450197" cy="45723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Express JS Logo">
            <a:extLst>
              <a:ext uri="{FF2B5EF4-FFF2-40B4-BE49-F238E27FC236}">
                <a16:creationId xmlns:a16="http://schemas.microsoft.com/office/drawing/2014/main" id="{672FE8A5-D448-3E67-2D99-DE9246895537}"/>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24704" b="26818"/>
          <a:stretch>
            <a:fillRect/>
          </a:stretch>
        </p:blipFill>
        <p:spPr bwMode="auto">
          <a:xfrm>
            <a:off x="7903499" y="1507617"/>
            <a:ext cx="329655" cy="11985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NodeJS Logo">
            <a:extLst>
              <a:ext uri="{FF2B5EF4-FFF2-40B4-BE49-F238E27FC236}">
                <a16:creationId xmlns:a16="http://schemas.microsoft.com/office/drawing/2014/main" id="{3B3E2C49-AF37-AD5C-0A75-A42FAC2A29B4}"/>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78763" t="42574" r="1421" b="32638"/>
          <a:stretch>
            <a:fillRect/>
          </a:stretch>
        </p:blipFill>
        <p:spPr bwMode="auto">
          <a:xfrm>
            <a:off x="7950349" y="1706452"/>
            <a:ext cx="308581" cy="289509"/>
          </a:xfrm>
          <a:prstGeom prst="rect">
            <a:avLst/>
          </a:prstGeom>
          <a:noFill/>
          <a:extLst>
            <a:ext uri="{909E8E84-426E-40DD-AFC4-6F175D3DCCD1}">
              <a14:hiddenFill xmlns:a14="http://schemas.microsoft.com/office/drawing/2010/main">
                <a:solidFill>
                  <a:srgbClr val="FFFFFF"/>
                </a:solidFill>
              </a14:hiddenFill>
            </a:ext>
          </a:extLst>
        </p:spPr>
      </p:pic>
      <p:sp>
        <p:nvSpPr>
          <p:cNvPr id="56" name="Google Shape;2647;p41">
            <a:extLst>
              <a:ext uri="{FF2B5EF4-FFF2-40B4-BE49-F238E27FC236}">
                <a16:creationId xmlns:a16="http://schemas.microsoft.com/office/drawing/2014/main" id="{DCA097A7-DCF9-A544-D80D-4C42418323B6}"/>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1pPr>
            <a:lvl2pPr marR="0" lvl="1"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2pPr>
            <a:lvl3pPr marR="0" lvl="2"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3pPr>
            <a:lvl4pPr marR="0" lvl="3"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4pPr>
            <a:lvl5pPr marR="0" lvl="4"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5pPr>
            <a:lvl6pPr marR="0" lvl="5"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6pPr>
            <a:lvl7pPr marR="0" lvl="6"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7pPr>
            <a:lvl8pPr marR="0" lvl="7"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8pPr>
            <a:lvl9pPr marR="0" lvl="8" algn="ctr" rtl="0">
              <a:lnSpc>
                <a:spcPct val="100000"/>
              </a:lnSpc>
              <a:spcBef>
                <a:spcPts val="0"/>
              </a:spcBef>
              <a:spcAft>
                <a:spcPts val="0"/>
              </a:spcAft>
              <a:buClr>
                <a:schemeClr val="dk1"/>
              </a:buClr>
              <a:buSzPts val="3000"/>
              <a:buFont typeface="Barlow"/>
              <a:buNone/>
              <a:defRPr sz="3000" b="1" i="0" u="none" strike="noStrike" cap="none">
                <a:solidFill>
                  <a:schemeClr val="dk1"/>
                </a:solidFill>
                <a:latin typeface="Barlow"/>
                <a:ea typeface="Barlow"/>
                <a:cs typeface="Barlow"/>
                <a:sym typeface="Barlow"/>
              </a:defRPr>
            </a:lvl9pPr>
          </a:lstStyle>
          <a:p>
            <a:r>
              <a:rPr lang="en-US" sz="3200" dirty="0"/>
              <a:t>Technical Stack</a:t>
            </a:r>
            <a:endParaRPr lang="en-US" dirty="0"/>
          </a:p>
        </p:txBody>
      </p:sp>
    </p:spTree>
    <p:extLst>
      <p:ext uri="{BB962C8B-B14F-4D97-AF65-F5344CB8AC3E}">
        <p14:creationId xmlns:p14="http://schemas.microsoft.com/office/powerpoint/2010/main" val="3372123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22"/>
        <p:cNvGrpSpPr/>
        <p:nvPr/>
      </p:nvGrpSpPr>
      <p:grpSpPr>
        <a:xfrm>
          <a:off x="0" y="0"/>
          <a:ext cx="0" cy="0"/>
          <a:chOff x="0" y="0"/>
          <a:chExt cx="0" cy="0"/>
        </a:xfrm>
      </p:grpSpPr>
      <p:sp>
        <p:nvSpPr>
          <p:cNvPr id="2825" name="Google Shape;2825;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Conclusion</a:t>
            </a:r>
            <a:endParaRPr dirty="0"/>
          </a:p>
        </p:txBody>
      </p:sp>
      <p:sp>
        <p:nvSpPr>
          <p:cNvPr id="28" name="Google Shape;3415;p46">
            <a:extLst>
              <a:ext uri="{FF2B5EF4-FFF2-40B4-BE49-F238E27FC236}">
                <a16:creationId xmlns:a16="http://schemas.microsoft.com/office/drawing/2014/main" id="{6E836DEA-69C0-34A4-6964-BED1D9C1BE9E}"/>
              </a:ext>
            </a:extLst>
          </p:cNvPr>
          <p:cNvSpPr txBox="1">
            <a:spLocks/>
          </p:cNvSpPr>
          <p:nvPr/>
        </p:nvSpPr>
        <p:spPr>
          <a:xfrm>
            <a:off x="767944" y="1358153"/>
            <a:ext cx="5420223" cy="34053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1pPr>
            <a:lvl2pPr marL="914400" marR="0" lvl="1"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2pPr>
            <a:lvl3pPr marL="1371600" marR="0" lvl="2"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3pPr>
            <a:lvl4pPr marL="1828800" marR="0" lvl="3"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4pPr>
            <a:lvl5pPr marL="2286000" marR="0" lvl="4"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5pPr>
            <a:lvl6pPr marL="2743200" marR="0" lvl="5"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6pPr>
            <a:lvl7pPr marL="3200400" marR="0" lvl="6"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7pPr>
            <a:lvl8pPr marL="3657600" marR="0" lvl="7"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8pPr>
            <a:lvl9pPr marL="4114800" marR="0" lvl="8"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9pPr>
          </a:lstStyle>
          <a:p>
            <a:pPr algn="l">
              <a:lnSpc>
                <a:spcPct val="150000"/>
              </a:lnSpc>
              <a:buFont typeface="Arial" panose="020B0604020202020204" pitchFamily="34" charset="0"/>
              <a:buChar char="•"/>
            </a:pPr>
            <a:r>
              <a:rPr lang="en-US" b="1" dirty="0" err="1"/>
              <a:t>Etbaly</a:t>
            </a:r>
            <a:r>
              <a:rPr lang="en-US" dirty="0"/>
              <a:t> successfully bridges the gap between digital design and physical products</a:t>
            </a:r>
          </a:p>
          <a:p>
            <a:pPr algn="l">
              <a:lnSpc>
                <a:spcPct val="150000"/>
              </a:lnSpc>
              <a:buFont typeface="Arial" panose="020B0604020202020204" pitchFamily="34" charset="0"/>
              <a:buChar char="•"/>
            </a:pPr>
            <a:r>
              <a:rPr lang="en-US" dirty="0"/>
              <a:t>Provides an integrated solution reducing cost, time, and technical barriers</a:t>
            </a:r>
          </a:p>
          <a:p>
            <a:pPr algn="l">
              <a:lnSpc>
                <a:spcPct val="150000"/>
              </a:lnSpc>
              <a:buFont typeface="Arial" panose="020B0604020202020204" pitchFamily="34" charset="0"/>
              <a:buChar char="•"/>
            </a:pPr>
            <a:r>
              <a:rPr lang="en-US" dirty="0"/>
              <a:t>Demonstrates high technical and economic feasibility</a:t>
            </a:r>
          </a:p>
          <a:p>
            <a:pPr algn="l">
              <a:lnSpc>
                <a:spcPct val="150000"/>
              </a:lnSpc>
              <a:buFont typeface="Arial" panose="020B0604020202020204" pitchFamily="34" charset="0"/>
              <a:buChar char="•"/>
            </a:pPr>
            <a:r>
              <a:rPr lang="en-US" dirty="0"/>
              <a:t>Opens new possibilities for accessible digital manufacturing</a:t>
            </a:r>
          </a:p>
        </p:txBody>
      </p:sp>
      <p:grpSp>
        <p:nvGrpSpPr>
          <p:cNvPr id="29" name="Google Shape;3073;p45">
            <a:extLst>
              <a:ext uri="{FF2B5EF4-FFF2-40B4-BE49-F238E27FC236}">
                <a16:creationId xmlns:a16="http://schemas.microsoft.com/office/drawing/2014/main" id="{788B12F3-DFAE-4F96-A7A2-FCE34E7C9EA3}"/>
              </a:ext>
            </a:extLst>
          </p:cNvPr>
          <p:cNvGrpSpPr/>
          <p:nvPr/>
        </p:nvGrpSpPr>
        <p:grpSpPr>
          <a:xfrm>
            <a:off x="6804118" y="1846700"/>
            <a:ext cx="1619882" cy="1932799"/>
            <a:chOff x="3728717" y="1409815"/>
            <a:chExt cx="637222" cy="760286"/>
          </a:xfrm>
        </p:grpSpPr>
        <p:grpSp>
          <p:nvGrpSpPr>
            <p:cNvPr id="30" name="Google Shape;3074;p45">
              <a:extLst>
                <a:ext uri="{FF2B5EF4-FFF2-40B4-BE49-F238E27FC236}">
                  <a16:creationId xmlns:a16="http://schemas.microsoft.com/office/drawing/2014/main" id="{16C4419B-A988-F31B-3BAA-3A6A9F7E56FD}"/>
                </a:ext>
              </a:extLst>
            </p:cNvPr>
            <p:cNvGrpSpPr/>
            <p:nvPr/>
          </p:nvGrpSpPr>
          <p:grpSpPr>
            <a:xfrm>
              <a:off x="4001132" y="1409815"/>
              <a:ext cx="364807" cy="602933"/>
              <a:chOff x="4001132" y="1409815"/>
              <a:chExt cx="364807" cy="602933"/>
            </a:xfrm>
          </p:grpSpPr>
          <p:sp>
            <p:nvSpPr>
              <p:cNvPr id="3120" name="Google Shape;3075;p45">
                <a:extLst>
                  <a:ext uri="{FF2B5EF4-FFF2-40B4-BE49-F238E27FC236}">
                    <a16:creationId xmlns:a16="http://schemas.microsoft.com/office/drawing/2014/main" id="{589AA2EB-6E1C-3062-E626-4C0605128F93}"/>
                  </a:ext>
                </a:extLst>
              </p:cNvPr>
              <p:cNvSpPr/>
              <p:nvPr/>
            </p:nvSpPr>
            <p:spPr>
              <a:xfrm>
                <a:off x="4354795" y="1614031"/>
                <a:ext cx="11144" cy="398716"/>
              </a:xfrm>
              <a:custGeom>
                <a:avLst/>
                <a:gdLst/>
                <a:ahLst/>
                <a:cxnLst/>
                <a:rect l="l" t="t" r="r" b="b"/>
                <a:pathLst>
                  <a:path w="11144" h="398716" extrusionOk="0">
                    <a:moveTo>
                      <a:pt x="0" y="398717"/>
                    </a:moveTo>
                    <a:lnTo>
                      <a:pt x="11144" y="392240"/>
                    </a:lnTo>
                    <a:lnTo>
                      <a:pt x="11144" y="0"/>
                    </a:lnTo>
                    <a:lnTo>
                      <a:pt x="0" y="6477"/>
                    </a:lnTo>
                    <a:lnTo>
                      <a:pt x="0" y="39871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1" name="Google Shape;3076;p45">
                <a:extLst>
                  <a:ext uri="{FF2B5EF4-FFF2-40B4-BE49-F238E27FC236}">
                    <a16:creationId xmlns:a16="http://schemas.microsoft.com/office/drawing/2014/main" id="{B791EE39-ADFE-0367-06C5-FA24742AB360}"/>
                  </a:ext>
                </a:extLst>
              </p:cNvPr>
              <p:cNvSpPr/>
              <p:nvPr/>
            </p:nvSpPr>
            <p:spPr>
              <a:xfrm>
                <a:off x="4001132" y="1409815"/>
                <a:ext cx="364807" cy="210692"/>
              </a:xfrm>
              <a:custGeom>
                <a:avLst/>
                <a:gdLst/>
                <a:ahLst/>
                <a:cxnLst/>
                <a:rect l="l" t="t" r="r" b="b"/>
                <a:pathLst>
                  <a:path w="364807" h="210692" extrusionOk="0">
                    <a:moveTo>
                      <a:pt x="353663" y="210693"/>
                    </a:moveTo>
                    <a:lnTo>
                      <a:pt x="364807" y="204216"/>
                    </a:lnTo>
                    <a:lnTo>
                      <a:pt x="11144" y="0"/>
                    </a:lnTo>
                    <a:lnTo>
                      <a:pt x="0" y="6477"/>
                    </a:lnTo>
                    <a:lnTo>
                      <a:pt x="353663" y="21069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2" name="Google Shape;3077;p45">
                <a:extLst>
                  <a:ext uri="{FF2B5EF4-FFF2-40B4-BE49-F238E27FC236}">
                    <a16:creationId xmlns:a16="http://schemas.microsoft.com/office/drawing/2014/main" id="{A23C8DEF-045B-FABA-3CAB-9445DD4F411B}"/>
                  </a:ext>
                </a:extLst>
              </p:cNvPr>
              <p:cNvSpPr/>
              <p:nvPr/>
            </p:nvSpPr>
            <p:spPr>
              <a:xfrm>
                <a:off x="4014276" y="1456393"/>
                <a:ext cx="332803" cy="482060"/>
              </a:xfrm>
              <a:custGeom>
                <a:avLst/>
                <a:gdLst/>
                <a:ahLst/>
                <a:cxnLst/>
                <a:rect l="l" t="t" r="r" b="b"/>
                <a:pathLst>
                  <a:path w="332803" h="482060" extrusionOk="0">
                    <a:moveTo>
                      <a:pt x="0" y="0"/>
                    </a:moveTo>
                    <a:lnTo>
                      <a:pt x="2286" y="296513"/>
                    </a:lnTo>
                    <a:lnTo>
                      <a:pt x="329184" y="482060"/>
                    </a:lnTo>
                    <a:lnTo>
                      <a:pt x="332804" y="170307"/>
                    </a:lnTo>
                    <a:lnTo>
                      <a:pt x="0" y="95"/>
                    </a:lnTo>
                    <a:close/>
                    <a:moveTo>
                      <a:pt x="19812" y="47149"/>
                    </a:moveTo>
                    <a:lnTo>
                      <a:pt x="62484" y="26384"/>
                    </a:lnTo>
                    <a:lnTo>
                      <a:pt x="325564" y="178308"/>
                    </a:lnTo>
                    <a:lnTo>
                      <a:pt x="325564" y="402717"/>
                    </a:lnTo>
                    <a:lnTo>
                      <a:pt x="273463" y="428054"/>
                    </a:lnTo>
                    <a:lnTo>
                      <a:pt x="19812" y="281559"/>
                    </a:lnTo>
                    <a:lnTo>
                      <a:pt x="19812" y="4714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3" name="Google Shape;3078;p45">
                <a:extLst>
                  <a:ext uri="{FF2B5EF4-FFF2-40B4-BE49-F238E27FC236}">
                    <a16:creationId xmlns:a16="http://schemas.microsoft.com/office/drawing/2014/main" id="{DD28D3EB-2C34-34FA-CFD7-E6106FAC6847}"/>
                  </a:ext>
                </a:extLst>
              </p:cNvPr>
              <p:cNvSpPr/>
              <p:nvPr/>
            </p:nvSpPr>
            <p:spPr>
              <a:xfrm>
                <a:off x="4001132" y="1416293"/>
                <a:ext cx="353663" cy="596455"/>
              </a:xfrm>
              <a:custGeom>
                <a:avLst/>
                <a:gdLst/>
                <a:ahLst/>
                <a:cxnLst/>
                <a:rect l="l" t="t" r="r" b="b"/>
                <a:pathLst>
                  <a:path w="353663" h="596455" extrusionOk="0">
                    <a:moveTo>
                      <a:pt x="0" y="0"/>
                    </a:moveTo>
                    <a:lnTo>
                      <a:pt x="0" y="392240"/>
                    </a:lnTo>
                    <a:lnTo>
                      <a:pt x="353663" y="596456"/>
                    </a:lnTo>
                    <a:lnTo>
                      <a:pt x="353663" y="204216"/>
                    </a:lnTo>
                    <a:lnTo>
                      <a:pt x="0" y="0"/>
                    </a:lnTo>
                    <a:close/>
                    <a:moveTo>
                      <a:pt x="25337" y="91535"/>
                    </a:moveTo>
                    <a:lnTo>
                      <a:pt x="68008" y="70771"/>
                    </a:lnTo>
                    <a:lnTo>
                      <a:pt x="331089" y="222695"/>
                    </a:lnTo>
                    <a:lnTo>
                      <a:pt x="331089" y="447104"/>
                    </a:lnTo>
                    <a:lnTo>
                      <a:pt x="278987" y="472440"/>
                    </a:lnTo>
                    <a:lnTo>
                      <a:pt x="25337" y="325946"/>
                    </a:lnTo>
                    <a:lnTo>
                      <a:pt x="25337" y="9153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4" name="Google Shape;3079;p45">
                <a:extLst>
                  <a:ext uri="{FF2B5EF4-FFF2-40B4-BE49-F238E27FC236}">
                    <a16:creationId xmlns:a16="http://schemas.microsoft.com/office/drawing/2014/main" id="{9E6A2293-39D4-0FD8-FAE9-1A6A9490E0C7}"/>
                  </a:ext>
                </a:extLst>
              </p:cNvPr>
              <p:cNvSpPr/>
              <p:nvPr/>
            </p:nvSpPr>
            <p:spPr>
              <a:xfrm>
                <a:off x="4026468" y="1487063"/>
                <a:ext cx="305752" cy="401669"/>
              </a:xfrm>
              <a:custGeom>
                <a:avLst/>
                <a:gdLst/>
                <a:ahLst/>
                <a:cxnLst/>
                <a:rect l="l" t="t" r="r" b="b"/>
                <a:pathLst>
                  <a:path w="305752" h="401669" extrusionOk="0">
                    <a:moveTo>
                      <a:pt x="0" y="20765"/>
                    </a:moveTo>
                    <a:lnTo>
                      <a:pt x="42672" y="0"/>
                    </a:lnTo>
                    <a:lnTo>
                      <a:pt x="305753" y="151924"/>
                    </a:lnTo>
                    <a:lnTo>
                      <a:pt x="305753" y="376333"/>
                    </a:lnTo>
                    <a:lnTo>
                      <a:pt x="253651" y="401669"/>
                    </a:lnTo>
                    <a:lnTo>
                      <a:pt x="0" y="255175"/>
                    </a:lnTo>
                    <a:lnTo>
                      <a:pt x="0" y="20765"/>
                    </a:lnTo>
                    <a:close/>
                  </a:path>
                </a:pathLst>
              </a:custGeom>
              <a:solidFill>
                <a:srgbClr val="24D2C1">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 name="Google Shape;3080;p45">
              <a:extLst>
                <a:ext uri="{FF2B5EF4-FFF2-40B4-BE49-F238E27FC236}">
                  <a16:creationId xmlns:a16="http://schemas.microsoft.com/office/drawing/2014/main" id="{EF667C91-7FE3-EF70-00A3-18ACA6172CAD}"/>
                </a:ext>
              </a:extLst>
            </p:cNvPr>
            <p:cNvGrpSpPr/>
            <p:nvPr/>
          </p:nvGrpSpPr>
          <p:grpSpPr>
            <a:xfrm>
              <a:off x="3739766" y="1416293"/>
              <a:ext cx="272510" cy="549592"/>
              <a:chOff x="3739766" y="1416293"/>
              <a:chExt cx="272510" cy="549592"/>
            </a:xfrm>
          </p:grpSpPr>
          <p:sp>
            <p:nvSpPr>
              <p:cNvPr id="3115" name="Google Shape;3081;p45">
                <a:extLst>
                  <a:ext uri="{FF2B5EF4-FFF2-40B4-BE49-F238E27FC236}">
                    <a16:creationId xmlns:a16="http://schemas.microsoft.com/office/drawing/2014/main" id="{9F17F99C-91A0-127C-316A-730E48D3DF0E}"/>
                  </a:ext>
                </a:extLst>
              </p:cNvPr>
              <p:cNvSpPr/>
              <p:nvPr/>
            </p:nvSpPr>
            <p:spPr>
              <a:xfrm>
                <a:off x="3739766" y="1567169"/>
                <a:ext cx="11239" cy="398621"/>
              </a:xfrm>
              <a:custGeom>
                <a:avLst/>
                <a:gdLst/>
                <a:ahLst/>
                <a:cxnLst/>
                <a:rect l="l" t="t" r="r" b="b"/>
                <a:pathLst>
                  <a:path w="11239" h="398621" extrusionOk="0">
                    <a:moveTo>
                      <a:pt x="11239" y="398621"/>
                    </a:moveTo>
                    <a:lnTo>
                      <a:pt x="0" y="392240"/>
                    </a:lnTo>
                    <a:lnTo>
                      <a:pt x="0" y="0"/>
                    </a:lnTo>
                    <a:lnTo>
                      <a:pt x="11239" y="6477"/>
                    </a:lnTo>
                    <a:lnTo>
                      <a:pt x="11239" y="398621"/>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6" name="Google Shape;3082;p45">
                <a:extLst>
                  <a:ext uri="{FF2B5EF4-FFF2-40B4-BE49-F238E27FC236}">
                    <a16:creationId xmlns:a16="http://schemas.microsoft.com/office/drawing/2014/main" id="{6AAC4BF6-53D2-2BB1-9384-ADFE364ADF45}"/>
                  </a:ext>
                </a:extLst>
              </p:cNvPr>
              <p:cNvSpPr/>
              <p:nvPr/>
            </p:nvSpPr>
            <p:spPr>
              <a:xfrm>
                <a:off x="3739766" y="1416293"/>
                <a:ext cx="272510" cy="157353"/>
              </a:xfrm>
              <a:custGeom>
                <a:avLst/>
                <a:gdLst/>
                <a:ahLst/>
                <a:cxnLst/>
                <a:rect l="l" t="t" r="r" b="b"/>
                <a:pathLst>
                  <a:path w="272510" h="157353" extrusionOk="0">
                    <a:moveTo>
                      <a:pt x="11239" y="157353"/>
                    </a:moveTo>
                    <a:lnTo>
                      <a:pt x="0" y="150876"/>
                    </a:lnTo>
                    <a:lnTo>
                      <a:pt x="261366" y="0"/>
                    </a:lnTo>
                    <a:lnTo>
                      <a:pt x="272510" y="6477"/>
                    </a:lnTo>
                    <a:lnTo>
                      <a:pt x="11239" y="15735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7" name="Google Shape;3083;p45">
                <a:extLst>
                  <a:ext uri="{FF2B5EF4-FFF2-40B4-BE49-F238E27FC236}">
                    <a16:creationId xmlns:a16="http://schemas.microsoft.com/office/drawing/2014/main" id="{08CABD3B-958B-0D37-D308-CE818B37CEDC}"/>
                  </a:ext>
                </a:extLst>
              </p:cNvPr>
              <p:cNvSpPr/>
              <p:nvPr/>
            </p:nvSpPr>
            <p:spPr>
              <a:xfrm>
                <a:off x="3758816" y="1462679"/>
                <a:ext cx="240410" cy="428720"/>
              </a:xfrm>
              <a:custGeom>
                <a:avLst/>
                <a:gdLst/>
                <a:ahLst/>
                <a:cxnLst/>
                <a:rect l="l" t="t" r="r" b="b"/>
                <a:pathLst>
                  <a:path w="240410" h="428720" extrusionOk="0">
                    <a:moveTo>
                      <a:pt x="0" y="116967"/>
                    </a:moveTo>
                    <a:lnTo>
                      <a:pt x="3620" y="428720"/>
                    </a:lnTo>
                    <a:lnTo>
                      <a:pt x="238125" y="296513"/>
                    </a:lnTo>
                    <a:lnTo>
                      <a:pt x="240411" y="0"/>
                    </a:lnTo>
                    <a:lnTo>
                      <a:pt x="0" y="116872"/>
                    </a:lnTo>
                    <a:close/>
                    <a:moveTo>
                      <a:pt x="220599" y="281654"/>
                    </a:moveTo>
                    <a:lnTo>
                      <a:pt x="59341" y="374809"/>
                    </a:lnTo>
                    <a:lnTo>
                      <a:pt x="7239" y="349472"/>
                    </a:lnTo>
                    <a:lnTo>
                      <a:pt x="7239" y="125063"/>
                    </a:lnTo>
                    <a:lnTo>
                      <a:pt x="177927" y="26480"/>
                    </a:lnTo>
                    <a:lnTo>
                      <a:pt x="220599" y="47244"/>
                    </a:lnTo>
                    <a:lnTo>
                      <a:pt x="220599" y="28165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8" name="Google Shape;3084;p45">
                <a:extLst>
                  <a:ext uri="{FF2B5EF4-FFF2-40B4-BE49-F238E27FC236}">
                    <a16:creationId xmlns:a16="http://schemas.microsoft.com/office/drawing/2014/main" id="{BC743EF3-2A49-505E-F439-DBA004A3EFEB}"/>
                  </a:ext>
                </a:extLst>
              </p:cNvPr>
              <p:cNvSpPr/>
              <p:nvPr/>
            </p:nvSpPr>
            <p:spPr>
              <a:xfrm>
                <a:off x="3751005" y="1422770"/>
                <a:ext cx="261270" cy="543115"/>
              </a:xfrm>
              <a:custGeom>
                <a:avLst/>
                <a:gdLst/>
                <a:ahLst/>
                <a:cxnLst/>
                <a:rect l="l" t="t" r="r" b="b"/>
                <a:pathLst>
                  <a:path w="261270" h="543115" extrusionOk="0">
                    <a:moveTo>
                      <a:pt x="0" y="150876"/>
                    </a:moveTo>
                    <a:lnTo>
                      <a:pt x="0" y="543116"/>
                    </a:lnTo>
                    <a:lnTo>
                      <a:pt x="261271" y="392240"/>
                    </a:lnTo>
                    <a:lnTo>
                      <a:pt x="261271" y="0"/>
                    </a:lnTo>
                    <a:lnTo>
                      <a:pt x="0" y="150876"/>
                    </a:lnTo>
                    <a:close/>
                    <a:moveTo>
                      <a:pt x="235934" y="325946"/>
                    </a:moveTo>
                    <a:lnTo>
                      <a:pt x="74676" y="419100"/>
                    </a:lnTo>
                    <a:lnTo>
                      <a:pt x="22574" y="393764"/>
                    </a:lnTo>
                    <a:lnTo>
                      <a:pt x="22574" y="169354"/>
                    </a:lnTo>
                    <a:lnTo>
                      <a:pt x="193262" y="70771"/>
                    </a:lnTo>
                    <a:lnTo>
                      <a:pt x="235934" y="91535"/>
                    </a:lnTo>
                    <a:lnTo>
                      <a:pt x="235934" y="32594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9" name="Google Shape;3085;p45">
                <a:extLst>
                  <a:ext uri="{FF2B5EF4-FFF2-40B4-BE49-F238E27FC236}">
                    <a16:creationId xmlns:a16="http://schemas.microsoft.com/office/drawing/2014/main" id="{EC310D53-EAE5-7304-E42B-61FF02C8270E}"/>
                  </a:ext>
                </a:extLst>
              </p:cNvPr>
              <p:cNvSpPr/>
              <p:nvPr/>
            </p:nvSpPr>
            <p:spPr>
              <a:xfrm>
                <a:off x="3773200" y="1496756"/>
                <a:ext cx="213360" cy="348329"/>
              </a:xfrm>
              <a:custGeom>
                <a:avLst/>
                <a:gdLst/>
                <a:ahLst/>
                <a:cxnLst/>
                <a:rect l="l" t="t" r="r" b="b"/>
                <a:pathLst>
                  <a:path w="213360" h="348329" extrusionOk="0">
                    <a:moveTo>
                      <a:pt x="213360" y="255175"/>
                    </a:moveTo>
                    <a:lnTo>
                      <a:pt x="52102" y="348329"/>
                    </a:lnTo>
                    <a:lnTo>
                      <a:pt x="0" y="322993"/>
                    </a:lnTo>
                    <a:lnTo>
                      <a:pt x="0" y="98584"/>
                    </a:lnTo>
                    <a:lnTo>
                      <a:pt x="170688" y="0"/>
                    </a:lnTo>
                    <a:lnTo>
                      <a:pt x="213360" y="20764"/>
                    </a:lnTo>
                    <a:lnTo>
                      <a:pt x="213360" y="255175"/>
                    </a:lnTo>
                    <a:close/>
                  </a:path>
                </a:pathLst>
              </a:custGeom>
              <a:solidFill>
                <a:srgbClr val="24D2C1">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 name="Google Shape;3086;p45">
              <a:extLst>
                <a:ext uri="{FF2B5EF4-FFF2-40B4-BE49-F238E27FC236}">
                  <a16:creationId xmlns:a16="http://schemas.microsoft.com/office/drawing/2014/main" id="{2386E5E4-C3EB-696B-469A-B56B5C04948B}"/>
                </a:ext>
              </a:extLst>
            </p:cNvPr>
            <p:cNvGrpSpPr/>
            <p:nvPr/>
          </p:nvGrpSpPr>
          <p:grpSpPr>
            <a:xfrm>
              <a:off x="3751005" y="1769575"/>
              <a:ext cx="592645" cy="387572"/>
              <a:chOff x="3751005" y="1769575"/>
              <a:chExt cx="592645" cy="387572"/>
            </a:xfrm>
          </p:grpSpPr>
          <p:grpSp>
            <p:nvGrpSpPr>
              <p:cNvPr id="3107" name="Google Shape;3087;p45">
                <a:extLst>
                  <a:ext uri="{FF2B5EF4-FFF2-40B4-BE49-F238E27FC236}">
                    <a16:creationId xmlns:a16="http://schemas.microsoft.com/office/drawing/2014/main" id="{B041C12E-55AE-418F-5C04-7DD28C845A04}"/>
                  </a:ext>
                </a:extLst>
              </p:cNvPr>
              <p:cNvGrpSpPr/>
              <p:nvPr/>
            </p:nvGrpSpPr>
            <p:grpSpPr>
              <a:xfrm>
                <a:off x="3751005" y="1769575"/>
                <a:ext cx="592645" cy="387572"/>
                <a:chOff x="3751005" y="1769575"/>
                <a:chExt cx="592645" cy="387572"/>
              </a:xfrm>
            </p:grpSpPr>
            <p:sp>
              <p:nvSpPr>
                <p:cNvPr id="3112" name="Google Shape;3088;p45">
                  <a:extLst>
                    <a:ext uri="{FF2B5EF4-FFF2-40B4-BE49-F238E27FC236}">
                      <a16:creationId xmlns:a16="http://schemas.microsoft.com/office/drawing/2014/main" id="{7AF629BF-007F-836F-8F9D-94059DAE7DB7}"/>
                    </a:ext>
                  </a:extLst>
                </p:cNvPr>
                <p:cNvSpPr/>
                <p:nvPr/>
              </p:nvSpPr>
              <p:spPr>
                <a:xfrm>
                  <a:off x="3751005" y="1920451"/>
                  <a:ext cx="331374" cy="236696"/>
                </a:xfrm>
                <a:custGeom>
                  <a:avLst/>
                  <a:gdLst/>
                  <a:ahLst/>
                  <a:cxnLst/>
                  <a:rect l="l" t="t" r="r" b="b"/>
                  <a:pathLst>
                    <a:path w="331374" h="236696" extrusionOk="0">
                      <a:moveTo>
                        <a:pt x="331375" y="236696"/>
                      </a:moveTo>
                      <a:lnTo>
                        <a:pt x="0" y="45339"/>
                      </a:lnTo>
                      <a:lnTo>
                        <a:pt x="0" y="0"/>
                      </a:lnTo>
                      <a:lnTo>
                        <a:pt x="331375" y="191357"/>
                      </a:lnTo>
                      <a:lnTo>
                        <a:pt x="331375" y="236696"/>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3" name="Google Shape;3089;p45">
                  <a:extLst>
                    <a:ext uri="{FF2B5EF4-FFF2-40B4-BE49-F238E27FC236}">
                      <a16:creationId xmlns:a16="http://schemas.microsoft.com/office/drawing/2014/main" id="{CCA35C51-6F0B-84AD-78C5-90ED61F666AD}"/>
                    </a:ext>
                  </a:extLst>
                </p:cNvPr>
                <p:cNvSpPr/>
                <p:nvPr/>
              </p:nvSpPr>
              <p:spPr>
                <a:xfrm>
                  <a:off x="4082380" y="1960932"/>
                  <a:ext cx="261270" cy="196215"/>
                </a:xfrm>
                <a:custGeom>
                  <a:avLst/>
                  <a:gdLst/>
                  <a:ahLst/>
                  <a:cxnLst/>
                  <a:rect l="l" t="t" r="r" b="b"/>
                  <a:pathLst>
                    <a:path w="261270" h="196215" extrusionOk="0">
                      <a:moveTo>
                        <a:pt x="0" y="196215"/>
                      </a:moveTo>
                      <a:lnTo>
                        <a:pt x="0" y="150876"/>
                      </a:lnTo>
                      <a:lnTo>
                        <a:pt x="261271" y="0"/>
                      </a:lnTo>
                      <a:lnTo>
                        <a:pt x="261271" y="45339"/>
                      </a:lnTo>
                      <a:lnTo>
                        <a:pt x="0" y="196215"/>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4" name="Google Shape;3090;p45">
                  <a:extLst>
                    <a:ext uri="{FF2B5EF4-FFF2-40B4-BE49-F238E27FC236}">
                      <a16:creationId xmlns:a16="http://schemas.microsoft.com/office/drawing/2014/main" id="{CAC5B180-D2CB-5B01-BF40-731BD02ABAA5}"/>
                    </a:ext>
                  </a:extLst>
                </p:cNvPr>
                <p:cNvSpPr/>
                <p:nvPr/>
              </p:nvSpPr>
              <p:spPr>
                <a:xfrm>
                  <a:off x="3751005" y="1769575"/>
                  <a:ext cx="592645" cy="342233"/>
                </a:xfrm>
                <a:custGeom>
                  <a:avLst/>
                  <a:gdLst/>
                  <a:ahLst/>
                  <a:cxnLst/>
                  <a:rect l="l" t="t" r="r" b="b"/>
                  <a:pathLst>
                    <a:path w="592645" h="342233" extrusionOk="0">
                      <a:moveTo>
                        <a:pt x="331375" y="342233"/>
                      </a:moveTo>
                      <a:lnTo>
                        <a:pt x="0" y="150876"/>
                      </a:lnTo>
                      <a:lnTo>
                        <a:pt x="261271" y="0"/>
                      </a:lnTo>
                      <a:lnTo>
                        <a:pt x="592646" y="191357"/>
                      </a:lnTo>
                      <a:lnTo>
                        <a:pt x="331375" y="34223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08" name="Google Shape;3091;p45">
                <a:extLst>
                  <a:ext uri="{FF2B5EF4-FFF2-40B4-BE49-F238E27FC236}">
                    <a16:creationId xmlns:a16="http://schemas.microsoft.com/office/drawing/2014/main" id="{DD9F47C2-9B7B-EF06-17FB-00CA55509F98}"/>
                  </a:ext>
                </a:extLst>
              </p:cNvPr>
              <p:cNvGrpSpPr/>
              <p:nvPr/>
            </p:nvGrpSpPr>
            <p:grpSpPr>
              <a:xfrm>
                <a:off x="3781390" y="1785577"/>
                <a:ext cx="531875" cy="305752"/>
                <a:chOff x="3781390" y="1785577"/>
                <a:chExt cx="531875" cy="305752"/>
              </a:xfrm>
            </p:grpSpPr>
            <p:sp>
              <p:nvSpPr>
                <p:cNvPr id="3109" name="Google Shape;3092;p45">
                  <a:extLst>
                    <a:ext uri="{FF2B5EF4-FFF2-40B4-BE49-F238E27FC236}">
                      <a16:creationId xmlns:a16="http://schemas.microsoft.com/office/drawing/2014/main" id="{2D2B729C-16DE-D424-FA28-AC21524C1501}"/>
                    </a:ext>
                  </a:extLst>
                </p:cNvPr>
                <p:cNvSpPr/>
                <p:nvPr/>
              </p:nvSpPr>
              <p:spPr>
                <a:xfrm>
                  <a:off x="3781390" y="1791768"/>
                  <a:ext cx="531875" cy="299561"/>
                </a:xfrm>
                <a:custGeom>
                  <a:avLst/>
                  <a:gdLst/>
                  <a:ahLst/>
                  <a:cxnLst/>
                  <a:rect l="l" t="t" r="r" b="b"/>
                  <a:pathLst>
                    <a:path w="531875" h="299561" extrusionOk="0">
                      <a:moveTo>
                        <a:pt x="531876" y="161068"/>
                      </a:moveTo>
                      <a:lnTo>
                        <a:pt x="252889" y="0"/>
                      </a:lnTo>
                      <a:lnTo>
                        <a:pt x="208883" y="0"/>
                      </a:lnTo>
                      <a:lnTo>
                        <a:pt x="0" y="120587"/>
                      </a:lnTo>
                      <a:lnTo>
                        <a:pt x="0" y="136779"/>
                      </a:lnTo>
                      <a:lnTo>
                        <a:pt x="282035" y="299561"/>
                      </a:lnTo>
                      <a:lnTo>
                        <a:pt x="319945" y="299561"/>
                      </a:lnTo>
                      <a:lnTo>
                        <a:pt x="531876" y="177165"/>
                      </a:lnTo>
                      <a:lnTo>
                        <a:pt x="531876" y="16106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0" name="Google Shape;3093;p45">
                  <a:extLst>
                    <a:ext uri="{FF2B5EF4-FFF2-40B4-BE49-F238E27FC236}">
                      <a16:creationId xmlns:a16="http://schemas.microsoft.com/office/drawing/2014/main" id="{032A1E0F-5FA8-AE2D-9B8B-EDBB37FD69AF}"/>
                    </a:ext>
                  </a:extLst>
                </p:cNvPr>
                <p:cNvSpPr/>
                <p:nvPr/>
              </p:nvSpPr>
              <p:spPr>
                <a:xfrm>
                  <a:off x="3781390" y="1785577"/>
                  <a:ext cx="531875" cy="299561"/>
                </a:xfrm>
                <a:custGeom>
                  <a:avLst/>
                  <a:gdLst/>
                  <a:ahLst/>
                  <a:cxnLst/>
                  <a:rect l="l" t="t" r="r" b="b"/>
                  <a:pathLst>
                    <a:path w="531875" h="299561" extrusionOk="0">
                      <a:moveTo>
                        <a:pt x="531876" y="161068"/>
                      </a:moveTo>
                      <a:lnTo>
                        <a:pt x="252889" y="0"/>
                      </a:lnTo>
                      <a:lnTo>
                        <a:pt x="208883" y="0"/>
                      </a:lnTo>
                      <a:lnTo>
                        <a:pt x="0" y="120586"/>
                      </a:lnTo>
                      <a:lnTo>
                        <a:pt x="0" y="136779"/>
                      </a:lnTo>
                      <a:lnTo>
                        <a:pt x="282035" y="299561"/>
                      </a:lnTo>
                      <a:lnTo>
                        <a:pt x="319945" y="299561"/>
                      </a:lnTo>
                      <a:lnTo>
                        <a:pt x="531876" y="177260"/>
                      </a:lnTo>
                      <a:lnTo>
                        <a:pt x="531876" y="1610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1" name="Google Shape;3094;p45">
                  <a:extLst>
                    <a:ext uri="{FF2B5EF4-FFF2-40B4-BE49-F238E27FC236}">
                      <a16:creationId xmlns:a16="http://schemas.microsoft.com/office/drawing/2014/main" id="{B00F8F67-7EE9-833E-A813-9084F5D2BE01}"/>
                    </a:ext>
                  </a:extLst>
                </p:cNvPr>
                <p:cNvSpPr/>
                <p:nvPr/>
              </p:nvSpPr>
              <p:spPr>
                <a:xfrm>
                  <a:off x="3790439" y="1794626"/>
                  <a:ext cx="513778" cy="281463"/>
                </a:xfrm>
                <a:custGeom>
                  <a:avLst/>
                  <a:gdLst/>
                  <a:ahLst/>
                  <a:cxnLst/>
                  <a:rect l="l" t="t" r="r" b="b"/>
                  <a:pathLst>
                    <a:path w="513778" h="281463" extrusionOk="0">
                      <a:moveTo>
                        <a:pt x="513779" y="157258"/>
                      </a:moveTo>
                      <a:lnTo>
                        <a:pt x="241363" y="0"/>
                      </a:lnTo>
                      <a:lnTo>
                        <a:pt x="202216" y="0"/>
                      </a:lnTo>
                      <a:lnTo>
                        <a:pt x="0" y="116776"/>
                      </a:lnTo>
                      <a:lnTo>
                        <a:pt x="0" y="122491"/>
                      </a:lnTo>
                      <a:lnTo>
                        <a:pt x="275368" y="281464"/>
                      </a:lnTo>
                      <a:lnTo>
                        <a:pt x="308515" y="281464"/>
                      </a:lnTo>
                      <a:lnTo>
                        <a:pt x="513779" y="162973"/>
                      </a:lnTo>
                      <a:lnTo>
                        <a:pt x="513779" y="157258"/>
                      </a:lnTo>
                      <a:close/>
                    </a:path>
                  </a:pathLst>
                </a:custGeom>
                <a:solidFill>
                  <a:srgbClr val="121214">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3" name="Google Shape;3095;p45">
              <a:extLst>
                <a:ext uri="{FF2B5EF4-FFF2-40B4-BE49-F238E27FC236}">
                  <a16:creationId xmlns:a16="http://schemas.microsoft.com/office/drawing/2014/main" id="{16CF2874-2FCE-75B7-01AB-9A7BEC0334D5}"/>
                </a:ext>
              </a:extLst>
            </p:cNvPr>
            <p:cNvGrpSpPr/>
            <p:nvPr/>
          </p:nvGrpSpPr>
          <p:grpSpPr>
            <a:xfrm>
              <a:off x="3915454" y="1828154"/>
              <a:ext cx="262151" cy="177974"/>
              <a:chOff x="3915454" y="1828154"/>
              <a:chExt cx="262151" cy="177974"/>
            </a:xfrm>
          </p:grpSpPr>
          <p:sp>
            <p:nvSpPr>
              <p:cNvPr id="3091" name="Google Shape;3096;p45">
                <a:extLst>
                  <a:ext uri="{FF2B5EF4-FFF2-40B4-BE49-F238E27FC236}">
                    <a16:creationId xmlns:a16="http://schemas.microsoft.com/office/drawing/2014/main" id="{8598FB7D-B98F-041C-73C3-50EF9EBF1325}"/>
                  </a:ext>
                </a:extLst>
              </p:cNvPr>
              <p:cNvSpPr/>
              <p:nvPr/>
            </p:nvSpPr>
            <p:spPr>
              <a:xfrm>
                <a:off x="3915454" y="1854776"/>
                <a:ext cx="262151" cy="151352"/>
              </a:xfrm>
              <a:custGeom>
                <a:avLst/>
                <a:gdLst/>
                <a:ahLst/>
                <a:cxnLst/>
                <a:rect l="l" t="t" r="r" b="b"/>
                <a:pathLst>
                  <a:path w="262151" h="151352" extrusionOk="0">
                    <a:moveTo>
                      <a:pt x="223790" y="129207"/>
                    </a:moveTo>
                    <a:cubicBezTo>
                      <a:pt x="172545" y="158734"/>
                      <a:pt x="89583" y="158734"/>
                      <a:pt x="38433" y="129207"/>
                    </a:cubicBezTo>
                    <a:cubicBezTo>
                      <a:pt x="-12811" y="99679"/>
                      <a:pt x="-12811" y="51768"/>
                      <a:pt x="38433" y="22146"/>
                    </a:cubicBezTo>
                    <a:cubicBezTo>
                      <a:pt x="89583" y="-7382"/>
                      <a:pt x="172641" y="-7382"/>
                      <a:pt x="223790" y="22146"/>
                    </a:cubicBezTo>
                    <a:cubicBezTo>
                      <a:pt x="274939" y="51673"/>
                      <a:pt x="274939" y="99679"/>
                      <a:pt x="223790" y="129207"/>
                    </a:cubicBezTo>
                    <a:close/>
                  </a:path>
                </a:pathLst>
              </a:custGeom>
              <a:solidFill>
                <a:srgbClr val="00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2" name="Google Shape;3097;p45">
                <a:extLst>
                  <a:ext uri="{FF2B5EF4-FFF2-40B4-BE49-F238E27FC236}">
                    <a16:creationId xmlns:a16="http://schemas.microsoft.com/office/drawing/2014/main" id="{F4448621-FA8C-C485-CAB9-EDF5B9845472}"/>
                  </a:ext>
                </a:extLst>
              </p:cNvPr>
              <p:cNvSpPr/>
              <p:nvPr/>
            </p:nvSpPr>
            <p:spPr>
              <a:xfrm>
                <a:off x="4005061" y="1874706"/>
                <a:ext cx="83867" cy="40696"/>
              </a:xfrm>
              <a:custGeom>
                <a:avLst/>
                <a:gdLst/>
                <a:ahLst/>
                <a:cxnLst/>
                <a:rect l="l" t="t" r="r" b="b"/>
                <a:pathLst>
                  <a:path w="83867" h="40696" extrusionOk="0">
                    <a:moveTo>
                      <a:pt x="77510" y="11550"/>
                    </a:moveTo>
                    <a:cubicBezTo>
                      <a:pt x="60841" y="-3690"/>
                      <a:pt x="23217" y="-3880"/>
                      <a:pt x="6358" y="11169"/>
                    </a:cubicBezTo>
                    <a:cubicBezTo>
                      <a:pt x="-2119" y="18789"/>
                      <a:pt x="-2119" y="28886"/>
                      <a:pt x="6358" y="36601"/>
                    </a:cubicBezTo>
                    <a:cubicBezTo>
                      <a:pt x="7882" y="37934"/>
                      <a:pt x="9596" y="39173"/>
                      <a:pt x="11311" y="40316"/>
                    </a:cubicBezTo>
                    <a:cubicBezTo>
                      <a:pt x="27980" y="30219"/>
                      <a:pt x="55888" y="30314"/>
                      <a:pt x="72366" y="40697"/>
                    </a:cubicBezTo>
                    <a:cubicBezTo>
                      <a:pt x="74176" y="39554"/>
                      <a:pt x="75986" y="38411"/>
                      <a:pt x="77415" y="37077"/>
                    </a:cubicBezTo>
                    <a:cubicBezTo>
                      <a:pt x="85987" y="29457"/>
                      <a:pt x="85987" y="19361"/>
                      <a:pt x="77605" y="1164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3" name="Google Shape;3098;p45">
                <a:extLst>
                  <a:ext uri="{FF2B5EF4-FFF2-40B4-BE49-F238E27FC236}">
                    <a16:creationId xmlns:a16="http://schemas.microsoft.com/office/drawing/2014/main" id="{6166D85E-4702-5164-7B58-8B90D6C0750C}"/>
                  </a:ext>
                </a:extLst>
              </p:cNvPr>
              <p:cNvSpPr/>
              <p:nvPr/>
            </p:nvSpPr>
            <p:spPr>
              <a:xfrm>
                <a:off x="3925027" y="1828154"/>
                <a:ext cx="243935" cy="141065"/>
              </a:xfrm>
              <a:custGeom>
                <a:avLst/>
                <a:gdLst/>
                <a:ahLst/>
                <a:cxnLst/>
                <a:rect l="l" t="t" r="r" b="b"/>
                <a:pathLst>
                  <a:path w="243935" h="141065" extrusionOk="0">
                    <a:moveTo>
                      <a:pt x="77248" y="28956"/>
                    </a:moveTo>
                    <a:lnTo>
                      <a:pt x="49435" y="12763"/>
                    </a:lnTo>
                    <a:lnTo>
                      <a:pt x="22574" y="28099"/>
                    </a:lnTo>
                    <a:lnTo>
                      <a:pt x="50292" y="44291"/>
                    </a:lnTo>
                    <a:cubicBezTo>
                      <a:pt x="49721" y="44767"/>
                      <a:pt x="49244" y="45339"/>
                      <a:pt x="48768" y="45815"/>
                    </a:cubicBezTo>
                    <a:cubicBezTo>
                      <a:pt x="44482" y="50101"/>
                      <a:pt x="41338" y="54578"/>
                      <a:pt x="39433" y="59246"/>
                    </a:cubicBezTo>
                    <a:lnTo>
                      <a:pt x="25336" y="59246"/>
                    </a:lnTo>
                    <a:cubicBezTo>
                      <a:pt x="25336" y="59246"/>
                      <a:pt x="0" y="59055"/>
                      <a:pt x="0" y="59055"/>
                    </a:cubicBezTo>
                    <a:lnTo>
                      <a:pt x="0" y="80963"/>
                    </a:lnTo>
                    <a:cubicBezTo>
                      <a:pt x="0" y="80963"/>
                      <a:pt x="39338" y="81153"/>
                      <a:pt x="39338" y="81153"/>
                    </a:cubicBezTo>
                    <a:cubicBezTo>
                      <a:pt x="40005" y="82963"/>
                      <a:pt x="40957" y="84868"/>
                      <a:pt x="42100" y="86677"/>
                    </a:cubicBezTo>
                    <a:cubicBezTo>
                      <a:pt x="44101" y="90011"/>
                      <a:pt x="46672" y="93154"/>
                      <a:pt x="50006" y="96298"/>
                    </a:cubicBezTo>
                    <a:lnTo>
                      <a:pt x="22098" y="112204"/>
                    </a:lnTo>
                    <a:lnTo>
                      <a:pt x="25051" y="113919"/>
                    </a:lnTo>
                    <a:lnTo>
                      <a:pt x="48292" y="127444"/>
                    </a:lnTo>
                    <a:lnTo>
                      <a:pt x="48863" y="127730"/>
                    </a:lnTo>
                    <a:lnTo>
                      <a:pt x="76771" y="111823"/>
                    </a:lnTo>
                    <a:cubicBezTo>
                      <a:pt x="79248" y="112776"/>
                      <a:pt x="81915" y="113538"/>
                      <a:pt x="84487" y="114300"/>
                    </a:cubicBezTo>
                    <a:cubicBezTo>
                      <a:pt x="90392" y="116015"/>
                      <a:pt x="96488" y="117253"/>
                      <a:pt x="102679" y="118110"/>
                    </a:cubicBezTo>
                    <a:lnTo>
                      <a:pt x="102679" y="124777"/>
                    </a:lnTo>
                    <a:cubicBezTo>
                      <a:pt x="102679" y="124777"/>
                      <a:pt x="102679" y="140875"/>
                      <a:pt x="102679" y="140875"/>
                    </a:cubicBezTo>
                    <a:lnTo>
                      <a:pt x="140589" y="141065"/>
                    </a:lnTo>
                    <a:lnTo>
                      <a:pt x="140589" y="124968"/>
                    </a:lnTo>
                    <a:cubicBezTo>
                      <a:pt x="140589" y="124968"/>
                      <a:pt x="140684" y="118300"/>
                      <a:pt x="140684" y="118300"/>
                    </a:cubicBezTo>
                    <a:cubicBezTo>
                      <a:pt x="146971" y="117443"/>
                      <a:pt x="153067" y="116300"/>
                      <a:pt x="158972" y="114681"/>
                    </a:cubicBezTo>
                    <a:cubicBezTo>
                      <a:pt x="161639" y="113919"/>
                      <a:pt x="164211" y="113157"/>
                      <a:pt x="166688" y="112204"/>
                    </a:cubicBezTo>
                    <a:lnTo>
                      <a:pt x="194405" y="128492"/>
                    </a:lnTo>
                    <a:lnTo>
                      <a:pt x="194977" y="128206"/>
                    </a:lnTo>
                    <a:lnTo>
                      <a:pt x="218408" y="114871"/>
                    </a:lnTo>
                    <a:lnTo>
                      <a:pt x="221361" y="113157"/>
                    </a:lnTo>
                    <a:lnTo>
                      <a:pt x="193643" y="96965"/>
                    </a:lnTo>
                    <a:cubicBezTo>
                      <a:pt x="196977" y="93917"/>
                      <a:pt x="199549" y="90773"/>
                      <a:pt x="201644" y="87440"/>
                    </a:cubicBezTo>
                    <a:cubicBezTo>
                      <a:pt x="202787" y="85630"/>
                      <a:pt x="203740" y="83820"/>
                      <a:pt x="204502" y="82010"/>
                    </a:cubicBezTo>
                    <a:lnTo>
                      <a:pt x="243935" y="82201"/>
                    </a:lnTo>
                    <a:lnTo>
                      <a:pt x="243935" y="60293"/>
                    </a:lnTo>
                    <a:cubicBezTo>
                      <a:pt x="243935" y="60293"/>
                      <a:pt x="218694" y="60103"/>
                      <a:pt x="218694" y="60103"/>
                    </a:cubicBezTo>
                    <a:lnTo>
                      <a:pt x="204597" y="60103"/>
                    </a:lnTo>
                    <a:cubicBezTo>
                      <a:pt x="202787" y="55340"/>
                      <a:pt x="199644" y="50863"/>
                      <a:pt x="195453" y="46482"/>
                    </a:cubicBezTo>
                    <a:cubicBezTo>
                      <a:pt x="194977" y="46006"/>
                      <a:pt x="194500" y="45434"/>
                      <a:pt x="193929" y="44958"/>
                    </a:cubicBezTo>
                    <a:lnTo>
                      <a:pt x="221837" y="29051"/>
                    </a:lnTo>
                    <a:lnTo>
                      <a:pt x="195167" y="13430"/>
                    </a:lnTo>
                    <a:lnTo>
                      <a:pt x="167259" y="29337"/>
                    </a:lnTo>
                    <a:cubicBezTo>
                      <a:pt x="159163" y="26289"/>
                      <a:pt x="150400" y="24193"/>
                      <a:pt x="141256" y="22955"/>
                    </a:cubicBezTo>
                    <a:lnTo>
                      <a:pt x="141446" y="190"/>
                    </a:lnTo>
                    <a:lnTo>
                      <a:pt x="103537" y="0"/>
                    </a:lnTo>
                    <a:lnTo>
                      <a:pt x="103537" y="22765"/>
                    </a:lnTo>
                    <a:cubicBezTo>
                      <a:pt x="94297" y="23908"/>
                      <a:pt x="85534" y="25908"/>
                      <a:pt x="77438" y="28861"/>
                    </a:cubicBezTo>
                    <a:close/>
                    <a:moveTo>
                      <a:pt x="157353" y="83534"/>
                    </a:moveTo>
                    <a:cubicBezTo>
                      <a:pt x="155924" y="84868"/>
                      <a:pt x="154114" y="86106"/>
                      <a:pt x="152305" y="87154"/>
                    </a:cubicBezTo>
                    <a:cubicBezTo>
                      <a:pt x="135731" y="97250"/>
                      <a:pt x="107823" y="97155"/>
                      <a:pt x="91249" y="86773"/>
                    </a:cubicBezTo>
                    <a:cubicBezTo>
                      <a:pt x="89535" y="85630"/>
                      <a:pt x="87725" y="84487"/>
                      <a:pt x="86296" y="83058"/>
                    </a:cubicBezTo>
                    <a:cubicBezTo>
                      <a:pt x="77914" y="75343"/>
                      <a:pt x="77914" y="65151"/>
                      <a:pt x="86296" y="57626"/>
                    </a:cubicBezTo>
                    <a:cubicBezTo>
                      <a:pt x="103156" y="42577"/>
                      <a:pt x="140779" y="42767"/>
                      <a:pt x="157448" y="58007"/>
                    </a:cubicBezTo>
                    <a:cubicBezTo>
                      <a:pt x="165830" y="65723"/>
                      <a:pt x="165830" y="75819"/>
                      <a:pt x="157258" y="8343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4" name="Google Shape;3099;p45">
                <a:extLst>
                  <a:ext uri="{FF2B5EF4-FFF2-40B4-BE49-F238E27FC236}">
                    <a16:creationId xmlns:a16="http://schemas.microsoft.com/office/drawing/2014/main" id="{4B61FE9C-EC32-2E16-FB1B-928DCF0A20C6}"/>
                  </a:ext>
                </a:extLst>
              </p:cNvPr>
              <p:cNvSpPr/>
              <p:nvPr/>
            </p:nvSpPr>
            <p:spPr>
              <a:xfrm>
                <a:off x="3947030" y="1940167"/>
                <a:ext cx="26860" cy="48482"/>
              </a:xfrm>
              <a:custGeom>
                <a:avLst/>
                <a:gdLst/>
                <a:ahLst/>
                <a:cxnLst/>
                <a:rect l="l" t="t" r="r" b="b"/>
                <a:pathLst>
                  <a:path w="26860" h="48482" extrusionOk="0">
                    <a:moveTo>
                      <a:pt x="190" y="0"/>
                    </a:moveTo>
                    <a:lnTo>
                      <a:pt x="26860" y="15621"/>
                    </a:lnTo>
                    <a:lnTo>
                      <a:pt x="26670" y="48482"/>
                    </a:lnTo>
                    <a:lnTo>
                      <a:pt x="0" y="32861"/>
                    </a:lnTo>
                    <a:lnTo>
                      <a:pt x="190"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5" name="Google Shape;3100;p45">
                <a:extLst>
                  <a:ext uri="{FF2B5EF4-FFF2-40B4-BE49-F238E27FC236}">
                    <a16:creationId xmlns:a16="http://schemas.microsoft.com/office/drawing/2014/main" id="{4E906C77-D58B-4C9F-787B-E8113EB2DABE}"/>
                  </a:ext>
                </a:extLst>
              </p:cNvPr>
              <p:cNvSpPr/>
              <p:nvPr/>
            </p:nvSpPr>
            <p:spPr>
              <a:xfrm>
                <a:off x="3973700" y="1939882"/>
                <a:ext cx="28098" cy="48768"/>
              </a:xfrm>
              <a:custGeom>
                <a:avLst/>
                <a:gdLst/>
                <a:ahLst/>
                <a:cxnLst/>
                <a:rect l="l" t="t" r="r" b="b"/>
                <a:pathLst>
                  <a:path w="28098" h="48768" extrusionOk="0">
                    <a:moveTo>
                      <a:pt x="28099" y="0"/>
                    </a:moveTo>
                    <a:lnTo>
                      <a:pt x="28004" y="32861"/>
                    </a:lnTo>
                    <a:lnTo>
                      <a:pt x="0" y="48768"/>
                    </a:lnTo>
                    <a:lnTo>
                      <a:pt x="190" y="15907"/>
                    </a:lnTo>
                    <a:lnTo>
                      <a:pt x="28099"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6" name="Google Shape;3101;p45">
                <a:extLst>
                  <a:ext uri="{FF2B5EF4-FFF2-40B4-BE49-F238E27FC236}">
                    <a16:creationId xmlns:a16="http://schemas.microsoft.com/office/drawing/2014/main" id="{8BAED3B0-6BE2-69EC-EE26-D6316DB2155E}"/>
                  </a:ext>
                </a:extLst>
              </p:cNvPr>
              <p:cNvSpPr/>
              <p:nvPr/>
            </p:nvSpPr>
            <p:spPr>
              <a:xfrm rot="-5382811">
                <a:off x="4030359" y="1966594"/>
                <a:ext cx="32766" cy="37909"/>
              </a:xfrm>
              <a:custGeom>
                <a:avLst/>
                <a:gdLst/>
                <a:ahLst/>
                <a:cxnLst/>
                <a:rect l="l" t="t" r="r" b="b"/>
                <a:pathLst>
                  <a:path w="32766" h="37909" extrusionOk="0">
                    <a:moveTo>
                      <a:pt x="0" y="0"/>
                    </a:moveTo>
                    <a:lnTo>
                      <a:pt x="32766" y="0"/>
                    </a:lnTo>
                    <a:lnTo>
                      <a:pt x="32766" y="37910"/>
                    </a:lnTo>
                    <a:lnTo>
                      <a:pt x="0" y="3791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7" name="Google Shape;3102;p45">
                <a:extLst>
                  <a:ext uri="{FF2B5EF4-FFF2-40B4-BE49-F238E27FC236}">
                    <a16:creationId xmlns:a16="http://schemas.microsoft.com/office/drawing/2014/main" id="{CDF476B1-1EB4-9CD3-F55A-7EF96A01059A}"/>
                  </a:ext>
                </a:extLst>
              </p:cNvPr>
              <p:cNvSpPr/>
              <p:nvPr/>
            </p:nvSpPr>
            <p:spPr>
              <a:xfrm>
                <a:off x="4001703" y="1939977"/>
                <a:ext cx="26098" cy="39052"/>
              </a:xfrm>
              <a:custGeom>
                <a:avLst/>
                <a:gdLst/>
                <a:ahLst/>
                <a:cxnLst/>
                <a:rect l="l" t="t" r="r" b="b"/>
                <a:pathLst>
                  <a:path w="26098" h="39052" extrusionOk="0">
                    <a:moveTo>
                      <a:pt x="26098" y="6287"/>
                    </a:moveTo>
                    <a:lnTo>
                      <a:pt x="25908" y="39052"/>
                    </a:lnTo>
                    <a:cubicBezTo>
                      <a:pt x="25908" y="39052"/>
                      <a:pt x="13145" y="37624"/>
                      <a:pt x="0" y="32766"/>
                    </a:cubicBezTo>
                    <a:lnTo>
                      <a:pt x="190" y="0"/>
                    </a:lnTo>
                    <a:cubicBezTo>
                      <a:pt x="8001" y="3334"/>
                      <a:pt x="26098" y="6382"/>
                      <a:pt x="26098" y="6382"/>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8" name="Google Shape;3103;p45">
                <a:extLst>
                  <a:ext uri="{FF2B5EF4-FFF2-40B4-BE49-F238E27FC236}">
                    <a16:creationId xmlns:a16="http://schemas.microsoft.com/office/drawing/2014/main" id="{16793F3C-0977-B8C3-5BBC-81C7F2E6A1D4}"/>
                  </a:ext>
                </a:extLst>
              </p:cNvPr>
              <p:cNvSpPr/>
              <p:nvPr/>
            </p:nvSpPr>
            <p:spPr>
              <a:xfrm>
                <a:off x="3924932" y="1909021"/>
                <a:ext cx="39528" cy="32956"/>
              </a:xfrm>
              <a:custGeom>
                <a:avLst/>
                <a:gdLst/>
                <a:ahLst/>
                <a:cxnLst/>
                <a:rect l="l" t="t" r="r" b="b"/>
                <a:pathLst>
                  <a:path w="39528" h="32956" extrusionOk="0">
                    <a:moveTo>
                      <a:pt x="39529" y="190"/>
                    </a:moveTo>
                    <a:lnTo>
                      <a:pt x="39338" y="21431"/>
                    </a:lnTo>
                    <a:lnTo>
                      <a:pt x="22288" y="31147"/>
                    </a:lnTo>
                    <a:lnTo>
                      <a:pt x="22288" y="32956"/>
                    </a:lnTo>
                    <a:lnTo>
                      <a:pt x="0" y="32766"/>
                    </a:lnTo>
                    <a:lnTo>
                      <a:pt x="190" y="0"/>
                    </a:lnTo>
                    <a:lnTo>
                      <a:pt x="39529" y="19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9" name="Google Shape;3104;p45">
                <a:extLst>
                  <a:ext uri="{FF2B5EF4-FFF2-40B4-BE49-F238E27FC236}">
                    <a16:creationId xmlns:a16="http://schemas.microsoft.com/office/drawing/2014/main" id="{327FBD24-B14D-D2A5-81B1-0362D9E3325E}"/>
                  </a:ext>
                </a:extLst>
              </p:cNvPr>
              <p:cNvSpPr/>
              <p:nvPr/>
            </p:nvSpPr>
            <p:spPr>
              <a:xfrm>
                <a:off x="3964365" y="1909211"/>
                <a:ext cx="10763" cy="21240"/>
              </a:xfrm>
              <a:custGeom>
                <a:avLst/>
                <a:gdLst/>
                <a:ahLst/>
                <a:cxnLst/>
                <a:rect l="l" t="t" r="r" b="b"/>
                <a:pathLst>
                  <a:path w="10763" h="21240" extrusionOk="0">
                    <a:moveTo>
                      <a:pt x="95" y="0"/>
                    </a:moveTo>
                    <a:cubicBezTo>
                      <a:pt x="95" y="0"/>
                      <a:pt x="3334" y="8668"/>
                      <a:pt x="10763" y="15050"/>
                    </a:cubicBezTo>
                    <a:lnTo>
                      <a:pt x="0" y="21241"/>
                    </a:lnTo>
                    <a:lnTo>
                      <a:pt x="191"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0" name="Google Shape;3105;p45">
                <a:extLst>
                  <a:ext uri="{FF2B5EF4-FFF2-40B4-BE49-F238E27FC236}">
                    <a16:creationId xmlns:a16="http://schemas.microsoft.com/office/drawing/2014/main" id="{0F6806FC-7AF7-677A-4F97-8EE13FD4449F}"/>
                  </a:ext>
                </a:extLst>
              </p:cNvPr>
              <p:cNvSpPr/>
              <p:nvPr/>
            </p:nvSpPr>
            <p:spPr>
              <a:xfrm>
                <a:off x="4091524" y="1940358"/>
                <a:ext cx="27908" cy="49053"/>
              </a:xfrm>
              <a:custGeom>
                <a:avLst/>
                <a:gdLst/>
                <a:ahLst/>
                <a:cxnLst/>
                <a:rect l="l" t="t" r="r" b="b"/>
                <a:pathLst>
                  <a:path w="27908" h="49053" extrusionOk="0">
                    <a:moveTo>
                      <a:pt x="27908" y="16288"/>
                    </a:moveTo>
                    <a:lnTo>
                      <a:pt x="27718" y="49054"/>
                    </a:lnTo>
                    <a:lnTo>
                      <a:pt x="0" y="32861"/>
                    </a:lnTo>
                    <a:lnTo>
                      <a:pt x="191" y="0"/>
                    </a:lnTo>
                    <a:lnTo>
                      <a:pt x="27908" y="16288"/>
                    </a:lnTo>
                    <a:close/>
                  </a:path>
                </a:pathLst>
              </a:custGeom>
              <a:solidFill>
                <a:srgbClr val="16A89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1" name="Google Shape;3106;p45">
                <a:extLst>
                  <a:ext uri="{FF2B5EF4-FFF2-40B4-BE49-F238E27FC236}">
                    <a16:creationId xmlns:a16="http://schemas.microsoft.com/office/drawing/2014/main" id="{9FB82F92-4C6A-0EE9-8E47-56D6C0847865}"/>
                  </a:ext>
                </a:extLst>
              </p:cNvPr>
              <p:cNvSpPr/>
              <p:nvPr/>
            </p:nvSpPr>
            <p:spPr>
              <a:xfrm>
                <a:off x="4119242" y="1941310"/>
                <a:ext cx="27050" cy="48101"/>
              </a:xfrm>
              <a:custGeom>
                <a:avLst/>
                <a:gdLst/>
                <a:ahLst/>
                <a:cxnLst/>
                <a:rect l="l" t="t" r="r" b="b"/>
                <a:pathLst>
                  <a:path w="27050" h="48101" extrusionOk="0">
                    <a:moveTo>
                      <a:pt x="27051" y="0"/>
                    </a:moveTo>
                    <a:lnTo>
                      <a:pt x="26956" y="32766"/>
                    </a:lnTo>
                    <a:lnTo>
                      <a:pt x="0" y="48101"/>
                    </a:lnTo>
                    <a:lnTo>
                      <a:pt x="190" y="15335"/>
                    </a:lnTo>
                    <a:lnTo>
                      <a:pt x="27051"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2" name="Google Shape;3107;p45">
                <a:extLst>
                  <a:ext uri="{FF2B5EF4-FFF2-40B4-BE49-F238E27FC236}">
                    <a16:creationId xmlns:a16="http://schemas.microsoft.com/office/drawing/2014/main" id="{7730F1BB-797F-9D2A-806F-5F9AC76612B2}"/>
                  </a:ext>
                </a:extLst>
              </p:cNvPr>
              <p:cNvSpPr/>
              <p:nvPr/>
            </p:nvSpPr>
            <p:spPr>
              <a:xfrm>
                <a:off x="4065521" y="1940267"/>
                <a:ext cx="26213" cy="39047"/>
              </a:xfrm>
              <a:custGeom>
                <a:avLst/>
                <a:gdLst/>
                <a:ahLst/>
                <a:cxnLst/>
                <a:rect l="l" t="t" r="r" b="b"/>
                <a:pathLst>
                  <a:path w="26213" h="39047" extrusionOk="0">
                    <a:moveTo>
                      <a:pt x="26194" y="91"/>
                    </a:moveTo>
                    <a:cubicBezTo>
                      <a:pt x="26289" y="-2005"/>
                      <a:pt x="26003" y="32952"/>
                      <a:pt x="26003" y="32952"/>
                    </a:cubicBezTo>
                    <a:cubicBezTo>
                      <a:pt x="26003" y="32952"/>
                      <a:pt x="13430" y="37714"/>
                      <a:pt x="0" y="39048"/>
                    </a:cubicBezTo>
                    <a:cubicBezTo>
                      <a:pt x="0" y="37048"/>
                      <a:pt x="190" y="6282"/>
                      <a:pt x="190" y="6282"/>
                    </a:cubicBezTo>
                    <a:cubicBezTo>
                      <a:pt x="190" y="6282"/>
                      <a:pt x="15049" y="4377"/>
                      <a:pt x="26194" y="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3" name="Google Shape;3108;p45">
                <a:extLst>
                  <a:ext uri="{FF2B5EF4-FFF2-40B4-BE49-F238E27FC236}">
                    <a16:creationId xmlns:a16="http://schemas.microsoft.com/office/drawing/2014/main" id="{A3753497-96AA-3AA7-8108-6379C2AE3F2C}"/>
                  </a:ext>
                </a:extLst>
              </p:cNvPr>
              <p:cNvSpPr/>
              <p:nvPr/>
            </p:nvSpPr>
            <p:spPr>
              <a:xfrm>
                <a:off x="4129243" y="1910164"/>
                <a:ext cx="39528" cy="32956"/>
              </a:xfrm>
              <a:custGeom>
                <a:avLst/>
                <a:gdLst/>
                <a:ahLst/>
                <a:cxnLst/>
                <a:rect l="l" t="t" r="r" b="b"/>
                <a:pathLst>
                  <a:path w="39528" h="32956" extrusionOk="0">
                    <a:moveTo>
                      <a:pt x="39529" y="190"/>
                    </a:moveTo>
                    <a:lnTo>
                      <a:pt x="39338" y="32956"/>
                    </a:lnTo>
                    <a:lnTo>
                      <a:pt x="17050" y="32861"/>
                    </a:lnTo>
                    <a:lnTo>
                      <a:pt x="17050" y="31147"/>
                    </a:lnTo>
                    <a:lnTo>
                      <a:pt x="0" y="21146"/>
                    </a:lnTo>
                    <a:lnTo>
                      <a:pt x="190" y="0"/>
                    </a:lnTo>
                    <a:lnTo>
                      <a:pt x="39529" y="19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4" name="Google Shape;3109;p45">
                <a:extLst>
                  <a:ext uri="{FF2B5EF4-FFF2-40B4-BE49-F238E27FC236}">
                    <a16:creationId xmlns:a16="http://schemas.microsoft.com/office/drawing/2014/main" id="{6D4D3DDF-6E48-5A59-E7EA-C81E2132DE85}"/>
                  </a:ext>
                </a:extLst>
              </p:cNvPr>
              <p:cNvSpPr/>
              <p:nvPr/>
            </p:nvSpPr>
            <p:spPr>
              <a:xfrm>
                <a:off x="4118575" y="1910164"/>
                <a:ext cx="10858" cy="21240"/>
              </a:xfrm>
              <a:custGeom>
                <a:avLst/>
                <a:gdLst/>
                <a:ahLst/>
                <a:cxnLst/>
                <a:rect l="l" t="t" r="r" b="b"/>
                <a:pathLst>
                  <a:path w="10858" h="21240" extrusionOk="0">
                    <a:moveTo>
                      <a:pt x="10859" y="0"/>
                    </a:moveTo>
                    <a:lnTo>
                      <a:pt x="10859" y="21241"/>
                    </a:lnTo>
                    <a:cubicBezTo>
                      <a:pt x="10859" y="21241"/>
                      <a:pt x="0" y="14954"/>
                      <a:pt x="0" y="14954"/>
                    </a:cubicBezTo>
                    <a:cubicBezTo>
                      <a:pt x="0" y="14954"/>
                      <a:pt x="6668" y="9239"/>
                      <a:pt x="10859" y="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5" name="Google Shape;3110;p45">
                <a:extLst>
                  <a:ext uri="{FF2B5EF4-FFF2-40B4-BE49-F238E27FC236}">
                    <a16:creationId xmlns:a16="http://schemas.microsoft.com/office/drawing/2014/main" id="{83005691-4CEF-838A-8E89-CA6E74541719}"/>
                  </a:ext>
                </a:extLst>
              </p:cNvPr>
              <p:cNvSpPr/>
              <p:nvPr/>
            </p:nvSpPr>
            <p:spPr>
              <a:xfrm>
                <a:off x="4118861" y="1857300"/>
                <a:ext cx="27908" cy="31146"/>
              </a:xfrm>
              <a:custGeom>
                <a:avLst/>
                <a:gdLst/>
                <a:ahLst/>
                <a:cxnLst/>
                <a:rect l="l" t="t" r="r" b="b"/>
                <a:pathLst>
                  <a:path w="27908" h="31146" extrusionOk="0">
                    <a:moveTo>
                      <a:pt x="27908" y="0"/>
                    </a:moveTo>
                    <a:lnTo>
                      <a:pt x="27718" y="31147"/>
                    </a:lnTo>
                    <a:lnTo>
                      <a:pt x="10668" y="30956"/>
                    </a:lnTo>
                    <a:cubicBezTo>
                      <a:pt x="10668" y="30956"/>
                      <a:pt x="8001" y="23527"/>
                      <a:pt x="0" y="15907"/>
                    </a:cubicBezTo>
                    <a:lnTo>
                      <a:pt x="27908" y="0"/>
                    </a:ln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6" name="Google Shape;3111;p45">
                <a:extLst>
                  <a:ext uri="{FF2B5EF4-FFF2-40B4-BE49-F238E27FC236}">
                    <a16:creationId xmlns:a16="http://schemas.microsoft.com/office/drawing/2014/main" id="{534D2264-9DB1-1EF1-BED0-CC942AA2FEC2}"/>
                  </a:ext>
                </a:extLst>
              </p:cNvPr>
              <p:cNvSpPr/>
              <p:nvPr/>
            </p:nvSpPr>
            <p:spPr>
              <a:xfrm>
                <a:off x="3947506" y="1856252"/>
                <a:ext cx="27908" cy="31146"/>
              </a:xfrm>
              <a:custGeom>
                <a:avLst/>
                <a:gdLst/>
                <a:ahLst/>
                <a:cxnLst/>
                <a:rect l="l" t="t" r="r" b="b"/>
                <a:pathLst>
                  <a:path w="27908" h="31146" extrusionOk="0">
                    <a:moveTo>
                      <a:pt x="27908" y="16193"/>
                    </a:moveTo>
                    <a:cubicBezTo>
                      <a:pt x="19812" y="23908"/>
                      <a:pt x="17050" y="31147"/>
                      <a:pt x="17050" y="31147"/>
                    </a:cubicBezTo>
                    <a:lnTo>
                      <a:pt x="0" y="31147"/>
                    </a:lnTo>
                    <a:cubicBezTo>
                      <a:pt x="0" y="31147"/>
                      <a:pt x="190" y="0"/>
                      <a:pt x="190" y="0"/>
                    </a:cubicBezTo>
                    <a:lnTo>
                      <a:pt x="27908" y="16193"/>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4" name="Google Shape;3112;p45">
              <a:extLst>
                <a:ext uri="{FF2B5EF4-FFF2-40B4-BE49-F238E27FC236}">
                  <a16:creationId xmlns:a16="http://schemas.microsoft.com/office/drawing/2014/main" id="{376D7C87-CF2D-EF66-4F57-F1F56922043D}"/>
                </a:ext>
              </a:extLst>
            </p:cNvPr>
            <p:cNvGrpSpPr/>
            <p:nvPr/>
          </p:nvGrpSpPr>
          <p:grpSpPr>
            <a:xfrm>
              <a:off x="3866734" y="1435247"/>
              <a:ext cx="160591" cy="345567"/>
              <a:chOff x="3866734" y="1435247"/>
              <a:chExt cx="160591" cy="345567"/>
            </a:xfrm>
          </p:grpSpPr>
          <p:grpSp>
            <p:nvGrpSpPr>
              <p:cNvPr id="3071" name="Google Shape;3113;p45">
                <a:extLst>
                  <a:ext uri="{FF2B5EF4-FFF2-40B4-BE49-F238E27FC236}">
                    <a16:creationId xmlns:a16="http://schemas.microsoft.com/office/drawing/2014/main" id="{E629ED39-DB08-4466-985B-A4635A9550BF}"/>
                  </a:ext>
                </a:extLst>
              </p:cNvPr>
              <p:cNvGrpSpPr/>
              <p:nvPr/>
            </p:nvGrpSpPr>
            <p:grpSpPr>
              <a:xfrm>
                <a:off x="4003799" y="1628319"/>
                <a:ext cx="19431" cy="152495"/>
                <a:chOff x="4003799" y="1628319"/>
                <a:chExt cx="19431" cy="152495"/>
              </a:xfrm>
            </p:grpSpPr>
            <p:sp>
              <p:nvSpPr>
                <p:cNvPr id="3088" name="Google Shape;3114;p45">
                  <a:extLst>
                    <a:ext uri="{FF2B5EF4-FFF2-40B4-BE49-F238E27FC236}">
                      <a16:creationId xmlns:a16="http://schemas.microsoft.com/office/drawing/2014/main" id="{78D89A43-297C-056C-29DC-DAC964002FA8}"/>
                    </a:ext>
                  </a:extLst>
                </p:cNvPr>
                <p:cNvSpPr/>
                <p:nvPr/>
              </p:nvSpPr>
              <p:spPr>
                <a:xfrm>
                  <a:off x="4003799" y="1633272"/>
                  <a:ext cx="10953" cy="147542"/>
                </a:xfrm>
                <a:custGeom>
                  <a:avLst/>
                  <a:gdLst/>
                  <a:ahLst/>
                  <a:cxnLst/>
                  <a:rect l="l" t="t" r="r" b="b"/>
                  <a:pathLst>
                    <a:path w="10953" h="147542" extrusionOk="0">
                      <a:moveTo>
                        <a:pt x="10954" y="147542"/>
                      </a:moveTo>
                      <a:lnTo>
                        <a:pt x="0" y="141161"/>
                      </a:lnTo>
                      <a:lnTo>
                        <a:pt x="0" y="0"/>
                      </a:lnTo>
                      <a:lnTo>
                        <a:pt x="10954" y="6286"/>
                      </a:lnTo>
                      <a:lnTo>
                        <a:pt x="10954" y="147542"/>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9" name="Google Shape;3115;p45">
                  <a:extLst>
                    <a:ext uri="{FF2B5EF4-FFF2-40B4-BE49-F238E27FC236}">
                      <a16:creationId xmlns:a16="http://schemas.microsoft.com/office/drawing/2014/main" id="{E5AF5444-1193-FBE0-8DFF-F39966549780}"/>
                    </a:ext>
                  </a:extLst>
                </p:cNvPr>
                <p:cNvSpPr/>
                <p:nvPr/>
              </p:nvSpPr>
              <p:spPr>
                <a:xfrm>
                  <a:off x="4014752" y="1634605"/>
                  <a:ext cx="8477" cy="146208"/>
                </a:xfrm>
                <a:custGeom>
                  <a:avLst/>
                  <a:gdLst/>
                  <a:ahLst/>
                  <a:cxnLst/>
                  <a:rect l="l" t="t" r="r" b="b"/>
                  <a:pathLst>
                    <a:path w="8477" h="146208" extrusionOk="0">
                      <a:moveTo>
                        <a:pt x="0" y="146209"/>
                      </a:moveTo>
                      <a:lnTo>
                        <a:pt x="8477" y="141256"/>
                      </a:lnTo>
                      <a:lnTo>
                        <a:pt x="8477" y="0"/>
                      </a:lnTo>
                      <a:lnTo>
                        <a:pt x="0" y="4953"/>
                      </a:lnTo>
                      <a:lnTo>
                        <a:pt x="0" y="146209"/>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0" name="Google Shape;3116;p45">
                  <a:extLst>
                    <a:ext uri="{FF2B5EF4-FFF2-40B4-BE49-F238E27FC236}">
                      <a16:creationId xmlns:a16="http://schemas.microsoft.com/office/drawing/2014/main" id="{C59329F9-D799-7A12-5A12-F6F983A5AA0A}"/>
                    </a:ext>
                  </a:extLst>
                </p:cNvPr>
                <p:cNvSpPr/>
                <p:nvPr/>
              </p:nvSpPr>
              <p:spPr>
                <a:xfrm>
                  <a:off x="4003799" y="1628319"/>
                  <a:ext cx="19431" cy="11239"/>
                </a:xfrm>
                <a:custGeom>
                  <a:avLst/>
                  <a:gdLst/>
                  <a:ahLst/>
                  <a:cxnLst/>
                  <a:rect l="l" t="t" r="r" b="b"/>
                  <a:pathLst>
                    <a:path w="19431" h="11239" extrusionOk="0">
                      <a:moveTo>
                        <a:pt x="10954" y="11240"/>
                      </a:moveTo>
                      <a:lnTo>
                        <a:pt x="19431" y="6286"/>
                      </a:lnTo>
                      <a:lnTo>
                        <a:pt x="8477" y="0"/>
                      </a:lnTo>
                      <a:lnTo>
                        <a:pt x="0" y="4953"/>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72" name="Google Shape;3117;p45">
                <a:extLst>
                  <a:ext uri="{FF2B5EF4-FFF2-40B4-BE49-F238E27FC236}">
                    <a16:creationId xmlns:a16="http://schemas.microsoft.com/office/drawing/2014/main" id="{7725F7AA-D66A-680E-9F7A-45075907414F}"/>
                  </a:ext>
                </a:extLst>
              </p:cNvPr>
              <p:cNvGrpSpPr/>
              <p:nvPr/>
            </p:nvGrpSpPr>
            <p:grpSpPr>
              <a:xfrm>
                <a:off x="3999703" y="1585266"/>
                <a:ext cx="27622" cy="56769"/>
                <a:chOff x="3999703" y="1585266"/>
                <a:chExt cx="27622" cy="56769"/>
              </a:xfrm>
            </p:grpSpPr>
            <p:sp>
              <p:nvSpPr>
                <p:cNvPr id="3085" name="Google Shape;3118;p45">
                  <a:extLst>
                    <a:ext uri="{FF2B5EF4-FFF2-40B4-BE49-F238E27FC236}">
                      <a16:creationId xmlns:a16="http://schemas.microsoft.com/office/drawing/2014/main" id="{EF362F31-367A-6527-3381-EB03ABF09DC2}"/>
                    </a:ext>
                  </a:extLst>
                </p:cNvPr>
                <p:cNvSpPr/>
                <p:nvPr/>
              </p:nvSpPr>
              <p:spPr>
                <a:xfrm>
                  <a:off x="3999703" y="1592219"/>
                  <a:ext cx="15525" cy="49815"/>
                </a:xfrm>
                <a:custGeom>
                  <a:avLst/>
                  <a:gdLst/>
                  <a:ahLst/>
                  <a:cxnLst/>
                  <a:rect l="l" t="t" r="r" b="b"/>
                  <a:pathLst>
                    <a:path w="15525" h="49815" extrusionOk="0">
                      <a:moveTo>
                        <a:pt x="15526" y="49816"/>
                      </a:moveTo>
                      <a:lnTo>
                        <a:pt x="0" y="40957"/>
                      </a:lnTo>
                      <a:lnTo>
                        <a:pt x="0" y="0"/>
                      </a:lnTo>
                      <a:lnTo>
                        <a:pt x="15526" y="8953"/>
                      </a:lnTo>
                      <a:lnTo>
                        <a:pt x="15526" y="49816"/>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6" name="Google Shape;3119;p45">
                  <a:extLst>
                    <a:ext uri="{FF2B5EF4-FFF2-40B4-BE49-F238E27FC236}">
                      <a16:creationId xmlns:a16="http://schemas.microsoft.com/office/drawing/2014/main" id="{06332AA4-0C6C-A880-551F-72761C2A9E9E}"/>
                    </a:ext>
                  </a:extLst>
                </p:cNvPr>
                <p:cNvSpPr/>
                <p:nvPr/>
              </p:nvSpPr>
              <p:spPr>
                <a:xfrm>
                  <a:off x="4015229" y="1594220"/>
                  <a:ext cx="12096" cy="47815"/>
                </a:xfrm>
                <a:custGeom>
                  <a:avLst/>
                  <a:gdLst/>
                  <a:ahLst/>
                  <a:cxnLst/>
                  <a:rect l="l" t="t" r="r" b="b"/>
                  <a:pathLst>
                    <a:path w="12096" h="47815" extrusionOk="0">
                      <a:moveTo>
                        <a:pt x="0" y="47816"/>
                      </a:moveTo>
                      <a:lnTo>
                        <a:pt x="12097" y="40957"/>
                      </a:lnTo>
                      <a:lnTo>
                        <a:pt x="12097" y="0"/>
                      </a:lnTo>
                      <a:lnTo>
                        <a:pt x="0" y="6953"/>
                      </a:lnTo>
                      <a:lnTo>
                        <a:pt x="0" y="47816"/>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7" name="Google Shape;3120;p45">
                  <a:extLst>
                    <a:ext uri="{FF2B5EF4-FFF2-40B4-BE49-F238E27FC236}">
                      <a16:creationId xmlns:a16="http://schemas.microsoft.com/office/drawing/2014/main" id="{73CD9423-B4D7-69A9-EB93-B30B8D856C36}"/>
                    </a:ext>
                  </a:extLst>
                </p:cNvPr>
                <p:cNvSpPr/>
                <p:nvPr/>
              </p:nvSpPr>
              <p:spPr>
                <a:xfrm>
                  <a:off x="3999703" y="1585266"/>
                  <a:ext cx="27622" cy="15906"/>
                </a:xfrm>
                <a:custGeom>
                  <a:avLst/>
                  <a:gdLst/>
                  <a:ahLst/>
                  <a:cxnLst/>
                  <a:rect l="l" t="t" r="r" b="b"/>
                  <a:pathLst>
                    <a:path w="27622" h="15906" extrusionOk="0">
                      <a:moveTo>
                        <a:pt x="15526" y="15907"/>
                      </a:moveTo>
                      <a:lnTo>
                        <a:pt x="27622" y="8953"/>
                      </a:lnTo>
                      <a:lnTo>
                        <a:pt x="12001" y="0"/>
                      </a:lnTo>
                      <a:lnTo>
                        <a:pt x="0" y="6953"/>
                      </a:lnTo>
                      <a:lnTo>
                        <a:pt x="15526" y="15907"/>
                      </a:lnTo>
                      <a:close/>
                    </a:path>
                  </a:pathLst>
                </a:custGeom>
                <a:solidFill>
                  <a:srgbClr val="2A4E6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73" name="Google Shape;3121;p45">
                <a:extLst>
                  <a:ext uri="{FF2B5EF4-FFF2-40B4-BE49-F238E27FC236}">
                    <a16:creationId xmlns:a16="http://schemas.microsoft.com/office/drawing/2014/main" id="{9E8ED830-BD96-41C9-3597-7BD86ACA7E00}"/>
                  </a:ext>
                </a:extLst>
              </p:cNvPr>
              <p:cNvGrpSpPr/>
              <p:nvPr/>
            </p:nvGrpSpPr>
            <p:grpSpPr>
              <a:xfrm>
                <a:off x="3985892" y="1604697"/>
                <a:ext cx="27622" cy="33909"/>
                <a:chOff x="3985892" y="1604697"/>
                <a:chExt cx="27622" cy="33909"/>
              </a:xfrm>
            </p:grpSpPr>
            <p:sp>
              <p:nvSpPr>
                <p:cNvPr id="3082" name="Google Shape;3122;p45">
                  <a:extLst>
                    <a:ext uri="{FF2B5EF4-FFF2-40B4-BE49-F238E27FC236}">
                      <a16:creationId xmlns:a16="http://schemas.microsoft.com/office/drawing/2014/main" id="{A98C6206-6DDD-8522-6D08-754CF02FFEFC}"/>
                    </a:ext>
                  </a:extLst>
                </p:cNvPr>
                <p:cNvSpPr/>
                <p:nvPr/>
              </p:nvSpPr>
              <p:spPr>
                <a:xfrm>
                  <a:off x="3997893" y="1611650"/>
                  <a:ext cx="15620" cy="26955"/>
                </a:xfrm>
                <a:custGeom>
                  <a:avLst/>
                  <a:gdLst/>
                  <a:ahLst/>
                  <a:cxnLst/>
                  <a:rect l="l" t="t" r="r" b="b"/>
                  <a:pathLst>
                    <a:path w="15620" h="26955" extrusionOk="0">
                      <a:moveTo>
                        <a:pt x="15621" y="0"/>
                      </a:moveTo>
                      <a:lnTo>
                        <a:pt x="15621" y="17907"/>
                      </a:lnTo>
                      <a:lnTo>
                        <a:pt x="0" y="26956"/>
                      </a:lnTo>
                      <a:lnTo>
                        <a:pt x="0" y="9049"/>
                      </a:lnTo>
                      <a:lnTo>
                        <a:pt x="15621" y="0"/>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3" name="Google Shape;3123;p45">
                  <a:extLst>
                    <a:ext uri="{FF2B5EF4-FFF2-40B4-BE49-F238E27FC236}">
                      <a16:creationId xmlns:a16="http://schemas.microsoft.com/office/drawing/2014/main" id="{228B6500-FD53-B6C3-15EA-6FB49FB664AC}"/>
                    </a:ext>
                  </a:extLst>
                </p:cNvPr>
                <p:cNvSpPr/>
                <p:nvPr/>
              </p:nvSpPr>
              <p:spPr>
                <a:xfrm>
                  <a:off x="3985892" y="1604697"/>
                  <a:ext cx="27622" cy="16002"/>
                </a:xfrm>
                <a:custGeom>
                  <a:avLst/>
                  <a:gdLst/>
                  <a:ahLst/>
                  <a:cxnLst/>
                  <a:rect l="l" t="t" r="r" b="b"/>
                  <a:pathLst>
                    <a:path w="27622" h="16002" extrusionOk="0">
                      <a:moveTo>
                        <a:pt x="27622" y="6953"/>
                      </a:moveTo>
                      <a:lnTo>
                        <a:pt x="15621" y="0"/>
                      </a:lnTo>
                      <a:lnTo>
                        <a:pt x="0" y="9049"/>
                      </a:lnTo>
                      <a:lnTo>
                        <a:pt x="12002" y="16002"/>
                      </a:lnTo>
                      <a:lnTo>
                        <a:pt x="27622" y="6953"/>
                      </a:lnTo>
                      <a:close/>
                    </a:path>
                  </a:pathLst>
                </a:custGeom>
                <a:solidFill>
                  <a:srgbClr val="2A4E6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4" name="Google Shape;3124;p45">
                  <a:extLst>
                    <a:ext uri="{FF2B5EF4-FFF2-40B4-BE49-F238E27FC236}">
                      <a16:creationId xmlns:a16="http://schemas.microsoft.com/office/drawing/2014/main" id="{F70F6248-2B14-BB56-6900-EBA91A8B72CC}"/>
                    </a:ext>
                  </a:extLst>
                </p:cNvPr>
                <p:cNvSpPr/>
                <p:nvPr/>
              </p:nvSpPr>
              <p:spPr>
                <a:xfrm>
                  <a:off x="3985892" y="1613746"/>
                  <a:ext cx="12001" cy="24860"/>
                </a:xfrm>
                <a:custGeom>
                  <a:avLst/>
                  <a:gdLst/>
                  <a:ahLst/>
                  <a:cxnLst/>
                  <a:rect l="l" t="t" r="r" b="b"/>
                  <a:pathLst>
                    <a:path w="12001" h="24860" extrusionOk="0">
                      <a:moveTo>
                        <a:pt x="12002" y="6953"/>
                      </a:moveTo>
                      <a:lnTo>
                        <a:pt x="0" y="0"/>
                      </a:lnTo>
                      <a:lnTo>
                        <a:pt x="0" y="17907"/>
                      </a:lnTo>
                      <a:lnTo>
                        <a:pt x="12002" y="24860"/>
                      </a:lnTo>
                      <a:lnTo>
                        <a:pt x="12002" y="6953"/>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74" name="Google Shape;3125;p45">
                <a:extLst>
                  <a:ext uri="{FF2B5EF4-FFF2-40B4-BE49-F238E27FC236}">
                    <a16:creationId xmlns:a16="http://schemas.microsoft.com/office/drawing/2014/main" id="{3EB6DD58-D371-54E3-251B-4280B95359E6}"/>
                  </a:ext>
                </a:extLst>
              </p:cNvPr>
              <p:cNvGrpSpPr/>
              <p:nvPr/>
            </p:nvGrpSpPr>
            <p:grpSpPr>
              <a:xfrm>
                <a:off x="3866734" y="1615936"/>
                <a:ext cx="130111" cy="90107"/>
                <a:chOff x="3866734" y="1615936"/>
                <a:chExt cx="130111" cy="90107"/>
              </a:xfrm>
            </p:grpSpPr>
            <p:sp>
              <p:nvSpPr>
                <p:cNvPr id="3079" name="Google Shape;3126;p45">
                  <a:extLst>
                    <a:ext uri="{FF2B5EF4-FFF2-40B4-BE49-F238E27FC236}">
                      <a16:creationId xmlns:a16="http://schemas.microsoft.com/office/drawing/2014/main" id="{B2ECB259-EEA0-7F73-3B63-F1FADF5EF35F}"/>
                    </a:ext>
                  </a:extLst>
                </p:cNvPr>
                <p:cNvSpPr/>
                <p:nvPr/>
              </p:nvSpPr>
              <p:spPr>
                <a:xfrm>
                  <a:off x="3876831" y="1621747"/>
                  <a:ext cx="120014" cy="84296"/>
                </a:xfrm>
                <a:custGeom>
                  <a:avLst/>
                  <a:gdLst/>
                  <a:ahLst/>
                  <a:cxnLst/>
                  <a:rect l="l" t="t" r="r" b="b"/>
                  <a:pathLst>
                    <a:path w="120014" h="84296" extrusionOk="0">
                      <a:moveTo>
                        <a:pt x="120015" y="0"/>
                      </a:moveTo>
                      <a:lnTo>
                        <a:pt x="120015" y="15050"/>
                      </a:lnTo>
                      <a:lnTo>
                        <a:pt x="0" y="84296"/>
                      </a:lnTo>
                      <a:lnTo>
                        <a:pt x="0" y="69342"/>
                      </a:lnTo>
                      <a:lnTo>
                        <a:pt x="120015" y="0"/>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0" name="Google Shape;3127;p45">
                  <a:extLst>
                    <a:ext uri="{FF2B5EF4-FFF2-40B4-BE49-F238E27FC236}">
                      <a16:creationId xmlns:a16="http://schemas.microsoft.com/office/drawing/2014/main" id="{1CB2F936-DBC8-9CF0-A69A-2A59B4F8F306}"/>
                    </a:ext>
                  </a:extLst>
                </p:cNvPr>
                <p:cNvSpPr/>
                <p:nvPr/>
              </p:nvSpPr>
              <p:spPr>
                <a:xfrm>
                  <a:off x="3866734" y="1615936"/>
                  <a:ext cx="130111" cy="75152"/>
                </a:xfrm>
                <a:custGeom>
                  <a:avLst/>
                  <a:gdLst/>
                  <a:ahLst/>
                  <a:cxnLst/>
                  <a:rect l="l" t="t" r="r" b="b"/>
                  <a:pathLst>
                    <a:path w="130111" h="75152" extrusionOk="0">
                      <a:moveTo>
                        <a:pt x="130112" y="5810"/>
                      </a:moveTo>
                      <a:lnTo>
                        <a:pt x="120015" y="0"/>
                      </a:lnTo>
                      <a:lnTo>
                        <a:pt x="0" y="69247"/>
                      </a:lnTo>
                      <a:lnTo>
                        <a:pt x="10097" y="75152"/>
                      </a:lnTo>
                      <a:lnTo>
                        <a:pt x="130112" y="581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1" name="Google Shape;3128;p45">
                  <a:extLst>
                    <a:ext uri="{FF2B5EF4-FFF2-40B4-BE49-F238E27FC236}">
                      <a16:creationId xmlns:a16="http://schemas.microsoft.com/office/drawing/2014/main" id="{ABF3AE97-6208-B525-7627-7807FB7A2D09}"/>
                    </a:ext>
                  </a:extLst>
                </p:cNvPr>
                <p:cNvSpPr/>
                <p:nvPr/>
              </p:nvSpPr>
              <p:spPr>
                <a:xfrm>
                  <a:off x="3866734" y="1685183"/>
                  <a:ext cx="10096" cy="20859"/>
                </a:xfrm>
                <a:custGeom>
                  <a:avLst/>
                  <a:gdLst/>
                  <a:ahLst/>
                  <a:cxnLst/>
                  <a:rect l="l" t="t" r="r" b="b"/>
                  <a:pathLst>
                    <a:path w="10096" h="20859" extrusionOk="0">
                      <a:moveTo>
                        <a:pt x="10097" y="5905"/>
                      </a:moveTo>
                      <a:lnTo>
                        <a:pt x="0" y="0"/>
                      </a:lnTo>
                      <a:lnTo>
                        <a:pt x="0" y="15050"/>
                      </a:lnTo>
                      <a:lnTo>
                        <a:pt x="10097" y="20860"/>
                      </a:lnTo>
                      <a:lnTo>
                        <a:pt x="10097" y="5905"/>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75" name="Google Shape;3129;p45">
                <a:extLst>
                  <a:ext uri="{FF2B5EF4-FFF2-40B4-BE49-F238E27FC236}">
                    <a16:creationId xmlns:a16="http://schemas.microsoft.com/office/drawing/2014/main" id="{FF692A32-3215-331D-7520-CB0B0DED497F}"/>
                  </a:ext>
                </a:extLst>
              </p:cNvPr>
              <p:cNvGrpSpPr/>
              <p:nvPr/>
            </p:nvGrpSpPr>
            <p:grpSpPr>
              <a:xfrm>
                <a:off x="4003799" y="1435247"/>
                <a:ext cx="19431" cy="163639"/>
                <a:chOff x="4003799" y="1435247"/>
                <a:chExt cx="19431" cy="163639"/>
              </a:xfrm>
            </p:grpSpPr>
            <p:sp>
              <p:nvSpPr>
                <p:cNvPr id="3076" name="Google Shape;3130;p45">
                  <a:extLst>
                    <a:ext uri="{FF2B5EF4-FFF2-40B4-BE49-F238E27FC236}">
                      <a16:creationId xmlns:a16="http://schemas.microsoft.com/office/drawing/2014/main" id="{65AAFE52-B1E7-4EE9-14E6-979D1D1E13DE}"/>
                    </a:ext>
                  </a:extLst>
                </p:cNvPr>
                <p:cNvSpPr/>
                <p:nvPr/>
              </p:nvSpPr>
              <p:spPr>
                <a:xfrm>
                  <a:off x="4003799" y="1440200"/>
                  <a:ext cx="10953" cy="158686"/>
                </a:xfrm>
                <a:custGeom>
                  <a:avLst/>
                  <a:gdLst/>
                  <a:ahLst/>
                  <a:cxnLst/>
                  <a:rect l="l" t="t" r="r" b="b"/>
                  <a:pathLst>
                    <a:path w="10953" h="158686" extrusionOk="0">
                      <a:moveTo>
                        <a:pt x="10954" y="158686"/>
                      </a:moveTo>
                      <a:lnTo>
                        <a:pt x="0" y="152400"/>
                      </a:lnTo>
                      <a:lnTo>
                        <a:pt x="0" y="0"/>
                      </a:lnTo>
                      <a:lnTo>
                        <a:pt x="10954" y="6286"/>
                      </a:lnTo>
                      <a:lnTo>
                        <a:pt x="10954" y="158686"/>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7" name="Google Shape;3131;p45">
                  <a:extLst>
                    <a:ext uri="{FF2B5EF4-FFF2-40B4-BE49-F238E27FC236}">
                      <a16:creationId xmlns:a16="http://schemas.microsoft.com/office/drawing/2014/main" id="{B69DFFB0-9355-E73C-BBFC-9224B13618FF}"/>
                    </a:ext>
                  </a:extLst>
                </p:cNvPr>
                <p:cNvSpPr/>
                <p:nvPr/>
              </p:nvSpPr>
              <p:spPr>
                <a:xfrm>
                  <a:off x="4014752" y="1441629"/>
                  <a:ext cx="8477" cy="157257"/>
                </a:xfrm>
                <a:custGeom>
                  <a:avLst/>
                  <a:gdLst/>
                  <a:ahLst/>
                  <a:cxnLst/>
                  <a:rect l="l" t="t" r="r" b="b"/>
                  <a:pathLst>
                    <a:path w="8477" h="157257" extrusionOk="0">
                      <a:moveTo>
                        <a:pt x="0" y="157258"/>
                      </a:moveTo>
                      <a:lnTo>
                        <a:pt x="8477" y="152400"/>
                      </a:lnTo>
                      <a:lnTo>
                        <a:pt x="8477" y="0"/>
                      </a:lnTo>
                      <a:lnTo>
                        <a:pt x="0" y="4858"/>
                      </a:lnTo>
                      <a:lnTo>
                        <a:pt x="0" y="157258"/>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8" name="Google Shape;3132;p45">
                  <a:extLst>
                    <a:ext uri="{FF2B5EF4-FFF2-40B4-BE49-F238E27FC236}">
                      <a16:creationId xmlns:a16="http://schemas.microsoft.com/office/drawing/2014/main" id="{01441969-3DCB-8E26-FEC6-9D3FD1C7E2B8}"/>
                    </a:ext>
                  </a:extLst>
                </p:cNvPr>
                <p:cNvSpPr/>
                <p:nvPr/>
              </p:nvSpPr>
              <p:spPr>
                <a:xfrm>
                  <a:off x="4003799" y="1435247"/>
                  <a:ext cx="19431" cy="11239"/>
                </a:xfrm>
                <a:custGeom>
                  <a:avLst/>
                  <a:gdLst/>
                  <a:ahLst/>
                  <a:cxnLst/>
                  <a:rect l="l" t="t" r="r" b="b"/>
                  <a:pathLst>
                    <a:path w="19431" h="11239" extrusionOk="0">
                      <a:moveTo>
                        <a:pt x="10954" y="11240"/>
                      </a:moveTo>
                      <a:lnTo>
                        <a:pt x="19431" y="6382"/>
                      </a:lnTo>
                      <a:lnTo>
                        <a:pt x="8477" y="0"/>
                      </a:lnTo>
                      <a:lnTo>
                        <a:pt x="0" y="4953"/>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5" name="Google Shape;3133;p45">
              <a:extLst>
                <a:ext uri="{FF2B5EF4-FFF2-40B4-BE49-F238E27FC236}">
                  <a16:creationId xmlns:a16="http://schemas.microsoft.com/office/drawing/2014/main" id="{9800002C-DEFE-37A4-772B-5A97FE5C5A29}"/>
                </a:ext>
              </a:extLst>
            </p:cNvPr>
            <p:cNvGrpSpPr/>
            <p:nvPr/>
          </p:nvGrpSpPr>
          <p:grpSpPr>
            <a:xfrm>
              <a:off x="4187155" y="1620223"/>
              <a:ext cx="160591" cy="345567"/>
              <a:chOff x="4187155" y="1620223"/>
              <a:chExt cx="160591" cy="345567"/>
            </a:xfrm>
          </p:grpSpPr>
          <p:grpSp>
            <p:nvGrpSpPr>
              <p:cNvPr id="3051" name="Google Shape;3134;p45">
                <a:extLst>
                  <a:ext uri="{FF2B5EF4-FFF2-40B4-BE49-F238E27FC236}">
                    <a16:creationId xmlns:a16="http://schemas.microsoft.com/office/drawing/2014/main" id="{19A06D6C-D626-C160-E2E5-310A949469A1}"/>
                  </a:ext>
                </a:extLst>
              </p:cNvPr>
              <p:cNvGrpSpPr/>
              <p:nvPr/>
            </p:nvGrpSpPr>
            <p:grpSpPr>
              <a:xfrm>
                <a:off x="4324220" y="1813295"/>
                <a:ext cx="19431" cy="152495"/>
                <a:chOff x="4324220" y="1813295"/>
                <a:chExt cx="19431" cy="152495"/>
              </a:xfrm>
            </p:grpSpPr>
            <p:sp>
              <p:nvSpPr>
                <p:cNvPr id="3068" name="Google Shape;3135;p45">
                  <a:extLst>
                    <a:ext uri="{FF2B5EF4-FFF2-40B4-BE49-F238E27FC236}">
                      <a16:creationId xmlns:a16="http://schemas.microsoft.com/office/drawing/2014/main" id="{97777283-16E0-1F87-CE1D-5C213D6A0FA4}"/>
                    </a:ext>
                  </a:extLst>
                </p:cNvPr>
                <p:cNvSpPr/>
                <p:nvPr/>
              </p:nvSpPr>
              <p:spPr>
                <a:xfrm>
                  <a:off x="4324220" y="1818248"/>
                  <a:ext cx="10953" cy="147542"/>
                </a:xfrm>
                <a:custGeom>
                  <a:avLst/>
                  <a:gdLst/>
                  <a:ahLst/>
                  <a:cxnLst/>
                  <a:rect l="l" t="t" r="r" b="b"/>
                  <a:pathLst>
                    <a:path w="10953" h="147542" extrusionOk="0">
                      <a:moveTo>
                        <a:pt x="10954" y="147542"/>
                      </a:moveTo>
                      <a:lnTo>
                        <a:pt x="0" y="141256"/>
                      </a:lnTo>
                      <a:lnTo>
                        <a:pt x="0" y="0"/>
                      </a:lnTo>
                      <a:lnTo>
                        <a:pt x="10954" y="6286"/>
                      </a:lnTo>
                      <a:lnTo>
                        <a:pt x="10954" y="147542"/>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9" name="Google Shape;3136;p45">
                  <a:extLst>
                    <a:ext uri="{FF2B5EF4-FFF2-40B4-BE49-F238E27FC236}">
                      <a16:creationId xmlns:a16="http://schemas.microsoft.com/office/drawing/2014/main" id="{C189D04B-FE5E-B795-3526-55443430534F}"/>
                    </a:ext>
                  </a:extLst>
                </p:cNvPr>
                <p:cNvSpPr/>
                <p:nvPr/>
              </p:nvSpPr>
              <p:spPr>
                <a:xfrm>
                  <a:off x="4335174" y="1819676"/>
                  <a:ext cx="8477" cy="146113"/>
                </a:xfrm>
                <a:custGeom>
                  <a:avLst/>
                  <a:gdLst/>
                  <a:ahLst/>
                  <a:cxnLst/>
                  <a:rect l="l" t="t" r="r" b="b"/>
                  <a:pathLst>
                    <a:path w="8477" h="146113" extrusionOk="0">
                      <a:moveTo>
                        <a:pt x="0" y="146114"/>
                      </a:moveTo>
                      <a:lnTo>
                        <a:pt x="8477" y="141256"/>
                      </a:lnTo>
                      <a:lnTo>
                        <a:pt x="8477" y="0"/>
                      </a:lnTo>
                      <a:lnTo>
                        <a:pt x="0" y="4858"/>
                      </a:lnTo>
                      <a:lnTo>
                        <a:pt x="0" y="146114"/>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0" name="Google Shape;3137;p45">
                  <a:extLst>
                    <a:ext uri="{FF2B5EF4-FFF2-40B4-BE49-F238E27FC236}">
                      <a16:creationId xmlns:a16="http://schemas.microsoft.com/office/drawing/2014/main" id="{6796323B-CF85-7014-5354-E36039D3AEC8}"/>
                    </a:ext>
                  </a:extLst>
                </p:cNvPr>
                <p:cNvSpPr/>
                <p:nvPr/>
              </p:nvSpPr>
              <p:spPr>
                <a:xfrm>
                  <a:off x="4324220" y="1813295"/>
                  <a:ext cx="19431" cy="11239"/>
                </a:xfrm>
                <a:custGeom>
                  <a:avLst/>
                  <a:gdLst/>
                  <a:ahLst/>
                  <a:cxnLst/>
                  <a:rect l="l" t="t" r="r" b="b"/>
                  <a:pathLst>
                    <a:path w="19431" h="11239" extrusionOk="0">
                      <a:moveTo>
                        <a:pt x="10954" y="11240"/>
                      </a:moveTo>
                      <a:lnTo>
                        <a:pt x="19431" y="6382"/>
                      </a:lnTo>
                      <a:lnTo>
                        <a:pt x="8477" y="0"/>
                      </a:lnTo>
                      <a:lnTo>
                        <a:pt x="0" y="4953"/>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52" name="Google Shape;3138;p45">
                <a:extLst>
                  <a:ext uri="{FF2B5EF4-FFF2-40B4-BE49-F238E27FC236}">
                    <a16:creationId xmlns:a16="http://schemas.microsoft.com/office/drawing/2014/main" id="{D5C3198D-6BB2-BFC6-1D15-B8F9980D77AC}"/>
                  </a:ext>
                </a:extLst>
              </p:cNvPr>
              <p:cNvGrpSpPr/>
              <p:nvPr/>
            </p:nvGrpSpPr>
            <p:grpSpPr>
              <a:xfrm>
                <a:off x="4320124" y="1770337"/>
                <a:ext cx="27622" cy="56768"/>
                <a:chOff x="4320124" y="1770337"/>
                <a:chExt cx="27622" cy="56768"/>
              </a:xfrm>
            </p:grpSpPr>
            <p:sp>
              <p:nvSpPr>
                <p:cNvPr id="3065" name="Google Shape;3139;p45">
                  <a:extLst>
                    <a:ext uri="{FF2B5EF4-FFF2-40B4-BE49-F238E27FC236}">
                      <a16:creationId xmlns:a16="http://schemas.microsoft.com/office/drawing/2014/main" id="{8E6D6BB2-1379-8B9E-7A95-89828C457DB4}"/>
                    </a:ext>
                  </a:extLst>
                </p:cNvPr>
                <p:cNvSpPr/>
                <p:nvPr/>
              </p:nvSpPr>
              <p:spPr>
                <a:xfrm>
                  <a:off x="4320124" y="1777290"/>
                  <a:ext cx="15525" cy="49815"/>
                </a:xfrm>
                <a:custGeom>
                  <a:avLst/>
                  <a:gdLst/>
                  <a:ahLst/>
                  <a:cxnLst/>
                  <a:rect l="l" t="t" r="r" b="b"/>
                  <a:pathLst>
                    <a:path w="15525" h="49815" extrusionOk="0">
                      <a:moveTo>
                        <a:pt x="15526" y="49816"/>
                      </a:moveTo>
                      <a:lnTo>
                        <a:pt x="0" y="40862"/>
                      </a:lnTo>
                      <a:lnTo>
                        <a:pt x="0" y="0"/>
                      </a:lnTo>
                      <a:lnTo>
                        <a:pt x="15526" y="8953"/>
                      </a:lnTo>
                      <a:lnTo>
                        <a:pt x="15526" y="498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6" name="Google Shape;3140;p45">
                  <a:extLst>
                    <a:ext uri="{FF2B5EF4-FFF2-40B4-BE49-F238E27FC236}">
                      <a16:creationId xmlns:a16="http://schemas.microsoft.com/office/drawing/2014/main" id="{75BAFE9A-2833-FF9E-5F2B-D3AC891BB454}"/>
                    </a:ext>
                  </a:extLst>
                </p:cNvPr>
                <p:cNvSpPr/>
                <p:nvPr/>
              </p:nvSpPr>
              <p:spPr>
                <a:xfrm>
                  <a:off x="4335650" y="1779290"/>
                  <a:ext cx="12096" cy="47815"/>
                </a:xfrm>
                <a:custGeom>
                  <a:avLst/>
                  <a:gdLst/>
                  <a:ahLst/>
                  <a:cxnLst/>
                  <a:rect l="l" t="t" r="r" b="b"/>
                  <a:pathLst>
                    <a:path w="12096" h="47815" extrusionOk="0">
                      <a:moveTo>
                        <a:pt x="0" y="47816"/>
                      </a:moveTo>
                      <a:lnTo>
                        <a:pt x="12097" y="40862"/>
                      </a:lnTo>
                      <a:lnTo>
                        <a:pt x="12097" y="0"/>
                      </a:lnTo>
                      <a:lnTo>
                        <a:pt x="0" y="6953"/>
                      </a:lnTo>
                      <a:lnTo>
                        <a:pt x="0" y="47816"/>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7" name="Google Shape;3141;p45">
                  <a:extLst>
                    <a:ext uri="{FF2B5EF4-FFF2-40B4-BE49-F238E27FC236}">
                      <a16:creationId xmlns:a16="http://schemas.microsoft.com/office/drawing/2014/main" id="{68EE7B57-D2EF-DBC2-CADE-947B6A0EB91A}"/>
                    </a:ext>
                  </a:extLst>
                </p:cNvPr>
                <p:cNvSpPr/>
                <p:nvPr/>
              </p:nvSpPr>
              <p:spPr>
                <a:xfrm>
                  <a:off x="4320124" y="1770337"/>
                  <a:ext cx="27622" cy="15906"/>
                </a:xfrm>
                <a:custGeom>
                  <a:avLst/>
                  <a:gdLst/>
                  <a:ahLst/>
                  <a:cxnLst/>
                  <a:rect l="l" t="t" r="r" b="b"/>
                  <a:pathLst>
                    <a:path w="27622" h="15906" extrusionOk="0">
                      <a:moveTo>
                        <a:pt x="15526" y="15907"/>
                      </a:moveTo>
                      <a:lnTo>
                        <a:pt x="27622" y="8954"/>
                      </a:lnTo>
                      <a:lnTo>
                        <a:pt x="12097" y="0"/>
                      </a:lnTo>
                      <a:lnTo>
                        <a:pt x="0" y="6953"/>
                      </a:lnTo>
                      <a:lnTo>
                        <a:pt x="15526" y="15907"/>
                      </a:lnTo>
                      <a:close/>
                    </a:path>
                  </a:pathLst>
                </a:custGeom>
                <a:solidFill>
                  <a:srgbClr val="2A4E6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53" name="Google Shape;3142;p45">
                <a:extLst>
                  <a:ext uri="{FF2B5EF4-FFF2-40B4-BE49-F238E27FC236}">
                    <a16:creationId xmlns:a16="http://schemas.microsoft.com/office/drawing/2014/main" id="{EEFF8B9D-D1F4-B079-09B7-D4B5B3895FD6}"/>
                  </a:ext>
                </a:extLst>
              </p:cNvPr>
              <p:cNvGrpSpPr/>
              <p:nvPr/>
            </p:nvGrpSpPr>
            <p:grpSpPr>
              <a:xfrm>
                <a:off x="4306313" y="1789768"/>
                <a:ext cx="27622" cy="33813"/>
                <a:chOff x="4306313" y="1789768"/>
                <a:chExt cx="27622" cy="33813"/>
              </a:xfrm>
            </p:grpSpPr>
            <p:sp>
              <p:nvSpPr>
                <p:cNvPr id="3062" name="Google Shape;3143;p45">
                  <a:extLst>
                    <a:ext uri="{FF2B5EF4-FFF2-40B4-BE49-F238E27FC236}">
                      <a16:creationId xmlns:a16="http://schemas.microsoft.com/office/drawing/2014/main" id="{72A1CC3A-FC91-F4FD-F1AB-11D275BE13BF}"/>
                    </a:ext>
                  </a:extLst>
                </p:cNvPr>
                <p:cNvSpPr/>
                <p:nvPr/>
              </p:nvSpPr>
              <p:spPr>
                <a:xfrm>
                  <a:off x="4318410" y="1796721"/>
                  <a:ext cx="15525" cy="26860"/>
                </a:xfrm>
                <a:custGeom>
                  <a:avLst/>
                  <a:gdLst/>
                  <a:ahLst/>
                  <a:cxnLst/>
                  <a:rect l="l" t="t" r="r" b="b"/>
                  <a:pathLst>
                    <a:path w="15525" h="26860" extrusionOk="0">
                      <a:moveTo>
                        <a:pt x="15526" y="0"/>
                      </a:moveTo>
                      <a:lnTo>
                        <a:pt x="15526" y="17907"/>
                      </a:lnTo>
                      <a:lnTo>
                        <a:pt x="0" y="26860"/>
                      </a:lnTo>
                      <a:lnTo>
                        <a:pt x="0" y="8954"/>
                      </a:lnTo>
                      <a:lnTo>
                        <a:pt x="15526" y="0"/>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3" name="Google Shape;3144;p45">
                  <a:extLst>
                    <a:ext uri="{FF2B5EF4-FFF2-40B4-BE49-F238E27FC236}">
                      <a16:creationId xmlns:a16="http://schemas.microsoft.com/office/drawing/2014/main" id="{B783A1AA-A81F-6C44-9330-32E71DEB4545}"/>
                    </a:ext>
                  </a:extLst>
                </p:cNvPr>
                <p:cNvSpPr/>
                <p:nvPr/>
              </p:nvSpPr>
              <p:spPr>
                <a:xfrm>
                  <a:off x="4306313" y="1789768"/>
                  <a:ext cx="27622" cy="15906"/>
                </a:xfrm>
                <a:custGeom>
                  <a:avLst/>
                  <a:gdLst/>
                  <a:ahLst/>
                  <a:cxnLst/>
                  <a:rect l="l" t="t" r="r" b="b"/>
                  <a:pathLst>
                    <a:path w="27622" h="15906" extrusionOk="0">
                      <a:moveTo>
                        <a:pt x="27622" y="6953"/>
                      </a:moveTo>
                      <a:lnTo>
                        <a:pt x="15621" y="0"/>
                      </a:lnTo>
                      <a:lnTo>
                        <a:pt x="0" y="8954"/>
                      </a:lnTo>
                      <a:lnTo>
                        <a:pt x="12097" y="15907"/>
                      </a:lnTo>
                      <a:lnTo>
                        <a:pt x="27622" y="69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4" name="Google Shape;3145;p45">
                  <a:extLst>
                    <a:ext uri="{FF2B5EF4-FFF2-40B4-BE49-F238E27FC236}">
                      <a16:creationId xmlns:a16="http://schemas.microsoft.com/office/drawing/2014/main" id="{F1F93CF7-FB24-655E-FACB-67EFD08D3484}"/>
                    </a:ext>
                  </a:extLst>
                </p:cNvPr>
                <p:cNvSpPr/>
                <p:nvPr/>
              </p:nvSpPr>
              <p:spPr>
                <a:xfrm>
                  <a:off x="4306313" y="1798721"/>
                  <a:ext cx="12096" cy="24860"/>
                </a:xfrm>
                <a:custGeom>
                  <a:avLst/>
                  <a:gdLst/>
                  <a:ahLst/>
                  <a:cxnLst/>
                  <a:rect l="l" t="t" r="r" b="b"/>
                  <a:pathLst>
                    <a:path w="12096" h="24860" extrusionOk="0">
                      <a:moveTo>
                        <a:pt x="12097" y="6953"/>
                      </a:moveTo>
                      <a:lnTo>
                        <a:pt x="0" y="0"/>
                      </a:lnTo>
                      <a:lnTo>
                        <a:pt x="0" y="17907"/>
                      </a:lnTo>
                      <a:lnTo>
                        <a:pt x="12097" y="24860"/>
                      </a:lnTo>
                      <a:lnTo>
                        <a:pt x="12097" y="69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54" name="Google Shape;3146;p45">
                <a:extLst>
                  <a:ext uri="{FF2B5EF4-FFF2-40B4-BE49-F238E27FC236}">
                    <a16:creationId xmlns:a16="http://schemas.microsoft.com/office/drawing/2014/main" id="{6452D5D6-1FC5-23EC-29B5-27FD1A3CC93B}"/>
                  </a:ext>
                </a:extLst>
              </p:cNvPr>
              <p:cNvGrpSpPr/>
              <p:nvPr/>
            </p:nvGrpSpPr>
            <p:grpSpPr>
              <a:xfrm>
                <a:off x="4187155" y="1800912"/>
                <a:ext cx="130206" cy="90201"/>
                <a:chOff x="4187155" y="1800912"/>
                <a:chExt cx="130206" cy="90201"/>
              </a:xfrm>
            </p:grpSpPr>
            <p:sp>
              <p:nvSpPr>
                <p:cNvPr id="3059" name="Google Shape;3147;p45">
                  <a:extLst>
                    <a:ext uri="{FF2B5EF4-FFF2-40B4-BE49-F238E27FC236}">
                      <a16:creationId xmlns:a16="http://schemas.microsoft.com/office/drawing/2014/main" id="{48D75DBF-5D23-0669-4370-C6B531C53C3F}"/>
                    </a:ext>
                  </a:extLst>
                </p:cNvPr>
                <p:cNvSpPr/>
                <p:nvPr/>
              </p:nvSpPr>
              <p:spPr>
                <a:xfrm>
                  <a:off x="4197251" y="1806722"/>
                  <a:ext cx="120110" cy="84391"/>
                </a:xfrm>
                <a:custGeom>
                  <a:avLst/>
                  <a:gdLst/>
                  <a:ahLst/>
                  <a:cxnLst/>
                  <a:rect l="l" t="t" r="r" b="b"/>
                  <a:pathLst>
                    <a:path w="120110" h="84391" extrusionOk="0">
                      <a:moveTo>
                        <a:pt x="120110" y="0"/>
                      </a:moveTo>
                      <a:lnTo>
                        <a:pt x="120110" y="15049"/>
                      </a:lnTo>
                      <a:lnTo>
                        <a:pt x="0" y="84392"/>
                      </a:lnTo>
                      <a:lnTo>
                        <a:pt x="0" y="69342"/>
                      </a:lnTo>
                      <a:lnTo>
                        <a:pt x="12011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0" name="Google Shape;3148;p45">
                  <a:extLst>
                    <a:ext uri="{FF2B5EF4-FFF2-40B4-BE49-F238E27FC236}">
                      <a16:creationId xmlns:a16="http://schemas.microsoft.com/office/drawing/2014/main" id="{7CF3B248-005A-2571-EC2E-95FCC96AD793}"/>
                    </a:ext>
                  </a:extLst>
                </p:cNvPr>
                <p:cNvSpPr/>
                <p:nvPr/>
              </p:nvSpPr>
              <p:spPr>
                <a:xfrm>
                  <a:off x="4187155" y="1800912"/>
                  <a:ext cx="130206" cy="75152"/>
                </a:xfrm>
                <a:custGeom>
                  <a:avLst/>
                  <a:gdLst/>
                  <a:ahLst/>
                  <a:cxnLst/>
                  <a:rect l="l" t="t" r="r" b="b"/>
                  <a:pathLst>
                    <a:path w="130206" h="75152" extrusionOk="0">
                      <a:moveTo>
                        <a:pt x="130207" y="5810"/>
                      </a:moveTo>
                      <a:lnTo>
                        <a:pt x="120110" y="0"/>
                      </a:lnTo>
                      <a:lnTo>
                        <a:pt x="0" y="69342"/>
                      </a:lnTo>
                      <a:lnTo>
                        <a:pt x="10096" y="75152"/>
                      </a:lnTo>
                      <a:lnTo>
                        <a:pt x="130207" y="581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1" name="Google Shape;3149;p45">
                  <a:extLst>
                    <a:ext uri="{FF2B5EF4-FFF2-40B4-BE49-F238E27FC236}">
                      <a16:creationId xmlns:a16="http://schemas.microsoft.com/office/drawing/2014/main" id="{2A076D09-2B67-3DC1-5EDD-9318F5D5E686}"/>
                    </a:ext>
                  </a:extLst>
                </p:cNvPr>
                <p:cNvSpPr/>
                <p:nvPr/>
              </p:nvSpPr>
              <p:spPr>
                <a:xfrm>
                  <a:off x="4187155" y="1870254"/>
                  <a:ext cx="10096" cy="20859"/>
                </a:xfrm>
                <a:custGeom>
                  <a:avLst/>
                  <a:gdLst/>
                  <a:ahLst/>
                  <a:cxnLst/>
                  <a:rect l="l" t="t" r="r" b="b"/>
                  <a:pathLst>
                    <a:path w="10096" h="20859" extrusionOk="0">
                      <a:moveTo>
                        <a:pt x="10096" y="5810"/>
                      </a:moveTo>
                      <a:lnTo>
                        <a:pt x="0" y="0"/>
                      </a:lnTo>
                      <a:lnTo>
                        <a:pt x="0" y="14954"/>
                      </a:lnTo>
                      <a:lnTo>
                        <a:pt x="10096" y="20860"/>
                      </a:lnTo>
                      <a:lnTo>
                        <a:pt x="10096" y="581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55" name="Google Shape;3150;p45">
                <a:extLst>
                  <a:ext uri="{FF2B5EF4-FFF2-40B4-BE49-F238E27FC236}">
                    <a16:creationId xmlns:a16="http://schemas.microsoft.com/office/drawing/2014/main" id="{E601A8CA-24D1-E2BC-8E22-B1714D326486}"/>
                  </a:ext>
                </a:extLst>
              </p:cNvPr>
              <p:cNvGrpSpPr/>
              <p:nvPr/>
            </p:nvGrpSpPr>
            <p:grpSpPr>
              <a:xfrm>
                <a:off x="4324220" y="1620223"/>
                <a:ext cx="19431" cy="163734"/>
                <a:chOff x="4324220" y="1620223"/>
                <a:chExt cx="19431" cy="163734"/>
              </a:xfrm>
            </p:grpSpPr>
            <p:sp>
              <p:nvSpPr>
                <p:cNvPr id="3056" name="Google Shape;3151;p45">
                  <a:extLst>
                    <a:ext uri="{FF2B5EF4-FFF2-40B4-BE49-F238E27FC236}">
                      <a16:creationId xmlns:a16="http://schemas.microsoft.com/office/drawing/2014/main" id="{70868D8B-F723-F0C0-F8AA-25FF8257A637}"/>
                    </a:ext>
                  </a:extLst>
                </p:cNvPr>
                <p:cNvSpPr/>
                <p:nvPr/>
              </p:nvSpPr>
              <p:spPr>
                <a:xfrm>
                  <a:off x="4324220" y="1625176"/>
                  <a:ext cx="10953" cy="158781"/>
                </a:xfrm>
                <a:custGeom>
                  <a:avLst/>
                  <a:gdLst/>
                  <a:ahLst/>
                  <a:cxnLst/>
                  <a:rect l="l" t="t" r="r" b="b"/>
                  <a:pathLst>
                    <a:path w="10953" h="158781" extrusionOk="0">
                      <a:moveTo>
                        <a:pt x="10954" y="158782"/>
                      </a:moveTo>
                      <a:lnTo>
                        <a:pt x="0" y="152400"/>
                      </a:lnTo>
                      <a:lnTo>
                        <a:pt x="0" y="0"/>
                      </a:lnTo>
                      <a:lnTo>
                        <a:pt x="10954" y="6382"/>
                      </a:lnTo>
                      <a:lnTo>
                        <a:pt x="10954" y="158782"/>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7" name="Google Shape;3152;p45">
                  <a:extLst>
                    <a:ext uri="{FF2B5EF4-FFF2-40B4-BE49-F238E27FC236}">
                      <a16:creationId xmlns:a16="http://schemas.microsoft.com/office/drawing/2014/main" id="{F53A42FC-16A6-AD90-B903-BB1748478B24}"/>
                    </a:ext>
                  </a:extLst>
                </p:cNvPr>
                <p:cNvSpPr/>
                <p:nvPr/>
              </p:nvSpPr>
              <p:spPr>
                <a:xfrm>
                  <a:off x="4335174" y="1626604"/>
                  <a:ext cx="8477" cy="157353"/>
                </a:xfrm>
                <a:custGeom>
                  <a:avLst/>
                  <a:gdLst/>
                  <a:ahLst/>
                  <a:cxnLst/>
                  <a:rect l="l" t="t" r="r" b="b"/>
                  <a:pathLst>
                    <a:path w="8477" h="157353" extrusionOk="0">
                      <a:moveTo>
                        <a:pt x="0" y="157353"/>
                      </a:moveTo>
                      <a:lnTo>
                        <a:pt x="8477" y="152400"/>
                      </a:lnTo>
                      <a:lnTo>
                        <a:pt x="8477" y="0"/>
                      </a:lnTo>
                      <a:lnTo>
                        <a:pt x="0" y="4953"/>
                      </a:lnTo>
                      <a:lnTo>
                        <a:pt x="0" y="157353"/>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8" name="Google Shape;3153;p45">
                  <a:extLst>
                    <a:ext uri="{FF2B5EF4-FFF2-40B4-BE49-F238E27FC236}">
                      <a16:creationId xmlns:a16="http://schemas.microsoft.com/office/drawing/2014/main" id="{AD393119-327A-0D26-A050-B6A6A9B343E8}"/>
                    </a:ext>
                  </a:extLst>
                </p:cNvPr>
                <p:cNvSpPr/>
                <p:nvPr/>
              </p:nvSpPr>
              <p:spPr>
                <a:xfrm>
                  <a:off x="4324220" y="1620223"/>
                  <a:ext cx="19431" cy="11334"/>
                </a:xfrm>
                <a:custGeom>
                  <a:avLst/>
                  <a:gdLst/>
                  <a:ahLst/>
                  <a:cxnLst/>
                  <a:rect l="l" t="t" r="r" b="b"/>
                  <a:pathLst>
                    <a:path w="19431" h="11334" extrusionOk="0">
                      <a:moveTo>
                        <a:pt x="10954" y="11335"/>
                      </a:moveTo>
                      <a:lnTo>
                        <a:pt x="19431" y="6382"/>
                      </a:lnTo>
                      <a:lnTo>
                        <a:pt x="8477" y="0"/>
                      </a:lnTo>
                      <a:lnTo>
                        <a:pt x="0" y="4953"/>
                      </a:lnTo>
                      <a:lnTo>
                        <a:pt x="10954" y="11335"/>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6" name="Google Shape;3154;p45">
              <a:extLst>
                <a:ext uri="{FF2B5EF4-FFF2-40B4-BE49-F238E27FC236}">
                  <a16:creationId xmlns:a16="http://schemas.microsoft.com/office/drawing/2014/main" id="{233C1449-2C8F-F494-43FF-7B62878AB064}"/>
                </a:ext>
              </a:extLst>
            </p:cNvPr>
            <p:cNvGrpSpPr/>
            <p:nvPr/>
          </p:nvGrpSpPr>
          <p:grpSpPr>
            <a:xfrm>
              <a:off x="3822348" y="1681469"/>
              <a:ext cx="376713" cy="237934"/>
              <a:chOff x="3822348" y="1681469"/>
              <a:chExt cx="376713" cy="237934"/>
            </a:xfrm>
          </p:grpSpPr>
          <p:grpSp>
            <p:nvGrpSpPr>
              <p:cNvPr id="2990" name="Google Shape;3155;p45">
                <a:extLst>
                  <a:ext uri="{FF2B5EF4-FFF2-40B4-BE49-F238E27FC236}">
                    <a16:creationId xmlns:a16="http://schemas.microsoft.com/office/drawing/2014/main" id="{C4C2C0DD-EC5D-565C-F642-6339E22E2259}"/>
                  </a:ext>
                </a:extLst>
              </p:cNvPr>
              <p:cNvGrpSpPr/>
              <p:nvPr/>
            </p:nvGrpSpPr>
            <p:grpSpPr>
              <a:xfrm>
                <a:off x="3822348" y="1681469"/>
                <a:ext cx="56292" cy="52863"/>
                <a:chOff x="3822348" y="1681469"/>
                <a:chExt cx="56292" cy="52863"/>
              </a:xfrm>
            </p:grpSpPr>
            <p:sp>
              <p:nvSpPr>
                <p:cNvPr id="3048" name="Google Shape;3156;p45">
                  <a:extLst>
                    <a:ext uri="{FF2B5EF4-FFF2-40B4-BE49-F238E27FC236}">
                      <a16:creationId xmlns:a16="http://schemas.microsoft.com/office/drawing/2014/main" id="{9BF30CD7-3CFA-115E-E8DA-66CE955234E4}"/>
                    </a:ext>
                  </a:extLst>
                </p:cNvPr>
                <p:cNvSpPr/>
                <p:nvPr/>
              </p:nvSpPr>
              <p:spPr>
                <a:xfrm>
                  <a:off x="3836063" y="1689374"/>
                  <a:ext cx="42576" cy="44958"/>
                </a:xfrm>
                <a:custGeom>
                  <a:avLst/>
                  <a:gdLst/>
                  <a:ahLst/>
                  <a:cxnLst/>
                  <a:rect l="l" t="t" r="r" b="b"/>
                  <a:pathLst>
                    <a:path w="42576" h="44958" extrusionOk="0">
                      <a:moveTo>
                        <a:pt x="42577" y="0"/>
                      </a:moveTo>
                      <a:lnTo>
                        <a:pt x="42577" y="20384"/>
                      </a:lnTo>
                      <a:lnTo>
                        <a:pt x="0" y="44958"/>
                      </a:lnTo>
                      <a:lnTo>
                        <a:pt x="0" y="24575"/>
                      </a:lnTo>
                      <a:lnTo>
                        <a:pt x="4257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9" name="Google Shape;3157;p45">
                  <a:extLst>
                    <a:ext uri="{FF2B5EF4-FFF2-40B4-BE49-F238E27FC236}">
                      <a16:creationId xmlns:a16="http://schemas.microsoft.com/office/drawing/2014/main" id="{C24981CC-C2B7-5359-E1FA-8684826D2F60}"/>
                    </a:ext>
                  </a:extLst>
                </p:cNvPr>
                <p:cNvSpPr/>
                <p:nvPr/>
              </p:nvSpPr>
              <p:spPr>
                <a:xfrm>
                  <a:off x="3822348" y="1681469"/>
                  <a:ext cx="56292" cy="32480"/>
                </a:xfrm>
                <a:custGeom>
                  <a:avLst/>
                  <a:gdLst/>
                  <a:ahLst/>
                  <a:cxnLst/>
                  <a:rect l="l" t="t" r="r" b="b"/>
                  <a:pathLst>
                    <a:path w="56292" h="32480" extrusionOk="0">
                      <a:moveTo>
                        <a:pt x="56292" y="7906"/>
                      </a:moveTo>
                      <a:lnTo>
                        <a:pt x="42577" y="0"/>
                      </a:lnTo>
                      <a:lnTo>
                        <a:pt x="0" y="24574"/>
                      </a:lnTo>
                      <a:lnTo>
                        <a:pt x="13716" y="32480"/>
                      </a:lnTo>
                      <a:lnTo>
                        <a:pt x="56292" y="790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0" name="Google Shape;3158;p45">
                  <a:extLst>
                    <a:ext uri="{FF2B5EF4-FFF2-40B4-BE49-F238E27FC236}">
                      <a16:creationId xmlns:a16="http://schemas.microsoft.com/office/drawing/2014/main" id="{742010DC-D8D3-6A83-F7FF-3C259945A58F}"/>
                    </a:ext>
                  </a:extLst>
                </p:cNvPr>
                <p:cNvSpPr/>
                <p:nvPr/>
              </p:nvSpPr>
              <p:spPr>
                <a:xfrm>
                  <a:off x="3822348" y="1706043"/>
                  <a:ext cx="13715" cy="28289"/>
                </a:xfrm>
                <a:custGeom>
                  <a:avLst/>
                  <a:gdLst/>
                  <a:ahLst/>
                  <a:cxnLst/>
                  <a:rect l="l" t="t" r="r" b="b"/>
                  <a:pathLst>
                    <a:path w="13715" h="28289" extrusionOk="0">
                      <a:moveTo>
                        <a:pt x="13716" y="7906"/>
                      </a:moveTo>
                      <a:lnTo>
                        <a:pt x="0" y="0"/>
                      </a:lnTo>
                      <a:lnTo>
                        <a:pt x="0" y="20384"/>
                      </a:lnTo>
                      <a:lnTo>
                        <a:pt x="13716" y="28289"/>
                      </a:lnTo>
                      <a:lnTo>
                        <a:pt x="13716" y="790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91" name="Google Shape;3159;p45">
                <a:extLst>
                  <a:ext uri="{FF2B5EF4-FFF2-40B4-BE49-F238E27FC236}">
                    <a16:creationId xmlns:a16="http://schemas.microsoft.com/office/drawing/2014/main" id="{560808A8-3B6F-E00E-F45B-92C671CBEA7A}"/>
                  </a:ext>
                </a:extLst>
              </p:cNvPr>
              <p:cNvGrpSpPr/>
              <p:nvPr/>
            </p:nvGrpSpPr>
            <p:grpSpPr>
              <a:xfrm>
                <a:off x="3861114" y="1697852"/>
                <a:ext cx="103917" cy="70484"/>
                <a:chOff x="3861114" y="1697852"/>
                <a:chExt cx="103917" cy="70484"/>
              </a:xfrm>
            </p:grpSpPr>
            <p:sp>
              <p:nvSpPr>
                <p:cNvPr id="3045" name="Google Shape;3160;p45">
                  <a:extLst>
                    <a:ext uri="{FF2B5EF4-FFF2-40B4-BE49-F238E27FC236}">
                      <a16:creationId xmlns:a16="http://schemas.microsoft.com/office/drawing/2014/main" id="{946D08FA-4B48-B963-F7CB-8504A23F634E}"/>
                    </a:ext>
                  </a:extLst>
                </p:cNvPr>
                <p:cNvSpPr/>
                <p:nvPr/>
              </p:nvSpPr>
              <p:spPr>
                <a:xfrm>
                  <a:off x="3861114" y="1697852"/>
                  <a:ext cx="103917" cy="60007"/>
                </a:xfrm>
                <a:custGeom>
                  <a:avLst/>
                  <a:gdLst/>
                  <a:ahLst/>
                  <a:cxnLst/>
                  <a:rect l="l" t="t" r="r" b="b"/>
                  <a:pathLst>
                    <a:path w="103917" h="60007" extrusionOk="0">
                      <a:moveTo>
                        <a:pt x="0" y="6763"/>
                      </a:moveTo>
                      <a:lnTo>
                        <a:pt x="11621" y="0"/>
                      </a:lnTo>
                      <a:lnTo>
                        <a:pt x="103918" y="53245"/>
                      </a:lnTo>
                      <a:lnTo>
                        <a:pt x="92202" y="60007"/>
                      </a:lnTo>
                      <a:lnTo>
                        <a:pt x="0" y="676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6" name="Google Shape;3161;p45">
                  <a:extLst>
                    <a:ext uri="{FF2B5EF4-FFF2-40B4-BE49-F238E27FC236}">
                      <a16:creationId xmlns:a16="http://schemas.microsoft.com/office/drawing/2014/main" id="{BBD93146-9FB5-DB09-1A20-44A5BAB7545A}"/>
                    </a:ext>
                  </a:extLst>
                </p:cNvPr>
                <p:cNvSpPr/>
                <p:nvPr/>
              </p:nvSpPr>
              <p:spPr>
                <a:xfrm>
                  <a:off x="3861114" y="1704614"/>
                  <a:ext cx="92202" cy="63722"/>
                </a:xfrm>
                <a:custGeom>
                  <a:avLst/>
                  <a:gdLst/>
                  <a:ahLst/>
                  <a:cxnLst/>
                  <a:rect l="l" t="t" r="r" b="b"/>
                  <a:pathLst>
                    <a:path w="92202" h="63722" extrusionOk="0">
                      <a:moveTo>
                        <a:pt x="0" y="0"/>
                      </a:moveTo>
                      <a:lnTo>
                        <a:pt x="0" y="10477"/>
                      </a:lnTo>
                      <a:lnTo>
                        <a:pt x="92202" y="63722"/>
                      </a:lnTo>
                      <a:lnTo>
                        <a:pt x="92202" y="53245"/>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7" name="Google Shape;3162;p45">
                  <a:extLst>
                    <a:ext uri="{FF2B5EF4-FFF2-40B4-BE49-F238E27FC236}">
                      <a16:creationId xmlns:a16="http://schemas.microsoft.com/office/drawing/2014/main" id="{C1FB212D-A911-C446-508C-79E90D7C0E37}"/>
                    </a:ext>
                  </a:extLst>
                </p:cNvPr>
                <p:cNvSpPr/>
                <p:nvPr/>
              </p:nvSpPr>
              <p:spPr>
                <a:xfrm>
                  <a:off x="3953316" y="1751096"/>
                  <a:ext cx="11715" cy="17240"/>
                </a:xfrm>
                <a:custGeom>
                  <a:avLst/>
                  <a:gdLst/>
                  <a:ahLst/>
                  <a:cxnLst/>
                  <a:rect l="l" t="t" r="r" b="b"/>
                  <a:pathLst>
                    <a:path w="11715" h="17240" extrusionOk="0">
                      <a:moveTo>
                        <a:pt x="0" y="6763"/>
                      </a:moveTo>
                      <a:lnTo>
                        <a:pt x="0" y="17240"/>
                      </a:lnTo>
                      <a:lnTo>
                        <a:pt x="11716" y="10477"/>
                      </a:lnTo>
                      <a:lnTo>
                        <a:pt x="11716" y="0"/>
                      </a:lnTo>
                      <a:lnTo>
                        <a:pt x="0" y="6763"/>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92" name="Google Shape;3163;p45">
                <a:extLst>
                  <a:ext uri="{FF2B5EF4-FFF2-40B4-BE49-F238E27FC236}">
                    <a16:creationId xmlns:a16="http://schemas.microsoft.com/office/drawing/2014/main" id="{337FAC74-B4CF-A381-375A-497142E643B9}"/>
                  </a:ext>
                </a:extLst>
              </p:cNvPr>
              <p:cNvGrpSpPr/>
              <p:nvPr/>
            </p:nvGrpSpPr>
            <p:grpSpPr>
              <a:xfrm>
                <a:off x="3841874" y="1708996"/>
                <a:ext cx="103917" cy="70389"/>
                <a:chOff x="3841874" y="1708996"/>
                <a:chExt cx="103917" cy="70389"/>
              </a:xfrm>
            </p:grpSpPr>
            <p:sp>
              <p:nvSpPr>
                <p:cNvPr id="3042" name="Google Shape;3164;p45">
                  <a:extLst>
                    <a:ext uri="{FF2B5EF4-FFF2-40B4-BE49-F238E27FC236}">
                      <a16:creationId xmlns:a16="http://schemas.microsoft.com/office/drawing/2014/main" id="{4819A8D5-92E1-1DF8-A562-2BA6148A25EE}"/>
                    </a:ext>
                  </a:extLst>
                </p:cNvPr>
                <p:cNvSpPr/>
                <p:nvPr/>
              </p:nvSpPr>
              <p:spPr>
                <a:xfrm>
                  <a:off x="3841874" y="1708996"/>
                  <a:ext cx="103917" cy="60007"/>
                </a:xfrm>
                <a:custGeom>
                  <a:avLst/>
                  <a:gdLst/>
                  <a:ahLst/>
                  <a:cxnLst/>
                  <a:rect l="l" t="t" r="r" b="b"/>
                  <a:pathLst>
                    <a:path w="103917" h="60007" extrusionOk="0">
                      <a:moveTo>
                        <a:pt x="0" y="6763"/>
                      </a:moveTo>
                      <a:lnTo>
                        <a:pt x="11716" y="0"/>
                      </a:lnTo>
                      <a:lnTo>
                        <a:pt x="103918" y="53245"/>
                      </a:lnTo>
                      <a:lnTo>
                        <a:pt x="92297" y="60007"/>
                      </a:lnTo>
                      <a:lnTo>
                        <a:pt x="0" y="676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3" name="Google Shape;3165;p45">
                  <a:extLst>
                    <a:ext uri="{FF2B5EF4-FFF2-40B4-BE49-F238E27FC236}">
                      <a16:creationId xmlns:a16="http://schemas.microsoft.com/office/drawing/2014/main" id="{80232376-25D5-764F-D43B-162F1D97B8C5}"/>
                    </a:ext>
                  </a:extLst>
                </p:cNvPr>
                <p:cNvSpPr/>
                <p:nvPr/>
              </p:nvSpPr>
              <p:spPr>
                <a:xfrm>
                  <a:off x="3841874" y="1715758"/>
                  <a:ext cx="92297" cy="63627"/>
                </a:xfrm>
                <a:custGeom>
                  <a:avLst/>
                  <a:gdLst/>
                  <a:ahLst/>
                  <a:cxnLst/>
                  <a:rect l="l" t="t" r="r" b="b"/>
                  <a:pathLst>
                    <a:path w="92297" h="63627" extrusionOk="0">
                      <a:moveTo>
                        <a:pt x="0" y="0"/>
                      </a:moveTo>
                      <a:lnTo>
                        <a:pt x="0" y="10382"/>
                      </a:lnTo>
                      <a:lnTo>
                        <a:pt x="92297" y="63627"/>
                      </a:lnTo>
                      <a:lnTo>
                        <a:pt x="92297" y="53245"/>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4" name="Google Shape;3166;p45">
                  <a:extLst>
                    <a:ext uri="{FF2B5EF4-FFF2-40B4-BE49-F238E27FC236}">
                      <a16:creationId xmlns:a16="http://schemas.microsoft.com/office/drawing/2014/main" id="{7B88E6BC-90FE-A74A-43D6-42920B71DA97}"/>
                    </a:ext>
                  </a:extLst>
                </p:cNvPr>
                <p:cNvSpPr/>
                <p:nvPr/>
              </p:nvSpPr>
              <p:spPr>
                <a:xfrm>
                  <a:off x="3934171" y="1762240"/>
                  <a:ext cx="11620" cy="17144"/>
                </a:xfrm>
                <a:custGeom>
                  <a:avLst/>
                  <a:gdLst/>
                  <a:ahLst/>
                  <a:cxnLst/>
                  <a:rect l="l" t="t" r="r" b="b"/>
                  <a:pathLst>
                    <a:path w="11620" h="17144" extrusionOk="0">
                      <a:moveTo>
                        <a:pt x="0" y="6763"/>
                      </a:moveTo>
                      <a:lnTo>
                        <a:pt x="0" y="17145"/>
                      </a:lnTo>
                      <a:lnTo>
                        <a:pt x="11621" y="10477"/>
                      </a:lnTo>
                      <a:lnTo>
                        <a:pt x="11621" y="0"/>
                      </a:lnTo>
                      <a:lnTo>
                        <a:pt x="0" y="6763"/>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93" name="Google Shape;3167;p45">
                <a:extLst>
                  <a:ext uri="{FF2B5EF4-FFF2-40B4-BE49-F238E27FC236}">
                    <a16:creationId xmlns:a16="http://schemas.microsoft.com/office/drawing/2014/main" id="{F24E8E29-1ACD-3F9F-8FFD-3D432A49F182}"/>
                  </a:ext>
                </a:extLst>
              </p:cNvPr>
              <p:cNvGrpSpPr/>
              <p:nvPr/>
            </p:nvGrpSpPr>
            <p:grpSpPr>
              <a:xfrm>
                <a:off x="3960436" y="1770861"/>
                <a:ext cx="38790" cy="80628"/>
                <a:chOff x="3960436" y="1770861"/>
                <a:chExt cx="38790" cy="80628"/>
              </a:xfrm>
            </p:grpSpPr>
            <p:grpSp>
              <p:nvGrpSpPr>
                <p:cNvPr id="3017" name="Google Shape;3168;p45">
                  <a:extLst>
                    <a:ext uri="{FF2B5EF4-FFF2-40B4-BE49-F238E27FC236}">
                      <a16:creationId xmlns:a16="http://schemas.microsoft.com/office/drawing/2014/main" id="{0BB08C55-629C-A90F-8DBE-232B81790AAE}"/>
                    </a:ext>
                  </a:extLst>
                </p:cNvPr>
                <p:cNvGrpSpPr/>
                <p:nvPr/>
              </p:nvGrpSpPr>
              <p:grpSpPr>
                <a:xfrm>
                  <a:off x="3976319" y="1834726"/>
                  <a:ext cx="6905" cy="16763"/>
                  <a:chOff x="3976319" y="1834726"/>
                  <a:chExt cx="6905" cy="16763"/>
                </a:xfrm>
              </p:grpSpPr>
              <p:sp>
                <p:nvSpPr>
                  <p:cNvPr id="3039" name="Google Shape;3169;p45">
                    <a:extLst>
                      <a:ext uri="{FF2B5EF4-FFF2-40B4-BE49-F238E27FC236}">
                        <a16:creationId xmlns:a16="http://schemas.microsoft.com/office/drawing/2014/main" id="{D8887A2B-419A-CB15-9E49-05601B208D57}"/>
                      </a:ext>
                    </a:extLst>
                  </p:cNvPr>
                  <p:cNvSpPr/>
                  <p:nvPr/>
                </p:nvSpPr>
                <p:spPr>
                  <a:xfrm>
                    <a:off x="3977700" y="1847585"/>
                    <a:ext cx="3810" cy="2166"/>
                  </a:xfrm>
                  <a:custGeom>
                    <a:avLst/>
                    <a:gdLst/>
                    <a:ahLst/>
                    <a:cxnLst/>
                    <a:rect l="l" t="t" r="r" b="b"/>
                    <a:pathLst>
                      <a:path w="3810" h="2166" extrusionOk="0">
                        <a:moveTo>
                          <a:pt x="572" y="1810"/>
                        </a:moveTo>
                        <a:cubicBezTo>
                          <a:pt x="1333" y="2286"/>
                          <a:pt x="2476" y="2286"/>
                          <a:pt x="3239" y="1810"/>
                        </a:cubicBezTo>
                        <a:cubicBezTo>
                          <a:pt x="4000" y="1429"/>
                          <a:pt x="4000" y="667"/>
                          <a:pt x="3239" y="286"/>
                        </a:cubicBezTo>
                        <a:cubicBezTo>
                          <a:pt x="2476" y="-95"/>
                          <a:pt x="1333" y="-95"/>
                          <a:pt x="572" y="286"/>
                        </a:cubicBezTo>
                        <a:cubicBezTo>
                          <a:pt x="-191" y="667"/>
                          <a:pt x="-191" y="1429"/>
                          <a:pt x="572" y="1810"/>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0" name="Google Shape;3170;p45">
                    <a:extLst>
                      <a:ext uri="{FF2B5EF4-FFF2-40B4-BE49-F238E27FC236}">
                        <a16:creationId xmlns:a16="http://schemas.microsoft.com/office/drawing/2014/main" id="{3C379660-1831-B80D-E0E5-628D393B9B33}"/>
                      </a:ext>
                    </a:extLst>
                  </p:cNvPr>
                  <p:cNvSpPr/>
                  <p:nvPr/>
                </p:nvSpPr>
                <p:spPr>
                  <a:xfrm>
                    <a:off x="3976462" y="1836726"/>
                    <a:ext cx="6762" cy="14763"/>
                  </a:xfrm>
                  <a:custGeom>
                    <a:avLst/>
                    <a:gdLst/>
                    <a:ahLst/>
                    <a:cxnLst/>
                    <a:rect l="l" t="t" r="r" b="b"/>
                    <a:pathLst>
                      <a:path w="6762" h="14763" extrusionOk="0">
                        <a:moveTo>
                          <a:pt x="6667" y="0"/>
                        </a:moveTo>
                        <a:lnTo>
                          <a:pt x="6667" y="12764"/>
                        </a:lnTo>
                        <a:lnTo>
                          <a:pt x="6667" y="12764"/>
                        </a:lnTo>
                        <a:cubicBezTo>
                          <a:pt x="6667" y="12764"/>
                          <a:pt x="6382" y="13716"/>
                          <a:pt x="5715" y="14192"/>
                        </a:cubicBezTo>
                        <a:cubicBezTo>
                          <a:pt x="4381" y="14954"/>
                          <a:pt x="2286" y="14954"/>
                          <a:pt x="953" y="14192"/>
                        </a:cubicBezTo>
                        <a:cubicBezTo>
                          <a:pt x="286" y="13811"/>
                          <a:pt x="0" y="13240"/>
                          <a:pt x="0" y="12764"/>
                        </a:cubicBezTo>
                        <a:lnTo>
                          <a:pt x="0" y="0"/>
                        </a:lnTo>
                        <a:lnTo>
                          <a:pt x="676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1" name="Google Shape;3171;p45">
                    <a:extLst>
                      <a:ext uri="{FF2B5EF4-FFF2-40B4-BE49-F238E27FC236}">
                        <a16:creationId xmlns:a16="http://schemas.microsoft.com/office/drawing/2014/main" id="{B83D1A3F-E34B-7A9E-41C9-2B7242FF32A1}"/>
                      </a:ext>
                    </a:extLst>
                  </p:cNvPr>
                  <p:cNvSpPr/>
                  <p:nvPr/>
                </p:nvSpPr>
                <p:spPr>
                  <a:xfrm>
                    <a:off x="3976319" y="1834726"/>
                    <a:ext cx="6762" cy="3905"/>
                  </a:xfrm>
                  <a:custGeom>
                    <a:avLst/>
                    <a:gdLst/>
                    <a:ahLst/>
                    <a:cxnLst/>
                    <a:rect l="l" t="t" r="r" b="b"/>
                    <a:pathLst>
                      <a:path w="6762" h="3905" extrusionOk="0">
                        <a:moveTo>
                          <a:pt x="1000" y="3334"/>
                        </a:moveTo>
                        <a:cubicBezTo>
                          <a:pt x="2334" y="4096"/>
                          <a:pt x="4429" y="4096"/>
                          <a:pt x="5763" y="3334"/>
                        </a:cubicBezTo>
                        <a:cubicBezTo>
                          <a:pt x="7096" y="2572"/>
                          <a:pt x="7096" y="1333"/>
                          <a:pt x="5763" y="572"/>
                        </a:cubicBezTo>
                        <a:cubicBezTo>
                          <a:pt x="4429" y="-191"/>
                          <a:pt x="2334" y="-191"/>
                          <a:pt x="1000" y="572"/>
                        </a:cubicBezTo>
                        <a:cubicBezTo>
                          <a:pt x="-333" y="1333"/>
                          <a:pt x="-333" y="2572"/>
                          <a:pt x="1000" y="3334"/>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18" name="Google Shape;3172;p45">
                  <a:extLst>
                    <a:ext uri="{FF2B5EF4-FFF2-40B4-BE49-F238E27FC236}">
                      <a16:creationId xmlns:a16="http://schemas.microsoft.com/office/drawing/2014/main" id="{10DDF519-FB0F-DB14-51E2-D94EB2148810}"/>
                    </a:ext>
                  </a:extLst>
                </p:cNvPr>
                <p:cNvGrpSpPr/>
                <p:nvPr/>
              </p:nvGrpSpPr>
              <p:grpSpPr>
                <a:xfrm>
                  <a:off x="3969818" y="1827749"/>
                  <a:ext cx="19883" cy="14144"/>
                  <a:chOff x="3969818" y="1827749"/>
                  <a:chExt cx="19883" cy="14144"/>
                </a:xfrm>
              </p:grpSpPr>
              <p:sp>
                <p:nvSpPr>
                  <p:cNvPr id="3037" name="Google Shape;3173;p45">
                    <a:extLst>
                      <a:ext uri="{FF2B5EF4-FFF2-40B4-BE49-F238E27FC236}">
                        <a16:creationId xmlns:a16="http://schemas.microsoft.com/office/drawing/2014/main" id="{3C9746F4-465D-A4C7-0ACF-5E91FE4D9891}"/>
                      </a:ext>
                    </a:extLst>
                  </p:cNvPr>
                  <p:cNvSpPr/>
                  <p:nvPr/>
                </p:nvSpPr>
                <p:spPr>
                  <a:xfrm>
                    <a:off x="3969890" y="1833392"/>
                    <a:ext cx="19811" cy="8501"/>
                  </a:xfrm>
                  <a:custGeom>
                    <a:avLst/>
                    <a:gdLst/>
                    <a:ahLst/>
                    <a:cxnLst/>
                    <a:rect l="l" t="t" r="r" b="b"/>
                    <a:pathLst>
                      <a:path w="19811" h="8501" extrusionOk="0">
                        <a:moveTo>
                          <a:pt x="19812" y="0"/>
                        </a:moveTo>
                        <a:lnTo>
                          <a:pt x="19812" y="2857"/>
                        </a:lnTo>
                        <a:lnTo>
                          <a:pt x="19812" y="2857"/>
                        </a:lnTo>
                        <a:cubicBezTo>
                          <a:pt x="19812" y="4286"/>
                          <a:pt x="18860" y="5715"/>
                          <a:pt x="16954" y="6858"/>
                        </a:cubicBezTo>
                        <a:cubicBezTo>
                          <a:pt x="13145" y="9049"/>
                          <a:pt x="6858" y="9049"/>
                          <a:pt x="2953" y="6858"/>
                        </a:cubicBezTo>
                        <a:cubicBezTo>
                          <a:pt x="1048" y="5715"/>
                          <a:pt x="0" y="4286"/>
                          <a:pt x="0" y="2857"/>
                        </a:cubicBezTo>
                        <a:lnTo>
                          <a:pt x="0" y="0"/>
                        </a:lnTo>
                        <a:lnTo>
                          <a:pt x="198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8" name="Google Shape;3174;p45">
                    <a:extLst>
                      <a:ext uri="{FF2B5EF4-FFF2-40B4-BE49-F238E27FC236}">
                        <a16:creationId xmlns:a16="http://schemas.microsoft.com/office/drawing/2014/main" id="{6E262217-1B6C-48A7-217B-17727D537E49}"/>
                      </a:ext>
                    </a:extLst>
                  </p:cNvPr>
                  <p:cNvSpPr/>
                  <p:nvPr/>
                </p:nvSpPr>
                <p:spPr>
                  <a:xfrm>
                    <a:off x="3969818" y="1827749"/>
                    <a:ext cx="19859" cy="11382"/>
                  </a:xfrm>
                  <a:custGeom>
                    <a:avLst/>
                    <a:gdLst/>
                    <a:ahLst/>
                    <a:cxnLst/>
                    <a:rect l="l" t="t" r="r" b="b"/>
                    <a:pathLst>
                      <a:path w="19859" h="11382" extrusionOk="0">
                        <a:moveTo>
                          <a:pt x="2929" y="9739"/>
                        </a:moveTo>
                        <a:cubicBezTo>
                          <a:pt x="6834" y="11930"/>
                          <a:pt x="13025" y="11930"/>
                          <a:pt x="16931" y="9739"/>
                        </a:cubicBezTo>
                        <a:cubicBezTo>
                          <a:pt x="20836" y="7549"/>
                          <a:pt x="20836" y="3929"/>
                          <a:pt x="16931" y="1643"/>
                        </a:cubicBezTo>
                        <a:cubicBezTo>
                          <a:pt x="13121" y="-548"/>
                          <a:pt x="6834" y="-548"/>
                          <a:pt x="2929" y="1643"/>
                        </a:cubicBezTo>
                        <a:cubicBezTo>
                          <a:pt x="-976" y="3834"/>
                          <a:pt x="-976" y="7453"/>
                          <a:pt x="2929" y="973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19" name="Google Shape;3175;p45">
                  <a:extLst>
                    <a:ext uri="{FF2B5EF4-FFF2-40B4-BE49-F238E27FC236}">
                      <a16:creationId xmlns:a16="http://schemas.microsoft.com/office/drawing/2014/main" id="{702554B6-A016-DAB3-0667-F697E2E2EB03}"/>
                    </a:ext>
                  </a:extLst>
                </p:cNvPr>
                <p:cNvGrpSpPr/>
                <p:nvPr/>
              </p:nvGrpSpPr>
              <p:grpSpPr>
                <a:xfrm>
                  <a:off x="3972545" y="1812937"/>
                  <a:ext cx="14489" cy="23955"/>
                  <a:chOff x="3972545" y="1812937"/>
                  <a:chExt cx="14489" cy="23955"/>
                </a:xfrm>
              </p:grpSpPr>
              <p:sp>
                <p:nvSpPr>
                  <p:cNvPr id="3035" name="Google Shape;3176;p45">
                    <a:extLst>
                      <a:ext uri="{FF2B5EF4-FFF2-40B4-BE49-F238E27FC236}">
                        <a16:creationId xmlns:a16="http://schemas.microsoft.com/office/drawing/2014/main" id="{0992AF1C-3F3F-8351-0DF3-05691B2C32F5}"/>
                      </a:ext>
                    </a:extLst>
                  </p:cNvPr>
                  <p:cNvSpPr/>
                  <p:nvPr/>
                </p:nvSpPr>
                <p:spPr>
                  <a:xfrm>
                    <a:off x="3972652" y="1817104"/>
                    <a:ext cx="14382" cy="19788"/>
                  </a:xfrm>
                  <a:custGeom>
                    <a:avLst/>
                    <a:gdLst/>
                    <a:ahLst/>
                    <a:cxnLst/>
                    <a:rect l="l" t="t" r="r" b="b"/>
                    <a:pathLst>
                      <a:path w="14382" h="19788" extrusionOk="0">
                        <a:moveTo>
                          <a:pt x="14288" y="0"/>
                        </a:moveTo>
                        <a:lnTo>
                          <a:pt x="14288" y="15716"/>
                        </a:lnTo>
                        <a:lnTo>
                          <a:pt x="14288" y="15716"/>
                        </a:lnTo>
                        <a:cubicBezTo>
                          <a:pt x="14288" y="16764"/>
                          <a:pt x="13621" y="17812"/>
                          <a:pt x="12192" y="18574"/>
                        </a:cubicBezTo>
                        <a:cubicBezTo>
                          <a:pt x="9430" y="20193"/>
                          <a:pt x="4858" y="20193"/>
                          <a:pt x="2096" y="18574"/>
                        </a:cubicBezTo>
                        <a:cubicBezTo>
                          <a:pt x="667" y="17812"/>
                          <a:pt x="0" y="16669"/>
                          <a:pt x="0" y="15716"/>
                        </a:cubicBezTo>
                        <a:lnTo>
                          <a:pt x="0" y="0"/>
                        </a:lnTo>
                        <a:lnTo>
                          <a:pt x="1438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6" name="Google Shape;3177;p45">
                    <a:extLst>
                      <a:ext uri="{FF2B5EF4-FFF2-40B4-BE49-F238E27FC236}">
                        <a16:creationId xmlns:a16="http://schemas.microsoft.com/office/drawing/2014/main" id="{0C404093-9583-EFDC-FDA7-DEB213C22DFC}"/>
                      </a:ext>
                    </a:extLst>
                  </p:cNvPr>
                  <p:cNvSpPr/>
                  <p:nvPr/>
                </p:nvSpPr>
                <p:spPr>
                  <a:xfrm>
                    <a:off x="3972545" y="1812937"/>
                    <a:ext cx="14347" cy="8239"/>
                  </a:xfrm>
                  <a:custGeom>
                    <a:avLst/>
                    <a:gdLst/>
                    <a:ahLst/>
                    <a:cxnLst/>
                    <a:rect l="l" t="t" r="r" b="b"/>
                    <a:pathLst>
                      <a:path w="14347" h="8239" extrusionOk="0">
                        <a:moveTo>
                          <a:pt x="2108" y="7025"/>
                        </a:moveTo>
                        <a:cubicBezTo>
                          <a:pt x="4870" y="8644"/>
                          <a:pt x="9442" y="8644"/>
                          <a:pt x="12204" y="7025"/>
                        </a:cubicBezTo>
                        <a:cubicBezTo>
                          <a:pt x="15062" y="5405"/>
                          <a:pt x="15062" y="2834"/>
                          <a:pt x="12204" y="1214"/>
                        </a:cubicBezTo>
                        <a:cubicBezTo>
                          <a:pt x="9442" y="-405"/>
                          <a:pt x="4870" y="-405"/>
                          <a:pt x="2108" y="1214"/>
                        </a:cubicBezTo>
                        <a:cubicBezTo>
                          <a:pt x="-750" y="2834"/>
                          <a:pt x="-655" y="5405"/>
                          <a:pt x="2108" y="7025"/>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20" name="Google Shape;3178;p45">
                  <a:extLst>
                    <a:ext uri="{FF2B5EF4-FFF2-40B4-BE49-F238E27FC236}">
                      <a16:creationId xmlns:a16="http://schemas.microsoft.com/office/drawing/2014/main" id="{02370AB8-CB60-0323-BC3D-E2AA15ABB497}"/>
                    </a:ext>
                  </a:extLst>
                </p:cNvPr>
                <p:cNvGrpSpPr/>
                <p:nvPr/>
              </p:nvGrpSpPr>
              <p:grpSpPr>
                <a:xfrm>
                  <a:off x="3964472" y="1807294"/>
                  <a:ext cx="30659" cy="22002"/>
                  <a:chOff x="3964472" y="1807294"/>
                  <a:chExt cx="30659" cy="22002"/>
                </a:xfrm>
              </p:grpSpPr>
              <p:sp>
                <p:nvSpPr>
                  <p:cNvPr id="3033" name="Google Shape;3179;p45">
                    <a:extLst>
                      <a:ext uri="{FF2B5EF4-FFF2-40B4-BE49-F238E27FC236}">
                        <a16:creationId xmlns:a16="http://schemas.microsoft.com/office/drawing/2014/main" id="{4D2830A4-9237-1E30-634F-A1A3EDE33CCB}"/>
                      </a:ext>
                    </a:extLst>
                  </p:cNvPr>
                  <p:cNvSpPr/>
                  <p:nvPr/>
                </p:nvSpPr>
                <p:spPr>
                  <a:xfrm>
                    <a:off x="3964556" y="1816057"/>
                    <a:ext cx="30575" cy="13239"/>
                  </a:xfrm>
                  <a:custGeom>
                    <a:avLst/>
                    <a:gdLst/>
                    <a:ahLst/>
                    <a:cxnLst/>
                    <a:rect l="l" t="t" r="r" b="b"/>
                    <a:pathLst>
                      <a:path w="30575" h="13239" extrusionOk="0">
                        <a:moveTo>
                          <a:pt x="30480" y="0"/>
                        </a:moveTo>
                        <a:lnTo>
                          <a:pt x="30480" y="4381"/>
                        </a:lnTo>
                        <a:lnTo>
                          <a:pt x="30480" y="4381"/>
                        </a:lnTo>
                        <a:cubicBezTo>
                          <a:pt x="30480" y="6667"/>
                          <a:pt x="28956" y="8858"/>
                          <a:pt x="26003" y="10668"/>
                        </a:cubicBezTo>
                        <a:cubicBezTo>
                          <a:pt x="20003" y="14097"/>
                          <a:pt x="10382" y="14097"/>
                          <a:pt x="4477" y="10668"/>
                        </a:cubicBezTo>
                        <a:cubicBezTo>
                          <a:pt x="1524" y="8953"/>
                          <a:pt x="0" y="6667"/>
                          <a:pt x="0" y="4381"/>
                        </a:cubicBezTo>
                        <a:lnTo>
                          <a:pt x="0" y="0"/>
                        </a:lnTo>
                        <a:lnTo>
                          <a:pt x="30575"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4" name="Google Shape;3180;p45">
                    <a:extLst>
                      <a:ext uri="{FF2B5EF4-FFF2-40B4-BE49-F238E27FC236}">
                        <a16:creationId xmlns:a16="http://schemas.microsoft.com/office/drawing/2014/main" id="{D4282C19-511E-EF9A-40C6-B2BCE3644D1A}"/>
                      </a:ext>
                    </a:extLst>
                  </p:cNvPr>
                  <p:cNvSpPr/>
                  <p:nvPr/>
                </p:nvSpPr>
                <p:spPr>
                  <a:xfrm>
                    <a:off x="3964472" y="1807294"/>
                    <a:ext cx="30420" cy="17621"/>
                  </a:xfrm>
                  <a:custGeom>
                    <a:avLst/>
                    <a:gdLst/>
                    <a:ahLst/>
                    <a:cxnLst/>
                    <a:rect l="l" t="t" r="r" b="b"/>
                    <a:pathLst>
                      <a:path w="30420" h="17621" extrusionOk="0">
                        <a:moveTo>
                          <a:pt x="4465" y="15050"/>
                        </a:moveTo>
                        <a:cubicBezTo>
                          <a:pt x="10370" y="18479"/>
                          <a:pt x="20086" y="18479"/>
                          <a:pt x="25992" y="15050"/>
                        </a:cubicBezTo>
                        <a:cubicBezTo>
                          <a:pt x="31897" y="11621"/>
                          <a:pt x="31897" y="6001"/>
                          <a:pt x="25992" y="2572"/>
                        </a:cubicBezTo>
                        <a:cubicBezTo>
                          <a:pt x="20086" y="-857"/>
                          <a:pt x="10370" y="-857"/>
                          <a:pt x="4465" y="2572"/>
                        </a:cubicBezTo>
                        <a:cubicBezTo>
                          <a:pt x="-1536" y="6001"/>
                          <a:pt x="-1441" y="11621"/>
                          <a:pt x="4465" y="1505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21" name="Google Shape;3181;p45">
                  <a:extLst>
                    <a:ext uri="{FF2B5EF4-FFF2-40B4-BE49-F238E27FC236}">
                      <a16:creationId xmlns:a16="http://schemas.microsoft.com/office/drawing/2014/main" id="{95EB8D53-8342-2AF7-6A0F-8D318117C4BE}"/>
                    </a:ext>
                  </a:extLst>
                </p:cNvPr>
                <p:cNvGrpSpPr/>
                <p:nvPr/>
              </p:nvGrpSpPr>
              <p:grpSpPr>
                <a:xfrm>
                  <a:off x="3968247" y="1795649"/>
                  <a:ext cx="23074" cy="25956"/>
                  <a:chOff x="3968247" y="1795649"/>
                  <a:chExt cx="23074" cy="25956"/>
                </a:xfrm>
              </p:grpSpPr>
              <p:sp>
                <p:nvSpPr>
                  <p:cNvPr id="3031" name="Google Shape;3182;p45">
                    <a:extLst>
                      <a:ext uri="{FF2B5EF4-FFF2-40B4-BE49-F238E27FC236}">
                        <a16:creationId xmlns:a16="http://schemas.microsoft.com/office/drawing/2014/main" id="{0C3D85F0-3558-E8C6-8F16-5F9A1B32BFB8}"/>
                      </a:ext>
                    </a:extLst>
                  </p:cNvPr>
                  <p:cNvSpPr/>
                  <p:nvPr/>
                </p:nvSpPr>
                <p:spPr>
                  <a:xfrm>
                    <a:off x="3968366" y="1802341"/>
                    <a:ext cx="22955" cy="19264"/>
                  </a:xfrm>
                  <a:custGeom>
                    <a:avLst/>
                    <a:gdLst/>
                    <a:ahLst/>
                    <a:cxnLst/>
                    <a:rect l="l" t="t" r="r" b="b"/>
                    <a:pathLst>
                      <a:path w="22955" h="19264" extrusionOk="0">
                        <a:moveTo>
                          <a:pt x="22860" y="0"/>
                        </a:moveTo>
                        <a:lnTo>
                          <a:pt x="22860" y="12668"/>
                        </a:lnTo>
                        <a:lnTo>
                          <a:pt x="22860" y="12668"/>
                        </a:lnTo>
                        <a:cubicBezTo>
                          <a:pt x="22860" y="14383"/>
                          <a:pt x="21717" y="16002"/>
                          <a:pt x="19526" y="17335"/>
                        </a:cubicBezTo>
                        <a:cubicBezTo>
                          <a:pt x="15049" y="19907"/>
                          <a:pt x="7811" y="19907"/>
                          <a:pt x="3334" y="17335"/>
                        </a:cubicBezTo>
                        <a:cubicBezTo>
                          <a:pt x="1143" y="16002"/>
                          <a:pt x="0" y="14383"/>
                          <a:pt x="0" y="12668"/>
                        </a:cubicBezTo>
                        <a:lnTo>
                          <a:pt x="0" y="0"/>
                        </a:lnTo>
                        <a:lnTo>
                          <a:pt x="22955"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2" name="Google Shape;3183;p45">
                    <a:extLst>
                      <a:ext uri="{FF2B5EF4-FFF2-40B4-BE49-F238E27FC236}">
                        <a16:creationId xmlns:a16="http://schemas.microsoft.com/office/drawing/2014/main" id="{CDDB847C-A835-A2AF-7454-A48D3060CE66}"/>
                      </a:ext>
                    </a:extLst>
                  </p:cNvPr>
                  <p:cNvSpPr/>
                  <p:nvPr/>
                </p:nvSpPr>
                <p:spPr>
                  <a:xfrm>
                    <a:off x="3968247" y="1795649"/>
                    <a:ext cx="22907" cy="13287"/>
                  </a:xfrm>
                  <a:custGeom>
                    <a:avLst/>
                    <a:gdLst/>
                    <a:ahLst/>
                    <a:cxnLst/>
                    <a:rect l="l" t="t" r="r" b="b"/>
                    <a:pathLst>
                      <a:path w="22907" h="13287" extrusionOk="0">
                        <a:moveTo>
                          <a:pt x="3358" y="11359"/>
                        </a:moveTo>
                        <a:cubicBezTo>
                          <a:pt x="7834" y="13930"/>
                          <a:pt x="15073" y="13930"/>
                          <a:pt x="19550" y="11359"/>
                        </a:cubicBezTo>
                        <a:cubicBezTo>
                          <a:pt x="24027" y="8787"/>
                          <a:pt x="24027" y="4596"/>
                          <a:pt x="19550" y="1929"/>
                        </a:cubicBezTo>
                        <a:cubicBezTo>
                          <a:pt x="15073" y="-643"/>
                          <a:pt x="7834" y="-643"/>
                          <a:pt x="3358" y="1929"/>
                        </a:cubicBezTo>
                        <a:cubicBezTo>
                          <a:pt x="-1119" y="4501"/>
                          <a:pt x="-1119" y="8692"/>
                          <a:pt x="3358" y="11359"/>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22" name="Google Shape;3184;p45">
                  <a:extLst>
                    <a:ext uri="{FF2B5EF4-FFF2-40B4-BE49-F238E27FC236}">
                      <a16:creationId xmlns:a16="http://schemas.microsoft.com/office/drawing/2014/main" id="{C1E9130F-A0A5-50AF-6669-591258C39C6C}"/>
                    </a:ext>
                  </a:extLst>
                </p:cNvPr>
                <p:cNvGrpSpPr/>
                <p:nvPr/>
              </p:nvGrpSpPr>
              <p:grpSpPr>
                <a:xfrm>
                  <a:off x="3960436" y="1783338"/>
                  <a:ext cx="38790" cy="27813"/>
                  <a:chOff x="3960436" y="1783338"/>
                  <a:chExt cx="38790" cy="27813"/>
                </a:xfrm>
              </p:grpSpPr>
              <p:sp>
                <p:nvSpPr>
                  <p:cNvPr id="3029" name="Google Shape;3185;p45">
                    <a:extLst>
                      <a:ext uri="{FF2B5EF4-FFF2-40B4-BE49-F238E27FC236}">
                        <a16:creationId xmlns:a16="http://schemas.microsoft.com/office/drawing/2014/main" id="{B810250B-6AF2-73E1-634E-FB011F0407DA}"/>
                      </a:ext>
                    </a:extLst>
                  </p:cNvPr>
                  <p:cNvSpPr/>
                  <p:nvPr/>
                </p:nvSpPr>
                <p:spPr>
                  <a:xfrm>
                    <a:off x="3960555" y="1794435"/>
                    <a:ext cx="38671" cy="16716"/>
                  </a:xfrm>
                  <a:custGeom>
                    <a:avLst/>
                    <a:gdLst/>
                    <a:ahLst/>
                    <a:cxnLst/>
                    <a:rect l="l" t="t" r="r" b="b"/>
                    <a:pathLst>
                      <a:path w="38671" h="16716" extrusionOk="0">
                        <a:moveTo>
                          <a:pt x="38576" y="0"/>
                        </a:moveTo>
                        <a:lnTo>
                          <a:pt x="38576" y="5620"/>
                        </a:lnTo>
                        <a:lnTo>
                          <a:pt x="38576" y="5620"/>
                        </a:lnTo>
                        <a:cubicBezTo>
                          <a:pt x="38576" y="8477"/>
                          <a:pt x="36671" y="11335"/>
                          <a:pt x="32957" y="13430"/>
                        </a:cubicBezTo>
                        <a:cubicBezTo>
                          <a:pt x="25432" y="17812"/>
                          <a:pt x="13145" y="17812"/>
                          <a:pt x="5715" y="13430"/>
                        </a:cubicBezTo>
                        <a:cubicBezTo>
                          <a:pt x="2000" y="11240"/>
                          <a:pt x="0" y="8382"/>
                          <a:pt x="0" y="5620"/>
                        </a:cubicBezTo>
                        <a:lnTo>
                          <a:pt x="0" y="0"/>
                        </a:lnTo>
                        <a:lnTo>
                          <a:pt x="38671"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0" name="Google Shape;3186;p45">
                    <a:extLst>
                      <a:ext uri="{FF2B5EF4-FFF2-40B4-BE49-F238E27FC236}">
                        <a16:creationId xmlns:a16="http://schemas.microsoft.com/office/drawing/2014/main" id="{8AB37E8E-ED75-2876-8E2B-A87381A91C44}"/>
                      </a:ext>
                    </a:extLst>
                  </p:cNvPr>
                  <p:cNvSpPr/>
                  <p:nvPr/>
                </p:nvSpPr>
                <p:spPr>
                  <a:xfrm>
                    <a:off x="3960436" y="1783338"/>
                    <a:ext cx="38528" cy="22288"/>
                  </a:xfrm>
                  <a:custGeom>
                    <a:avLst/>
                    <a:gdLst/>
                    <a:ahLst/>
                    <a:cxnLst/>
                    <a:rect l="l" t="t" r="r" b="b"/>
                    <a:pathLst>
                      <a:path w="38528" h="22288" extrusionOk="0">
                        <a:moveTo>
                          <a:pt x="5644" y="19002"/>
                        </a:moveTo>
                        <a:cubicBezTo>
                          <a:pt x="13168" y="23384"/>
                          <a:pt x="25455" y="23384"/>
                          <a:pt x="32885" y="19002"/>
                        </a:cubicBezTo>
                        <a:cubicBezTo>
                          <a:pt x="40410" y="14621"/>
                          <a:pt x="40410" y="7668"/>
                          <a:pt x="32885" y="3286"/>
                        </a:cubicBezTo>
                        <a:cubicBezTo>
                          <a:pt x="25360" y="-1095"/>
                          <a:pt x="13073" y="-1095"/>
                          <a:pt x="5644" y="3286"/>
                        </a:cubicBezTo>
                        <a:cubicBezTo>
                          <a:pt x="-1881" y="7668"/>
                          <a:pt x="-1881" y="14716"/>
                          <a:pt x="5644" y="19002"/>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23" name="Google Shape;3187;p45">
                  <a:extLst>
                    <a:ext uri="{FF2B5EF4-FFF2-40B4-BE49-F238E27FC236}">
                      <a16:creationId xmlns:a16="http://schemas.microsoft.com/office/drawing/2014/main" id="{40C55905-C157-AA76-84BC-47F40DEFEBF4}"/>
                    </a:ext>
                  </a:extLst>
                </p:cNvPr>
                <p:cNvGrpSpPr/>
                <p:nvPr/>
              </p:nvGrpSpPr>
              <p:grpSpPr>
                <a:xfrm>
                  <a:off x="3964746" y="1773932"/>
                  <a:ext cx="30003" cy="27670"/>
                  <a:chOff x="3964746" y="1773932"/>
                  <a:chExt cx="30003" cy="27670"/>
                </a:xfrm>
              </p:grpSpPr>
              <p:sp>
                <p:nvSpPr>
                  <p:cNvPr id="3027" name="Google Shape;3188;p45">
                    <a:extLst>
                      <a:ext uri="{FF2B5EF4-FFF2-40B4-BE49-F238E27FC236}">
                        <a16:creationId xmlns:a16="http://schemas.microsoft.com/office/drawing/2014/main" id="{65871E0A-540A-89E5-1F31-8361D2402668}"/>
                      </a:ext>
                    </a:extLst>
                  </p:cNvPr>
                  <p:cNvSpPr/>
                  <p:nvPr/>
                </p:nvSpPr>
                <p:spPr>
                  <a:xfrm>
                    <a:off x="3964746" y="1782529"/>
                    <a:ext cx="30003" cy="19073"/>
                  </a:xfrm>
                  <a:custGeom>
                    <a:avLst/>
                    <a:gdLst/>
                    <a:ahLst/>
                    <a:cxnLst/>
                    <a:rect l="l" t="t" r="r" b="b"/>
                    <a:pathLst>
                      <a:path w="30003" h="19073" extrusionOk="0">
                        <a:moveTo>
                          <a:pt x="30004" y="0"/>
                        </a:moveTo>
                        <a:lnTo>
                          <a:pt x="30004" y="10477"/>
                        </a:lnTo>
                        <a:lnTo>
                          <a:pt x="29909" y="10477"/>
                        </a:lnTo>
                        <a:cubicBezTo>
                          <a:pt x="29909" y="12668"/>
                          <a:pt x="28480" y="14859"/>
                          <a:pt x="25527" y="16573"/>
                        </a:cubicBezTo>
                        <a:cubicBezTo>
                          <a:pt x="19621" y="19907"/>
                          <a:pt x="10192" y="19907"/>
                          <a:pt x="4381" y="16573"/>
                        </a:cubicBezTo>
                        <a:cubicBezTo>
                          <a:pt x="1429" y="14859"/>
                          <a:pt x="0" y="12668"/>
                          <a:pt x="0" y="10477"/>
                        </a:cubicBezTo>
                        <a:lnTo>
                          <a:pt x="0" y="0"/>
                        </a:lnTo>
                        <a:lnTo>
                          <a:pt x="30004"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8" name="Google Shape;3189;p45">
                    <a:extLst>
                      <a:ext uri="{FF2B5EF4-FFF2-40B4-BE49-F238E27FC236}">
                        <a16:creationId xmlns:a16="http://schemas.microsoft.com/office/drawing/2014/main" id="{3AB34359-19BC-2630-9337-2BE51E5639DB}"/>
                      </a:ext>
                    </a:extLst>
                  </p:cNvPr>
                  <p:cNvSpPr/>
                  <p:nvPr/>
                </p:nvSpPr>
                <p:spPr>
                  <a:xfrm>
                    <a:off x="3964770" y="1773932"/>
                    <a:ext cx="29860" cy="17192"/>
                  </a:xfrm>
                  <a:custGeom>
                    <a:avLst/>
                    <a:gdLst/>
                    <a:ahLst/>
                    <a:cxnLst/>
                    <a:rect l="l" t="t" r="r" b="b"/>
                    <a:pathLst>
                      <a:path w="29860" h="17192" extrusionOk="0">
                        <a:moveTo>
                          <a:pt x="4358" y="14692"/>
                        </a:moveTo>
                        <a:cubicBezTo>
                          <a:pt x="10263" y="18026"/>
                          <a:pt x="19693" y="18026"/>
                          <a:pt x="25503" y="14692"/>
                        </a:cubicBezTo>
                        <a:cubicBezTo>
                          <a:pt x="31313" y="11263"/>
                          <a:pt x="31313" y="5834"/>
                          <a:pt x="25503" y="2500"/>
                        </a:cubicBezTo>
                        <a:cubicBezTo>
                          <a:pt x="19598" y="-833"/>
                          <a:pt x="10168" y="-833"/>
                          <a:pt x="4358" y="2500"/>
                        </a:cubicBezTo>
                        <a:cubicBezTo>
                          <a:pt x="-1453" y="5834"/>
                          <a:pt x="-1453" y="11359"/>
                          <a:pt x="4358" y="14692"/>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24" name="Google Shape;3190;p45">
                  <a:extLst>
                    <a:ext uri="{FF2B5EF4-FFF2-40B4-BE49-F238E27FC236}">
                      <a16:creationId xmlns:a16="http://schemas.microsoft.com/office/drawing/2014/main" id="{AD927E2C-0440-5BE4-0201-94A40E07EB27}"/>
                    </a:ext>
                  </a:extLst>
                </p:cNvPr>
                <p:cNvGrpSpPr/>
                <p:nvPr/>
              </p:nvGrpSpPr>
              <p:grpSpPr>
                <a:xfrm>
                  <a:off x="3967032" y="1770861"/>
                  <a:ext cx="25527" cy="18192"/>
                  <a:chOff x="3967032" y="1770861"/>
                  <a:chExt cx="25527" cy="18192"/>
                </a:xfrm>
              </p:grpSpPr>
              <p:sp>
                <p:nvSpPr>
                  <p:cNvPr id="3025" name="Google Shape;3191;p45">
                    <a:extLst>
                      <a:ext uri="{FF2B5EF4-FFF2-40B4-BE49-F238E27FC236}">
                        <a16:creationId xmlns:a16="http://schemas.microsoft.com/office/drawing/2014/main" id="{04BA7EB6-CDAB-0AAA-3C8B-B7F9EC91B13F}"/>
                      </a:ext>
                    </a:extLst>
                  </p:cNvPr>
                  <p:cNvSpPr/>
                  <p:nvPr/>
                </p:nvSpPr>
                <p:spPr>
                  <a:xfrm>
                    <a:off x="3967223" y="1778147"/>
                    <a:ext cx="25336" cy="10906"/>
                  </a:xfrm>
                  <a:custGeom>
                    <a:avLst/>
                    <a:gdLst/>
                    <a:ahLst/>
                    <a:cxnLst/>
                    <a:rect l="l" t="t" r="r" b="b"/>
                    <a:pathLst>
                      <a:path w="25336" h="10906" extrusionOk="0">
                        <a:moveTo>
                          <a:pt x="25241" y="0"/>
                        </a:moveTo>
                        <a:lnTo>
                          <a:pt x="25241" y="3619"/>
                        </a:lnTo>
                        <a:lnTo>
                          <a:pt x="25241" y="3619"/>
                        </a:lnTo>
                        <a:cubicBezTo>
                          <a:pt x="25241" y="5524"/>
                          <a:pt x="24003" y="7334"/>
                          <a:pt x="21527" y="8763"/>
                        </a:cubicBezTo>
                        <a:cubicBezTo>
                          <a:pt x="16573" y="11620"/>
                          <a:pt x="8572" y="11620"/>
                          <a:pt x="3715" y="8763"/>
                        </a:cubicBezTo>
                        <a:cubicBezTo>
                          <a:pt x="1238" y="7334"/>
                          <a:pt x="0" y="5524"/>
                          <a:pt x="0" y="3619"/>
                        </a:cubicBezTo>
                        <a:lnTo>
                          <a:pt x="0" y="0"/>
                        </a:lnTo>
                        <a:lnTo>
                          <a:pt x="25337"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6" name="Google Shape;3192;p45">
                    <a:extLst>
                      <a:ext uri="{FF2B5EF4-FFF2-40B4-BE49-F238E27FC236}">
                        <a16:creationId xmlns:a16="http://schemas.microsoft.com/office/drawing/2014/main" id="{647E87F2-E9BF-80D7-14CA-6D372BBC596C}"/>
                      </a:ext>
                    </a:extLst>
                  </p:cNvPr>
                  <p:cNvSpPr/>
                  <p:nvPr/>
                </p:nvSpPr>
                <p:spPr>
                  <a:xfrm>
                    <a:off x="3967032" y="1770861"/>
                    <a:ext cx="25241" cy="14573"/>
                  </a:xfrm>
                  <a:custGeom>
                    <a:avLst/>
                    <a:gdLst/>
                    <a:ahLst/>
                    <a:cxnLst/>
                    <a:rect l="l" t="t" r="r" b="b"/>
                    <a:pathLst>
                      <a:path w="25241" h="14573" extrusionOk="0">
                        <a:moveTo>
                          <a:pt x="3715" y="12430"/>
                        </a:moveTo>
                        <a:cubicBezTo>
                          <a:pt x="8668" y="15288"/>
                          <a:pt x="16669" y="15288"/>
                          <a:pt x="21526" y="12430"/>
                        </a:cubicBezTo>
                        <a:cubicBezTo>
                          <a:pt x="26480" y="9573"/>
                          <a:pt x="26480" y="5001"/>
                          <a:pt x="21526" y="2143"/>
                        </a:cubicBezTo>
                        <a:cubicBezTo>
                          <a:pt x="16573" y="-714"/>
                          <a:pt x="8573" y="-714"/>
                          <a:pt x="3715" y="2143"/>
                        </a:cubicBezTo>
                        <a:cubicBezTo>
                          <a:pt x="-1238" y="5001"/>
                          <a:pt x="-1238" y="9668"/>
                          <a:pt x="3715" y="12430"/>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994" name="Google Shape;3193;p45">
                <a:extLst>
                  <a:ext uri="{FF2B5EF4-FFF2-40B4-BE49-F238E27FC236}">
                    <a16:creationId xmlns:a16="http://schemas.microsoft.com/office/drawing/2014/main" id="{19C2DFC1-E6B6-944C-8639-C29623ACE3BB}"/>
                  </a:ext>
                </a:extLst>
              </p:cNvPr>
              <p:cNvGrpSpPr/>
              <p:nvPr/>
            </p:nvGrpSpPr>
            <p:grpSpPr>
              <a:xfrm>
                <a:off x="3927408" y="1742143"/>
                <a:ext cx="104394" cy="80676"/>
                <a:chOff x="3927408" y="1742143"/>
                <a:chExt cx="104394" cy="80676"/>
              </a:xfrm>
            </p:grpSpPr>
            <p:sp>
              <p:nvSpPr>
                <p:cNvPr id="3014" name="Google Shape;3194;p45">
                  <a:extLst>
                    <a:ext uri="{FF2B5EF4-FFF2-40B4-BE49-F238E27FC236}">
                      <a16:creationId xmlns:a16="http://schemas.microsoft.com/office/drawing/2014/main" id="{CA0999D3-866C-6017-9718-9467ECA0AEEB}"/>
                    </a:ext>
                  </a:extLst>
                </p:cNvPr>
                <p:cNvSpPr/>
                <p:nvPr/>
              </p:nvSpPr>
              <p:spPr>
                <a:xfrm>
                  <a:off x="3989321" y="1777861"/>
                  <a:ext cx="42481" cy="44958"/>
                </a:xfrm>
                <a:custGeom>
                  <a:avLst/>
                  <a:gdLst/>
                  <a:ahLst/>
                  <a:cxnLst/>
                  <a:rect l="l" t="t" r="r" b="b"/>
                  <a:pathLst>
                    <a:path w="42481" h="44958" extrusionOk="0">
                      <a:moveTo>
                        <a:pt x="42481" y="0"/>
                      </a:moveTo>
                      <a:lnTo>
                        <a:pt x="42481" y="20383"/>
                      </a:lnTo>
                      <a:lnTo>
                        <a:pt x="0" y="44958"/>
                      </a:lnTo>
                      <a:lnTo>
                        <a:pt x="0" y="24575"/>
                      </a:lnTo>
                      <a:lnTo>
                        <a:pt x="42481"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5" name="Google Shape;3195;p45">
                  <a:extLst>
                    <a:ext uri="{FF2B5EF4-FFF2-40B4-BE49-F238E27FC236}">
                      <a16:creationId xmlns:a16="http://schemas.microsoft.com/office/drawing/2014/main" id="{0903B3E3-8DD1-D1D0-646D-58798D7355E8}"/>
                    </a:ext>
                  </a:extLst>
                </p:cNvPr>
                <p:cNvSpPr/>
                <p:nvPr/>
              </p:nvSpPr>
              <p:spPr>
                <a:xfrm>
                  <a:off x="3927408" y="1742143"/>
                  <a:ext cx="104393" cy="60293"/>
                </a:xfrm>
                <a:custGeom>
                  <a:avLst/>
                  <a:gdLst/>
                  <a:ahLst/>
                  <a:cxnLst/>
                  <a:rect l="l" t="t" r="r" b="b"/>
                  <a:pathLst>
                    <a:path w="104393" h="60293" extrusionOk="0">
                      <a:moveTo>
                        <a:pt x="104394" y="35719"/>
                      </a:moveTo>
                      <a:lnTo>
                        <a:pt x="42577" y="0"/>
                      </a:lnTo>
                      <a:lnTo>
                        <a:pt x="0" y="24575"/>
                      </a:lnTo>
                      <a:lnTo>
                        <a:pt x="61913" y="60293"/>
                      </a:lnTo>
                      <a:lnTo>
                        <a:pt x="104394" y="3571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6" name="Google Shape;3196;p45">
                  <a:extLst>
                    <a:ext uri="{FF2B5EF4-FFF2-40B4-BE49-F238E27FC236}">
                      <a16:creationId xmlns:a16="http://schemas.microsoft.com/office/drawing/2014/main" id="{7C84D6BF-2E97-00F6-E62D-9AD98C7590AC}"/>
                    </a:ext>
                  </a:extLst>
                </p:cNvPr>
                <p:cNvSpPr/>
                <p:nvPr/>
              </p:nvSpPr>
              <p:spPr>
                <a:xfrm>
                  <a:off x="3927408" y="1766717"/>
                  <a:ext cx="61912" cy="56102"/>
                </a:xfrm>
                <a:custGeom>
                  <a:avLst/>
                  <a:gdLst/>
                  <a:ahLst/>
                  <a:cxnLst/>
                  <a:rect l="l" t="t" r="r" b="b"/>
                  <a:pathLst>
                    <a:path w="61912" h="56102" extrusionOk="0">
                      <a:moveTo>
                        <a:pt x="61913" y="35719"/>
                      </a:moveTo>
                      <a:lnTo>
                        <a:pt x="0" y="0"/>
                      </a:lnTo>
                      <a:lnTo>
                        <a:pt x="0" y="20383"/>
                      </a:lnTo>
                      <a:lnTo>
                        <a:pt x="61913" y="56102"/>
                      </a:lnTo>
                      <a:lnTo>
                        <a:pt x="61913" y="3571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95" name="Google Shape;3197;p45">
                <a:extLst>
                  <a:ext uri="{FF2B5EF4-FFF2-40B4-BE49-F238E27FC236}">
                    <a16:creationId xmlns:a16="http://schemas.microsoft.com/office/drawing/2014/main" id="{53DFB4B5-43CC-A39D-DA76-55FC72CE028E}"/>
                  </a:ext>
                </a:extLst>
              </p:cNvPr>
              <p:cNvGrpSpPr/>
              <p:nvPr/>
            </p:nvGrpSpPr>
            <p:grpSpPr>
              <a:xfrm>
                <a:off x="4014371" y="1786339"/>
                <a:ext cx="173926" cy="110871"/>
                <a:chOff x="4014371" y="1786339"/>
                <a:chExt cx="173926" cy="110871"/>
              </a:xfrm>
            </p:grpSpPr>
            <p:sp>
              <p:nvSpPr>
                <p:cNvPr id="3011" name="Google Shape;3198;p45">
                  <a:extLst>
                    <a:ext uri="{FF2B5EF4-FFF2-40B4-BE49-F238E27FC236}">
                      <a16:creationId xmlns:a16="http://schemas.microsoft.com/office/drawing/2014/main" id="{A1D2A0D4-8D58-DF48-9D97-9B02318C103D}"/>
                    </a:ext>
                  </a:extLst>
                </p:cNvPr>
                <p:cNvSpPr/>
                <p:nvPr/>
              </p:nvSpPr>
              <p:spPr>
                <a:xfrm>
                  <a:off x="4014371" y="1786339"/>
                  <a:ext cx="173926" cy="100488"/>
                </a:xfrm>
                <a:custGeom>
                  <a:avLst/>
                  <a:gdLst/>
                  <a:ahLst/>
                  <a:cxnLst/>
                  <a:rect l="l" t="t" r="r" b="b"/>
                  <a:pathLst>
                    <a:path w="173926" h="100488" extrusionOk="0">
                      <a:moveTo>
                        <a:pt x="0" y="6763"/>
                      </a:moveTo>
                      <a:lnTo>
                        <a:pt x="11621" y="0"/>
                      </a:lnTo>
                      <a:lnTo>
                        <a:pt x="173927" y="93726"/>
                      </a:lnTo>
                      <a:lnTo>
                        <a:pt x="162306" y="100489"/>
                      </a:lnTo>
                      <a:lnTo>
                        <a:pt x="0" y="676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2" name="Google Shape;3199;p45">
                  <a:extLst>
                    <a:ext uri="{FF2B5EF4-FFF2-40B4-BE49-F238E27FC236}">
                      <a16:creationId xmlns:a16="http://schemas.microsoft.com/office/drawing/2014/main" id="{BDCDB041-9A39-C935-56A8-ADB049563AA8}"/>
                    </a:ext>
                  </a:extLst>
                </p:cNvPr>
                <p:cNvSpPr/>
                <p:nvPr/>
              </p:nvSpPr>
              <p:spPr>
                <a:xfrm>
                  <a:off x="4014371" y="1793102"/>
                  <a:ext cx="162306" cy="104108"/>
                </a:xfrm>
                <a:custGeom>
                  <a:avLst/>
                  <a:gdLst/>
                  <a:ahLst/>
                  <a:cxnLst/>
                  <a:rect l="l" t="t" r="r" b="b"/>
                  <a:pathLst>
                    <a:path w="162306" h="104108" extrusionOk="0">
                      <a:moveTo>
                        <a:pt x="0" y="0"/>
                      </a:moveTo>
                      <a:lnTo>
                        <a:pt x="0" y="10382"/>
                      </a:lnTo>
                      <a:lnTo>
                        <a:pt x="162306" y="104108"/>
                      </a:lnTo>
                      <a:lnTo>
                        <a:pt x="162306" y="9372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3" name="Google Shape;3200;p45">
                  <a:extLst>
                    <a:ext uri="{FF2B5EF4-FFF2-40B4-BE49-F238E27FC236}">
                      <a16:creationId xmlns:a16="http://schemas.microsoft.com/office/drawing/2014/main" id="{DB367F7E-A57F-0E72-65A1-2440006895F3}"/>
                    </a:ext>
                  </a:extLst>
                </p:cNvPr>
                <p:cNvSpPr/>
                <p:nvPr/>
              </p:nvSpPr>
              <p:spPr>
                <a:xfrm>
                  <a:off x="4176677" y="1880065"/>
                  <a:ext cx="11620" cy="17145"/>
                </a:xfrm>
                <a:custGeom>
                  <a:avLst/>
                  <a:gdLst/>
                  <a:ahLst/>
                  <a:cxnLst/>
                  <a:rect l="l" t="t" r="r" b="b"/>
                  <a:pathLst>
                    <a:path w="11620" h="17145" extrusionOk="0">
                      <a:moveTo>
                        <a:pt x="0" y="6763"/>
                      </a:moveTo>
                      <a:lnTo>
                        <a:pt x="0" y="17145"/>
                      </a:lnTo>
                      <a:lnTo>
                        <a:pt x="11621" y="10477"/>
                      </a:lnTo>
                      <a:lnTo>
                        <a:pt x="11621" y="0"/>
                      </a:lnTo>
                      <a:lnTo>
                        <a:pt x="0" y="6763"/>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96" name="Google Shape;3201;p45">
                <a:extLst>
                  <a:ext uri="{FF2B5EF4-FFF2-40B4-BE49-F238E27FC236}">
                    <a16:creationId xmlns:a16="http://schemas.microsoft.com/office/drawing/2014/main" id="{1E2D8E00-A4B2-F8CA-3A19-CE6E84A27B5C}"/>
                  </a:ext>
                </a:extLst>
              </p:cNvPr>
              <p:cNvGrpSpPr/>
              <p:nvPr/>
            </p:nvGrpSpPr>
            <p:grpSpPr>
              <a:xfrm>
                <a:off x="3995131" y="1797388"/>
                <a:ext cx="174021" cy="110966"/>
                <a:chOff x="3995131" y="1797388"/>
                <a:chExt cx="174021" cy="110966"/>
              </a:xfrm>
            </p:grpSpPr>
            <p:sp>
              <p:nvSpPr>
                <p:cNvPr id="3008" name="Google Shape;3202;p45">
                  <a:extLst>
                    <a:ext uri="{FF2B5EF4-FFF2-40B4-BE49-F238E27FC236}">
                      <a16:creationId xmlns:a16="http://schemas.microsoft.com/office/drawing/2014/main" id="{54B00C72-C341-4FF8-0F67-91B6E9E87EB0}"/>
                    </a:ext>
                  </a:extLst>
                </p:cNvPr>
                <p:cNvSpPr/>
                <p:nvPr/>
              </p:nvSpPr>
              <p:spPr>
                <a:xfrm>
                  <a:off x="3995131" y="1797388"/>
                  <a:ext cx="174021" cy="100488"/>
                </a:xfrm>
                <a:custGeom>
                  <a:avLst/>
                  <a:gdLst/>
                  <a:ahLst/>
                  <a:cxnLst/>
                  <a:rect l="l" t="t" r="r" b="b"/>
                  <a:pathLst>
                    <a:path w="174021" h="100488" extrusionOk="0">
                      <a:moveTo>
                        <a:pt x="0" y="6763"/>
                      </a:moveTo>
                      <a:lnTo>
                        <a:pt x="11716" y="0"/>
                      </a:lnTo>
                      <a:lnTo>
                        <a:pt x="174022" y="93726"/>
                      </a:lnTo>
                      <a:lnTo>
                        <a:pt x="162306" y="100489"/>
                      </a:lnTo>
                      <a:lnTo>
                        <a:pt x="0" y="676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9" name="Google Shape;3203;p45">
                  <a:extLst>
                    <a:ext uri="{FF2B5EF4-FFF2-40B4-BE49-F238E27FC236}">
                      <a16:creationId xmlns:a16="http://schemas.microsoft.com/office/drawing/2014/main" id="{8AE47B42-9A5B-E521-ADA7-18890E982372}"/>
                    </a:ext>
                  </a:extLst>
                </p:cNvPr>
                <p:cNvSpPr/>
                <p:nvPr/>
              </p:nvSpPr>
              <p:spPr>
                <a:xfrm>
                  <a:off x="3995131" y="1804151"/>
                  <a:ext cx="162306" cy="104203"/>
                </a:xfrm>
                <a:custGeom>
                  <a:avLst/>
                  <a:gdLst/>
                  <a:ahLst/>
                  <a:cxnLst/>
                  <a:rect l="l" t="t" r="r" b="b"/>
                  <a:pathLst>
                    <a:path w="162306" h="104203" extrusionOk="0">
                      <a:moveTo>
                        <a:pt x="0" y="0"/>
                      </a:moveTo>
                      <a:lnTo>
                        <a:pt x="0" y="10477"/>
                      </a:lnTo>
                      <a:lnTo>
                        <a:pt x="162306" y="104203"/>
                      </a:lnTo>
                      <a:lnTo>
                        <a:pt x="162306" y="9372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0" name="Google Shape;3204;p45">
                  <a:extLst>
                    <a:ext uri="{FF2B5EF4-FFF2-40B4-BE49-F238E27FC236}">
                      <a16:creationId xmlns:a16="http://schemas.microsoft.com/office/drawing/2014/main" id="{4B1C01E3-5CF4-F436-3EBB-820675093014}"/>
                    </a:ext>
                  </a:extLst>
                </p:cNvPr>
                <p:cNvSpPr/>
                <p:nvPr/>
              </p:nvSpPr>
              <p:spPr>
                <a:xfrm>
                  <a:off x="4157437" y="1891114"/>
                  <a:ext cx="11715" cy="17240"/>
                </a:xfrm>
                <a:custGeom>
                  <a:avLst/>
                  <a:gdLst/>
                  <a:ahLst/>
                  <a:cxnLst/>
                  <a:rect l="l" t="t" r="r" b="b"/>
                  <a:pathLst>
                    <a:path w="11715" h="17240" extrusionOk="0">
                      <a:moveTo>
                        <a:pt x="0" y="6763"/>
                      </a:moveTo>
                      <a:lnTo>
                        <a:pt x="0" y="17240"/>
                      </a:lnTo>
                      <a:lnTo>
                        <a:pt x="11716" y="10477"/>
                      </a:lnTo>
                      <a:lnTo>
                        <a:pt x="11716" y="0"/>
                      </a:lnTo>
                      <a:lnTo>
                        <a:pt x="0" y="6763"/>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97" name="Google Shape;3205;p45">
                <a:extLst>
                  <a:ext uri="{FF2B5EF4-FFF2-40B4-BE49-F238E27FC236}">
                    <a16:creationId xmlns:a16="http://schemas.microsoft.com/office/drawing/2014/main" id="{9D0E225F-82DD-1ED0-9C42-47AA712D6496}"/>
                  </a:ext>
                </a:extLst>
              </p:cNvPr>
              <p:cNvGrpSpPr/>
              <p:nvPr/>
            </p:nvGrpSpPr>
            <p:grpSpPr>
              <a:xfrm>
                <a:off x="4142864" y="1866539"/>
                <a:ext cx="56197" cy="52864"/>
                <a:chOff x="4142864" y="1866539"/>
                <a:chExt cx="56197" cy="52864"/>
              </a:xfrm>
            </p:grpSpPr>
            <p:sp>
              <p:nvSpPr>
                <p:cNvPr id="3005" name="Google Shape;3206;p45">
                  <a:extLst>
                    <a:ext uri="{FF2B5EF4-FFF2-40B4-BE49-F238E27FC236}">
                      <a16:creationId xmlns:a16="http://schemas.microsoft.com/office/drawing/2014/main" id="{5C2A705C-37F2-2D96-0AFD-C0BDE4EBDE14}"/>
                    </a:ext>
                  </a:extLst>
                </p:cNvPr>
                <p:cNvSpPr/>
                <p:nvPr/>
              </p:nvSpPr>
              <p:spPr>
                <a:xfrm>
                  <a:off x="4156485" y="1874445"/>
                  <a:ext cx="42576" cy="44958"/>
                </a:xfrm>
                <a:custGeom>
                  <a:avLst/>
                  <a:gdLst/>
                  <a:ahLst/>
                  <a:cxnLst/>
                  <a:rect l="l" t="t" r="r" b="b"/>
                  <a:pathLst>
                    <a:path w="42576" h="44958" extrusionOk="0">
                      <a:moveTo>
                        <a:pt x="42577" y="0"/>
                      </a:moveTo>
                      <a:lnTo>
                        <a:pt x="42577" y="20384"/>
                      </a:lnTo>
                      <a:lnTo>
                        <a:pt x="0" y="44958"/>
                      </a:lnTo>
                      <a:lnTo>
                        <a:pt x="0" y="24574"/>
                      </a:lnTo>
                      <a:lnTo>
                        <a:pt x="4257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6" name="Google Shape;3207;p45">
                  <a:extLst>
                    <a:ext uri="{FF2B5EF4-FFF2-40B4-BE49-F238E27FC236}">
                      <a16:creationId xmlns:a16="http://schemas.microsoft.com/office/drawing/2014/main" id="{CD78BFB9-2E5C-532A-AB67-298B74264E58}"/>
                    </a:ext>
                  </a:extLst>
                </p:cNvPr>
                <p:cNvSpPr/>
                <p:nvPr/>
              </p:nvSpPr>
              <p:spPr>
                <a:xfrm>
                  <a:off x="4142864" y="1866539"/>
                  <a:ext cx="56197" cy="32480"/>
                </a:xfrm>
                <a:custGeom>
                  <a:avLst/>
                  <a:gdLst/>
                  <a:ahLst/>
                  <a:cxnLst/>
                  <a:rect l="l" t="t" r="r" b="b"/>
                  <a:pathLst>
                    <a:path w="56197" h="32480" extrusionOk="0">
                      <a:moveTo>
                        <a:pt x="56197" y="7906"/>
                      </a:moveTo>
                      <a:lnTo>
                        <a:pt x="42481" y="0"/>
                      </a:lnTo>
                      <a:lnTo>
                        <a:pt x="0" y="24575"/>
                      </a:lnTo>
                      <a:lnTo>
                        <a:pt x="13621" y="32480"/>
                      </a:lnTo>
                      <a:lnTo>
                        <a:pt x="56197" y="790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7" name="Google Shape;3208;p45">
                  <a:extLst>
                    <a:ext uri="{FF2B5EF4-FFF2-40B4-BE49-F238E27FC236}">
                      <a16:creationId xmlns:a16="http://schemas.microsoft.com/office/drawing/2014/main" id="{7B11A888-223B-48EB-4688-8B9C46C2077F}"/>
                    </a:ext>
                  </a:extLst>
                </p:cNvPr>
                <p:cNvSpPr/>
                <p:nvPr/>
              </p:nvSpPr>
              <p:spPr>
                <a:xfrm>
                  <a:off x="4142864" y="1891114"/>
                  <a:ext cx="13620" cy="28289"/>
                </a:xfrm>
                <a:custGeom>
                  <a:avLst/>
                  <a:gdLst/>
                  <a:ahLst/>
                  <a:cxnLst/>
                  <a:rect l="l" t="t" r="r" b="b"/>
                  <a:pathLst>
                    <a:path w="13620" h="28289" extrusionOk="0">
                      <a:moveTo>
                        <a:pt x="13621" y="7906"/>
                      </a:moveTo>
                      <a:lnTo>
                        <a:pt x="0" y="0"/>
                      </a:lnTo>
                      <a:lnTo>
                        <a:pt x="0" y="20383"/>
                      </a:lnTo>
                      <a:lnTo>
                        <a:pt x="13621" y="28289"/>
                      </a:lnTo>
                      <a:lnTo>
                        <a:pt x="13621" y="790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98" name="Google Shape;3209;p45">
                <a:extLst>
                  <a:ext uri="{FF2B5EF4-FFF2-40B4-BE49-F238E27FC236}">
                    <a16:creationId xmlns:a16="http://schemas.microsoft.com/office/drawing/2014/main" id="{E6E1F8C8-C898-29E1-2CA5-73E93A5DB995}"/>
                  </a:ext>
                </a:extLst>
              </p:cNvPr>
              <p:cNvGrpSpPr/>
              <p:nvPr/>
            </p:nvGrpSpPr>
            <p:grpSpPr>
              <a:xfrm>
                <a:off x="3960174" y="1732165"/>
                <a:ext cx="39148" cy="51554"/>
                <a:chOff x="3960174" y="1732165"/>
                <a:chExt cx="39148" cy="51554"/>
              </a:xfrm>
            </p:grpSpPr>
            <p:grpSp>
              <p:nvGrpSpPr>
                <p:cNvPr id="2999" name="Google Shape;3210;p45">
                  <a:extLst>
                    <a:ext uri="{FF2B5EF4-FFF2-40B4-BE49-F238E27FC236}">
                      <a16:creationId xmlns:a16="http://schemas.microsoft.com/office/drawing/2014/main" id="{3E1FAC4B-EC4A-CEF5-DF21-EA4390C9B1E8}"/>
                    </a:ext>
                  </a:extLst>
                </p:cNvPr>
                <p:cNvGrpSpPr/>
                <p:nvPr/>
              </p:nvGrpSpPr>
              <p:grpSpPr>
                <a:xfrm>
                  <a:off x="3960174" y="1749715"/>
                  <a:ext cx="39148" cy="34004"/>
                  <a:chOff x="3960174" y="1749715"/>
                  <a:chExt cx="39148" cy="34004"/>
                </a:xfrm>
              </p:grpSpPr>
              <p:sp>
                <p:nvSpPr>
                  <p:cNvPr id="3003" name="Google Shape;3211;p45">
                    <a:extLst>
                      <a:ext uri="{FF2B5EF4-FFF2-40B4-BE49-F238E27FC236}">
                        <a16:creationId xmlns:a16="http://schemas.microsoft.com/office/drawing/2014/main" id="{0B025269-1F9B-C7B6-224E-A6DBDC1FC606}"/>
                      </a:ext>
                    </a:extLst>
                  </p:cNvPr>
                  <p:cNvSpPr/>
                  <p:nvPr/>
                </p:nvSpPr>
                <p:spPr>
                  <a:xfrm>
                    <a:off x="3960174" y="1761002"/>
                    <a:ext cx="39052" cy="22717"/>
                  </a:xfrm>
                  <a:custGeom>
                    <a:avLst/>
                    <a:gdLst/>
                    <a:ahLst/>
                    <a:cxnLst/>
                    <a:rect l="l" t="t" r="r" b="b"/>
                    <a:pathLst>
                      <a:path w="39052" h="22717" extrusionOk="0">
                        <a:moveTo>
                          <a:pt x="39052" y="0"/>
                        </a:moveTo>
                        <a:lnTo>
                          <a:pt x="39052" y="11430"/>
                        </a:lnTo>
                        <a:cubicBezTo>
                          <a:pt x="39052" y="14288"/>
                          <a:pt x="37147" y="17145"/>
                          <a:pt x="33338" y="19431"/>
                        </a:cubicBezTo>
                        <a:cubicBezTo>
                          <a:pt x="25717" y="23813"/>
                          <a:pt x="13335" y="23813"/>
                          <a:pt x="5715" y="19431"/>
                        </a:cubicBezTo>
                        <a:cubicBezTo>
                          <a:pt x="1905" y="17240"/>
                          <a:pt x="0" y="14383"/>
                          <a:pt x="0" y="11430"/>
                        </a:cubicBezTo>
                        <a:lnTo>
                          <a:pt x="0" y="0"/>
                        </a:lnTo>
                        <a:lnTo>
                          <a:pt x="3895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4" name="Google Shape;3212;p45">
                    <a:extLst>
                      <a:ext uri="{FF2B5EF4-FFF2-40B4-BE49-F238E27FC236}">
                        <a16:creationId xmlns:a16="http://schemas.microsoft.com/office/drawing/2014/main" id="{E815FDF2-59EF-49FA-60A1-1DBE252B379D}"/>
                      </a:ext>
                    </a:extLst>
                  </p:cNvPr>
                  <p:cNvSpPr/>
                  <p:nvPr/>
                </p:nvSpPr>
                <p:spPr>
                  <a:xfrm>
                    <a:off x="3960270" y="1749715"/>
                    <a:ext cx="39052" cy="22479"/>
                  </a:xfrm>
                  <a:custGeom>
                    <a:avLst/>
                    <a:gdLst/>
                    <a:ahLst/>
                    <a:cxnLst/>
                    <a:rect l="l" t="t" r="r" b="b"/>
                    <a:pathLst>
                      <a:path w="39052" h="22479" extrusionOk="0">
                        <a:moveTo>
                          <a:pt x="5715" y="19193"/>
                        </a:moveTo>
                        <a:cubicBezTo>
                          <a:pt x="13335" y="23574"/>
                          <a:pt x="25717" y="23574"/>
                          <a:pt x="33337" y="19193"/>
                        </a:cubicBezTo>
                        <a:cubicBezTo>
                          <a:pt x="40958" y="14811"/>
                          <a:pt x="40958" y="7668"/>
                          <a:pt x="33337" y="3286"/>
                        </a:cubicBezTo>
                        <a:cubicBezTo>
                          <a:pt x="25717" y="-1095"/>
                          <a:pt x="13335" y="-1095"/>
                          <a:pt x="5715" y="3286"/>
                        </a:cubicBezTo>
                        <a:cubicBezTo>
                          <a:pt x="-1905" y="7668"/>
                          <a:pt x="-1905" y="14811"/>
                          <a:pt x="5715" y="1919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00" name="Google Shape;3213;p45">
                  <a:extLst>
                    <a:ext uri="{FF2B5EF4-FFF2-40B4-BE49-F238E27FC236}">
                      <a16:creationId xmlns:a16="http://schemas.microsoft.com/office/drawing/2014/main" id="{E97DFD53-168B-CF09-BB8A-92E2E2E5784A}"/>
                    </a:ext>
                  </a:extLst>
                </p:cNvPr>
                <p:cNvGrpSpPr/>
                <p:nvPr/>
              </p:nvGrpSpPr>
              <p:grpSpPr>
                <a:xfrm>
                  <a:off x="3962365" y="1732165"/>
                  <a:ext cx="34790" cy="37862"/>
                  <a:chOff x="3962365" y="1732165"/>
                  <a:chExt cx="34790" cy="37862"/>
                </a:xfrm>
              </p:grpSpPr>
              <p:sp>
                <p:nvSpPr>
                  <p:cNvPr id="3001" name="Google Shape;3214;p45">
                    <a:extLst>
                      <a:ext uri="{FF2B5EF4-FFF2-40B4-BE49-F238E27FC236}">
                        <a16:creationId xmlns:a16="http://schemas.microsoft.com/office/drawing/2014/main" id="{20E455F4-6227-4157-8C23-F098933E6112}"/>
                      </a:ext>
                    </a:extLst>
                  </p:cNvPr>
                  <p:cNvSpPr/>
                  <p:nvPr/>
                </p:nvSpPr>
                <p:spPr>
                  <a:xfrm>
                    <a:off x="3962365" y="1742238"/>
                    <a:ext cx="34766" cy="27789"/>
                  </a:xfrm>
                  <a:custGeom>
                    <a:avLst/>
                    <a:gdLst/>
                    <a:ahLst/>
                    <a:cxnLst/>
                    <a:rect l="l" t="t" r="r" b="b"/>
                    <a:pathLst>
                      <a:path w="34766" h="27789" extrusionOk="0">
                        <a:moveTo>
                          <a:pt x="34766" y="0"/>
                        </a:moveTo>
                        <a:lnTo>
                          <a:pt x="34766" y="17716"/>
                        </a:lnTo>
                        <a:cubicBezTo>
                          <a:pt x="34766" y="20288"/>
                          <a:pt x="33052" y="22860"/>
                          <a:pt x="29623" y="24860"/>
                        </a:cubicBezTo>
                        <a:cubicBezTo>
                          <a:pt x="22860" y="28766"/>
                          <a:pt x="11906" y="28766"/>
                          <a:pt x="5048" y="24860"/>
                        </a:cubicBezTo>
                        <a:cubicBezTo>
                          <a:pt x="1619" y="22955"/>
                          <a:pt x="0" y="20383"/>
                          <a:pt x="0" y="17716"/>
                        </a:cubicBezTo>
                        <a:lnTo>
                          <a:pt x="0" y="0"/>
                        </a:lnTo>
                        <a:lnTo>
                          <a:pt x="3467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2" name="Google Shape;3215;p45">
                    <a:extLst>
                      <a:ext uri="{FF2B5EF4-FFF2-40B4-BE49-F238E27FC236}">
                        <a16:creationId xmlns:a16="http://schemas.microsoft.com/office/drawing/2014/main" id="{52AC4376-96EE-F1C7-47A6-992372A0981C}"/>
                      </a:ext>
                    </a:extLst>
                  </p:cNvPr>
                  <p:cNvSpPr/>
                  <p:nvPr/>
                </p:nvSpPr>
                <p:spPr>
                  <a:xfrm>
                    <a:off x="3962437" y="1732165"/>
                    <a:ext cx="34718" cy="20050"/>
                  </a:xfrm>
                  <a:custGeom>
                    <a:avLst/>
                    <a:gdLst/>
                    <a:ahLst/>
                    <a:cxnLst/>
                    <a:rect l="l" t="t" r="r" b="b"/>
                    <a:pathLst>
                      <a:path w="34718" h="20050" extrusionOk="0">
                        <a:moveTo>
                          <a:pt x="5072" y="17121"/>
                        </a:moveTo>
                        <a:cubicBezTo>
                          <a:pt x="11835" y="21026"/>
                          <a:pt x="22884" y="21026"/>
                          <a:pt x="29646" y="17121"/>
                        </a:cubicBezTo>
                        <a:cubicBezTo>
                          <a:pt x="36409" y="13216"/>
                          <a:pt x="36409" y="6834"/>
                          <a:pt x="29646" y="2929"/>
                        </a:cubicBezTo>
                        <a:cubicBezTo>
                          <a:pt x="22884" y="-976"/>
                          <a:pt x="11930" y="-976"/>
                          <a:pt x="5072" y="2929"/>
                        </a:cubicBezTo>
                        <a:cubicBezTo>
                          <a:pt x="-1691" y="6834"/>
                          <a:pt x="-1691" y="13216"/>
                          <a:pt x="5072" y="1712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37" name="Google Shape;3216;p45">
              <a:extLst>
                <a:ext uri="{FF2B5EF4-FFF2-40B4-BE49-F238E27FC236}">
                  <a16:creationId xmlns:a16="http://schemas.microsoft.com/office/drawing/2014/main" id="{FE6BE424-CD03-7D41-573B-4CAEF15F7BFF}"/>
                </a:ext>
              </a:extLst>
            </p:cNvPr>
            <p:cNvGrpSpPr/>
            <p:nvPr/>
          </p:nvGrpSpPr>
          <p:grpSpPr>
            <a:xfrm>
              <a:off x="3746910" y="1581170"/>
              <a:ext cx="87343" cy="345567"/>
              <a:chOff x="3746910" y="1581170"/>
              <a:chExt cx="87343" cy="345567"/>
            </a:xfrm>
          </p:grpSpPr>
          <p:grpSp>
            <p:nvGrpSpPr>
              <p:cNvPr id="2970" name="Google Shape;3217;p45">
                <a:extLst>
                  <a:ext uri="{FF2B5EF4-FFF2-40B4-BE49-F238E27FC236}">
                    <a16:creationId xmlns:a16="http://schemas.microsoft.com/office/drawing/2014/main" id="{138C1C41-D6E4-1ED1-AACD-A5EF2D5FCF46}"/>
                  </a:ext>
                </a:extLst>
              </p:cNvPr>
              <p:cNvGrpSpPr/>
              <p:nvPr/>
            </p:nvGrpSpPr>
            <p:grpSpPr>
              <a:xfrm>
                <a:off x="3751005" y="1774242"/>
                <a:ext cx="19431" cy="152495"/>
                <a:chOff x="3751005" y="1774242"/>
                <a:chExt cx="19431" cy="152495"/>
              </a:xfrm>
            </p:grpSpPr>
            <p:sp>
              <p:nvSpPr>
                <p:cNvPr id="2987" name="Google Shape;3218;p45">
                  <a:extLst>
                    <a:ext uri="{FF2B5EF4-FFF2-40B4-BE49-F238E27FC236}">
                      <a16:creationId xmlns:a16="http://schemas.microsoft.com/office/drawing/2014/main" id="{56B7D539-D5DF-4D37-77C2-917222A1F3FA}"/>
                    </a:ext>
                  </a:extLst>
                </p:cNvPr>
                <p:cNvSpPr/>
                <p:nvPr/>
              </p:nvSpPr>
              <p:spPr>
                <a:xfrm>
                  <a:off x="3751005" y="1779195"/>
                  <a:ext cx="10953" cy="147542"/>
                </a:xfrm>
                <a:custGeom>
                  <a:avLst/>
                  <a:gdLst/>
                  <a:ahLst/>
                  <a:cxnLst/>
                  <a:rect l="l" t="t" r="r" b="b"/>
                  <a:pathLst>
                    <a:path w="10953" h="147542" extrusionOk="0">
                      <a:moveTo>
                        <a:pt x="10954" y="147542"/>
                      </a:moveTo>
                      <a:lnTo>
                        <a:pt x="0" y="141256"/>
                      </a:lnTo>
                      <a:lnTo>
                        <a:pt x="0" y="0"/>
                      </a:lnTo>
                      <a:lnTo>
                        <a:pt x="10954" y="6286"/>
                      </a:lnTo>
                      <a:lnTo>
                        <a:pt x="10954" y="147542"/>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8" name="Google Shape;3219;p45">
                  <a:extLst>
                    <a:ext uri="{FF2B5EF4-FFF2-40B4-BE49-F238E27FC236}">
                      <a16:creationId xmlns:a16="http://schemas.microsoft.com/office/drawing/2014/main" id="{7A3C4271-FA82-EF05-3DA0-55CC0E7B5F44}"/>
                    </a:ext>
                  </a:extLst>
                </p:cNvPr>
                <p:cNvSpPr/>
                <p:nvPr/>
              </p:nvSpPr>
              <p:spPr>
                <a:xfrm>
                  <a:off x="3761959" y="1780624"/>
                  <a:ext cx="8477" cy="146113"/>
                </a:xfrm>
                <a:custGeom>
                  <a:avLst/>
                  <a:gdLst/>
                  <a:ahLst/>
                  <a:cxnLst/>
                  <a:rect l="l" t="t" r="r" b="b"/>
                  <a:pathLst>
                    <a:path w="8477" h="146113" extrusionOk="0">
                      <a:moveTo>
                        <a:pt x="0" y="146114"/>
                      </a:moveTo>
                      <a:lnTo>
                        <a:pt x="8477" y="141256"/>
                      </a:lnTo>
                      <a:lnTo>
                        <a:pt x="8477" y="0"/>
                      </a:lnTo>
                      <a:lnTo>
                        <a:pt x="0" y="4858"/>
                      </a:lnTo>
                      <a:lnTo>
                        <a:pt x="0" y="14611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9" name="Google Shape;3220;p45">
                  <a:extLst>
                    <a:ext uri="{FF2B5EF4-FFF2-40B4-BE49-F238E27FC236}">
                      <a16:creationId xmlns:a16="http://schemas.microsoft.com/office/drawing/2014/main" id="{750DD8D9-3250-AB95-6025-E6970942F941}"/>
                    </a:ext>
                  </a:extLst>
                </p:cNvPr>
                <p:cNvSpPr/>
                <p:nvPr/>
              </p:nvSpPr>
              <p:spPr>
                <a:xfrm>
                  <a:off x="3751005" y="1774242"/>
                  <a:ext cx="19431" cy="11239"/>
                </a:xfrm>
                <a:custGeom>
                  <a:avLst/>
                  <a:gdLst/>
                  <a:ahLst/>
                  <a:cxnLst/>
                  <a:rect l="l" t="t" r="r" b="b"/>
                  <a:pathLst>
                    <a:path w="19431" h="11239" extrusionOk="0">
                      <a:moveTo>
                        <a:pt x="10954" y="11240"/>
                      </a:moveTo>
                      <a:lnTo>
                        <a:pt x="19431" y="6382"/>
                      </a:lnTo>
                      <a:lnTo>
                        <a:pt x="8477" y="0"/>
                      </a:lnTo>
                      <a:lnTo>
                        <a:pt x="0" y="4953"/>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71" name="Google Shape;3221;p45">
                <a:extLst>
                  <a:ext uri="{FF2B5EF4-FFF2-40B4-BE49-F238E27FC236}">
                    <a16:creationId xmlns:a16="http://schemas.microsoft.com/office/drawing/2014/main" id="{8655857F-279A-4521-DE57-C679338DF884}"/>
                  </a:ext>
                </a:extLst>
              </p:cNvPr>
              <p:cNvGrpSpPr/>
              <p:nvPr/>
            </p:nvGrpSpPr>
            <p:grpSpPr>
              <a:xfrm>
                <a:off x="3777199" y="1709758"/>
                <a:ext cx="57054" cy="48005"/>
                <a:chOff x="3777199" y="1709758"/>
                <a:chExt cx="57054" cy="48005"/>
              </a:xfrm>
            </p:grpSpPr>
            <p:sp>
              <p:nvSpPr>
                <p:cNvPr id="2984" name="Google Shape;3222;p45">
                  <a:extLst>
                    <a:ext uri="{FF2B5EF4-FFF2-40B4-BE49-F238E27FC236}">
                      <a16:creationId xmlns:a16="http://schemas.microsoft.com/office/drawing/2014/main" id="{C6BC87BB-09FE-2636-D813-E0BE8BF6726E}"/>
                    </a:ext>
                  </a:extLst>
                </p:cNvPr>
                <p:cNvSpPr/>
                <p:nvPr/>
              </p:nvSpPr>
              <p:spPr>
                <a:xfrm>
                  <a:off x="3787295" y="1715663"/>
                  <a:ext cx="46958" cy="42100"/>
                </a:xfrm>
                <a:custGeom>
                  <a:avLst/>
                  <a:gdLst/>
                  <a:ahLst/>
                  <a:cxnLst/>
                  <a:rect l="l" t="t" r="r" b="b"/>
                  <a:pathLst>
                    <a:path w="46958" h="42100" extrusionOk="0">
                      <a:moveTo>
                        <a:pt x="46958" y="0"/>
                      </a:moveTo>
                      <a:lnTo>
                        <a:pt x="46958" y="14954"/>
                      </a:lnTo>
                      <a:lnTo>
                        <a:pt x="0" y="42100"/>
                      </a:lnTo>
                      <a:lnTo>
                        <a:pt x="0" y="27051"/>
                      </a:lnTo>
                      <a:lnTo>
                        <a:pt x="46958"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5" name="Google Shape;3223;p45">
                  <a:extLst>
                    <a:ext uri="{FF2B5EF4-FFF2-40B4-BE49-F238E27FC236}">
                      <a16:creationId xmlns:a16="http://schemas.microsoft.com/office/drawing/2014/main" id="{392839AC-8B62-ADC6-D1DF-D0818D819901}"/>
                    </a:ext>
                  </a:extLst>
                </p:cNvPr>
                <p:cNvSpPr/>
                <p:nvPr/>
              </p:nvSpPr>
              <p:spPr>
                <a:xfrm>
                  <a:off x="3777199" y="1709758"/>
                  <a:ext cx="57054" cy="32956"/>
                </a:xfrm>
                <a:custGeom>
                  <a:avLst/>
                  <a:gdLst/>
                  <a:ahLst/>
                  <a:cxnLst/>
                  <a:rect l="l" t="t" r="r" b="b"/>
                  <a:pathLst>
                    <a:path w="57054" h="32956" extrusionOk="0">
                      <a:moveTo>
                        <a:pt x="57055" y="5905"/>
                      </a:moveTo>
                      <a:lnTo>
                        <a:pt x="46958" y="0"/>
                      </a:lnTo>
                      <a:lnTo>
                        <a:pt x="0" y="27146"/>
                      </a:lnTo>
                      <a:lnTo>
                        <a:pt x="10096" y="32956"/>
                      </a:lnTo>
                      <a:lnTo>
                        <a:pt x="57055" y="590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6" name="Google Shape;3224;p45">
                  <a:extLst>
                    <a:ext uri="{FF2B5EF4-FFF2-40B4-BE49-F238E27FC236}">
                      <a16:creationId xmlns:a16="http://schemas.microsoft.com/office/drawing/2014/main" id="{05C800A7-6828-399D-BFB0-6BFE6F977E10}"/>
                    </a:ext>
                  </a:extLst>
                </p:cNvPr>
                <p:cNvSpPr/>
                <p:nvPr/>
              </p:nvSpPr>
              <p:spPr>
                <a:xfrm>
                  <a:off x="3777199" y="1736904"/>
                  <a:ext cx="10096" cy="20859"/>
                </a:xfrm>
                <a:custGeom>
                  <a:avLst/>
                  <a:gdLst/>
                  <a:ahLst/>
                  <a:cxnLst/>
                  <a:rect l="l" t="t" r="r" b="b"/>
                  <a:pathLst>
                    <a:path w="10096" h="20859" extrusionOk="0">
                      <a:moveTo>
                        <a:pt x="10096" y="5810"/>
                      </a:moveTo>
                      <a:lnTo>
                        <a:pt x="0" y="0"/>
                      </a:lnTo>
                      <a:lnTo>
                        <a:pt x="0" y="14954"/>
                      </a:lnTo>
                      <a:lnTo>
                        <a:pt x="10096" y="20860"/>
                      </a:lnTo>
                      <a:lnTo>
                        <a:pt x="10096" y="581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72" name="Google Shape;3225;p45">
                <a:extLst>
                  <a:ext uri="{FF2B5EF4-FFF2-40B4-BE49-F238E27FC236}">
                    <a16:creationId xmlns:a16="http://schemas.microsoft.com/office/drawing/2014/main" id="{D47346C9-7A73-64B3-74D7-8B9894682C31}"/>
                  </a:ext>
                </a:extLst>
              </p:cNvPr>
              <p:cNvGrpSpPr/>
              <p:nvPr/>
            </p:nvGrpSpPr>
            <p:grpSpPr>
              <a:xfrm>
                <a:off x="3760721" y="1734808"/>
                <a:ext cx="27622" cy="33814"/>
                <a:chOff x="3760721" y="1734808"/>
                <a:chExt cx="27622" cy="33814"/>
              </a:xfrm>
            </p:grpSpPr>
            <p:sp>
              <p:nvSpPr>
                <p:cNvPr id="2981" name="Google Shape;3226;p45">
                  <a:extLst>
                    <a:ext uri="{FF2B5EF4-FFF2-40B4-BE49-F238E27FC236}">
                      <a16:creationId xmlns:a16="http://schemas.microsoft.com/office/drawing/2014/main" id="{A9223BB3-7E53-6ABF-AF3A-343D5BB5B96E}"/>
                    </a:ext>
                  </a:extLst>
                </p:cNvPr>
                <p:cNvSpPr/>
                <p:nvPr/>
              </p:nvSpPr>
              <p:spPr>
                <a:xfrm>
                  <a:off x="3772722" y="1741762"/>
                  <a:ext cx="15621" cy="26860"/>
                </a:xfrm>
                <a:custGeom>
                  <a:avLst/>
                  <a:gdLst/>
                  <a:ahLst/>
                  <a:cxnLst/>
                  <a:rect l="l" t="t" r="r" b="b"/>
                  <a:pathLst>
                    <a:path w="15621" h="26860" extrusionOk="0">
                      <a:moveTo>
                        <a:pt x="15621" y="0"/>
                      </a:moveTo>
                      <a:lnTo>
                        <a:pt x="15621" y="17907"/>
                      </a:lnTo>
                      <a:lnTo>
                        <a:pt x="0" y="26861"/>
                      </a:lnTo>
                      <a:lnTo>
                        <a:pt x="0" y="8954"/>
                      </a:lnTo>
                      <a:lnTo>
                        <a:pt x="1562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2" name="Google Shape;3227;p45">
                  <a:extLst>
                    <a:ext uri="{FF2B5EF4-FFF2-40B4-BE49-F238E27FC236}">
                      <a16:creationId xmlns:a16="http://schemas.microsoft.com/office/drawing/2014/main" id="{4894FA78-F3BA-3060-8B3E-66E3EA468B18}"/>
                    </a:ext>
                  </a:extLst>
                </p:cNvPr>
                <p:cNvSpPr/>
                <p:nvPr/>
              </p:nvSpPr>
              <p:spPr>
                <a:xfrm>
                  <a:off x="3760721" y="1734808"/>
                  <a:ext cx="27622" cy="15906"/>
                </a:xfrm>
                <a:custGeom>
                  <a:avLst/>
                  <a:gdLst/>
                  <a:ahLst/>
                  <a:cxnLst/>
                  <a:rect l="l" t="t" r="r" b="b"/>
                  <a:pathLst>
                    <a:path w="27622" h="15906" extrusionOk="0">
                      <a:moveTo>
                        <a:pt x="27622" y="6953"/>
                      </a:moveTo>
                      <a:lnTo>
                        <a:pt x="15526" y="0"/>
                      </a:lnTo>
                      <a:lnTo>
                        <a:pt x="0" y="8954"/>
                      </a:lnTo>
                      <a:lnTo>
                        <a:pt x="12001" y="15907"/>
                      </a:lnTo>
                      <a:lnTo>
                        <a:pt x="27622" y="695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3" name="Google Shape;3228;p45">
                  <a:extLst>
                    <a:ext uri="{FF2B5EF4-FFF2-40B4-BE49-F238E27FC236}">
                      <a16:creationId xmlns:a16="http://schemas.microsoft.com/office/drawing/2014/main" id="{960599F9-ADF2-677E-319A-ED5A75C157B1}"/>
                    </a:ext>
                  </a:extLst>
                </p:cNvPr>
                <p:cNvSpPr/>
                <p:nvPr/>
              </p:nvSpPr>
              <p:spPr>
                <a:xfrm>
                  <a:off x="3760721" y="1743762"/>
                  <a:ext cx="12001" cy="24860"/>
                </a:xfrm>
                <a:custGeom>
                  <a:avLst/>
                  <a:gdLst/>
                  <a:ahLst/>
                  <a:cxnLst/>
                  <a:rect l="l" t="t" r="r" b="b"/>
                  <a:pathLst>
                    <a:path w="12001" h="24860" extrusionOk="0">
                      <a:moveTo>
                        <a:pt x="12001" y="6953"/>
                      </a:moveTo>
                      <a:lnTo>
                        <a:pt x="0" y="0"/>
                      </a:lnTo>
                      <a:lnTo>
                        <a:pt x="0" y="17907"/>
                      </a:lnTo>
                      <a:lnTo>
                        <a:pt x="12001" y="24860"/>
                      </a:lnTo>
                      <a:lnTo>
                        <a:pt x="12001" y="6953"/>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73" name="Google Shape;3229;p45">
                <a:extLst>
                  <a:ext uri="{FF2B5EF4-FFF2-40B4-BE49-F238E27FC236}">
                    <a16:creationId xmlns:a16="http://schemas.microsoft.com/office/drawing/2014/main" id="{21D5E338-4E42-D3AB-EB1B-22159DA1C3DE}"/>
                  </a:ext>
                </a:extLst>
              </p:cNvPr>
              <p:cNvGrpSpPr/>
              <p:nvPr/>
            </p:nvGrpSpPr>
            <p:grpSpPr>
              <a:xfrm>
                <a:off x="3746910" y="1731284"/>
                <a:ext cx="27527" cy="56769"/>
                <a:chOff x="3746910" y="1731284"/>
                <a:chExt cx="27527" cy="56769"/>
              </a:xfrm>
            </p:grpSpPr>
            <p:sp>
              <p:nvSpPr>
                <p:cNvPr id="2978" name="Google Shape;3230;p45">
                  <a:extLst>
                    <a:ext uri="{FF2B5EF4-FFF2-40B4-BE49-F238E27FC236}">
                      <a16:creationId xmlns:a16="http://schemas.microsoft.com/office/drawing/2014/main" id="{7555489C-A1CF-6FAF-C218-90239944D14D}"/>
                    </a:ext>
                  </a:extLst>
                </p:cNvPr>
                <p:cNvSpPr/>
                <p:nvPr/>
              </p:nvSpPr>
              <p:spPr>
                <a:xfrm>
                  <a:off x="3746910" y="1738237"/>
                  <a:ext cx="15525" cy="49815"/>
                </a:xfrm>
                <a:custGeom>
                  <a:avLst/>
                  <a:gdLst/>
                  <a:ahLst/>
                  <a:cxnLst/>
                  <a:rect l="l" t="t" r="r" b="b"/>
                  <a:pathLst>
                    <a:path w="15525" h="49815" extrusionOk="0">
                      <a:moveTo>
                        <a:pt x="15526" y="49816"/>
                      </a:moveTo>
                      <a:lnTo>
                        <a:pt x="0" y="40862"/>
                      </a:lnTo>
                      <a:lnTo>
                        <a:pt x="0" y="0"/>
                      </a:lnTo>
                      <a:lnTo>
                        <a:pt x="15526" y="8954"/>
                      </a:lnTo>
                      <a:lnTo>
                        <a:pt x="15526" y="49816"/>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9" name="Google Shape;3231;p45">
                  <a:extLst>
                    <a:ext uri="{FF2B5EF4-FFF2-40B4-BE49-F238E27FC236}">
                      <a16:creationId xmlns:a16="http://schemas.microsoft.com/office/drawing/2014/main" id="{3F01E4C0-B732-0ECC-2B41-F6A948AE0D29}"/>
                    </a:ext>
                  </a:extLst>
                </p:cNvPr>
                <p:cNvSpPr/>
                <p:nvPr/>
              </p:nvSpPr>
              <p:spPr>
                <a:xfrm>
                  <a:off x="3762435" y="1740238"/>
                  <a:ext cx="12001" cy="47815"/>
                </a:xfrm>
                <a:custGeom>
                  <a:avLst/>
                  <a:gdLst/>
                  <a:ahLst/>
                  <a:cxnLst/>
                  <a:rect l="l" t="t" r="r" b="b"/>
                  <a:pathLst>
                    <a:path w="12001" h="47815" extrusionOk="0">
                      <a:moveTo>
                        <a:pt x="0" y="47816"/>
                      </a:moveTo>
                      <a:lnTo>
                        <a:pt x="12002" y="40862"/>
                      </a:lnTo>
                      <a:lnTo>
                        <a:pt x="12002" y="0"/>
                      </a:lnTo>
                      <a:lnTo>
                        <a:pt x="0" y="6953"/>
                      </a:lnTo>
                      <a:lnTo>
                        <a:pt x="0" y="478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0" name="Google Shape;3232;p45">
                  <a:extLst>
                    <a:ext uri="{FF2B5EF4-FFF2-40B4-BE49-F238E27FC236}">
                      <a16:creationId xmlns:a16="http://schemas.microsoft.com/office/drawing/2014/main" id="{F1A7D792-5A4D-0DD0-1E08-C6120DDD803F}"/>
                    </a:ext>
                  </a:extLst>
                </p:cNvPr>
                <p:cNvSpPr/>
                <p:nvPr/>
              </p:nvSpPr>
              <p:spPr>
                <a:xfrm>
                  <a:off x="3746910" y="1731284"/>
                  <a:ext cx="27527" cy="15906"/>
                </a:xfrm>
                <a:custGeom>
                  <a:avLst/>
                  <a:gdLst/>
                  <a:ahLst/>
                  <a:cxnLst/>
                  <a:rect l="l" t="t" r="r" b="b"/>
                  <a:pathLst>
                    <a:path w="27527" h="15906" extrusionOk="0">
                      <a:moveTo>
                        <a:pt x="15526" y="15907"/>
                      </a:moveTo>
                      <a:lnTo>
                        <a:pt x="27527" y="8953"/>
                      </a:lnTo>
                      <a:lnTo>
                        <a:pt x="12002" y="0"/>
                      </a:lnTo>
                      <a:lnTo>
                        <a:pt x="0" y="6953"/>
                      </a:lnTo>
                      <a:lnTo>
                        <a:pt x="15526" y="1590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74" name="Google Shape;3233;p45">
                <a:extLst>
                  <a:ext uri="{FF2B5EF4-FFF2-40B4-BE49-F238E27FC236}">
                    <a16:creationId xmlns:a16="http://schemas.microsoft.com/office/drawing/2014/main" id="{7B354EA1-5EB8-2A98-C5BB-ED35C2DDA697}"/>
                  </a:ext>
                </a:extLst>
              </p:cNvPr>
              <p:cNvGrpSpPr/>
              <p:nvPr/>
            </p:nvGrpSpPr>
            <p:grpSpPr>
              <a:xfrm>
                <a:off x="3751005" y="1581170"/>
                <a:ext cx="19431" cy="163735"/>
                <a:chOff x="3751005" y="1581170"/>
                <a:chExt cx="19431" cy="163735"/>
              </a:xfrm>
            </p:grpSpPr>
            <p:sp>
              <p:nvSpPr>
                <p:cNvPr id="2975" name="Google Shape;3234;p45">
                  <a:extLst>
                    <a:ext uri="{FF2B5EF4-FFF2-40B4-BE49-F238E27FC236}">
                      <a16:creationId xmlns:a16="http://schemas.microsoft.com/office/drawing/2014/main" id="{565E66E3-50B7-F676-40AE-56D7C2FD018F}"/>
                    </a:ext>
                  </a:extLst>
                </p:cNvPr>
                <p:cNvSpPr/>
                <p:nvPr/>
              </p:nvSpPr>
              <p:spPr>
                <a:xfrm>
                  <a:off x="3751005" y="1586123"/>
                  <a:ext cx="10953" cy="158781"/>
                </a:xfrm>
                <a:custGeom>
                  <a:avLst/>
                  <a:gdLst/>
                  <a:ahLst/>
                  <a:cxnLst/>
                  <a:rect l="l" t="t" r="r" b="b"/>
                  <a:pathLst>
                    <a:path w="10953" h="158781" extrusionOk="0">
                      <a:moveTo>
                        <a:pt x="10954" y="158782"/>
                      </a:moveTo>
                      <a:lnTo>
                        <a:pt x="0" y="152400"/>
                      </a:lnTo>
                      <a:lnTo>
                        <a:pt x="0" y="0"/>
                      </a:lnTo>
                      <a:lnTo>
                        <a:pt x="10954" y="6382"/>
                      </a:lnTo>
                      <a:lnTo>
                        <a:pt x="10954" y="158782"/>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6" name="Google Shape;3235;p45">
                  <a:extLst>
                    <a:ext uri="{FF2B5EF4-FFF2-40B4-BE49-F238E27FC236}">
                      <a16:creationId xmlns:a16="http://schemas.microsoft.com/office/drawing/2014/main" id="{15FAC88B-9C79-880D-1A97-8ED17C691F53}"/>
                    </a:ext>
                  </a:extLst>
                </p:cNvPr>
                <p:cNvSpPr/>
                <p:nvPr/>
              </p:nvSpPr>
              <p:spPr>
                <a:xfrm>
                  <a:off x="3761103" y="1587552"/>
                  <a:ext cx="8477" cy="157353"/>
                </a:xfrm>
                <a:custGeom>
                  <a:avLst/>
                  <a:gdLst/>
                  <a:ahLst/>
                  <a:cxnLst/>
                  <a:rect l="l" t="t" r="r" b="b"/>
                  <a:pathLst>
                    <a:path w="8477" h="157353" extrusionOk="0">
                      <a:moveTo>
                        <a:pt x="0" y="157353"/>
                      </a:moveTo>
                      <a:lnTo>
                        <a:pt x="8477" y="152400"/>
                      </a:lnTo>
                      <a:lnTo>
                        <a:pt x="8477" y="0"/>
                      </a:lnTo>
                      <a:lnTo>
                        <a:pt x="0" y="4953"/>
                      </a:lnTo>
                      <a:lnTo>
                        <a:pt x="0" y="15735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7" name="Google Shape;3236;p45">
                  <a:extLst>
                    <a:ext uri="{FF2B5EF4-FFF2-40B4-BE49-F238E27FC236}">
                      <a16:creationId xmlns:a16="http://schemas.microsoft.com/office/drawing/2014/main" id="{B822AA58-1234-E241-E3BB-EE7206BCFDD1}"/>
                    </a:ext>
                  </a:extLst>
                </p:cNvPr>
                <p:cNvSpPr/>
                <p:nvPr/>
              </p:nvSpPr>
              <p:spPr>
                <a:xfrm>
                  <a:off x="3751005" y="1581170"/>
                  <a:ext cx="19431" cy="11334"/>
                </a:xfrm>
                <a:custGeom>
                  <a:avLst/>
                  <a:gdLst/>
                  <a:ahLst/>
                  <a:cxnLst/>
                  <a:rect l="l" t="t" r="r" b="b"/>
                  <a:pathLst>
                    <a:path w="19431" h="11334" extrusionOk="0">
                      <a:moveTo>
                        <a:pt x="10954" y="11335"/>
                      </a:moveTo>
                      <a:lnTo>
                        <a:pt x="19431" y="6382"/>
                      </a:lnTo>
                      <a:lnTo>
                        <a:pt x="8477" y="0"/>
                      </a:lnTo>
                      <a:lnTo>
                        <a:pt x="0" y="4953"/>
                      </a:lnTo>
                      <a:lnTo>
                        <a:pt x="10954" y="11335"/>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8" name="Google Shape;3237;p45">
              <a:extLst>
                <a:ext uri="{FF2B5EF4-FFF2-40B4-BE49-F238E27FC236}">
                  <a16:creationId xmlns:a16="http://schemas.microsoft.com/office/drawing/2014/main" id="{5C9631B7-D263-0D37-2A2C-4DF1DF693848}"/>
                </a:ext>
              </a:extLst>
            </p:cNvPr>
            <p:cNvGrpSpPr/>
            <p:nvPr/>
          </p:nvGrpSpPr>
          <p:grpSpPr>
            <a:xfrm>
              <a:off x="4067331" y="1766241"/>
              <a:ext cx="87343" cy="345567"/>
              <a:chOff x="4067331" y="1766241"/>
              <a:chExt cx="87343" cy="345567"/>
            </a:xfrm>
          </p:grpSpPr>
          <p:grpSp>
            <p:nvGrpSpPr>
              <p:cNvPr id="2950" name="Google Shape;3238;p45">
                <a:extLst>
                  <a:ext uri="{FF2B5EF4-FFF2-40B4-BE49-F238E27FC236}">
                    <a16:creationId xmlns:a16="http://schemas.microsoft.com/office/drawing/2014/main" id="{D02F0974-FA73-1F5F-E10D-FB9C7B2E22B0}"/>
                  </a:ext>
                </a:extLst>
              </p:cNvPr>
              <p:cNvGrpSpPr/>
              <p:nvPr/>
            </p:nvGrpSpPr>
            <p:grpSpPr>
              <a:xfrm>
                <a:off x="4071426" y="1959313"/>
                <a:ext cx="19431" cy="152495"/>
                <a:chOff x="4071426" y="1959313"/>
                <a:chExt cx="19431" cy="152495"/>
              </a:xfrm>
            </p:grpSpPr>
            <p:sp>
              <p:nvSpPr>
                <p:cNvPr id="2967" name="Google Shape;3239;p45">
                  <a:extLst>
                    <a:ext uri="{FF2B5EF4-FFF2-40B4-BE49-F238E27FC236}">
                      <a16:creationId xmlns:a16="http://schemas.microsoft.com/office/drawing/2014/main" id="{356A7160-B086-0972-04F4-A5F916252EB5}"/>
                    </a:ext>
                  </a:extLst>
                </p:cNvPr>
                <p:cNvSpPr/>
                <p:nvPr/>
              </p:nvSpPr>
              <p:spPr>
                <a:xfrm>
                  <a:off x="4071426" y="1964171"/>
                  <a:ext cx="10953" cy="147637"/>
                </a:xfrm>
                <a:custGeom>
                  <a:avLst/>
                  <a:gdLst/>
                  <a:ahLst/>
                  <a:cxnLst/>
                  <a:rect l="l" t="t" r="r" b="b"/>
                  <a:pathLst>
                    <a:path w="10953" h="147637" extrusionOk="0">
                      <a:moveTo>
                        <a:pt x="10954" y="147638"/>
                      </a:moveTo>
                      <a:lnTo>
                        <a:pt x="0" y="141256"/>
                      </a:lnTo>
                      <a:lnTo>
                        <a:pt x="0" y="0"/>
                      </a:lnTo>
                      <a:lnTo>
                        <a:pt x="10954" y="6382"/>
                      </a:lnTo>
                      <a:lnTo>
                        <a:pt x="10954" y="147638"/>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8" name="Google Shape;3240;p45">
                  <a:extLst>
                    <a:ext uri="{FF2B5EF4-FFF2-40B4-BE49-F238E27FC236}">
                      <a16:creationId xmlns:a16="http://schemas.microsoft.com/office/drawing/2014/main" id="{9112D2B6-B2CC-E4B0-1544-45CAF0CD822D}"/>
                    </a:ext>
                  </a:extLst>
                </p:cNvPr>
                <p:cNvSpPr/>
                <p:nvPr/>
              </p:nvSpPr>
              <p:spPr>
                <a:xfrm>
                  <a:off x="4082380" y="1965599"/>
                  <a:ext cx="8477" cy="146208"/>
                </a:xfrm>
                <a:custGeom>
                  <a:avLst/>
                  <a:gdLst/>
                  <a:ahLst/>
                  <a:cxnLst/>
                  <a:rect l="l" t="t" r="r" b="b"/>
                  <a:pathLst>
                    <a:path w="8477" h="146208" extrusionOk="0">
                      <a:moveTo>
                        <a:pt x="0" y="146209"/>
                      </a:moveTo>
                      <a:lnTo>
                        <a:pt x="8477" y="141256"/>
                      </a:lnTo>
                      <a:lnTo>
                        <a:pt x="8477" y="0"/>
                      </a:lnTo>
                      <a:lnTo>
                        <a:pt x="0" y="4953"/>
                      </a:lnTo>
                      <a:lnTo>
                        <a:pt x="0" y="146209"/>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9" name="Google Shape;3241;p45">
                  <a:extLst>
                    <a:ext uri="{FF2B5EF4-FFF2-40B4-BE49-F238E27FC236}">
                      <a16:creationId xmlns:a16="http://schemas.microsoft.com/office/drawing/2014/main" id="{0BA77172-5C9E-BF66-C1FF-935CAC138CE6}"/>
                    </a:ext>
                  </a:extLst>
                </p:cNvPr>
                <p:cNvSpPr/>
                <p:nvPr/>
              </p:nvSpPr>
              <p:spPr>
                <a:xfrm>
                  <a:off x="4071426" y="1959313"/>
                  <a:ext cx="19430" cy="11239"/>
                </a:xfrm>
                <a:custGeom>
                  <a:avLst/>
                  <a:gdLst/>
                  <a:ahLst/>
                  <a:cxnLst/>
                  <a:rect l="l" t="t" r="r" b="b"/>
                  <a:pathLst>
                    <a:path w="19430" h="11239" extrusionOk="0">
                      <a:moveTo>
                        <a:pt x="10954" y="11240"/>
                      </a:moveTo>
                      <a:lnTo>
                        <a:pt x="19431" y="6287"/>
                      </a:lnTo>
                      <a:lnTo>
                        <a:pt x="8477" y="0"/>
                      </a:lnTo>
                      <a:lnTo>
                        <a:pt x="0" y="4858"/>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51" name="Google Shape;3242;p45">
                <a:extLst>
                  <a:ext uri="{FF2B5EF4-FFF2-40B4-BE49-F238E27FC236}">
                    <a16:creationId xmlns:a16="http://schemas.microsoft.com/office/drawing/2014/main" id="{7756D521-0333-E765-E83C-E3BCB3606F86}"/>
                  </a:ext>
                </a:extLst>
              </p:cNvPr>
              <p:cNvGrpSpPr/>
              <p:nvPr/>
            </p:nvGrpSpPr>
            <p:grpSpPr>
              <a:xfrm>
                <a:off x="4097715" y="1894829"/>
                <a:ext cx="56959" cy="47910"/>
                <a:chOff x="4097715" y="1894829"/>
                <a:chExt cx="56959" cy="47910"/>
              </a:xfrm>
            </p:grpSpPr>
            <p:sp>
              <p:nvSpPr>
                <p:cNvPr id="2964" name="Google Shape;3243;p45">
                  <a:extLst>
                    <a:ext uri="{FF2B5EF4-FFF2-40B4-BE49-F238E27FC236}">
                      <a16:creationId xmlns:a16="http://schemas.microsoft.com/office/drawing/2014/main" id="{FF0E7D6D-2FEA-170B-E3F6-F8A5A805EED8}"/>
                    </a:ext>
                  </a:extLst>
                </p:cNvPr>
                <p:cNvSpPr/>
                <p:nvPr/>
              </p:nvSpPr>
              <p:spPr>
                <a:xfrm>
                  <a:off x="4107812" y="1900639"/>
                  <a:ext cx="46862" cy="42100"/>
                </a:xfrm>
                <a:custGeom>
                  <a:avLst/>
                  <a:gdLst/>
                  <a:ahLst/>
                  <a:cxnLst/>
                  <a:rect l="l" t="t" r="r" b="b"/>
                  <a:pathLst>
                    <a:path w="46862" h="42100" extrusionOk="0">
                      <a:moveTo>
                        <a:pt x="46863" y="0"/>
                      </a:moveTo>
                      <a:lnTo>
                        <a:pt x="46863" y="15049"/>
                      </a:lnTo>
                      <a:lnTo>
                        <a:pt x="0" y="42100"/>
                      </a:lnTo>
                      <a:lnTo>
                        <a:pt x="0" y="27051"/>
                      </a:lnTo>
                      <a:lnTo>
                        <a:pt x="46863"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5" name="Google Shape;3244;p45">
                  <a:extLst>
                    <a:ext uri="{FF2B5EF4-FFF2-40B4-BE49-F238E27FC236}">
                      <a16:creationId xmlns:a16="http://schemas.microsoft.com/office/drawing/2014/main" id="{6C3B53CF-C4EB-4422-E8E9-F2D7B39D0AEF}"/>
                    </a:ext>
                  </a:extLst>
                </p:cNvPr>
                <p:cNvSpPr/>
                <p:nvPr/>
              </p:nvSpPr>
              <p:spPr>
                <a:xfrm>
                  <a:off x="4097715" y="1894829"/>
                  <a:ext cx="56959" cy="32861"/>
                </a:xfrm>
                <a:custGeom>
                  <a:avLst/>
                  <a:gdLst/>
                  <a:ahLst/>
                  <a:cxnLst/>
                  <a:rect l="l" t="t" r="r" b="b"/>
                  <a:pathLst>
                    <a:path w="56959" h="32861" extrusionOk="0">
                      <a:moveTo>
                        <a:pt x="56960" y="5810"/>
                      </a:moveTo>
                      <a:lnTo>
                        <a:pt x="46958" y="0"/>
                      </a:lnTo>
                      <a:lnTo>
                        <a:pt x="0" y="27051"/>
                      </a:lnTo>
                      <a:lnTo>
                        <a:pt x="10097" y="32861"/>
                      </a:lnTo>
                      <a:lnTo>
                        <a:pt x="56960" y="581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6" name="Google Shape;3245;p45">
                  <a:extLst>
                    <a:ext uri="{FF2B5EF4-FFF2-40B4-BE49-F238E27FC236}">
                      <a16:creationId xmlns:a16="http://schemas.microsoft.com/office/drawing/2014/main" id="{68A63F0C-16CF-3666-5497-5A3A48035F53}"/>
                    </a:ext>
                  </a:extLst>
                </p:cNvPr>
                <p:cNvSpPr/>
                <p:nvPr/>
              </p:nvSpPr>
              <p:spPr>
                <a:xfrm>
                  <a:off x="4097715" y="1921879"/>
                  <a:ext cx="10096" cy="20859"/>
                </a:xfrm>
                <a:custGeom>
                  <a:avLst/>
                  <a:gdLst/>
                  <a:ahLst/>
                  <a:cxnLst/>
                  <a:rect l="l" t="t" r="r" b="b"/>
                  <a:pathLst>
                    <a:path w="10096" h="20859" extrusionOk="0">
                      <a:moveTo>
                        <a:pt x="10097" y="5810"/>
                      </a:moveTo>
                      <a:lnTo>
                        <a:pt x="0" y="0"/>
                      </a:lnTo>
                      <a:lnTo>
                        <a:pt x="0" y="15050"/>
                      </a:lnTo>
                      <a:lnTo>
                        <a:pt x="10097" y="20860"/>
                      </a:lnTo>
                      <a:lnTo>
                        <a:pt x="10097" y="581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52" name="Google Shape;3246;p45">
                <a:extLst>
                  <a:ext uri="{FF2B5EF4-FFF2-40B4-BE49-F238E27FC236}">
                    <a16:creationId xmlns:a16="http://schemas.microsoft.com/office/drawing/2014/main" id="{9FC009CE-7AA9-0BF4-C478-651066D8BB43}"/>
                  </a:ext>
                </a:extLst>
              </p:cNvPr>
              <p:cNvGrpSpPr/>
              <p:nvPr/>
            </p:nvGrpSpPr>
            <p:grpSpPr>
              <a:xfrm>
                <a:off x="4081142" y="1919784"/>
                <a:ext cx="27622" cy="33813"/>
                <a:chOff x="4081142" y="1919784"/>
                <a:chExt cx="27622" cy="33813"/>
              </a:xfrm>
            </p:grpSpPr>
            <p:sp>
              <p:nvSpPr>
                <p:cNvPr id="2961" name="Google Shape;3247;p45">
                  <a:extLst>
                    <a:ext uri="{FF2B5EF4-FFF2-40B4-BE49-F238E27FC236}">
                      <a16:creationId xmlns:a16="http://schemas.microsoft.com/office/drawing/2014/main" id="{7343D8E1-1F13-21FF-8937-CC88458840E2}"/>
                    </a:ext>
                  </a:extLst>
                </p:cNvPr>
                <p:cNvSpPr/>
                <p:nvPr/>
              </p:nvSpPr>
              <p:spPr>
                <a:xfrm>
                  <a:off x="4093143" y="1926737"/>
                  <a:ext cx="15620" cy="26860"/>
                </a:xfrm>
                <a:custGeom>
                  <a:avLst/>
                  <a:gdLst/>
                  <a:ahLst/>
                  <a:cxnLst/>
                  <a:rect l="l" t="t" r="r" b="b"/>
                  <a:pathLst>
                    <a:path w="15620" h="26860" extrusionOk="0">
                      <a:moveTo>
                        <a:pt x="15621" y="0"/>
                      </a:moveTo>
                      <a:lnTo>
                        <a:pt x="15621" y="17907"/>
                      </a:lnTo>
                      <a:lnTo>
                        <a:pt x="0" y="26860"/>
                      </a:lnTo>
                      <a:lnTo>
                        <a:pt x="0" y="8954"/>
                      </a:lnTo>
                      <a:lnTo>
                        <a:pt x="15621" y="0"/>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2" name="Google Shape;3248;p45">
                  <a:extLst>
                    <a:ext uri="{FF2B5EF4-FFF2-40B4-BE49-F238E27FC236}">
                      <a16:creationId xmlns:a16="http://schemas.microsoft.com/office/drawing/2014/main" id="{BB96461C-F9FF-9433-FC99-6E462C3B3DCF}"/>
                    </a:ext>
                  </a:extLst>
                </p:cNvPr>
                <p:cNvSpPr/>
                <p:nvPr/>
              </p:nvSpPr>
              <p:spPr>
                <a:xfrm>
                  <a:off x="4081142" y="1919784"/>
                  <a:ext cx="27622" cy="15906"/>
                </a:xfrm>
                <a:custGeom>
                  <a:avLst/>
                  <a:gdLst/>
                  <a:ahLst/>
                  <a:cxnLst/>
                  <a:rect l="l" t="t" r="r" b="b"/>
                  <a:pathLst>
                    <a:path w="27622" h="15906" extrusionOk="0">
                      <a:moveTo>
                        <a:pt x="27622" y="6953"/>
                      </a:moveTo>
                      <a:lnTo>
                        <a:pt x="15621" y="0"/>
                      </a:lnTo>
                      <a:lnTo>
                        <a:pt x="0" y="8954"/>
                      </a:lnTo>
                      <a:lnTo>
                        <a:pt x="12002" y="15907"/>
                      </a:lnTo>
                      <a:lnTo>
                        <a:pt x="27622" y="6953"/>
                      </a:lnTo>
                      <a:close/>
                    </a:path>
                  </a:pathLst>
                </a:custGeom>
                <a:solidFill>
                  <a:srgbClr val="2A4E6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3" name="Google Shape;3249;p45">
                  <a:extLst>
                    <a:ext uri="{FF2B5EF4-FFF2-40B4-BE49-F238E27FC236}">
                      <a16:creationId xmlns:a16="http://schemas.microsoft.com/office/drawing/2014/main" id="{305CB4A0-6F2A-1C0A-62DE-14CBE3F63C6E}"/>
                    </a:ext>
                  </a:extLst>
                </p:cNvPr>
                <p:cNvSpPr/>
                <p:nvPr/>
              </p:nvSpPr>
              <p:spPr>
                <a:xfrm>
                  <a:off x="4081142" y="1928737"/>
                  <a:ext cx="12001" cy="24860"/>
                </a:xfrm>
                <a:custGeom>
                  <a:avLst/>
                  <a:gdLst/>
                  <a:ahLst/>
                  <a:cxnLst/>
                  <a:rect l="l" t="t" r="r" b="b"/>
                  <a:pathLst>
                    <a:path w="12001" h="24860" extrusionOk="0">
                      <a:moveTo>
                        <a:pt x="12002" y="6953"/>
                      </a:moveTo>
                      <a:lnTo>
                        <a:pt x="0" y="0"/>
                      </a:lnTo>
                      <a:lnTo>
                        <a:pt x="0" y="17907"/>
                      </a:lnTo>
                      <a:lnTo>
                        <a:pt x="12002" y="24860"/>
                      </a:lnTo>
                      <a:lnTo>
                        <a:pt x="12002" y="6953"/>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53" name="Google Shape;3250;p45">
                <a:extLst>
                  <a:ext uri="{FF2B5EF4-FFF2-40B4-BE49-F238E27FC236}">
                    <a16:creationId xmlns:a16="http://schemas.microsoft.com/office/drawing/2014/main" id="{529D8999-2163-4528-74B7-25FD60C7456B}"/>
                  </a:ext>
                </a:extLst>
              </p:cNvPr>
              <p:cNvGrpSpPr/>
              <p:nvPr/>
            </p:nvGrpSpPr>
            <p:grpSpPr>
              <a:xfrm>
                <a:off x="4067331" y="1916260"/>
                <a:ext cx="27622" cy="56768"/>
                <a:chOff x="4067331" y="1916260"/>
                <a:chExt cx="27622" cy="56768"/>
              </a:xfrm>
            </p:grpSpPr>
            <p:sp>
              <p:nvSpPr>
                <p:cNvPr id="2958" name="Google Shape;3251;p45">
                  <a:extLst>
                    <a:ext uri="{FF2B5EF4-FFF2-40B4-BE49-F238E27FC236}">
                      <a16:creationId xmlns:a16="http://schemas.microsoft.com/office/drawing/2014/main" id="{91FFD3F5-E395-7A51-C209-291D0AED951F}"/>
                    </a:ext>
                  </a:extLst>
                </p:cNvPr>
                <p:cNvSpPr/>
                <p:nvPr/>
              </p:nvSpPr>
              <p:spPr>
                <a:xfrm>
                  <a:off x="4067331" y="1923213"/>
                  <a:ext cx="15525" cy="49815"/>
                </a:xfrm>
                <a:custGeom>
                  <a:avLst/>
                  <a:gdLst/>
                  <a:ahLst/>
                  <a:cxnLst/>
                  <a:rect l="l" t="t" r="r" b="b"/>
                  <a:pathLst>
                    <a:path w="15525" h="49815" extrusionOk="0">
                      <a:moveTo>
                        <a:pt x="15526" y="49816"/>
                      </a:moveTo>
                      <a:lnTo>
                        <a:pt x="0" y="40862"/>
                      </a:lnTo>
                      <a:lnTo>
                        <a:pt x="0" y="0"/>
                      </a:lnTo>
                      <a:lnTo>
                        <a:pt x="15526" y="8954"/>
                      </a:lnTo>
                      <a:lnTo>
                        <a:pt x="15526" y="49816"/>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9" name="Google Shape;3252;p45">
                  <a:extLst>
                    <a:ext uri="{FF2B5EF4-FFF2-40B4-BE49-F238E27FC236}">
                      <a16:creationId xmlns:a16="http://schemas.microsoft.com/office/drawing/2014/main" id="{EF053BDC-89A8-5521-41F7-0987B3FB15DE}"/>
                    </a:ext>
                  </a:extLst>
                </p:cNvPr>
                <p:cNvSpPr/>
                <p:nvPr/>
              </p:nvSpPr>
              <p:spPr>
                <a:xfrm>
                  <a:off x="4082856" y="1925213"/>
                  <a:ext cx="12096" cy="47815"/>
                </a:xfrm>
                <a:custGeom>
                  <a:avLst/>
                  <a:gdLst/>
                  <a:ahLst/>
                  <a:cxnLst/>
                  <a:rect l="l" t="t" r="r" b="b"/>
                  <a:pathLst>
                    <a:path w="12096" h="47815" extrusionOk="0">
                      <a:moveTo>
                        <a:pt x="0" y="47816"/>
                      </a:moveTo>
                      <a:lnTo>
                        <a:pt x="12097" y="40862"/>
                      </a:lnTo>
                      <a:lnTo>
                        <a:pt x="12097" y="0"/>
                      </a:lnTo>
                      <a:lnTo>
                        <a:pt x="0" y="6953"/>
                      </a:lnTo>
                      <a:lnTo>
                        <a:pt x="0" y="47816"/>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0" name="Google Shape;3253;p45">
                  <a:extLst>
                    <a:ext uri="{FF2B5EF4-FFF2-40B4-BE49-F238E27FC236}">
                      <a16:creationId xmlns:a16="http://schemas.microsoft.com/office/drawing/2014/main" id="{0387E09F-748E-C9E0-6442-10BB865BF2F0}"/>
                    </a:ext>
                  </a:extLst>
                </p:cNvPr>
                <p:cNvSpPr/>
                <p:nvPr/>
              </p:nvSpPr>
              <p:spPr>
                <a:xfrm>
                  <a:off x="4067331" y="1916260"/>
                  <a:ext cx="27622" cy="15906"/>
                </a:xfrm>
                <a:custGeom>
                  <a:avLst/>
                  <a:gdLst/>
                  <a:ahLst/>
                  <a:cxnLst/>
                  <a:rect l="l" t="t" r="r" b="b"/>
                  <a:pathLst>
                    <a:path w="27622" h="15906" extrusionOk="0">
                      <a:moveTo>
                        <a:pt x="15526" y="15907"/>
                      </a:moveTo>
                      <a:lnTo>
                        <a:pt x="27622" y="8953"/>
                      </a:lnTo>
                      <a:lnTo>
                        <a:pt x="12097" y="0"/>
                      </a:lnTo>
                      <a:lnTo>
                        <a:pt x="0" y="6953"/>
                      </a:lnTo>
                      <a:lnTo>
                        <a:pt x="15526" y="15907"/>
                      </a:lnTo>
                      <a:close/>
                    </a:path>
                  </a:pathLst>
                </a:custGeom>
                <a:solidFill>
                  <a:srgbClr val="2A4E6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54" name="Google Shape;3254;p45">
                <a:extLst>
                  <a:ext uri="{FF2B5EF4-FFF2-40B4-BE49-F238E27FC236}">
                    <a16:creationId xmlns:a16="http://schemas.microsoft.com/office/drawing/2014/main" id="{253ABF68-FCCE-C2C5-A45B-018D0DEA135A}"/>
                  </a:ext>
                </a:extLst>
              </p:cNvPr>
              <p:cNvGrpSpPr/>
              <p:nvPr/>
            </p:nvGrpSpPr>
            <p:grpSpPr>
              <a:xfrm>
                <a:off x="4071426" y="1766241"/>
                <a:ext cx="19431" cy="163640"/>
                <a:chOff x="4071426" y="1766241"/>
                <a:chExt cx="19431" cy="163640"/>
              </a:xfrm>
            </p:grpSpPr>
            <p:sp>
              <p:nvSpPr>
                <p:cNvPr id="2955" name="Google Shape;3255;p45">
                  <a:extLst>
                    <a:ext uri="{FF2B5EF4-FFF2-40B4-BE49-F238E27FC236}">
                      <a16:creationId xmlns:a16="http://schemas.microsoft.com/office/drawing/2014/main" id="{640B7BD6-95D2-12C0-8B26-30DC749A2F29}"/>
                    </a:ext>
                  </a:extLst>
                </p:cNvPr>
                <p:cNvSpPr/>
                <p:nvPr/>
              </p:nvSpPr>
              <p:spPr>
                <a:xfrm>
                  <a:off x="4071426" y="1771099"/>
                  <a:ext cx="10953" cy="158781"/>
                </a:xfrm>
                <a:custGeom>
                  <a:avLst/>
                  <a:gdLst/>
                  <a:ahLst/>
                  <a:cxnLst/>
                  <a:rect l="l" t="t" r="r" b="b"/>
                  <a:pathLst>
                    <a:path w="10953" h="158781" extrusionOk="0">
                      <a:moveTo>
                        <a:pt x="10954" y="158782"/>
                      </a:moveTo>
                      <a:lnTo>
                        <a:pt x="0" y="152495"/>
                      </a:lnTo>
                      <a:lnTo>
                        <a:pt x="0" y="0"/>
                      </a:lnTo>
                      <a:lnTo>
                        <a:pt x="10954" y="6382"/>
                      </a:lnTo>
                      <a:lnTo>
                        <a:pt x="10954" y="158782"/>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6" name="Google Shape;3256;p45">
                  <a:extLst>
                    <a:ext uri="{FF2B5EF4-FFF2-40B4-BE49-F238E27FC236}">
                      <a16:creationId xmlns:a16="http://schemas.microsoft.com/office/drawing/2014/main" id="{E5F6BD85-C088-B005-DB75-8D20122FCDC6}"/>
                    </a:ext>
                  </a:extLst>
                </p:cNvPr>
                <p:cNvSpPr/>
                <p:nvPr/>
              </p:nvSpPr>
              <p:spPr>
                <a:xfrm>
                  <a:off x="4082380" y="1772528"/>
                  <a:ext cx="8477" cy="157353"/>
                </a:xfrm>
                <a:custGeom>
                  <a:avLst/>
                  <a:gdLst/>
                  <a:ahLst/>
                  <a:cxnLst/>
                  <a:rect l="l" t="t" r="r" b="b"/>
                  <a:pathLst>
                    <a:path w="8477" h="157353" extrusionOk="0">
                      <a:moveTo>
                        <a:pt x="0" y="157353"/>
                      </a:moveTo>
                      <a:lnTo>
                        <a:pt x="8477" y="152400"/>
                      </a:lnTo>
                      <a:lnTo>
                        <a:pt x="8477" y="0"/>
                      </a:lnTo>
                      <a:lnTo>
                        <a:pt x="0" y="4953"/>
                      </a:lnTo>
                      <a:lnTo>
                        <a:pt x="0" y="157353"/>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7" name="Google Shape;3257;p45">
                  <a:extLst>
                    <a:ext uri="{FF2B5EF4-FFF2-40B4-BE49-F238E27FC236}">
                      <a16:creationId xmlns:a16="http://schemas.microsoft.com/office/drawing/2014/main" id="{B06FFCAA-A7A3-3924-4E83-88F2D2622525}"/>
                    </a:ext>
                  </a:extLst>
                </p:cNvPr>
                <p:cNvSpPr/>
                <p:nvPr/>
              </p:nvSpPr>
              <p:spPr>
                <a:xfrm>
                  <a:off x="4071426" y="1766241"/>
                  <a:ext cx="19430" cy="11239"/>
                </a:xfrm>
                <a:custGeom>
                  <a:avLst/>
                  <a:gdLst/>
                  <a:ahLst/>
                  <a:cxnLst/>
                  <a:rect l="l" t="t" r="r" b="b"/>
                  <a:pathLst>
                    <a:path w="19430" h="11239" extrusionOk="0">
                      <a:moveTo>
                        <a:pt x="10954" y="11239"/>
                      </a:moveTo>
                      <a:lnTo>
                        <a:pt x="19431" y="6286"/>
                      </a:lnTo>
                      <a:lnTo>
                        <a:pt x="8477" y="0"/>
                      </a:lnTo>
                      <a:lnTo>
                        <a:pt x="0" y="4858"/>
                      </a:lnTo>
                      <a:lnTo>
                        <a:pt x="10954" y="1123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9" name="Google Shape;3258;p45">
              <a:extLst>
                <a:ext uri="{FF2B5EF4-FFF2-40B4-BE49-F238E27FC236}">
                  <a16:creationId xmlns:a16="http://schemas.microsoft.com/office/drawing/2014/main" id="{51AAEB3D-AEBE-E37A-42DC-253A01AAF3AC}"/>
                </a:ext>
              </a:extLst>
            </p:cNvPr>
            <p:cNvGrpSpPr/>
            <p:nvPr/>
          </p:nvGrpSpPr>
          <p:grpSpPr>
            <a:xfrm>
              <a:off x="3750910" y="1416293"/>
              <a:ext cx="603789" cy="361187"/>
              <a:chOff x="3750910" y="1416293"/>
              <a:chExt cx="603789" cy="361187"/>
            </a:xfrm>
          </p:grpSpPr>
          <p:sp>
            <p:nvSpPr>
              <p:cNvPr id="2821" name="Google Shape;3259;p45">
                <a:extLst>
                  <a:ext uri="{FF2B5EF4-FFF2-40B4-BE49-F238E27FC236}">
                    <a16:creationId xmlns:a16="http://schemas.microsoft.com/office/drawing/2014/main" id="{0C1BE76B-EFB7-3F9B-507A-AB0AB93E5B5B}"/>
                  </a:ext>
                </a:extLst>
              </p:cNvPr>
              <p:cNvSpPr/>
              <p:nvPr/>
            </p:nvSpPr>
            <p:spPr>
              <a:xfrm>
                <a:off x="3751005" y="1573646"/>
                <a:ext cx="331374" cy="203834"/>
              </a:xfrm>
              <a:custGeom>
                <a:avLst/>
                <a:gdLst/>
                <a:ahLst/>
                <a:cxnLst/>
                <a:rect l="l" t="t" r="r" b="b"/>
                <a:pathLst>
                  <a:path w="331374" h="203834" extrusionOk="0">
                    <a:moveTo>
                      <a:pt x="331375" y="203835"/>
                    </a:moveTo>
                    <a:lnTo>
                      <a:pt x="0" y="12478"/>
                    </a:lnTo>
                    <a:lnTo>
                      <a:pt x="0" y="0"/>
                    </a:lnTo>
                    <a:lnTo>
                      <a:pt x="331375" y="191262"/>
                    </a:lnTo>
                    <a:lnTo>
                      <a:pt x="331375" y="203835"/>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2" name="Google Shape;3260;p45">
                <a:extLst>
                  <a:ext uri="{FF2B5EF4-FFF2-40B4-BE49-F238E27FC236}">
                    <a16:creationId xmlns:a16="http://schemas.microsoft.com/office/drawing/2014/main" id="{0EC99665-73E4-2193-844E-AA519EF7EBCC}"/>
                  </a:ext>
                </a:extLst>
              </p:cNvPr>
              <p:cNvSpPr/>
              <p:nvPr/>
            </p:nvSpPr>
            <p:spPr>
              <a:xfrm>
                <a:off x="4082380" y="1614127"/>
                <a:ext cx="261270" cy="163353"/>
              </a:xfrm>
              <a:custGeom>
                <a:avLst/>
                <a:gdLst/>
                <a:ahLst/>
                <a:cxnLst/>
                <a:rect l="l" t="t" r="r" b="b"/>
                <a:pathLst>
                  <a:path w="261270" h="163353" extrusionOk="0">
                    <a:moveTo>
                      <a:pt x="0" y="163354"/>
                    </a:moveTo>
                    <a:lnTo>
                      <a:pt x="0" y="150781"/>
                    </a:lnTo>
                    <a:lnTo>
                      <a:pt x="261271" y="0"/>
                    </a:lnTo>
                    <a:lnTo>
                      <a:pt x="261271" y="12478"/>
                    </a:lnTo>
                    <a:lnTo>
                      <a:pt x="0" y="163354"/>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7" name="Google Shape;3261;p45">
                <a:extLst>
                  <a:ext uri="{FF2B5EF4-FFF2-40B4-BE49-F238E27FC236}">
                    <a16:creationId xmlns:a16="http://schemas.microsoft.com/office/drawing/2014/main" id="{F9C8DB0D-F841-DA2C-3DF4-DCC6C046D1BE}"/>
                  </a:ext>
                </a:extLst>
              </p:cNvPr>
              <p:cNvSpPr/>
              <p:nvPr/>
            </p:nvSpPr>
            <p:spPr>
              <a:xfrm>
                <a:off x="3750910" y="1416293"/>
                <a:ext cx="603789" cy="348710"/>
              </a:xfrm>
              <a:custGeom>
                <a:avLst/>
                <a:gdLst/>
                <a:ahLst/>
                <a:cxnLst/>
                <a:rect l="l" t="t" r="r" b="b"/>
                <a:pathLst>
                  <a:path w="603789" h="348710" extrusionOk="0">
                    <a:moveTo>
                      <a:pt x="250222" y="0"/>
                    </a:moveTo>
                    <a:lnTo>
                      <a:pt x="232124" y="16859"/>
                    </a:lnTo>
                    <a:lnTo>
                      <a:pt x="24955" y="136969"/>
                    </a:lnTo>
                    <a:lnTo>
                      <a:pt x="0" y="157353"/>
                    </a:lnTo>
                    <a:lnTo>
                      <a:pt x="331375" y="348710"/>
                    </a:lnTo>
                    <a:lnTo>
                      <a:pt x="603790" y="204311"/>
                    </a:lnTo>
                    <a:lnTo>
                      <a:pt x="567404" y="176022"/>
                    </a:lnTo>
                    <a:lnTo>
                      <a:pt x="272224" y="6477"/>
                    </a:lnTo>
                    <a:lnTo>
                      <a:pt x="250126"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8" name="Google Shape;3262;p45">
                <a:extLst>
                  <a:ext uri="{FF2B5EF4-FFF2-40B4-BE49-F238E27FC236}">
                    <a16:creationId xmlns:a16="http://schemas.microsoft.com/office/drawing/2014/main" id="{8614628E-DA4A-385B-F735-2C3859C8B12A}"/>
                  </a:ext>
                </a:extLst>
              </p:cNvPr>
              <p:cNvSpPr/>
              <p:nvPr/>
            </p:nvSpPr>
            <p:spPr>
              <a:xfrm>
                <a:off x="4001418" y="1521448"/>
                <a:ext cx="284702" cy="99917"/>
              </a:xfrm>
              <a:custGeom>
                <a:avLst/>
                <a:gdLst/>
                <a:ahLst/>
                <a:cxnLst/>
                <a:rect l="l" t="t" r="r" b="b"/>
                <a:pathLst>
                  <a:path w="284702" h="99917" extrusionOk="0">
                    <a:moveTo>
                      <a:pt x="284702" y="96488"/>
                    </a:moveTo>
                    <a:lnTo>
                      <a:pt x="278797" y="99917"/>
                    </a:lnTo>
                    <a:lnTo>
                      <a:pt x="117634" y="6858"/>
                    </a:lnTo>
                    <a:lnTo>
                      <a:pt x="5905" y="71342"/>
                    </a:lnTo>
                    <a:lnTo>
                      <a:pt x="0" y="67913"/>
                    </a:lnTo>
                    <a:lnTo>
                      <a:pt x="117634" y="0"/>
                    </a:lnTo>
                    <a:lnTo>
                      <a:pt x="284702" y="9648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9" name="Google Shape;3263;p45">
                <a:extLst>
                  <a:ext uri="{FF2B5EF4-FFF2-40B4-BE49-F238E27FC236}">
                    <a16:creationId xmlns:a16="http://schemas.microsoft.com/office/drawing/2014/main" id="{FE757B77-1F9E-D113-0736-8873307ED7F5}"/>
                  </a:ext>
                </a:extLst>
              </p:cNvPr>
              <p:cNvSpPr/>
              <p:nvPr/>
            </p:nvSpPr>
            <p:spPr>
              <a:xfrm>
                <a:off x="4007323" y="1528307"/>
                <a:ext cx="272891" cy="157543"/>
              </a:xfrm>
              <a:custGeom>
                <a:avLst/>
                <a:gdLst/>
                <a:ahLst/>
                <a:cxnLst/>
                <a:rect l="l" t="t" r="r" b="b"/>
                <a:pathLst>
                  <a:path w="272891" h="157543" extrusionOk="0">
                    <a:moveTo>
                      <a:pt x="272891" y="93059"/>
                    </a:moveTo>
                    <a:lnTo>
                      <a:pt x="161163" y="157543"/>
                    </a:lnTo>
                    <a:lnTo>
                      <a:pt x="0" y="64484"/>
                    </a:lnTo>
                    <a:lnTo>
                      <a:pt x="111728" y="0"/>
                    </a:lnTo>
                    <a:lnTo>
                      <a:pt x="272891" y="9305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 name="Google Shape;3264;p45">
              <a:extLst>
                <a:ext uri="{FF2B5EF4-FFF2-40B4-BE49-F238E27FC236}">
                  <a16:creationId xmlns:a16="http://schemas.microsoft.com/office/drawing/2014/main" id="{4FD3B029-7F28-C081-81EB-2ABF83560106}"/>
                </a:ext>
              </a:extLst>
            </p:cNvPr>
            <p:cNvGrpSpPr/>
            <p:nvPr/>
          </p:nvGrpSpPr>
          <p:grpSpPr>
            <a:xfrm>
              <a:off x="4082380" y="1614127"/>
              <a:ext cx="278034" cy="549496"/>
              <a:chOff x="4082380" y="1614127"/>
              <a:chExt cx="278034" cy="549496"/>
            </a:xfrm>
          </p:grpSpPr>
          <p:sp>
            <p:nvSpPr>
              <p:cNvPr id="63" name="Google Shape;3265;p45">
                <a:extLst>
                  <a:ext uri="{FF2B5EF4-FFF2-40B4-BE49-F238E27FC236}">
                    <a16:creationId xmlns:a16="http://schemas.microsoft.com/office/drawing/2014/main" id="{BAA2367D-631A-A246-107B-DF28F7E5BAEB}"/>
                  </a:ext>
                </a:extLst>
              </p:cNvPr>
              <p:cNvSpPr/>
              <p:nvPr/>
            </p:nvSpPr>
            <p:spPr>
              <a:xfrm>
                <a:off x="4082380" y="1764907"/>
                <a:ext cx="11144" cy="398716"/>
              </a:xfrm>
              <a:custGeom>
                <a:avLst/>
                <a:gdLst/>
                <a:ahLst/>
                <a:cxnLst/>
                <a:rect l="l" t="t" r="r" b="b"/>
                <a:pathLst>
                  <a:path w="11144" h="398716" extrusionOk="0">
                    <a:moveTo>
                      <a:pt x="11144" y="398717"/>
                    </a:moveTo>
                    <a:lnTo>
                      <a:pt x="0" y="392240"/>
                    </a:lnTo>
                    <a:lnTo>
                      <a:pt x="0" y="0"/>
                    </a:lnTo>
                    <a:lnTo>
                      <a:pt x="11144" y="6477"/>
                    </a:lnTo>
                    <a:lnTo>
                      <a:pt x="11144" y="398717"/>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6" name="Google Shape;3266;p45">
                <a:extLst>
                  <a:ext uri="{FF2B5EF4-FFF2-40B4-BE49-F238E27FC236}">
                    <a16:creationId xmlns:a16="http://schemas.microsoft.com/office/drawing/2014/main" id="{A5794C82-8C24-291C-4BB6-1F4F6F3D469A}"/>
                  </a:ext>
                </a:extLst>
              </p:cNvPr>
              <p:cNvSpPr/>
              <p:nvPr/>
            </p:nvSpPr>
            <p:spPr>
              <a:xfrm>
                <a:off x="4082380" y="1614127"/>
                <a:ext cx="272415" cy="157257"/>
              </a:xfrm>
              <a:custGeom>
                <a:avLst/>
                <a:gdLst/>
                <a:ahLst/>
                <a:cxnLst/>
                <a:rect l="l" t="t" r="r" b="b"/>
                <a:pathLst>
                  <a:path w="272415" h="157257" extrusionOk="0">
                    <a:moveTo>
                      <a:pt x="11144" y="157258"/>
                    </a:moveTo>
                    <a:lnTo>
                      <a:pt x="0" y="150781"/>
                    </a:lnTo>
                    <a:lnTo>
                      <a:pt x="124873" y="66580"/>
                    </a:lnTo>
                    <a:lnTo>
                      <a:pt x="261271" y="0"/>
                    </a:lnTo>
                    <a:lnTo>
                      <a:pt x="272415" y="6382"/>
                    </a:lnTo>
                    <a:lnTo>
                      <a:pt x="11144" y="15725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7" name="Google Shape;3267;p45">
                <a:extLst>
                  <a:ext uri="{FF2B5EF4-FFF2-40B4-BE49-F238E27FC236}">
                    <a16:creationId xmlns:a16="http://schemas.microsoft.com/office/drawing/2014/main" id="{5333C7C1-A02B-A7A3-28C0-ECABFD651357}"/>
                  </a:ext>
                </a:extLst>
              </p:cNvPr>
              <p:cNvSpPr/>
              <p:nvPr/>
            </p:nvSpPr>
            <p:spPr>
              <a:xfrm>
                <a:off x="4101335" y="1660513"/>
                <a:ext cx="240411" cy="428720"/>
              </a:xfrm>
              <a:custGeom>
                <a:avLst/>
                <a:gdLst/>
                <a:ahLst/>
                <a:cxnLst/>
                <a:rect l="l" t="t" r="r" b="b"/>
                <a:pathLst>
                  <a:path w="240411" h="428720" extrusionOk="0">
                    <a:moveTo>
                      <a:pt x="0" y="116967"/>
                    </a:moveTo>
                    <a:lnTo>
                      <a:pt x="3620" y="428720"/>
                    </a:lnTo>
                    <a:lnTo>
                      <a:pt x="238125" y="296513"/>
                    </a:lnTo>
                    <a:lnTo>
                      <a:pt x="240411" y="0"/>
                    </a:lnTo>
                    <a:lnTo>
                      <a:pt x="0" y="116872"/>
                    </a:lnTo>
                    <a:close/>
                    <a:moveTo>
                      <a:pt x="220599" y="281654"/>
                    </a:moveTo>
                    <a:lnTo>
                      <a:pt x="59341" y="374809"/>
                    </a:lnTo>
                    <a:lnTo>
                      <a:pt x="7239" y="349472"/>
                    </a:lnTo>
                    <a:lnTo>
                      <a:pt x="7239" y="125063"/>
                    </a:lnTo>
                    <a:lnTo>
                      <a:pt x="177927" y="26479"/>
                    </a:lnTo>
                    <a:lnTo>
                      <a:pt x="220599" y="47244"/>
                    </a:lnTo>
                    <a:lnTo>
                      <a:pt x="220599" y="28165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8" name="Google Shape;3268;p45">
                <a:extLst>
                  <a:ext uri="{FF2B5EF4-FFF2-40B4-BE49-F238E27FC236}">
                    <a16:creationId xmlns:a16="http://schemas.microsoft.com/office/drawing/2014/main" id="{F317E9E0-0A18-D23E-AFE6-A8393979E612}"/>
                  </a:ext>
                </a:extLst>
              </p:cNvPr>
              <p:cNvSpPr/>
              <p:nvPr/>
            </p:nvSpPr>
            <p:spPr>
              <a:xfrm>
                <a:off x="4115622" y="1690898"/>
                <a:ext cx="214217" cy="349186"/>
              </a:xfrm>
              <a:custGeom>
                <a:avLst/>
                <a:gdLst/>
                <a:ahLst/>
                <a:cxnLst/>
                <a:rect l="l" t="t" r="r" b="b"/>
                <a:pathLst>
                  <a:path w="214217" h="349186" extrusionOk="0">
                    <a:moveTo>
                      <a:pt x="52578" y="349187"/>
                    </a:moveTo>
                    <a:lnTo>
                      <a:pt x="52388" y="349187"/>
                    </a:lnTo>
                    <a:cubicBezTo>
                      <a:pt x="52388" y="349187"/>
                      <a:pt x="0" y="323660"/>
                      <a:pt x="0" y="323660"/>
                    </a:cubicBezTo>
                    <a:lnTo>
                      <a:pt x="0" y="98774"/>
                    </a:lnTo>
                    <a:lnTo>
                      <a:pt x="191" y="98774"/>
                    </a:lnTo>
                    <a:cubicBezTo>
                      <a:pt x="191" y="98774"/>
                      <a:pt x="171069" y="0"/>
                      <a:pt x="171069" y="0"/>
                    </a:cubicBezTo>
                    <a:lnTo>
                      <a:pt x="214217" y="20955"/>
                    </a:lnTo>
                    <a:lnTo>
                      <a:pt x="214217" y="255842"/>
                    </a:lnTo>
                    <a:lnTo>
                      <a:pt x="214027" y="255842"/>
                    </a:lnTo>
                    <a:cubicBezTo>
                      <a:pt x="214027" y="255842"/>
                      <a:pt x="52578" y="349187"/>
                      <a:pt x="52578" y="349187"/>
                    </a:cubicBezTo>
                    <a:close/>
                    <a:moveTo>
                      <a:pt x="857" y="323088"/>
                    </a:moveTo>
                    <a:lnTo>
                      <a:pt x="52578" y="348234"/>
                    </a:lnTo>
                    <a:lnTo>
                      <a:pt x="213455" y="255365"/>
                    </a:lnTo>
                    <a:lnTo>
                      <a:pt x="213455" y="21431"/>
                    </a:lnTo>
                    <a:lnTo>
                      <a:pt x="171164" y="857"/>
                    </a:lnTo>
                    <a:lnTo>
                      <a:pt x="857" y="99155"/>
                    </a:lnTo>
                    <a:lnTo>
                      <a:pt x="857" y="323088"/>
                    </a:lnTo>
                    <a:close/>
                  </a:path>
                </a:pathLst>
              </a:custGeom>
              <a:solidFill>
                <a:srgbClr val="24D2C1">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9" name="Google Shape;3269;p45">
                <a:extLst>
                  <a:ext uri="{FF2B5EF4-FFF2-40B4-BE49-F238E27FC236}">
                    <a16:creationId xmlns:a16="http://schemas.microsoft.com/office/drawing/2014/main" id="{CE01D726-F1BD-F672-F1C9-8A9E55A20020}"/>
                  </a:ext>
                </a:extLst>
              </p:cNvPr>
              <p:cNvSpPr/>
              <p:nvPr/>
            </p:nvSpPr>
            <p:spPr>
              <a:xfrm>
                <a:off x="4114771" y="1691328"/>
                <a:ext cx="213455" cy="348329"/>
              </a:xfrm>
              <a:custGeom>
                <a:avLst/>
                <a:gdLst/>
                <a:ahLst/>
                <a:cxnLst/>
                <a:rect l="l" t="t" r="r" b="b"/>
                <a:pathLst>
                  <a:path w="213455" h="348329" extrusionOk="0">
                    <a:moveTo>
                      <a:pt x="213360" y="255175"/>
                    </a:moveTo>
                    <a:lnTo>
                      <a:pt x="52102" y="348329"/>
                    </a:lnTo>
                    <a:lnTo>
                      <a:pt x="0" y="322993"/>
                    </a:lnTo>
                    <a:lnTo>
                      <a:pt x="0" y="98584"/>
                    </a:lnTo>
                    <a:lnTo>
                      <a:pt x="170688" y="0"/>
                    </a:lnTo>
                    <a:lnTo>
                      <a:pt x="213455" y="20765"/>
                    </a:lnTo>
                    <a:lnTo>
                      <a:pt x="213455" y="255175"/>
                    </a:lnTo>
                    <a:close/>
                  </a:path>
                </a:pathLst>
              </a:custGeom>
              <a:solidFill>
                <a:srgbClr val="24D2C1">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0" name="Google Shape;3270;p45">
                <a:extLst>
                  <a:ext uri="{FF2B5EF4-FFF2-40B4-BE49-F238E27FC236}">
                    <a16:creationId xmlns:a16="http://schemas.microsoft.com/office/drawing/2014/main" id="{F06CD9D8-F29A-48C0-983D-1895DB03BE34}"/>
                  </a:ext>
                </a:extLst>
              </p:cNvPr>
              <p:cNvSpPr/>
              <p:nvPr/>
            </p:nvSpPr>
            <p:spPr>
              <a:xfrm>
                <a:off x="4093524" y="1620508"/>
                <a:ext cx="266890" cy="543115"/>
              </a:xfrm>
              <a:custGeom>
                <a:avLst/>
                <a:gdLst/>
                <a:ahLst/>
                <a:cxnLst/>
                <a:rect l="l" t="t" r="r" b="b"/>
                <a:pathLst>
                  <a:path w="266890" h="543115" extrusionOk="0">
                    <a:moveTo>
                      <a:pt x="0" y="150876"/>
                    </a:moveTo>
                    <a:lnTo>
                      <a:pt x="0" y="543116"/>
                    </a:lnTo>
                    <a:lnTo>
                      <a:pt x="261271" y="392240"/>
                    </a:lnTo>
                    <a:lnTo>
                      <a:pt x="266890" y="357378"/>
                    </a:lnTo>
                    <a:lnTo>
                      <a:pt x="266890" y="37719"/>
                    </a:lnTo>
                    <a:lnTo>
                      <a:pt x="261271" y="0"/>
                    </a:lnTo>
                    <a:lnTo>
                      <a:pt x="0" y="150876"/>
                    </a:lnTo>
                    <a:close/>
                    <a:moveTo>
                      <a:pt x="235934" y="325946"/>
                    </a:moveTo>
                    <a:lnTo>
                      <a:pt x="74676" y="419100"/>
                    </a:lnTo>
                    <a:lnTo>
                      <a:pt x="22574" y="393764"/>
                    </a:lnTo>
                    <a:lnTo>
                      <a:pt x="22574" y="169355"/>
                    </a:lnTo>
                    <a:lnTo>
                      <a:pt x="193262" y="70771"/>
                    </a:lnTo>
                    <a:lnTo>
                      <a:pt x="236029" y="91535"/>
                    </a:lnTo>
                    <a:lnTo>
                      <a:pt x="236029" y="325946"/>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1" name="Google Shape;3271;p45">
              <a:extLst>
                <a:ext uri="{FF2B5EF4-FFF2-40B4-BE49-F238E27FC236}">
                  <a16:creationId xmlns:a16="http://schemas.microsoft.com/office/drawing/2014/main" id="{0A215049-0B4F-42A5-B765-FC540CF98D74}"/>
                </a:ext>
              </a:extLst>
            </p:cNvPr>
            <p:cNvGrpSpPr/>
            <p:nvPr/>
          </p:nvGrpSpPr>
          <p:grpSpPr>
            <a:xfrm>
              <a:off x="3728717" y="1567169"/>
              <a:ext cx="364807" cy="602932"/>
              <a:chOff x="3728717" y="1567169"/>
              <a:chExt cx="364807" cy="602932"/>
            </a:xfrm>
          </p:grpSpPr>
          <p:sp>
            <p:nvSpPr>
              <p:cNvPr id="42" name="Google Shape;3272;p45">
                <a:extLst>
                  <a:ext uri="{FF2B5EF4-FFF2-40B4-BE49-F238E27FC236}">
                    <a16:creationId xmlns:a16="http://schemas.microsoft.com/office/drawing/2014/main" id="{0C01924F-030E-1273-739C-A1EF090544B7}"/>
                  </a:ext>
                </a:extLst>
              </p:cNvPr>
              <p:cNvSpPr/>
              <p:nvPr/>
            </p:nvSpPr>
            <p:spPr>
              <a:xfrm>
                <a:off x="4082380" y="1771384"/>
                <a:ext cx="11144" cy="398621"/>
              </a:xfrm>
              <a:custGeom>
                <a:avLst/>
                <a:gdLst/>
                <a:ahLst/>
                <a:cxnLst/>
                <a:rect l="l" t="t" r="r" b="b"/>
                <a:pathLst>
                  <a:path w="11144" h="398621" extrusionOk="0">
                    <a:moveTo>
                      <a:pt x="0" y="398621"/>
                    </a:moveTo>
                    <a:lnTo>
                      <a:pt x="11144" y="392240"/>
                    </a:lnTo>
                    <a:lnTo>
                      <a:pt x="11144" y="0"/>
                    </a:lnTo>
                    <a:lnTo>
                      <a:pt x="0" y="6477"/>
                    </a:lnTo>
                    <a:lnTo>
                      <a:pt x="0" y="39862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3273;p45">
                <a:extLst>
                  <a:ext uri="{FF2B5EF4-FFF2-40B4-BE49-F238E27FC236}">
                    <a16:creationId xmlns:a16="http://schemas.microsoft.com/office/drawing/2014/main" id="{5D759BC2-CA43-6D3E-056D-4E0318AC6EFD}"/>
                  </a:ext>
                </a:extLst>
              </p:cNvPr>
              <p:cNvSpPr/>
              <p:nvPr/>
            </p:nvSpPr>
            <p:spPr>
              <a:xfrm>
                <a:off x="3728717" y="1567169"/>
                <a:ext cx="364807" cy="210692"/>
              </a:xfrm>
              <a:custGeom>
                <a:avLst/>
                <a:gdLst/>
                <a:ahLst/>
                <a:cxnLst/>
                <a:rect l="l" t="t" r="r" b="b"/>
                <a:pathLst>
                  <a:path w="364807" h="210692" extrusionOk="0">
                    <a:moveTo>
                      <a:pt x="353663" y="210693"/>
                    </a:moveTo>
                    <a:lnTo>
                      <a:pt x="364808" y="204216"/>
                    </a:lnTo>
                    <a:lnTo>
                      <a:pt x="187928" y="94012"/>
                    </a:lnTo>
                    <a:lnTo>
                      <a:pt x="11049" y="0"/>
                    </a:lnTo>
                    <a:lnTo>
                      <a:pt x="0" y="6477"/>
                    </a:lnTo>
                    <a:lnTo>
                      <a:pt x="353663" y="21069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3274;p45">
                <a:extLst>
                  <a:ext uri="{FF2B5EF4-FFF2-40B4-BE49-F238E27FC236}">
                    <a16:creationId xmlns:a16="http://schemas.microsoft.com/office/drawing/2014/main" id="{26CF195F-C94E-4909-6E8B-8C27C44272E3}"/>
                  </a:ext>
                </a:extLst>
              </p:cNvPr>
              <p:cNvSpPr/>
              <p:nvPr/>
            </p:nvSpPr>
            <p:spPr>
              <a:xfrm>
                <a:off x="3741766" y="1613651"/>
                <a:ext cx="332803" cy="514254"/>
              </a:xfrm>
              <a:custGeom>
                <a:avLst/>
                <a:gdLst/>
                <a:ahLst/>
                <a:cxnLst/>
                <a:rect l="l" t="t" r="r" b="b"/>
                <a:pathLst>
                  <a:path w="332803" h="514254" extrusionOk="0">
                    <a:moveTo>
                      <a:pt x="0" y="0"/>
                    </a:moveTo>
                    <a:lnTo>
                      <a:pt x="2286" y="328708"/>
                    </a:lnTo>
                    <a:lnTo>
                      <a:pt x="329184" y="514255"/>
                    </a:lnTo>
                    <a:lnTo>
                      <a:pt x="332804" y="170212"/>
                    </a:lnTo>
                    <a:lnTo>
                      <a:pt x="0" y="0"/>
                    </a:lnTo>
                    <a:close/>
                    <a:moveTo>
                      <a:pt x="19812" y="47149"/>
                    </a:moveTo>
                    <a:lnTo>
                      <a:pt x="62484" y="26384"/>
                    </a:lnTo>
                    <a:lnTo>
                      <a:pt x="325565" y="178308"/>
                    </a:lnTo>
                    <a:lnTo>
                      <a:pt x="325565" y="451485"/>
                    </a:lnTo>
                    <a:lnTo>
                      <a:pt x="273463" y="460248"/>
                    </a:lnTo>
                    <a:lnTo>
                      <a:pt x="19812" y="313754"/>
                    </a:lnTo>
                    <a:lnTo>
                      <a:pt x="19812" y="4714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3275;p45">
                <a:extLst>
                  <a:ext uri="{FF2B5EF4-FFF2-40B4-BE49-F238E27FC236}">
                    <a16:creationId xmlns:a16="http://schemas.microsoft.com/office/drawing/2014/main" id="{5695EF21-D1BB-0C03-5508-A09F623A4712}"/>
                  </a:ext>
                </a:extLst>
              </p:cNvPr>
              <p:cNvSpPr/>
              <p:nvPr/>
            </p:nvSpPr>
            <p:spPr>
              <a:xfrm>
                <a:off x="3946744" y="1983221"/>
                <a:ext cx="120681" cy="82772"/>
              </a:xfrm>
              <a:custGeom>
                <a:avLst/>
                <a:gdLst/>
                <a:ahLst/>
                <a:cxnLst/>
                <a:rect l="l" t="t" r="r" b="b"/>
                <a:pathLst>
                  <a:path w="120681" h="82772" extrusionOk="0">
                    <a:moveTo>
                      <a:pt x="120682" y="65246"/>
                    </a:moveTo>
                    <a:lnTo>
                      <a:pt x="113062" y="82772"/>
                    </a:lnTo>
                    <a:lnTo>
                      <a:pt x="0" y="4286"/>
                    </a:lnTo>
                    <a:lnTo>
                      <a:pt x="7525" y="0"/>
                    </a:lnTo>
                    <a:lnTo>
                      <a:pt x="120682" y="6524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3276;p45">
                <a:extLst>
                  <a:ext uri="{FF2B5EF4-FFF2-40B4-BE49-F238E27FC236}">
                    <a16:creationId xmlns:a16="http://schemas.microsoft.com/office/drawing/2014/main" id="{2F40BD65-B007-7DF8-15FB-AAB7A686EACA}"/>
                  </a:ext>
                </a:extLst>
              </p:cNvPr>
              <p:cNvSpPr/>
              <p:nvPr/>
            </p:nvSpPr>
            <p:spPr>
              <a:xfrm>
                <a:off x="3728717" y="1573646"/>
                <a:ext cx="353663" cy="596455"/>
              </a:xfrm>
              <a:custGeom>
                <a:avLst/>
                <a:gdLst/>
                <a:ahLst/>
                <a:cxnLst/>
                <a:rect l="l" t="t" r="r" b="b"/>
                <a:pathLst>
                  <a:path w="353663" h="596455" extrusionOk="0">
                    <a:moveTo>
                      <a:pt x="0" y="0"/>
                    </a:moveTo>
                    <a:lnTo>
                      <a:pt x="0" y="392240"/>
                    </a:lnTo>
                    <a:lnTo>
                      <a:pt x="353663" y="596456"/>
                    </a:lnTo>
                    <a:lnTo>
                      <a:pt x="353663" y="204216"/>
                    </a:lnTo>
                    <a:lnTo>
                      <a:pt x="0" y="0"/>
                    </a:lnTo>
                    <a:close/>
                    <a:moveTo>
                      <a:pt x="25432" y="91535"/>
                    </a:moveTo>
                    <a:lnTo>
                      <a:pt x="68104" y="70771"/>
                    </a:lnTo>
                    <a:lnTo>
                      <a:pt x="331184" y="222695"/>
                    </a:lnTo>
                    <a:lnTo>
                      <a:pt x="331184" y="479298"/>
                    </a:lnTo>
                    <a:lnTo>
                      <a:pt x="218027" y="413957"/>
                    </a:lnTo>
                    <a:lnTo>
                      <a:pt x="199454" y="458724"/>
                    </a:lnTo>
                    <a:lnTo>
                      <a:pt x="25337" y="358235"/>
                    </a:lnTo>
                    <a:lnTo>
                      <a:pt x="25337" y="9163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7" name="Google Shape;3277;p45">
                <a:extLst>
                  <a:ext uri="{FF2B5EF4-FFF2-40B4-BE49-F238E27FC236}">
                    <a16:creationId xmlns:a16="http://schemas.microsoft.com/office/drawing/2014/main" id="{743EFB3C-91B9-644B-1AC9-850715A86DE4}"/>
                  </a:ext>
                </a:extLst>
              </p:cNvPr>
              <p:cNvGrpSpPr/>
              <p:nvPr/>
            </p:nvGrpSpPr>
            <p:grpSpPr>
              <a:xfrm>
                <a:off x="3948459" y="2015816"/>
                <a:ext cx="117728" cy="119307"/>
                <a:chOff x="3948459" y="2015816"/>
                <a:chExt cx="117728" cy="119307"/>
              </a:xfrm>
            </p:grpSpPr>
            <p:sp>
              <p:nvSpPr>
                <p:cNvPr id="48" name="Google Shape;3278;p45">
                  <a:extLst>
                    <a:ext uri="{FF2B5EF4-FFF2-40B4-BE49-F238E27FC236}">
                      <a16:creationId xmlns:a16="http://schemas.microsoft.com/office/drawing/2014/main" id="{4F328D76-E847-17EF-B200-D8969CBF9CA7}"/>
                    </a:ext>
                  </a:extLst>
                </p:cNvPr>
                <p:cNvSpPr/>
                <p:nvPr/>
              </p:nvSpPr>
              <p:spPr>
                <a:xfrm>
                  <a:off x="3948459" y="2015816"/>
                  <a:ext cx="117728" cy="119307"/>
                </a:xfrm>
                <a:custGeom>
                  <a:avLst/>
                  <a:gdLst/>
                  <a:ahLst/>
                  <a:cxnLst/>
                  <a:rect l="l" t="t" r="r" b="b"/>
                  <a:pathLst>
                    <a:path w="117728" h="119307" extrusionOk="0">
                      <a:moveTo>
                        <a:pt x="117729" y="109613"/>
                      </a:moveTo>
                      <a:cubicBezTo>
                        <a:pt x="117729" y="118280"/>
                        <a:pt x="111633" y="121804"/>
                        <a:pt x="104204" y="117423"/>
                      </a:cubicBezTo>
                      <a:lnTo>
                        <a:pt x="13621" y="64845"/>
                      </a:lnTo>
                      <a:cubicBezTo>
                        <a:pt x="6096" y="60559"/>
                        <a:pt x="0" y="49986"/>
                        <a:pt x="0" y="41318"/>
                      </a:cubicBezTo>
                      <a:lnTo>
                        <a:pt x="0" y="9695"/>
                      </a:lnTo>
                      <a:cubicBezTo>
                        <a:pt x="0" y="1027"/>
                        <a:pt x="6096" y="-2497"/>
                        <a:pt x="13621" y="1885"/>
                      </a:cubicBezTo>
                      <a:lnTo>
                        <a:pt x="104204" y="54463"/>
                      </a:lnTo>
                      <a:cubicBezTo>
                        <a:pt x="111633" y="58749"/>
                        <a:pt x="117729" y="69322"/>
                        <a:pt x="117729" y="77990"/>
                      </a:cubicBezTo>
                      <a:lnTo>
                        <a:pt x="117729" y="10961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 name="Google Shape;3279;p45">
                  <a:extLst>
                    <a:ext uri="{FF2B5EF4-FFF2-40B4-BE49-F238E27FC236}">
                      <a16:creationId xmlns:a16="http://schemas.microsoft.com/office/drawing/2014/main" id="{43600E8D-7249-1375-BCE6-34E43D648857}"/>
                    </a:ext>
                  </a:extLst>
                </p:cNvPr>
                <p:cNvSpPr/>
                <p:nvPr/>
              </p:nvSpPr>
              <p:spPr>
                <a:xfrm>
                  <a:off x="4035803" y="2068095"/>
                  <a:ext cx="7715" cy="9587"/>
                </a:xfrm>
                <a:custGeom>
                  <a:avLst/>
                  <a:gdLst/>
                  <a:ahLst/>
                  <a:cxnLst/>
                  <a:rect l="l" t="t" r="r" b="b"/>
                  <a:pathLst>
                    <a:path w="7715" h="9587" extrusionOk="0">
                      <a:moveTo>
                        <a:pt x="7716" y="7042"/>
                      </a:moveTo>
                      <a:cubicBezTo>
                        <a:pt x="7716" y="9327"/>
                        <a:pt x="6001" y="10280"/>
                        <a:pt x="3905" y="9042"/>
                      </a:cubicBezTo>
                      <a:cubicBezTo>
                        <a:pt x="1810" y="7803"/>
                        <a:pt x="0" y="4946"/>
                        <a:pt x="0" y="2565"/>
                      </a:cubicBezTo>
                      <a:cubicBezTo>
                        <a:pt x="0" y="183"/>
                        <a:pt x="1715" y="-674"/>
                        <a:pt x="3905" y="565"/>
                      </a:cubicBezTo>
                      <a:cubicBezTo>
                        <a:pt x="6001" y="1803"/>
                        <a:pt x="7716" y="4660"/>
                        <a:pt x="7716" y="704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3280;p45">
                  <a:extLst>
                    <a:ext uri="{FF2B5EF4-FFF2-40B4-BE49-F238E27FC236}">
                      <a16:creationId xmlns:a16="http://schemas.microsoft.com/office/drawing/2014/main" id="{D5B97562-A0F7-B4FF-0D99-3C2AA9093A00}"/>
                    </a:ext>
                  </a:extLst>
                </p:cNvPr>
                <p:cNvSpPr/>
                <p:nvPr/>
              </p:nvSpPr>
              <p:spPr>
                <a:xfrm>
                  <a:off x="4045709" y="2073810"/>
                  <a:ext cx="7810" cy="9587"/>
                </a:xfrm>
                <a:custGeom>
                  <a:avLst/>
                  <a:gdLst/>
                  <a:ahLst/>
                  <a:cxnLst/>
                  <a:rect l="l" t="t" r="r" b="b"/>
                  <a:pathLst>
                    <a:path w="7810" h="9587" extrusionOk="0">
                      <a:moveTo>
                        <a:pt x="7811" y="7041"/>
                      </a:moveTo>
                      <a:cubicBezTo>
                        <a:pt x="7811" y="9327"/>
                        <a:pt x="6096" y="10280"/>
                        <a:pt x="3905" y="9042"/>
                      </a:cubicBezTo>
                      <a:cubicBezTo>
                        <a:pt x="1810" y="7803"/>
                        <a:pt x="0" y="4946"/>
                        <a:pt x="0" y="2565"/>
                      </a:cubicBezTo>
                      <a:cubicBezTo>
                        <a:pt x="0" y="183"/>
                        <a:pt x="1714" y="-674"/>
                        <a:pt x="3905" y="564"/>
                      </a:cubicBezTo>
                      <a:cubicBezTo>
                        <a:pt x="6001" y="1803"/>
                        <a:pt x="7811" y="4660"/>
                        <a:pt x="7811" y="704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1" name="Google Shape;3281;p45">
                  <a:extLst>
                    <a:ext uri="{FF2B5EF4-FFF2-40B4-BE49-F238E27FC236}">
                      <a16:creationId xmlns:a16="http://schemas.microsoft.com/office/drawing/2014/main" id="{1A12FC44-444F-37F1-0F0B-F7F701F9C7F4}"/>
                    </a:ext>
                  </a:extLst>
                </p:cNvPr>
                <p:cNvGrpSpPr/>
                <p:nvPr/>
              </p:nvGrpSpPr>
              <p:grpSpPr>
                <a:xfrm>
                  <a:off x="4014276" y="2071429"/>
                  <a:ext cx="18669" cy="15874"/>
                  <a:chOff x="4014276" y="2071429"/>
                  <a:chExt cx="18669" cy="15874"/>
                </a:xfrm>
              </p:grpSpPr>
              <p:sp>
                <p:nvSpPr>
                  <p:cNvPr id="61" name="Google Shape;3282;p45">
                    <a:extLst>
                      <a:ext uri="{FF2B5EF4-FFF2-40B4-BE49-F238E27FC236}">
                        <a16:creationId xmlns:a16="http://schemas.microsoft.com/office/drawing/2014/main" id="{37D52CB7-D83B-9EFD-58F9-64E6FD358567}"/>
                      </a:ext>
                    </a:extLst>
                  </p:cNvPr>
                  <p:cNvSpPr/>
                  <p:nvPr/>
                </p:nvSpPr>
                <p:spPr>
                  <a:xfrm>
                    <a:off x="4014276" y="2071429"/>
                    <a:ext cx="7810" cy="9587"/>
                  </a:xfrm>
                  <a:custGeom>
                    <a:avLst/>
                    <a:gdLst/>
                    <a:ahLst/>
                    <a:cxnLst/>
                    <a:rect l="l" t="t" r="r" b="b"/>
                    <a:pathLst>
                      <a:path w="7810" h="9587" extrusionOk="0">
                        <a:moveTo>
                          <a:pt x="7811" y="7041"/>
                        </a:moveTo>
                        <a:cubicBezTo>
                          <a:pt x="7811" y="9327"/>
                          <a:pt x="6096" y="10280"/>
                          <a:pt x="3905" y="9042"/>
                        </a:cubicBezTo>
                        <a:cubicBezTo>
                          <a:pt x="1810" y="7803"/>
                          <a:pt x="0" y="4946"/>
                          <a:pt x="0" y="2565"/>
                        </a:cubicBezTo>
                        <a:cubicBezTo>
                          <a:pt x="0" y="183"/>
                          <a:pt x="1714" y="-674"/>
                          <a:pt x="3905" y="564"/>
                        </a:cubicBezTo>
                        <a:cubicBezTo>
                          <a:pt x="6001" y="1803"/>
                          <a:pt x="7811" y="4660"/>
                          <a:pt x="7811" y="704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3283;p45">
                    <a:extLst>
                      <a:ext uri="{FF2B5EF4-FFF2-40B4-BE49-F238E27FC236}">
                        <a16:creationId xmlns:a16="http://schemas.microsoft.com/office/drawing/2014/main" id="{F23C272F-0DF7-C4A1-49D3-651521658001}"/>
                      </a:ext>
                    </a:extLst>
                  </p:cNvPr>
                  <p:cNvSpPr/>
                  <p:nvPr/>
                </p:nvSpPr>
                <p:spPr>
                  <a:xfrm>
                    <a:off x="4025230" y="2077758"/>
                    <a:ext cx="7715" cy="9545"/>
                  </a:xfrm>
                  <a:custGeom>
                    <a:avLst/>
                    <a:gdLst/>
                    <a:ahLst/>
                    <a:cxnLst/>
                    <a:rect l="l" t="t" r="r" b="b"/>
                    <a:pathLst>
                      <a:path w="7715" h="9545" extrusionOk="0">
                        <a:moveTo>
                          <a:pt x="7715" y="6999"/>
                        </a:moveTo>
                        <a:cubicBezTo>
                          <a:pt x="7715" y="9285"/>
                          <a:pt x="6001" y="10238"/>
                          <a:pt x="3905" y="9000"/>
                        </a:cubicBezTo>
                        <a:cubicBezTo>
                          <a:pt x="1810" y="7761"/>
                          <a:pt x="0" y="4904"/>
                          <a:pt x="0" y="2523"/>
                        </a:cubicBezTo>
                        <a:cubicBezTo>
                          <a:pt x="0" y="141"/>
                          <a:pt x="1714" y="-621"/>
                          <a:pt x="3905" y="522"/>
                        </a:cubicBezTo>
                        <a:cubicBezTo>
                          <a:pt x="6001" y="1761"/>
                          <a:pt x="7715" y="4618"/>
                          <a:pt x="7715" y="699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2" name="Google Shape;3284;p45">
                  <a:extLst>
                    <a:ext uri="{FF2B5EF4-FFF2-40B4-BE49-F238E27FC236}">
                      <a16:creationId xmlns:a16="http://schemas.microsoft.com/office/drawing/2014/main" id="{C90E75F6-1528-C46B-69E6-78F744AA003D}"/>
                    </a:ext>
                  </a:extLst>
                </p:cNvPr>
                <p:cNvGrpSpPr/>
                <p:nvPr/>
              </p:nvGrpSpPr>
              <p:grpSpPr>
                <a:xfrm>
                  <a:off x="4014276" y="2084669"/>
                  <a:ext cx="18669" cy="15778"/>
                  <a:chOff x="4014276" y="2084669"/>
                  <a:chExt cx="18669" cy="15778"/>
                </a:xfrm>
              </p:grpSpPr>
              <p:sp>
                <p:nvSpPr>
                  <p:cNvPr id="59" name="Google Shape;3285;p45">
                    <a:extLst>
                      <a:ext uri="{FF2B5EF4-FFF2-40B4-BE49-F238E27FC236}">
                        <a16:creationId xmlns:a16="http://schemas.microsoft.com/office/drawing/2014/main" id="{7EA7F1EB-40D9-47D0-6E3B-E8663AC09B41}"/>
                      </a:ext>
                    </a:extLst>
                  </p:cNvPr>
                  <p:cNvSpPr/>
                  <p:nvPr/>
                </p:nvSpPr>
                <p:spPr>
                  <a:xfrm>
                    <a:off x="4014276" y="2084669"/>
                    <a:ext cx="7810" cy="9587"/>
                  </a:xfrm>
                  <a:custGeom>
                    <a:avLst/>
                    <a:gdLst/>
                    <a:ahLst/>
                    <a:cxnLst/>
                    <a:rect l="l" t="t" r="r" b="b"/>
                    <a:pathLst>
                      <a:path w="7810" h="9587" extrusionOk="0">
                        <a:moveTo>
                          <a:pt x="7811" y="7041"/>
                        </a:moveTo>
                        <a:cubicBezTo>
                          <a:pt x="7811" y="9327"/>
                          <a:pt x="6096" y="10280"/>
                          <a:pt x="3905" y="9042"/>
                        </a:cubicBezTo>
                        <a:cubicBezTo>
                          <a:pt x="1810" y="7803"/>
                          <a:pt x="0" y="4946"/>
                          <a:pt x="0" y="2565"/>
                        </a:cubicBezTo>
                        <a:cubicBezTo>
                          <a:pt x="0" y="183"/>
                          <a:pt x="1714" y="-674"/>
                          <a:pt x="3905" y="564"/>
                        </a:cubicBezTo>
                        <a:cubicBezTo>
                          <a:pt x="6001" y="1803"/>
                          <a:pt x="7811" y="4660"/>
                          <a:pt x="7811" y="704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3286;p45">
                    <a:extLst>
                      <a:ext uri="{FF2B5EF4-FFF2-40B4-BE49-F238E27FC236}">
                        <a16:creationId xmlns:a16="http://schemas.microsoft.com/office/drawing/2014/main" id="{696D5746-0F43-0A6C-29FE-880F76460607}"/>
                      </a:ext>
                    </a:extLst>
                  </p:cNvPr>
                  <p:cNvSpPr/>
                  <p:nvPr/>
                </p:nvSpPr>
                <p:spPr>
                  <a:xfrm>
                    <a:off x="4025230" y="2090860"/>
                    <a:ext cx="7715" cy="9587"/>
                  </a:xfrm>
                  <a:custGeom>
                    <a:avLst/>
                    <a:gdLst/>
                    <a:ahLst/>
                    <a:cxnLst/>
                    <a:rect l="l" t="t" r="r" b="b"/>
                    <a:pathLst>
                      <a:path w="7715" h="9587" extrusionOk="0">
                        <a:moveTo>
                          <a:pt x="7715" y="7042"/>
                        </a:moveTo>
                        <a:cubicBezTo>
                          <a:pt x="7715" y="9327"/>
                          <a:pt x="6001" y="10280"/>
                          <a:pt x="3905" y="9042"/>
                        </a:cubicBezTo>
                        <a:cubicBezTo>
                          <a:pt x="1810" y="7804"/>
                          <a:pt x="0" y="4946"/>
                          <a:pt x="0" y="2565"/>
                        </a:cubicBezTo>
                        <a:cubicBezTo>
                          <a:pt x="0" y="183"/>
                          <a:pt x="1714" y="-674"/>
                          <a:pt x="3905" y="565"/>
                        </a:cubicBezTo>
                        <a:cubicBezTo>
                          <a:pt x="6001" y="1803"/>
                          <a:pt x="7715" y="4660"/>
                          <a:pt x="7715" y="704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3" name="Google Shape;3287;p45">
                  <a:extLst>
                    <a:ext uri="{FF2B5EF4-FFF2-40B4-BE49-F238E27FC236}">
                      <a16:creationId xmlns:a16="http://schemas.microsoft.com/office/drawing/2014/main" id="{3CD27EC9-9A64-F73A-8EE5-94F1679D53BF}"/>
                    </a:ext>
                  </a:extLst>
                </p:cNvPr>
                <p:cNvGrpSpPr/>
                <p:nvPr/>
              </p:nvGrpSpPr>
              <p:grpSpPr>
                <a:xfrm>
                  <a:off x="4014276" y="2097909"/>
                  <a:ext cx="18669" cy="15778"/>
                  <a:chOff x="4014276" y="2097909"/>
                  <a:chExt cx="18669" cy="15778"/>
                </a:xfrm>
              </p:grpSpPr>
              <p:sp>
                <p:nvSpPr>
                  <p:cNvPr id="57" name="Google Shape;3288;p45">
                    <a:extLst>
                      <a:ext uri="{FF2B5EF4-FFF2-40B4-BE49-F238E27FC236}">
                        <a16:creationId xmlns:a16="http://schemas.microsoft.com/office/drawing/2014/main" id="{FAEA9CE6-965A-6B06-5673-7D1E409A2C9B}"/>
                      </a:ext>
                    </a:extLst>
                  </p:cNvPr>
                  <p:cNvSpPr/>
                  <p:nvPr/>
                </p:nvSpPr>
                <p:spPr>
                  <a:xfrm>
                    <a:off x="4014276" y="2097909"/>
                    <a:ext cx="7810" cy="9587"/>
                  </a:xfrm>
                  <a:custGeom>
                    <a:avLst/>
                    <a:gdLst/>
                    <a:ahLst/>
                    <a:cxnLst/>
                    <a:rect l="l" t="t" r="r" b="b"/>
                    <a:pathLst>
                      <a:path w="7810" h="9587" extrusionOk="0">
                        <a:moveTo>
                          <a:pt x="7811" y="7041"/>
                        </a:moveTo>
                        <a:cubicBezTo>
                          <a:pt x="7811" y="9327"/>
                          <a:pt x="6096" y="10280"/>
                          <a:pt x="3905" y="9042"/>
                        </a:cubicBezTo>
                        <a:cubicBezTo>
                          <a:pt x="1810" y="7803"/>
                          <a:pt x="0" y="4946"/>
                          <a:pt x="0" y="2565"/>
                        </a:cubicBezTo>
                        <a:cubicBezTo>
                          <a:pt x="0" y="183"/>
                          <a:pt x="1714" y="-674"/>
                          <a:pt x="3905" y="564"/>
                        </a:cubicBezTo>
                        <a:cubicBezTo>
                          <a:pt x="6001" y="1803"/>
                          <a:pt x="7811" y="4660"/>
                          <a:pt x="7811" y="704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3289;p45">
                    <a:extLst>
                      <a:ext uri="{FF2B5EF4-FFF2-40B4-BE49-F238E27FC236}">
                        <a16:creationId xmlns:a16="http://schemas.microsoft.com/office/drawing/2014/main" id="{10508DA4-5CC8-BD79-14EF-CD5F493EABAB}"/>
                      </a:ext>
                    </a:extLst>
                  </p:cNvPr>
                  <p:cNvSpPr/>
                  <p:nvPr/>
                </p:nvSpPr>
                <p:spPr>
                  <a:xfrm>
                    <a:off x="4025230" y="2104100"/>
                    <a:ext cx="7715" cy="9587"/>
                  </a:xfrm>
                  <a:custGeom>
                    <a:avLst/>
                    <a:gdLst/>
                    <a:ahLst/>
                    <a:cxnLst/>
                    <a:rect l="l" t="t" r="r" b="b"/>
                    <a:pathLst>
                      <a:path w="7715" h="9587" extrusionOk="0">
                        <a:moveTo>
                          <a:pt x="7715" y="7041"/>
                        </a:moveTo>
                        <a:cubicBezTo>
                          <a:pt x="7715" y="9327"/>
                          <a:pt x="6001" y="10280"/>
                          <a:pt x="3905" y="9042"/>
                        </a:cubicBezTo>
                        <a:cubicBezTo>
                          <a:pt x="1810" y="7803"/>
                          <a:pt x="0" y="4946"/>
                          <a:pt x="0" y="2565"/>
                        </a:cubicBezTo>
                        <a:cubicBezTo>
                          <a:pt x="0" y="183"/>
                          <a:pt x="1714" y="-674"/>
                          <a:pt x="3905" y="564"/>
                        </a:cubicBezTo>
                        <a:cubicBezTo>
                          <a:pt x="6001" y="1803"/>
                          <a:pt x="7715" y="4660"/>
                          <a:pt x="7715" y="704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4" name="Google Shape;3290;p45">
                  <a:extLst>
                    <a:ext uri="{FF2B5EF4-FFF2-40B4-BE49-F238E27FC236}">
                      <a16:creationId xmlns:a16="http://schemas.microsoft.com/office/drawing/2014/main" id="{B75B9082-9894-02E0-2CEA-A3FB3887E80A}"/>
                    </a:ext>
                  </a:extLst>
                </p:cNvPr>
                <p:cNvSpPr/>
                <p:nvPr/>
              </p:nvSpPr>
              <p:spPr>
                <a:xfrm>
                  <a:off x="4035803" y="2086319"/>
                  <a:ext cx="17716" cy="36784"/>
                </a:xfrm>
                <a:custGeom>
                  <a:avLst/>
                  <a:gdLst/>
                  <a:ahLst/>
                  <a:cxnLst/>
                  <a:rect l="l" t="t" r="r" b="b"/>
                  <a:pathLst>
                    <a:path w="17716" h="36784" extrusionOk="0">
                      <a:moveTo>
                        <a:pt x="17717" y="28251"/>
                      </a:moveTo>
                      <a:cubicBezTo>
                        <a:pt x="17717" y="35204"/>
                        <a:pt x="13716" y="38633"/>
                        <a:pt x="8858" y="35776"/>
                      </a:cubicBezTo>
                      <a:cubicBezTo>
                        <a:pt x="4001" y="33013"/>
                        <a:pt x="0" y="25012"/>
                        <a:pt x="0" y="18059"/>
                      </a:cubicBezTo>
                      <a:lnTo>
                        <a:pt x="0" y="8534"/>
                      </a:lnTo>
                      <a:cubicBezTo>
                        <a:pt x="0" y="1581"/>
                        <a:pt x="4001" y="-1848"/>
                        <a:pt x="8858" y="1009"/>
                      </a:cubicBezTo>
                      <a:cubicBezTo>
                        <a:pt x="13716" y="3772"/>
                        <a:pt x="17717" y="11773"/>
                        <a:pt x="17717" y="18726"/>
                      </a:cubicBezTo>
                      <a:lnTo>
                        <a:pt x="17717" y="2834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3291;p45">
                  <a:extLst>
                    <a:ext uri="{FF2B5EF4-FFF2-40B4-BE49-F238E27FC236}">
                      <a16:creationId xmlns:a16="http://schemas.microsoft.com/office/drawing/2014/main" id="{3DDF75C4-7E5D-5B15-4D96-B3708A8DF006}"/>
                    </a:ext>
                  </a:extLst>
                </p:cNvPr>
                <p:cNvSpPr/>
                <p:nvPr/>
              </p:nvSpPr>
              <p:spPr>
                <a:xfrm>
                  <a:off x="4014371" y="2056838"/>
                  <a:ext cx="18669" cy="13547"/>
                </a:xfrm>
                <a:custGeom>
                  <a:avLst/>
                  <a:gdLst/>
                  <a:ahLst/>
                  <a:cxnLst/>
                  <a:rect l="l" t="t" r="r" b="b"/>
                  <a:pathLst>
                    <a:path w="18669" h="13547" extrusionOk="0">
                      <a:moveTo>
                        <a:pt x="18669" y="12108"/>
                      </a:moveTo>
                      <a:cubicBezTo>
                        <a:pt x="18669" y="14394"/>
                        <a:pt x="14478" y="13918"/>
                        <a:pt x="9335" y="10965"/>
                      </a:cubicBezTo>
                      <a:cubicBezTo>
                        <a:pt x="4191" y="8012"/>
                        <a:pt x="0" y="3726"/>
                        <a:pt x="0" y="1440"/>
                      </a:cubicBezTo>
                      <a:cubicBezTo>
                        <a:pt x="0" y="-846"/>
                        <a:pt x="4191" y="-370"/>
                        <a:pt x="9335" y="2583"/>
                      </a:cubicBezTo>
                      <a:cubicBezTo>
                        <a:pt x="14478" y="5536"/>
                        <a:pt x="18669" y="9822"/>
                        <a:pt x="18669" y="1210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3292;p45">
                  <a:extLst>
                    <a:ext uri="{FF2B5EF4-FFF2-40B4-BE49-F238E27FC236}">
                      <a16:creationId xmlns:a16="http://schemas.microsoft.com/office/drawing/2014/main" id="{6B51AB7D-A5F9-41D8-DC44-5E8054590946}"/>
                    </a:ext>
                  </a:extLst>
                </p:cNvPr>
                <p:cNvSpPr/>
                <p:nvPr/>
              </p:nvSpPr>
              <p:spPr>
                <a:xfrm>
                  <a:off x="3955031" y="2024666"/>
                  <a:ext cx="54863" cy="72746"/>
                </a:xfrm>
                <a:custGeom>
                  <a:avLst/>
                  <a:gdLst/>
                  <a:ahLst/>
                  <a:cxnLst/>
                  <a:rect l="l" t="t" r="r" b="b"/>
                  <a:pathLst>
                    <a:path w="54863" h="72746" extrusionOk="0">
                      <a:moveTo>
                        <a:pt x="54864" y="64948"/>
                      </a:moveTo>
                      <a:cubicBezTo>
                        <a:pt x="54864" y="71902"/>
                        <a:pt x="49911" y="74759"/>
                        <a:pt x="43910" y="71235"/>
                      </a:cubicBezTo>
                      <a:lnTo>
                        <a:pt x="10954" y="52185"/>
                      </a:lnTo>
                      <a:cubicBezTo>
                        <a:pt x="4953" y="48756"/>
                        <a:pt x="0" y="40183"/>
                        <a:pt x="0" y="33230"/>
                      </a:cubicBezTo>
                      <a:lnTo>
                        <a:pt x="0" y="7798"/>
                      </a:lnTo>
                      <a:cubicBezTo>
                        <a:pt x="0" y="845"/>
                        <a:pt x="4953" y="-2012"/>
                        <a:pt x="10954" y="1512"/>
                      </a:cubicBezTo>
                      <a:lnTo>
                        <a:pt x="43910" y="20562"/>
                      </a:lnTo>
                      <a:cubicBezTo>
                        <a:pt x="49911" y="24086"/>
                        <a:pt x="54864" y="32563"/>
                        <a:pt x="54864" y="39517"/>
                      </a:cubicBezTo>
                      <a:lnTo>
                        <a:pt x="54864" y="65044"/>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3125" name="Google Shape;3293;p45">
            <a:extLst>
              <a:ext uri="{FF2B5EF4-FFF2-40B4-BE49-F238E27FC236}">
                <a16:creationId xmlns:a16="http://schemas.microsoft.com/office/drawing/2014/main" id="{E3A9017A-4C9E-596D-19C6-B806A88CBCEB}"/>
              </a:ext>
            </a:extLst>
          </p:cNvPr>
          <p:cNvGrpSpPr/>
          <p:nvPr/>
        </p:nvGrpSpPr>
        <p:grpSpPr>
          <a:xfrm>
            <a:off x="6175555" y="3794372"/>
            <a:ext cx="1532146" cy="918971"/>
            <a:chOff x="5827631" y="4169628"/>
            <a:chExt cx="1532146" cy="918971"/>
          </a:xfrm>
        </p:grpSpPr>
        <p:grpSp>
          <p:nvGrpSpPr>
            <p:cNvPr id="3126" name="Google Shape;3294;p45">
              <a:extLst>
                <a:ext uri="{FF2B5EF4-FFF2-40B4-BE49-F238E27FC236}">
                  <a16:creationId xmlns:a16="http://schemas.microsoft.com/office/drawing/2014/main" id="{7C0B2DAB-6F96-476F-4450-F7180842C299}"/>
                </a:ext>
              </a:extLst>
            </p:cNvPr>
            <p:cNvGrpSpPr/>
            <p:nvPr/>
          </p:nvGrpSpPr>
          <p:grpSpPr>
            <a:xfrm>
              <a:off x="5827631" y="4169628"/>
              <a:ext cx="1319282" cy="877909"/>
              <a:chOff x="7468856" y="4194453"/>
              <a:chExt cx="1319282" cy="877909"/>
            </a:xfrm>
          </p:grpSpPr>
          <p:grpSp>
            <p:nvGrpSpPr>
              <p:cNvPr id="3164" name="Google Shape;3295;p45">
                <a:extLst>
                  <a:ext uri="{FF2B5EF4-FFF2-40B4-BE49-F238E27FC236}">
                    <a16:creationId xmlns:a16="http://schemas.microsoft.com/office/drawing/2014/main" id="{F2DB5A9D-1CA1-2B0C-AAB5-A71114CAA91F}"/>
                  </a:ext>
                </a:extLst>
              </p:cNvPr>
              <p:cNvGrpSpPr/>
              <p:nvPr/>
            </p:nvGrpSpPr>
            <p:grpSpPr>
              <a:xfrm>
                <a:off x="8148186" y="4194453"/>
                <a:ext cx="639951" cy="559831"/>
                <a:chOff x="3638372" y="4678414"/>
                <a:chExt cx="422243" cy="369379"/>
              </a:xfrm>
            </p:grpSpPr>
            <p:sp>
              <p:nvSpPr>
                <p:cNvPr id="3202" name="Google Shape;3296;p45">
                  <a:extLst>
                    <a:ext uri="{FF2B5EF4-FFF2-40B4-BE49-F238E27FC236}">
                      <a16:creationId xmlns:a16="http://schemas.microsoft.com/office/drawing/2014/main" id="{504CBE41-D19E-C323-61E5-28AE64202387}"/>
                    </a:ext>
                  </a:extLst>
                </p:cNvPr>
                <p:cNvSpPr/>
                <p:nvPr/>
              </p:nvSpPr>
              <p:spPr>
                <a:xfrm>
                  <a:off x="3638372" y="4804049"/>
                  <a:ext cx="422243" cy="243744"/>
                </a:xfrm>
                <a:custGeom>
                  <a:avLst/>
                  <a:gdLst/>
                  <a:ahLst/>
                  <a:cxnLst/>
                  <a:rect l="l" t="t" r="r" b="b"/>
                  <a:pathLst>
                    <a:path w="422243" h="243744" extrusionOk="0">
                      <a:moveTo>
                        <a:pt x="360378" y="208026"/>
                      </a:moveTo>
                      <a:cubicBezTo>
                        <a:pt x="277987" y="255651"/>
                        <a:pt x="144351" y="255651"/>
                        <a:pt x="61865" y="208026"/>
                      </a:cubicBezTo>
                      <a:cubicBezTo>
                        <a:pt x="-20622" y="160401"/>
                        <a:pt x="-20622" y="83248"/>
                        <a:pt x="61865" y="35719"/>
                      </a:cubicBezTo>
                      <a:cubicBezTo>
                        <a:pt x="144256" y="-11906"/>
                        <a:pt x="277987" y="-11906"/>
                        <a:pt x="360378" y="35719"/>
                      </a:cubicBezTo>
                      <a:cubicBezTo>
                        <a:pt x="442865" y="83344"/>
                        <a:pt x="442865"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203" name="Google Shape;3297;p45">
                  <a:extLst>
                    <a:ext uri="{FF2B5EF4-FFF2-40B4-BE49-F238E27FC236}">
                      <a16:creationId xmlns:a16="http://schemas.microsoft.com/office/drawing/2014/main" id="{91C07A6C-FBC0-CE5D-3181-DDEA14050BF8}"/>
                    </a:ext>
                  </a:extLst>
                </p:cNvPr>
                <p:cNvGrpSpPr/>
                <p:nvPr/>
              </p:nvGrpSpPr>
              <p:grpSpPr>
                <a:xfrm>
                  <a:off x="3646611" y="4791857"/>
                  <a:ext cx="405669" cy="247459"/>
                  <a:chOff x="3646611" y="4791857"/>
                  <a:chExt cx="405669" cy="247459"/>
                </a:xfrm>
              </p:grpSpPr>
              <p:sp>
                <p:nvSpPr>
                  <p:cNvPr id="3234" name="Google Shape;3298;p45">
                    <a:extLst>
                      <a:ext uri="{FF2B5EF4-FFF2-40B4-BE49-F238E27FC236}">
                        <a16:creationId xmlns:a16="http://schemas.microsoft.com/office/drawing/2014/main" id="{01B57731-5F80-8650-76A1-D29AB345C4E2}"/>
                      </a:ext>
                    </a:extLst>
                  </p:cNvPr>
                  <p:cNvSpPr/>
                  <p:nvPr/>
                </p:nvSpPr>
                <p:spPr>
                  <a:xfrm>
                    <a:off x="3646611" y="4805192"/>
                    <a:ext cx="405574" cy="234124"/>
                  </a:xfrm>
                  <a:custGeom>
                    <a:avLst/>
                    <a:gdLst/>
                    <a:ahLst/>
                    <a:cxnLst/>
                    <a:rect l="l" t="t" r="r" b="b"/>
                    <a:pathLst>
                      <a:path w="405574" h="234124" extrusionOk="0">
                        <a:moveTo>
                          <a:pt x="404336" y="103727"/>
                        </a:moveTo>
                        <a:cubicBezTo>
                          <a:pt x="399288" y="78296"/>
                          <a:pt x="379952" y="53721"/>
                          <a:pt x="346234" y="34290"/>
                        </a:cubicBezTo>
                        <a:cubicBezTo>
                          <a:pt x="267081" y="-11430"/>
                          <a:pt x="138684" y="-11430"/>
                          <a:pt x="59436" y="34290"/>
                        </a:cubicBezTo>
                        <a:cubicBezTo>
                          <a:pt x="25527" y="53912"/>
                          <a:pt x="6096" y="78677"/>
                          <a:pt x="1238" y="104299"/>
                        </a:cubicBezTo>
                        <a:lnTo>
                          <a:pt x="0" y="103823"/>
                        </a:lnTo>
                        <a:lnTo>
                          <a:pt x="0" y="117824"/>
                        </a:lnTo>
                        <a:lnTo>
                          <a:pt x="0" y="117824"/>
                        </a:lnTo>
                        <a:cubicBezTo>
                          <a:pt x="286" y="147542"/>
                          <a:pt x="20098" y="177165"/>
                          <a:pt x="59341" y="199834"/>
                        </a:cubicBezTo>
                        <a:cubicBezTo>
                          <a:pt x="138589" y="245555"/>
                          <a:pt x="266986" y="245555"/>
                          <a:pt x="346138" y="199834"/>
                        </a:cubicBezTo>
                        <a:cubicBezTo>
                          <a:pt x="385763" y="176974"/>
                          <a:pt x="405574" y="146971"/>
                          <a:pt x="405574" y="117062"/>
                        </a:cubicBezTo>
                        <a:lnTo>
                          <a:pt x="405574" y="103727"/>
                        </a:lnTo>
                        <a:lnTo>
                          <a:pt x="404241" y="103727"/>
                        </a:lnTo>
                        <a:close/>
                        <a:moveTo>
                          <a:pt x="76295" y="43910"/>
                        </a:moveTo>
                        <a:cubicBezTo>
                          <a:pt x="83058" y="40005"/>
                          <a:pt x="93916"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1053" y="126968"/>
                        </a:moveTo>
                        <a:cubicBezTo>
                          <a:pt x="31528" y="126968"/>
                          <a:pt x="23813" y="122491"/>
                          <a:pt x="23813" y="117062"/>
                        </a:cubicBezTo>
                        <a:cubicBezTo>
                          <a:pt x="23813" y="111633"/>
                          <a:pt x="31528" y="107156"/>
                          <a:pt x="41053" y="107156"/>
                        </a:cubicBezTo>
                        <a:lnTo>
                          <a:pt x="111252" y="107156"/>
                        </a:lnTo>
                        <a:cubicBezTo>
                          <a:pt x="120777" y="107156"/>
                          <a:pt x="128492" y="111633"/>
                          <a:pt x="128492" y="117062"/>
                        </a:cubicBezTo>
                        <a:cubicBezTo>
                          <a:pt x="128492" y="122491"/>
                          <a:pt x="120777" y="126968"/>
                          <a:pt x="111252" y="126968"/>
                        </a:cubicBezTo>
                        <a:lnTo>
                          <a:pt x="41148" y="126968"/>
                        </a:lnTo>
                        <a:close/>
                        <a:moveTo>
                          <a:pt x="150209" y="161449"/>
                        </a:moveTo>
                        <a:lnTo>
                          <a:pt x="100584" y="190119"/>
                        </a:lnTo>
                        <a:cubicBezTo>
                          <a:pt x="93916" y="194024"/>
                          <a:pt x="82963" y="194024"/>
                          <a:pt x="76295" y="190119"/>
                        </a:cubicBezTo>
                        <a:cubicBezTo>
                          <a:pt x="69532" y="186214"/>
                          <a:pt x="69532" y="179927"/>
                          <a:pt x="76295" y="176117"/>
                        </a:cubicBezTo>
                        <a:lnTo>
                          <a:pt x="125921" y="147447"/>
                        </a:lnTo>
                        <a:cubicBezTo>
                          <a:pt x="132588" y="143542"/>
                          <a:pt x="143542" y="143542"/>
                          <a:pt x="150209" y="147447"/>
                        </a:cubicBezTo>
                        <a:cubicBezTo>
                          <a:pt x="156972" y="151352"/>
                          <a:pt x="156972" y="157639"/>
                          <a:pt x="150209" y="161544"/>
                        </a:cubicBezTo>
                        <a:close/>
                        <a:moveTo>
                          <a:pt x="185642" y="23527"/>
                        </a:moveTo>
                        <a:cubicBezTo>
                          <a:pt x="185642" y="18002"/>
                          <a:pt x="193357" y="13621"/>
                          <a:pt x="202882" y="13621"/>
                        </a:cubicBezTo>
                        <a:cubicBezTo>
                          <a:pt x="212407" y="13621"/>
                          <a:pt x="220123" y="18098"/>
                          <a:pt x="220123" y="23527"/>
                        </a:cubicBezTo>
                        <a:lnTo>
                          <a:pt x="220123" y="64008"/>
                        </a:lnTo>
                        <a:cubicBezTo>
                          <a:pt x="220123" y="69532"/>
                          <a:pt x="212407" y="73914"/>
                          <a:pt x="202882" y="73914"/>
                        </a:cubicBezTo>
                        <a:cubicBezTo>
                          <a:pt x="193357" y="73914"/>
                          <a:pt x="185642" y="69437"/>
                          <a:pt x="185642" y="64008"/>
                        </a:cubicBezTo>
                        <a:lnTo>
                          <a:pt x="185642" y="23527"/>
                        </a:lnTo>
                        <a:close/>
                        <a:moveTo>
                          <a:pt x="202882" y="220313"/>
                        </a:moveTo>
                        <a:cubicBezTo>
                          <a:pt x="193357" y="220313"/>
                          <a:pt x="185642" y="215837"/>
                          <a:pt x="185642" y="210407"/>
                        </a:cubicBezTo>
                        <a:lnTo>
                          <a:pt x="185642" y="169926"/>
                        </a:lnTo>
                        <a:cubicBezTo>
                          <a:pt x="185642" y="164497"/>
                          <a:pt x="193357" y="160020"/>
                          <a:pt x="202882" y="160020"/>
                        </a:cubicBezTo>
                        <a:cubicBezTo>
                          <a:pt x="212407" y="160020"/>
                          <a:pt x="220123" y="164497"/>
                          <a:pt x="220123" y="169926"/>
                        </a:cubicBezTo>
                        <a:lnTo>
                          <a:pt x="220123" y="210407"/>
                        </a:lnTo>
                        <a:cubicBezTo>
                          <a:pt x="220123" y="215932"/>
                          <a:pt x="212407" y="220313"/>
                          <a:pt x="202882" y="220313"/>
                        </a:cubicBezTo>
                        <a:close/>
                        <a:moveTo>
                          <a:pt x="255556" y="72485"/>
                        </a:moveTo>
                        <a:lnTo>
                          <a:pt x="305181" y="43815"/>
                        </a:lnTo>
                        <a:cubicBezTo>
                          <a:pt x="311944" y="39910"/>
                          <a:pt x="322802" y="39910"/>
                          <a:pt x="329470" y="43815"/>
                        </a:cubicBezTo>
                        <a:cubicBezTo>
                          <a:pt x="336232" y="47720"/>
                          <a:pt x="336232" y="54007"/>
                          <a:pt x="329470" y="57912"/>
                        </a:cubicBezTo>
                        <a:lnTo>
                          <a:pt x="279845" y="86582"/>
                        </a:lnTo>
                        <a:cubicBezTo>
                          <a:pt x="273082" y="90488"/>
                          <a:pt x="262223" y="90488"/>
                          <a:pt x="255461" y="86582"/>
                        </a:cubicBezTo>
                        <a:cubicBezTo>
                          <a:pt x="248698" y="82677"/>
                          <a:pt x="248698" y="76390"/>
                          <a:pt x="255461" y="72581"/>
                        </a:cubicBezTo>
                        <a:close/>
                        <a:moveTo>
                          <a:pt x="329470" y="190024"/>
                        </a:moveTo>
                        <a:cubicBezTo>
                          <a:pt x="322802" y="193929"/>
                          <a:pt x="311848" y="193929"/>
                          <a:pt x="305181" y="190024"/>
                        </a:cubicBezTo>
                        <a:lnTo>
                          <a:pt x="255556" y="161354"/>
                        </a:lnTo>
                        <a:cubicBezTo>
                          <a:pt x="248793" y="157448"/>
                          <a:pt x="248793" y="151162"/>
                          <a:pt x="255556" y="147256"/>
                        </a:cubicBezTo>
                        <a:cubicBezTo>
                          <a:pt x="262319" y="143351"/>
                          <a:pt x="273177" y="143351"/>
                          <a:pt x="279940" y="147256"/>
                        </a:cubicBezTo>
                        <a:lnTo>
                          <a:pt x="329565" y="175927"/>
                        </a:lnTo>
                        <a:cubicBezTo>
                          <a:pt x="336328" y="179832"/>
                          <a:pt x="336328" y="186119"/>
                          <a:pt x="329565" y="189929"/>
                        </a:cubicBezTo>
                        <a:close/>
                        <a:moveTo>
                          <a:pt x="364712" y="126873"/>
                        </a:moveTo>
                        <a:lnTo>
                          <a:pt x="294513" y="126873"/>
                        </a:lnTo>
                        <a:cubicBezTo>
                          <a:pt x="284988" y="126873"/>
                          <a:pt x="277368" y="122396"/>
                          <a:pt x="277368" y="116967"/>
                        </a:cubicBezTo>
                        <a:cubicBezTo>
                          <a:pt x="277368" y="111538"/>
                          <a:pt x="285083" y="107061"/>
                          <a:pt x="294513" y="107061"/>
                        </a:cubicBezTo>
                        <a:lnTo>
                          <a:pt x="364712" y="107061"/>
                        </a:lnTo>
                        <a:cubicBezTo>
                          <a:pt x="374237" y="107061"/>
                          <a:pt x="381953" y="111538"/>
                          <a:pt x="381953" y="116967"/>
                        </a:cubicBezTo>
                        <a:cubicBezTo>
                          <a:pt x="381953" y="122396"/>
                          <a:pt x="374237" y="126873"/>
                          <a:pt x="364712"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5" name="Google Shape;3299;p45">
                    <a:extLst>
                      <a:ext uri="{FF2B5EF4-FFF2-40B4-BE49-F238E27FC236}">
                        <a16:creationId xmlns:a16="http://schemas.microsoft.com/office/drawing/2014/main" id="{4B4DF215-0F72-2554-E3CA-18B6C2F662B1}"/>
                      </a:ext>
                    </a:extLst>
                  </p:cNvPr>
                  <p:cNvSpPr/>
                  <p:nvPr/>
                </p:nvSpPr>
                <p:spPr>
                  <a:xfrm>
                    <a:off x="3646611" y="4791857"/>
                    <a:ext cx="405669" cy="234219"/>
                  </a:xfrm>
                  <a:custGeom>
                    <a:avLst/>
                    <a:gdLst/>
                    <a:ahLst/>
                    <a:cxnLst/>
                    <a:rect l="l" t="t" r="r" b="b"/>
                    <a:pathLst>
                      <a:path w="405669" h="234219" extrusionOk="0">
                        <a:moveTo>
                          <a:pt x="346234" y="34290"/>
                        </a:moveTo>
                        <a:cubicBezTo>
                          <a:pt x="267081" y="-11430"/>
                          <a:pt x="138684" y="-11430"/>
                          <a:pt x="59436" y="34290"/>
                        </a:cubicBezTo>
                        <a:cubicBezTo>
                          <a:pt x="-19812" y="80010"/>
                          <a:pt x="-19812" y="154115"/>
                          <a:pt x="59436" y="199930"/>
                        </a:cubicBezTo>
                        <a:cubicBezTo>
                          <a:pt x="138684" y="245650"/>
                          <a:pt x="267081" y="245650"/>
                          <a:pt x="346234" y="199930"/>
                        </a:cubicBezTo>
                        <a:cubicBezTo>
                          <a:pt x="425482" y="154210"/>
                          <a:pt x="425482" y="80010"/>
                          <a:pt x="346234" y="34290"/>
                        </a:cubicBezTo>
                        <a:close/>
                        <a:moveTo>
                          <a:pt x="76200" y="58007"/>
                        </a:moveTo>
                        <a:cubicBezTo>
                          <a:pt x="69437" y="54102"/>
                          <a:pt x="69437" y="47816"/>
                          <a:pt x="76200" y="44006"/>
                        </a:cubicBezTo>
                        <a:cubicBezTo>
                          <a:pt x="82963" y="40100"/>
                          <a:pt x="93821" y="40100"/>
                          <a:pt x="100489" y="44006"/>
                        </a:cubicBezTo>
                        <a:lnTo>
                          <a:pt x="150114" y="72676"/>
                        </a:lnTo>
                        <a:cubicBezTo>
                          <a:pt x="156877" y="76581"/>
                          <a:pt x="156877" y="82867"/>
                          <a:pt x="150114" y="86773"/>
                        </a:cubicBezTo>
                        <a:cubicBezTo>
                          <a:pt x="143351" y="90678"/>
                          <a:pt x="132493" y="90678"/>
                          <a:pt x="125825" y="86773"/>
                        </a:cubicBezTo>
                        <a:lnTo>
                          <a:pt x="76200" y="58102"/>
                        </a:lnTo>
                        <a:close/>
                        <a:moveTo>
                          <a:pt x="111061" y="126968"/>
                        </a:moveTo>
                        <a:lnTo>
                          <a:pt x="40957" y="126968"/>
                        </a:lnTo>
                        <a:cubicBezTo>
                          <a:pt x="31432" y="126968"/>
                          <a:pt x="23717" y="122492"/>
                          <a:pt x="23717" y="117062"/>
                        </a:cubicBezTo>
                        <a:cubicBezTo>
                          <a:pt x="23717" y="111633"/>
                          <a:pt x="31432" y="107156"/>
                          <a:pt x="40957" y="107156"/>
                        </a:cubicBezTo>
                        <a:lnTo>
                          <a:pt x="111157" y="107156"/>
                        </a:lnTo>
                        <a:cubicBezTo>
                          <a:pt x="120682" y="107156"/>
                          <a:pt x="128397" y="111633"/>
                          <a:pt x="128397" y="117062"/>
                        </a:cubicBezTo>
                        <a:cubicBezTo>
                          <a:pt x="128397" y="122492"/>
                          <a:pt x="120682" y="126968"/>
                          <a:pt x="111157" y="126968"/>
                        </a:cubicBezTo>
                        <a:close/>
                        <a:moveTo>
                          <a:pt x="202787" y="74009"/>
                        </a:moveTo>
                        <a:cubicBezTo>
                          <a:pt x="193262" y="74009"/>
                          <a:pt x="185547" y="69533"/>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628"/>
                          <a:pt x="212312" y="74009"/>
                          <a:pt x="202787" y="74009"/>
                        </a:cubicBezTo>
                        <a:close/>
                        <a:moveTo>
                          <a:pt x="100489" y="190119"/>
                        </a:moveTo>
                        <a:cubicBezTo>
                          <a:pt x="93821" y="194024"/>
                          <a:pt x="82868" y="194024"/>
                          <a:pt x="76200" y="190119"/>
                        </a:cubicBezTo>
                        <a:cubicBezTo>
                          <a:pt x="69437" y="186214"/>
                          <a:pt x="69437" y="179927"/>
                          <a:pt x="76200" y="176117"/>
                        </a:cubicBezTo>
                        <a:lnTo>
                          <a:pt x="125825" y="147447"/>
                        </a:lnTo>
                        <a:cubicBezTo>
                          <a:pt x="132493" y="143542"/>
                          <a:pt x="143446" y="143542"/>
                          <a:pt x="150114" y="147447"/>
                        </a:cubicBezTo>
                        <a:cubicBezTo>
                          <a:pt x="156877" y="151352"/>
                          <a:pt x="156877" y="157639"/>
                          <a:pt x="150114" y="161544"/>
                        </a:cubicBezTo>
                        <a:lnTo>
                          <a:pt x="100489" y="190214"/>
                        </a:lnTo>
                        <a:close/>
                        <a:moveTo>
                          <a:pt x="279749" y="86582"/>
                        </a:moveTo>
                        <a:cubicBezTo>
                          <a:pt x="272986" y="90488"/>
                          <a:pt x="262128" y="90488"/>
                          <a:pt x="255365" y="86582"/>
                        </a:cubicBezTo>
                        <a:cubicBezTo>
                          <a:pt x="248602" y="82677"/>
                          <a:pt x="248602" y="76391"/>
                          <a:pt x="255365" y="72485"/>
                        </a:cubicBezTo>
                        <a:lnTo>
                          <a:pt x="304990" y="43815"/>
                        </a:lnTo>
                        <a:cubicBezTo>
                          <a:pt x="311753" y="39910"/>
                          <a:pt x="322612" y="39910"/>
                          <a:pt x="329279" y="43815"/>
                        </a:cubicBezTo>
                        <a:cubicBezTo>
                          <a:pt x="336042" y="47720"/>
                          <a:pt x="336042" y="54007"/>
                          <a:pt x="329279" y="57817"/>
                        </a:cubicBezTo>
                        <a:lnTo>
                          <a:pt x="279654" y="86487"/>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9"/>
                        </a:moveTo>
                        <a:cubicBezTo>
                          <a:pt x="193167" y="220409"/>
                          <a:pt x="185452" y="215932"/>
                          <a:pt x="185452" y="210502"/>
                        </a:cubicBezTo>
                        <a:lnTo>
                          <a:pt x="185452" y="170021"/>
                        </a:lnTo>
                        <a:cubicBezTo>
                          <a:pt x="185452" y="164497"/>
                          <a:pt x="193167" y="160115"/>
                          <a:pt x="202692" y="160115"/>
                        </a:cubicBezTo>
                        <a:cubicBezTo>
                          <a:pt x="212217" y="160115"/>
                          <a:pt x="219932" y="164592"/>
                          <a:pt x="219932" y="170021"/>
                        </a:cubicBezTo>
                        <a:lnTo>
                          <a:pt x="219932" y="210502"/>
                        </a:lnTo>
                        <a:cubicBezTo>
                          <a:pt x="219932" y="216027"/>
                          <a:pt x="212217" y="220409"/>
                          <a:pt x="202692" y="220409"/>
                        </a:cubicBezTo>
                        <a:close/>
                        <a:moveTo>
                          <a:pt x="304990" y="190119"/>
                        </a:moveTo>
                        <a:lnTo>
                          <a:pt x="255365" y="161449"/>
                        </a:lnTo>
                        <a:cubicBezTo>
                          <a:pt x="248602" y="157543"/>
                          <a:pt x="248602" y="151257"/>
                          <a:pt x="255365" y="147352"/>
                        </a:cubicBezTo>
                        <a:cubicBezTo>
                          <a:pt x="262128" y="143447"/>
                          <a:pt x="272986" y="143447"/>
                          <a:pt x="279749" y="147352"/>
                        </a:cubicBezTo>
                        <a:lnTo>
                          <a:pt x="329374" y="176022"/>
                        </a:lnTo>
                        <a:cubicBezTo>
                          <a:pt x="336137" y="179927"/>
                          <a:pt x="336137" y="186214"/>
                          <a:pt x="329374" y="190024"/>
                        </a:cubicBezTo>
                        <a:cubicBezTo>
                          <a:pt x="322707" y="193929"/>
                          <a:pt x="311753" y="193929"/>
                          <a:pt x="305086"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6" name="Google Shape;3300;p45">
                    <a:extLst>
                      <a:ext uri="{FF2B5EF4-FFF2-40B4-BE49-F238E27FC236}">
                        <a16:creationId xmlns:a16="http://schemas.microsoft.com/office/drawing/2014/main" id="{FFA079BF-CDAC-2B4B-82D3-3698871C84D5}"/>
                      </a:ext>
                    </a:extLst>
                  </p:cNvPr>
                  <p:cNvSpPr/>
                  <p:nvPr/>
                </p:nvSpPr>
                <p:spPr>
                  <a:xfrm>
                    <a:off x="3792266" y="4875939"/>
                    <a:ext cx="114454" cy="46315"/>
                  </a:xfrm>
                  <a:custGeom>
                    <a:avLst/>
                    <a:gdLst/>
                    <a:ahLst/>
                    <a:cxnLst/>
                    <a:rect l="l" t="t" r="r" b="b"/>
                    <a:pathLst>
                      <a:path w="114454" h="46315" extrusionOk="0">
                        <a:moveTo>
                          <a:pt x="109615" y="46315"/>
                        </a:moveTo>
                        <a:cubicBezTo>
                          <a:pt x="106853" y="42696"/>
                          <a:pt x="102852" y="39267"/>
                          <a:pt x="97708" y="36314"/>
                        </a:cubicBezTo>
                        <a:cubicBezTo>
                          <a:pt x="75325" y="23360"/>
                          <a:pt x="39130" y="23360"/>
                          <a:pt x="16746" y="36314"/>
                        </a:cubicBezTo>
                        <a:cubicBezTo>
                          <a:pt x="11603" y="39267"/>
                          <a:pt x="7602" y="42696"/>
                          <a:pt x="4840" y="46315"/>
                        </a:cubicBezTo>
                        <a:cubicBezTo>
                          <a:pt x="-4400" y="34218"/>
                          <a:pt x="-399" y="19550"/>
                          <a:pt x="16746" y="9644"/>
                        </a:cubicBezTo>
                        <a:cubicBezTo>
                          <a:pt x="39130" y="-3215"/>
                          <a:pt x="75325" y="-3215"/>
                          <a:pt x="97708" y="9644"/>
                        </a:cubicBezTo>
                        <a:cubicBezTo>
                          <a:pt x="114854"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7" name="Google Shape;3301;p45">
                    <a:extLst>
                      <a:ext uri="{FF2B5EF4-FFF2-40B4-BE49-F238E27FC236}">
                        <a16:creationId xmlns:a16="http://schemas.microsoft.com/office/drawing/2014/main" id="{FC569246-B6D5-F1B4-412A-FABE1D795436}"/>
                      </a:ext>
                    </a:extLst>
                  </p:cNvPr>
                  <p:cNvSpPr/>
                  <p:nvPr/>
                </p:nvSpPr>
                <p:spPr>
                  <a:xfrm>
                    <a:off x="3797106" y="4902538"/>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04" name="Google Shape;3302;p45">
                  <a:extLst>
                    <a:ext uri="{FF2B5EF4-FFF2-40B4-BE49-F238E27FC236}">
                      <a16:creationId xmlns:a16="http://schemas.microsoft.com/office/drawing/2014/main" id="{749CF584-5A9E-E6FC-007B-8CEBDD84A305}"/>
                    </a:ext>
                  </a:extLst>
                </p:cNvPr>
                <p:cNvGrpSpPr/>
                <p:nvPr/>
              </p:nvGrpSpPr>
              <p:grpSpPr>
                <a:xfrm>
                  <a:off x="3670114" y="4704608"/>
                  <a:ext cx="358735" cy="305800"/>
                  <a:chOff x="3670114" y="4704608"/>
                  <a:chExt cx="358735" cy="305800"/>
                </a:xfrm>
              </p:grpSpPr>
              <p:sp>
                <p:nvSpPr>
                  <p:cNvPr id="3210" name="Google Shape;3303;p45">
                    <a:extLst>
                      <a:ext uri="{FF2B5EF4-FFF2-40B4-BE49-F238E27FC236}">
                        <a16:creationId xmlns:a16="http://schemas.microsoft.com/office/drawing/2014/main" id="{1165C18B-817E-46B8-6AB8-844D913F2B46}"/>
                      </a:ext>
                    </a:extLst>
                  </p:cNvPr>
                  <p:cNvSpPr/>
                  <p:nvPr/>
                </p:nvSpPr>
                <p:spPr>
                  <a:xfrm>
                    <a:off x="3670138" y="4808145"/>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1" y="212407"/>
                          <a:pt x="52388" y="171831"/>
                        </a:cubicBezTo>
                        <a:cubicBezTo>
                          <a:pt x="17336" y="151733"/>
                          <a:pt x="0" y="125063"/>
                          <a:pt x="0" y="98393"/>
                        </a:cubicBezTo>
                        <a:lnTo>
                          <a:pt x="0" y="0"/>
                        </a:lnTo>
                        <a:lnTo>
                          <a:pt x="3587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1" name="Google Shape;3304;p45">
                    <a:extLst>
                      <a:ext uri="{FF2B5EF4-FFF2-40B4-BE49-F238E27FC236}">
                        <a16:creationId xmlns:a16="http://schemas.microsoft.com/office/drawing/2014/main" id="{E1B487ED-948B-12D1-8993-15D39449F865}"/>
                      </a:ext>
                    </a:extLst>
                  </p:cNvPr>
                  <p:cNvSpPr/>
                  <p:nvPr/>
                </p:nvSpPr>
                <p:spPr>
                  <a:xfrm>
                    <a:off x="3670138" y="4820908"/>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622"/>
                          <a:pt x="0" y="1714"/>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2" name="Google Shape;3305;p45">
                    <a:extLst>
                      <a:ext uri="{FF2B5EF4-FFF2-40B4-BE49-F238E27FC236}">
                        <a16:creationId xmlns:a16="http://schemas.microsoft.com/office/drawing/2014/main" id="{D595B000-9ACD-22D7-FBC3-90E086B7EB98}"/>
                      </a:ext>
                    </a:extLst>
                  </p:cNvPr>
                  <p:cNvSpPr/>
                  <p:nvPr/>
                </p:nvSpPr>
                <p:spPr>
                  <a:xfrm>
                    <a:off x="3670138" y="4838053"/>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3" name="Google Shape;3306;p45">
                    <a:extLst>
                      <a:ext uri="{FF2B5EF4-FFF2-40B4-BE49-F238E27FC236}">
                        <a16:creationId xmlns:a16="http://schemas.microsoft.com/office/drawing/2014/main" id="{46E2A5D2-9D01-FCDC-9079-DA7114052607}"/>
                      </a:ext>
                    </a:extLst>
                  </p:cNvPr>
                  <p:cNvSpPr/>
                  <p:nvPr/>
                </p:nvSpPr>
                <p:spPr>
                  <a:xfrm>
                    <a:off x="3670138" y="4855294"/>
                    <a:ext cx="358711" cy="110632"/>
                  </a:xfrm>
                  <a:custGeom>
                    <a:avLst/>
                    <a:gdLst/>
                    <a:ahLst/>
                    <a:cxnLst/>
                    <a:rect l="l" t="t" r="r" b="b"/>
                    <a:pathLst>
                      <a:path w="358711" h="110632" extrusionOk="0">
                        <a:moveTo>
                          <a:pt x="358712" y="0"/>
                        </a:moveTo>
                        <a:cubicBezTo>
                          <a:pt x="358712" y="26479"/>
                          <a:pt x="341090" y="52864"/>
                          <a:pt x="306133" y="73057"/>
                        </a:cubicBezTo>
                        <a:cubicBezTo>
                          <a:pt x="236220" y="113728"/>
                          <a:pt x="122587" y="113728"/>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4" name="Google Shape;3307;p45">
                    <a:extLst>
                      <a:ext uri="{FF2B5EF4-FFF2-40B4-BE49-F238E27FC236}">
                        <a16:creationId xmlns:a16="http://schemas.microsoft.com/office/drawing/2014/main" id="{F8C02F67-328A-8C8D-4308-9B13FC17ADD8}"/>
                      </a:ext>
                    </a:extLst>
                  </p:cNvPr>
                  <p:cNvSpPr/>
                  <p:nvPr/>
                </p:nvSpPr>
                <p:spPr>
                  <a:xfrm>
                    <a:off x="3670138" y="4872439"/>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5" name="Google Shape;3308;p45">
                    <a:extLst>
                      <a:ext uri="{FF2B5EF4-FFF2-40B4-BE49-F238E27FC236}">
                        <a16:creationId xmlns:a16="http://schemas.microsoft.com/office/drawing/2014/main" id="{A45DE9BE-A0BB-2EB7-359F-D703F280A1E9}"/>
                      </a:ext>
                    </a:extLst>
                  </p:cNvPr>
                  <p:cNvSpPr/>
                  <p:nvPr/>
                </p:nvSpPr>
                <p:spPr>
                  <a:xfrm>
                    <a:off x="3670138" y="4889584"/>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6" name="Google Shape;3309;p45">
                    <a:extLst>
                      <a:ext uri="{FF2B5EF4-FFF2-40B4-BE49-F238E27FC236}">
                        <a16:creationId xmlns:a16="http://schemas.microsoft.com/office/drawing/2014/main" id="{34F22170-8391-A692-1BB9-04A3AAD1EB3D}"/>
                      </a:ext>
                    </a:extLst>
                  </p:cNvPr>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7" name="Google Shape;3310;p45">
                    <a:extLst>
                      <a:ext uri="{FF2B5EF4-FFF2-40B4-BE49-F238E27FC236}">
                        <a16:creationId xmlns:a16="http://schemas.microsoft.com/office/drawing/2014/main" id="{CB739641-6E81-5D51-2D78-8DD313498BED}"/>
                      </a:ext>
                    </a:extLst>
                  </p:cNvPr>
                  <p:cNvSpPr/>
                  <p:nvPr/>
                </p:nvSpPr>
                <p:spPr>
                  <a:xfrm>
                    <a:off x="3684259" y="4712752"/>
                    <a:ext cx="330445" cy="190881"/>
                  </a:xfrm>
                  <a:custGeom>
                    <a:avLst/>
                    <a:gdLst/>
                    <a:ahLst/>
                    <a:cxnLst/>
                    <a:rect l="l" t="t" r="r" b="b"/>
                    <a:pathLst>
                      <a:path w="330445" h="190881" extrusionOk="0">
                        <a:moveTo>
                          <a:pt x="48363" y="162735"/>
                        </a:moveTo>
                        <a:cubicBezTo>
                          <a:pt x="112943" y="200263"/>
                          <a:pt x="217622" y="200263"/>
                          <a:pt x="282011" y="162735"/>
                        </a:cubicBezTo>
                        <a:cubicBezTo>
                          <a:pt x="346591" y="125492"/>
                          <a:pt x="346591" y="65103"/>
                          <a:pt x="282011" y="27861"/>
                        </a:cubicBezTo>
                        <a:cubicBezTo>
                          <a:pt x="217622" y="-9287"/>
                          <a:pt x="112943" y="-9287"/>
                          <a:pt x="48363" y="27861"/>
                        </a:cubicBezTo>
                        <a:cubicBezTo>
                          <a:pt x="-16121" y="65008"/>
                          <a:pt x="-16121" y="125492"/>
                          <a:pt x="48363" y="16273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8" name="Google Shape;3311;p45">
                    <a:extLst>
                      <a:ext uri="{FF2B5EF4-FFF2-40B4-BE49-F238E27FC236}">
                        <a16:creationId xmlns:a16="http://schemas.microsoft.com/office/drawing/2014/main" id="{DA49059B-4770-F4C7-A0FA-0F417BCFEC00}"/>
                      </a:ext>
                    </a:extLst>
                  </p:cNvPr>
                  <p:cNvSpPr/>
                  <p:nvPr/>
                </p:nvSpPr>
                <p:spPr>
                  <a:xfrm>
                    <a:off x="3694927" y="4718920"/>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9" name="Google Shape;3312;p45">
                    <a:extLst>
                      <a:ext uri="{FF2B5EF4-FFF2-40B4-BE49-F238E27FC236}">
                        <a16:creationId xmlns:a16="http://schemas.microsoft.com/office/drawing/2014/main" id="{082DCE2F-3CFF-79A5-2BFC-81C2701EE84D}"/>
                      </a:ext>
                    </a:extLst>
                  </p:cNvPr>
                  <p:cNvSpPr/>
                  <p:nvPr/>
                </p:nvSpPr>
                <p:spPr>
                  <a:xfrm>
                    <a:off x="3703523" y="4724253"/>
                    <a:ext cx="291917" cy="168568"/>
                  </a:xfrm>
                  <a:custGeom>
                    <a:avLst/>
                    <a:gdLst/>
                    <a:ahLst/>
                    <a:cxnLst/>
                    <a:rect l="l" t="t" r="r" b="b"/>
                    <a:pathLst>
                      <a:path w="291917" h="168568" extrusionOk="0">
                        <a:moveTo>
                          <a:pt x="42719" y="143709"/>
                        </a:moveTo>
                        <a:cubicBezTo>
                          <a:pt x="99774" y="176856"/>
                          <a:pt x="192262" y="176856"/>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0" name="Google Shape;3313;p45">
                    <a:extLst>
                      <a:ext uri="{FF2B5EF4-FFF2-40B4-BE49-F238E27FC236}">
                        <a16:creationId xmlns:a16="http://schemas.microsoft.com/office/drawing/2014/main" id="{BEACBF63-357D-317B-3308-FE0EAC5092C3}"/>
                      </a:ext>
                    </a:extLst>
                  </p:cNvPr>
                  <p:cNvSpPr/>
                  <p:nvPr/>
                </p:nvSpPr>
                <p:spPr>
                  <a:xfrm>
                    <a:off x="3712548" y="4729087"/>
                    <a:ext cx="273962" cy="158234"/>
                  </a:xfrm>
                  <a:custGeom>
                    <a:avLst/>
                    <a:gdLst/>
                    <a:ahLst/>
                    <a:cxnLst/>
                    <a:rect l="l" t="t" r="r" b="b"/>
                    <a:pathLst>
                      <a:path w="273962" h="158234" extrusionOk="0">
                        <a:moveTo>
                          <a:pt x="40077" y="134874"/>
                        </a:moveTo>
                        <a:cubicBezTo>
                          <a:pt x="93607" y="166021"/>
                          <a:pt x="180475" y="166021"/>
                          <a:pt x="233815" y="134874"/>
                        </a:cubicBezTo>
                        <a:cubicBezTo>
                          <a:pt x="287345" y="104013"/>
                          <a:pt x="287345" y="53911"/>
                          <a:pt x="233815" y="23146"/>
                        </a:cubicBezTo>
                        <a:cubicBezTo>
                          <a:pt x="180475" y="-7715"/>
                          <a:pt x="93607" y="-7715"/>
                          <a:pt x="40077" y="23146"/>
                        </a:cubicBezTo>
                        <a:cubicBezTo>
                          <a:pt x="-13359" y="54007"/>
                          <a:pt x="-13359" y="104108"/>
                          <a:pt x="40077" y="13487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1" name="Google Shape;3314;p45">
                    <a:extLst>
                      <a:ext uri="{FF2B5EF4-FFF2-40B4-BE49-F238E27FC236}">
                        <a16:creationId xmlns:a16="http://schemas.microsoft.com/office/drawing/2014/main" id="{8600C91E-742E-2DA1-2160-5BDB275D9906}"/>
                      </a:ext>
                    </a:extLst>
                  </p:cNvPr>
                  <p:cNvSpPr/>
                  <p:nvPr/>
                </p:nvSpPr>
                <p:spPr>
                  <a:xfrm>
                    <a:off x="3720097" y="4733802"/>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2" name="Google Shape;3315;p45">
                    <a:extLst>
                      <a:ext uri="{FF2B5EF4-FFF2-40B4-BE49-F238E27FC236}">
                        <a16:creationId xmlns:a16="http://schemas.microsoft.com/office/drawing/2014/main" id="{EE1DF30B-DE34-24B0-055C-8723AF683EE6}"/>
                      </a:ext>
                    </a:extLst>
                  </p:cNvPr>
                  <p:cNvSpPr/>
                  <p:nvPr/>
                </p:nvSpPr>
                <p:spPr>
                  <a:xfrm>
                    <a:off x="3727645" y="4737755"/>
                    <a:ext cx="243673" cy="140731"/>
                  </a:xfrm>
                  <a:custGeom>
                    <a:avLst/>
                    <a:gdLst/>
                    <a:ahLst/>
                    <a:cxnLst/>
                    <a:rect l="l" t="t" r="r" b="b"/>
                    <a:pathLst>
                      <a:path w="243673" h="140731" extrusionOk="0">
                        <a:moveTo>
                          <a:pt x="35647" y="120015"/>
                        </a:moveTo>
                        <a:cubicBezTo>
                          <a:pt x="83272" y="147638"/>
                          <a:pt x="160520" y="147638"/>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3" name="Google Shape;3316;p45">
                    <a:extLst>
                      <a:ext uri="{FF2B5EF4-FFF2-40B4-BE49-F238E27FC236}">
                        <a16:creationId xmlns:a16="http://schemas.microsoft.com/office/drawing/2014/main" id="{843769B5-870A-A484-A76B-5EF1D0B71741}"/>
                      </a:ext>
                    </a:extLst>
                  </p:cNvPr>
                  <p:cNvSpPr/>
                  <p:nvPr/>
                </p:nvSpPr>
                <p:spPr>
                  <a:xfrm>
                    <a:off x="3734337" y="4741946"/>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4" name="Google Shape;3317;p45">
                    <a:extLst>
                      <a:ext uri="{FF2B5EF4-FFF2-40B4-BE49-F238E27FC236}">
                        <a16:creationId xmlns:a16="http://schemas.microsoft.com/office/drawing/2014/main" id="{43D30A5B-A89A-8B46-67BA-218116B13001}"/>
                      </a:ext>
                    </a:extLst>
                  </p:cNvPr>
                  <p:cNvSpPr/>
                  <p:nvPr/>
                </p:nvSpPr>
                <p:spPr>
                  <a:xfrm>
                    <a:off x="3741456" y="4745828"/>
                    <a:ext cx="216074" cy="124753"/>
                  </a:xfrm>
                  <a:custGeom>
                    <a:avLst/>
                    <a:gdLst/>
                    <a:ahLst/>
                    <a:cxnLst/>
                    <a:rect l="l" t="t" r="r" b="b"/>
                    <a:pathLst>
                      <a:path w="216074" h="124753" extrusionOk="0">
                        <a:moveTo>
                          <a:pt x="31647" y="106323"/>
                        </a:moveTo>
                        <a:cubicBezTo>
                          <a:pt x="73938" y="130897"/>
                          <a:pt x="142327" y="130897"/>
                          <a:pt x="184428" y="106323"/>
                        </a:cubicBezTo>
                        <a:cubicBezTo>
                          <a:pt x="226624" y="82034"/>
                          <a:pt x="226624" y="42505"/>
                          <a:pt x="184428" y="18216"/>
                        </a:cubicBezTo>
                        <a:cubicBezTo>
                          <a:pt x="142327" y="-6072"/>
                          <a:pt x="73842" y="-6072"/>
                          <a:pt x="31647" y="18216"/>
                        </a:cubicBezTo>
                        <a:cubicBezTo>
                          <a:pt x="-10549" y="42505"/>
                          <a:pt x="-10549" y="82034"/>
                          <a:pt x="31647" y="10632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5" name="Google Shape;3318;p45">
                    <a:extLst>
                      <a:ext uri="{FF2B5EF4-FFF2-40B4-BE49-F238E27FC236}">
                        <a16:creationId xmlns:a16="http://schemas.microsoft.com/office/drawing/2014/main" id="{CF7E0A6D-01B5-1B7A-6A45-F999D6567CE3}"/>
                      </a:ext>
                    </a:extLst>
                  </p:cNvPr>
                  <p:cNvSpPr/>
                  <p:nvPr/>
                </p:nvSpPr>
                <p:spPr>
                  <a:xfrm>
                    <a:off x="3747433" y="4749495"/>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6" name="Google Shape;3319;p45">
                    <a:extLst>
                      <a:ext uri="{FF2B5EF4-FFF2-40B4-BE49-F238E27FC236}">
                        <a16:creationId xmlns:a16="http://schemas.microsoft.com/office/drawing/2014/main" id="{6CD73AF4-7631-23DB-3C41-A96C7D0F80B6}"/>
                      </a:ext>
                    </a:extLst>
                  </p:cNvPr>
                  <p:cNvSpPr/>
                  <p:nvPr/>
                </p:nvSpPr>
                <p:spPr>
                  <a:xfrm>
                    <a:off x="3752910" y="4752424"/>
                    <a:ext cx="193166" cy="111490"/>
                  </a:xfrm>
                  <a:custGeom>
                    <a:avLst/>
                    <a:gdLst/>
                    <a:ahLst/>
                    <a:cxnLst/>
                    <a:rect l="l" t="t" r="r" b="b"/>
                    <a:pathLst>
                      <a:path w="193166" h="111490" extrusionOk="0">
                        <a:moveTo>
                          <a:pt x="28289" y="95060"/>
                        </a:moveTo>
                        <a:cubicBezTo>
                          <a:pt x="66008" y="116967"/>
                          <a:pt x="127254" y="116967"/>
                          <a:pt x="164878" y="95060"/>
                        </a:cubicBezTo>
                        <a:cubicBezTo>
                          <a:pt x="202597" y="73343"/>
                          <a:pt x="202597" y="38005"/>
                          <a:pt x="164878" y="16288"/>
                        </a:cubicBezTo>
                        <a:cubicBezTo>
                          <a:pt x="127254" y="-5429"/>
                          <a:pt x="66103" y="-5429"/>
                          <a:pt x="28289" y="16288"/>
                        </a:cubicBezTo>
                        <a:cubicBezTo>
                          <a:pt x="-9430" y="38005"/>
                          <a:pt x="-9430" y="73343"/>
                          <a:pt x="28289" y="95060"/>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7" name="Google Shape;3320;p45">
                    <a:extLst>
                      <a:ext uri="{FF2B5EF4-FFF2-40B4-BE49-F238E27FC236}">
                        <a16:creationId xmlns:a16="http://schemas.microsoft.com/office/drawing/2014/main" id="{FD861BB6-86AE-0401-622F-ACEF0CF5B225}"/>
                      </a:ext>
                    </a:extLst>
                  </p:cNvPr>
                  <p:cNvSpPr/>
                  <p:nvPr/>
                </p:nvSpPr>
                <p:spPr>
                  <a:xfrm>
                    <a:off x="3758292" y="4755662"/>
                    <a:ext cx="182403" cy="105322"/>
                  </a:xfrm>
                  <a:custGeom>
                    <a:avLst/>
                    <a:gdLst/>
                    <a:ahLst/>
                    <a:cxnLst/>
                    <a:rect l="l" t="t" r="r" b="b"/>
                    <a:pathLst>
                      <a:path w="182403" h="105322" extrusionOk="0">
                        <a:moveTo>
                          <a:pt x="26718" y="89821"/>
                        </a:moveTo>
                        <a:cubicBezTo>
                          <a:pt x="62341" y="110490"/>
                          <a:pt x="120158" y="110490"/>
                          <a:pt x="155686" y="89821"/>
                        </a:cubicBezTo>
                        <a:cubicBezTo>
                          <a:pt x="191310" y="69342"/>
                          <a:pt x="191310" y="35909"/>
                          <a:pt x="155686" y="15430"/>
                        </a:cubicBezTo>
                        <a:cubicBezTo>
                          <a:pt x="120158" y="-5143"/>
                          <a:pt x="62341" y="-5143"/>
                          <a:pt x="26718" y="15430"/>
                        </a:cubicBezTo>
                        <a:cubicBezTo>
                          <a:pt x="-8906" y="36004"/>
                          <a:pt x="-8906" y="69342"/>
                          <a:pt x="26718" y="89821"/>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8" name="Google Shape;3321;p45">
                    <a:extLst>
                      <a:ext uri="{FF2B5EF4-FFF2-40B4-BE49-F238E27FC236}">
                        <a16:creationId xmlns:a16="http://schemas.microsoft.com/office/drawing/2014/main" id="{427ABF20-47A2-239D-1417-07E903B2FD99}"/>
                      </a:ext>
                    </a:extLst>
                  </p:cNvPr>
                  <p:cNvSpPr/>
                  <p:nvPr/>
                </p:nvSpPr>
                <p:spPr>
                  <a:xfrm>
                    <a:off x="3763578" y="4758496"/>
                    <a:ext cx="171807" cy="99250"/>
                  </a:xfrm>
                  <a:custGeom>
                    <a:avLst/>
                    <a:gdLst/>
                    <a:ahLst/>
                    <a:cxnLst/>
                    <a:rect l="l" t="t" r="r" b="b"/>
                    <a:pathLst>
                      <a:path w="171807" h="99250" extrusionOk="0">
                        <a:moveTo>
                          <a:pt x="25146" y="84606"/>
                        </a:moveTo>
                        <a:cubicBezTo>
                          <a:pt x="58674"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9" name="Google Shape;3322;p45">
                    <a:extLst>
                      <a:ext uri="{FF2B5EF4-FFF2-40B4-BE49-F238E27FC236}">
                        <a16:creationId xmlns:a16="http://schemas.microsoft.com/office/drawing/2014/main" id="{6CC4E2DF-263D-4A07-FF57-615EF20EBAA7}"/>
                      </a:ext>
                    </a:extLst>
                  </p:cNvPr>
                  <p:cNvSpPr/>
                  <p:nvPr/>
                </p:nvSpPr>
                <p:spPr>
                  <a:xfrm>
                    <a:off x="3768436" y="4761473"/>
                    <a:ext cx="162186" cy="93702"/>
                  </a:xfrm>
                  <a:custGeom>
                    <a:avLst/>
                    <a:gdLst/>
                    <a:ahLst/>
                    <a:cxnLst/>
                    <a:rect l="l" t="t" r="r" b="b"/>
                    <a:pathLst>
                      <a:path w="162186" h="93702" extrusionOk="0">
                        <a:moveTo>
                          <a:pt x="23717" y="79915"/>
                        </a:moveTo>
                        <a:cubicBezTo>
                          <a:pt x="55435" y="98298"/>
                          <a:pt x="106871" y="98298"/>
                          <a:pt x="138398" y="79915"/>
                        </a:cubicBezTo>
                        <a:cubicBezTo>
                          <a:pt x="170117" y="61627"/>
                          <a:pt x="170117" y="31909"/>
                          <a:pt x="138398" y="13716"/>
                        </a:cubicBezTo>
                        <a:cubicBezTo>
                          <a:pt x="106775" y="-4572"/>
                          <a:pt x="55435" y="-4572"/>
                          <a:pt x="23717" y="13716"/>
                        </a:cubicBezTo>
                        <a:cubicBezTo>
                          <a:pt x="-7906" y="32004"/>
                          <a:pt x="-7906" y="61627"/>
                          <a:pt x="23717" y="7991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0" name="Google Shape;3323;p45">
                    <a:extLst>
                      <a:ext uri="{FF2B5EF4-FFF2-40B4-BE49-F238E27FC236}">
                        <a16:creationId xmlns:a16="http://schemas.microsoft.com/office/drawing/2014/main" id="{D73C27F9-7AE0-5BDE-3FE9-1FF60A61B29C}"/>
                      </a:ext>
                    </a:extLst>
                  </p:cNvPr>
                  <p:cNvSpPr/>
                  <p:nvPr/>
                </p:nvSpPr>
                <p:spPr>
                  <a:xfrm>
                    <a:off x="3773294" y="4764139"/>
                    <a:ext cx="152376" cy="87987"/>
                  </a:xfrm>
                  <a:custGeom>
                    <a:avLst/>
                    <a:gdLst/>
                    <a:ahLst/>
                    <a:cxnLst/>
                    <a:rect l="l" t="t" r="r" b="b"/>
                    <a:pathLst>
                      <a:path w="152376" h="87987" extrusionOk="0">
                        <a:moveTo>
                          <a:pt x="22288" y="75057"/>
                        </a:moveTo>
                        <a:cubicBezTo>
                          <a:pt x="52007" y="92297"/>
                          <a:pt x="100298" y="92297"/>
                          <a:pt x="130016" y="75057"/>
                        </a:cubicBezTo>
                        <a:cubicBezTo>
                          <a:pt x="159829" y="57912"/>
                          <a:pt x="159829" y="30004"/>
                          <a:pt x="130016" y="12859"/>
                        </a:cubicBezTo>
                        <a:cubicBezTo>
                          <a:pt x="100298" y="-4286"/>
                          <a:pt x="52102" y="-4286"/>
                          <a:pt x="22288" y="12859"/>
                        </a:cubicBezTo>
                        <a:cubicBezTo>
                          <a:pt x="-7429" y="30004"/>
                          <a:pt x="-7429" y="57817"/>
                          <a:pt x="22288" y="75057"/>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1" name="Google Shape;3324;p45">
                    <a:extLst>
                      <a:ext uri="{FF2B5EF4-FFF2-40B4-BE49-F238E27FC236}">
                        <a16:creationId xmlns:a16="http://schemas.microsoft.com/office/drawing/2014/main" id="{6B729019-F91F-E097-4EA7-B444737E306E}"/>
                      </a:ext>
                    </a:extLst>
                  </p:cNvPr>
                  <p:cNvSpPr/>
                  <p:nvPr/>
                </p:nvSpPr>
                <p:spPr>
                  <a:xfrm>
                    <a:off x="3777556" y="4766854"/>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2" name="Google Shape;3325;p45">
                    <a:extLst>
                      <a:ext uri="{FF2B5EF4-FFF2-40B4-BE49-F238E27FC236}">
                        <a16:creationId xmlns:a16="http://schemas.microsoft.com/office/drawing/2014/main" id="{860ACB1D-3BEB-8609-D2D9-69D51948EF63}"/>
                      </a:ext>
                    </a:extLst>
                  </p:cNvPr>
                  <p:cNvSpPr/>
                  <p:nvPr/>
                </p:nvSpPr>
                <p:spPr>
                  <a:xfrm>
                    <a:off x="3784581" y="4771117"/>
                    <a:ext cx="129730" cy="74866"/>
                  </a:xfrm>
                  <a:custGeom>
                    <a:avLst/>
                    <a:gdLst/>
                    <a:ahLst/>
                    <a:cxnLst/>
                    <a:rect l="l" t="t" r="r" b="b"/>
                    <a:pathLst>
                      <a:path w="129730" h="74866" extrusionOk="0">
                        <a:moveTo>
                          <a:pt x="19002" y="63794"/>
                        </a:moveTo>
                        <a:cubicBezTo>
                          <a:pt x="44339" y="78557"/>
                          <a:pt x="85392" y="78557"/>
                          <a:pt x="110728" y="63794"/>
                        </a:cubicBezTo>
                        <a:cubicBezTo>
                          <a:pt x="136064" y="49220"/>
                          <a:pt x="136064" y="25503"/>
                          <a:pt x="110728" y="10930"/>
                        </a:cubicBezTo>
                        <a:cubicBezTo>
                          <a:pt x="85487" y="-3643"/>
                          <a:pt x="44434" y="-3643"/>
                          <a:pt x="19002" y="10930"/>
                        </a:cubicBezTo>
                        <a:cubicBezTo>
                          <a:pt x="-6334" y="25503"/>
                          <a:pt x="-6334" y="49220"/>
                          <a:pt x="19002" y="6379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3" name="Google Shape;3326;p45">
                    <a:extLst>
                      <a:ext uri="{FF2B5EF4-FFF2-40B4-BE49-F238E27FC236}">
                        <a16:creationId xmlns:a16="http://schemas.microsoft.com/office/drawing/2014/main" id="{0A6AD0BC-D0B8-A94E-ED78-82C908D6B507}"/>
                      </a:ext>
                    </a:extLst>
                  </p:cNvPr>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05" name="Google Shape;3327;p45">
                  <a:extLst>
                    <a:ext uri="{FF2B5EF4-FFF2-40B4-BE49-F238E27FC236}">
                      <a16:creationId xmlns:a16="http://schemas.microsoft.com/office/drawing/2014/main" id="{42C7E6FA-B06F-2100-180E-373DCA01E5DB}"/>
                    </a:ext>
                  </a:extLst>
                </p:cNvPr>
                <p:cNvGrpSpPr/>
                <p:nvPr/>
              </p:nvGrpSpPr>
              <p:grpSpPr>
                <a:xfrm>
                  <a:off x="3646611" y="4678414"/>
                  <a:ext cx="405669" cy="247649"/>
                  <a:chOff x="3646611" y="4678414"/>
                  <a:chExt cx="405669" cy="247649"/>
                </a:xfrm>
              </p:grpSpPr>
              <p:sp>
                <p:nvSpPr>
                  <p:cNvPr id="3206" name="Google Shape;3328;p45">
                    <a:extLst>
                      <a:ext uri="{FF2B5EF4-FFF2-40B4-BE49-F238E27FC236}">
                        <a16:creationId xmlns:a16="http://schemas.microsoft.com/office/drawing/2014/main" id="{9A7C02C4-DB65-2EB2-DD9B-3482165F5A34}"/>
                      </a:ext>
                    </a:extLst>
                  </p:cNvPr>
                  <p:cNvSpPr/>
                  <p:nvPr/>
                </p:nvSpPr>
                <p:spPr>
                  <a:xfrm>
                    <a:off x="3646611" y="4691749"/>
                    <a:ext cx="405574" cy="234314"/>
                  </a:xfrm>
                  <a:custGeom>
                    <a:avLst/>
                    <a:gdLst/>
                    <a:ahLst/>
                    <a:cxnLst/>
                    <a:rect l="l" t="t" r="r" b="b"/>
                    <a:pathLst>
                      <a:path w="405574" h="234314" extrusionOk="0">
                        <a:moveTo>
                          <a:pt x="404336" y="103823"/>
                        </a:moveTo>
                        <a:cubicBezTo>
                          <a:pt x="399288" y="78391"/>
                          <a:pt x="379952" y="53816"/>
                          <a:pt x="346234" y="34290"/>
                        </a:cubicBezTo>
                        <a:cubicBezTo>
                          <a:pt x="267081" y="-11430"/>
                          <a:pt x="138684" y="-11430"/>
                          <a:pt x="59436" y="34290"/>
                        </a:cubicBezTo>
                        <a:cubicBezTo>
                          <a:pt x="25527" y="53912"/>
                          <a:pt x="6096" y="78677"/>
                          <a:pt x="1238" y="104299"/>
                        </a:cubicBezTo>
                        <a:lnTo>
                          <a:pt x="0" y="103823"/>
                        </a:lnTo>
                        <a:lnTo>
                          <a:pt x="0" y="117920"/>
                        </a:lnTo>
                        <a:lnTo>
                          <a:pt x="0" y="117920"/>
                        </a:lnTo>
                        <a:cubicBezTo>
                          <a:pt x="286"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95" y="44006"/>
                        </a:moveTo>
                        <a:cubicBezTo>
                          <a:pt x="83058" y="40100"/>
                          <a:pt x="93916" y="40100"/>
                          <a:pt x="100584" y="44006"/>
                        </a:cubicBezTo>
                        <a:lnTo>
                          <a:pt x="150209" y="72676"/>
                        </a:lnTo>
                        <a:cubicBezTo>
                          <a:pt x="156972" y="76581"/>
                          <a:pt x="156972" y="82868"/>
                          <a:pt x="150209" y="86773"/>
                        </a:cubicBezTo>
                        <a:cubicBezTo>
                          <a:pt x="143446" y="90678"/>
                          <a:pt x="132588" y="90678"/>
                          <a:pt x="125921" y="86773"/>
                        </a:cubicBezTo>
                        <a:lnTo>
                          <a:pt x="76295" y="58103"/>
                        </a:lnTo>
                        <a:cubicBezTo>
                          <a:pt x="69532" y="54197"/>
                          <a:pt x="69532" y="47911"/>
                          <a:pt x="76295" y="44101"/>
                        </a:cubicBezTo>
                        <a:close/>
                        <a:moveTo>
                          <a:pt x="41053" y="127064"/>
                        </a:moveTo>
                        <a:cubicBezTo>
                          <a:pt x="31528" y="127064"/>
                          <a:pt x="23813" y="122587"/>
                          <a:pt x="23813" y="117157"/>
                        </a:cubicBezTo>
                        <a:cubicBezTo>
                          <a:pt x="23813" y="111728"/>
                          <a:pt x="31528" y="107252"/>
                          <a:pt x="41053" y="107252"/>
                        </a:cubicBezTo>
                        <a:lnTo>
                          <a:pt x="111252" y="107252"/>
                        </a:lnTo>
                        <a:cubicBezTo>
                          <a:pt x="120777" y="107252"/>
                          <a:pt x="128492" y="111728"/>
                          <a:pt x="128492" y="117157"/>
                        </a:cubicBezTo>
                        <a:cubicBezTo>
                          <a:pt x="128492" y="122587"/>
                          <a:pt x="120777" y="127064"/>
                          <a:pt x="111252" y="127064"/>
                        </a:cubicBezTo>
                        <a:lnTo>
                          <a:pt x="41148" y="127064"/>
                        </a:lnTo>
                        <a:close/>
                        <a:moveTo>
                          <a:pt x="150209" y="161544"/>
                        </a:moveTo>
                        <a:lnTo>
                          <a:pt x="100584" y="190214"/>
                        </a:lnTo>
                        <a:cubicBezTo>
                          <a:pt x="93916" y="194120"/>
                          <a:pt x="82963" y="194120"/>
                          <a:pt x="76295" y="190214"/>
                        </a:cubicBezTo>
                        <a:cubicBezTo>
                          <a:pt x="69532" y="186309"/>
                          <a:pt x="69532" y="180023"/>
                          <a:pt x="76295" y="176213"/>
                        </a:cubicBezTo>
                        <a:lnTo>
                          <a:pt x="125921" y="147542"/>
                        </a:lnTo>
                        <a:cubicBezTo>
                          <a:pt x="132588" y="143637"/>
                          <a:pt x="143542" y="143637"/>
                          <a:pt x="150209" y="147542"/>
                        </a:cubicBezTo>
                        <a:cubicBezTo>
                          <a:pt x="156972" y="151448"/>
                          <a:pt x="156972" y="157734"/>
                          <a:pt x="150209" y="161639"/>
                        </a:cubicBezTo>
                        <a:close/>
                        <a:moveTo>
                          <a:pt x="185642" y="23622"/>
                        </a:moveTo>
                        <a:cubicBezTo>
                          <a:pt x="185642" y="18098"/>
                          <a:pt x="193357" y="13716"/>
                          <a:pt x="202882" y="13716"/>
                        </a:cubicBezTo>
                        <a:cubicBezTo>
                          <a:pt x="212407" y="13716"/>
                          <a:pt x="220123" y="18193"/>
                          <a:pt x="220123" y="23622"/>
                        </a:cubicBezTo>
                        <a:lnTo>
                          <a:pt x="220123" y="64103"/>
                        </a:lnTo>
                        <a:cubicBezTo>
                          <a:pt x="220123" y="69628"/>
                          <a:pt x="212407" y="74009"/>
                          <a:pt x="202882" y="74009"/>
                        </a:cubicBezTo>
                        <a:cubicBezTo>
                          <a:pt x="193357" y="74009"/>
                          <a:pt x="185642" y="69532"/>
                          <a:pt x="185642" y="64103"/>
                        </a:cubicBezTo>
                        <a:lnTo>
                          <a:pt x="185642" y="23622"/>
                        </a:lnTo>
                        <a:close/>
                        <a:moveTo>
                          <a:pt x="202882" y="220408"/>
                        </a:moveTo>
                        <a:cubicBezTo>
                          <a:pt x="193357" y="220408"/>
                          <a:pt x="185642" y="215932"/>
                          <a:pt x="185642" y="210503"/>
                        </a:cubicBezTo>
                        <a:lnTo>
                          <a:pt x="185642" y="170021"/>
                        </a:lnTo>
                        <a:cubicBezTo>
                          <a:pt x="185642" y="164497"/>
                          <a:pt x="193357" y="160115"/>
                          <a:pt x="202882" y="160115"/>
                        </a:cubicBezTo>
                        <a:cubicBezTo>
                          <a:pt x="212407" y="160115"/>
                          <a:pt x="220123" y="164592"/>
                          <a:pt x="220123" y="170021"/>
                        </a:cubicBezTo>
                        <a:lnTo>
                          <a:pt x="220123" y="210503"/>
                        </a:lnTo>
                        <a:cubicBezTo>
                          <a:pt x="220123" y="216027"/>
                          <a:pt x="212407" y="220408"/>
                          <a:pt x="202882" y="220408"/>
                        </a:cubicBezTo>
                        <a:close/>
                        <a:moveTo>
                          <a:pt x="255556" y="72581"/>
                        </a:moveTo>
                        <a:lnTo>
                          <a:pt x="305181" y="43910"/>
                        </a:lnTo>
                        <a:cubicBezTo>
                          <a:pt x="311944" y="40005"/>
                          <a:pt x="322802" y="40005"/>
                          <a:pt x="329470" y="43910"/>
                        </a:cubicBezTo>
                        <a:cubicBezTo>
                          <a:pt x="336232" y="47815"/>
                          <a:pt x="336232" y="54102"/>
                          <a:pt x="329470" y="57912"/>
                        </a:cubicBezTo>
                        <a:lnTo>
                          <a:pt x="279845" y="86582"/>
                        </a:lnTo>
                        <a:cubicBezTo>
                          <a:pt x="273082" y="90488"/>
                          <a:pt x="262223" y="90488"/>
                          <a:pt x="255461" y="86582"/>
                        </a:cubicBezTo>
                        <a:cubicBezTo>
                          <a:pt x="248698" y="82677"/>
                          <a:pt x="248698" y="76390"/>
                          <a:pt x="255461" y="72485"/>
                        </a:cubicBezTo>
                        <a:close/>
                        <a:moveTo>
                          <a:pt x="329470" y="190119"/>
                        </a:moveTo>
                        <a:cubicBezTo>
                          <a:pt x="322802" y="194024"/>
                          <a:pt x="311848" y="194024"/>
                          <a:pt x="305181" y="190119"/>
                        </a:cubicBezTo>
                        <a:lnTo>
                          <a:pt x="255556" y="161449"/>
                        </a:lnTo>
                        <a:cubicBezTo>
                          <a:pt x="248793" y="157544"/>
                          <a:pt x="248793" y="151257"/>
                          <a:pt x="255556" y="147352"/>
                        </a:cubicBezTo>
                        <a:cubicBezTo>
                          <a:pt x="262319" y="143447"/>
                          <a:pt x="273177" y="143447"/>
                          <a:pt x="279940" y="147352"/>
                        </a:cubicBezTo>
                        <a:lnTo>
                          <a:pt x="329565" y="176022"/>
                        </a:lnTo>
                        <a:cubicBezTo>
                          <a:pt x="336328" y="179927"/>
                          <a:pt x="336328" y="186214"/>
                          <a:pt x="329565" y="190024"/>
                        </a:cubicBezTo>
                        <a:close/>
                        <a:moveTo>
                          <a:pt x="364712" y="126968"/>
                        </a:moveTo>
                        <a:lnTo>
                          <a:pt x="294513" y="126968"/>
                        </a:lnTo>
                        <a:cubicBezTo>
                          <a:pt x="284988" y="126968"/>
                          <a:pt x="277368" y="122491"/>
                          <a:pt x="277368" y="117062"/>
                        </a:cubicBezTo>
                        <a:cubicBezTo>
                          <a:pt x="277368" y="111633"/>
                          <a:pt x="285083" y="107156"/>
                          <a:pt x="294513" y="107156"/>
                        </a:cubicBezTo>
                        <a:lnTo>
                          <a:pt x="364712" y="107156"/>
                        </a:lnTo>
                        <a:cubicBezTo>
                          <a:pt x="374237" y="107156"/>
                          <a:pt x="381953" y="111633"/>
                          <a:pt x="381953" y="117062"/>
                        </a:cubicBezTo>
                        <a:cubicBezTo>
                          <a:pt x="381953" y="122491"/>
                          <a:pt x="374237" y="126968"/>
                          <a:pt x="364712"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7" name="Google Shape;3329;p45">
                    <a:extLst>
                      <a:ext uri="{FF2B5EF4-FFF2-40B4-BE49-F238E27FC236}">
                        <a16:creationId xmlns:a16="http://schemas.microsoft.com/office/drawing/2014/main" id="{CC6DBE5D-089B-55EE-CAA2-8FD148BDC35A}"/>
                      </a:ext>
                    </a:extLst>
                  </p:cNvPr>
                  <p:cNvSpPr/>
                  <p:nvPr/>
                </p:nvSpPr>
                <p:spPr>
                  <a:xfrm>
                    <a:off x="3646611" y="4678414"/>
                    <a:ext cx="405669" cy="234124"/>
                  </a:xfrm>
                  <a:custGeom>
                    <a:avLst/>
                    <a:gdLst/>
                    <a:ahLst/>
                    <a:cxnLst/>
                    <a:rect l="l" t="t" r="r" b="b"/>
                    <a:pathLst>
                      <a:path w="405669" h="234124" extrusionOk="0">
                        <a:moveTo>
                          <a:pt x="346234" y="34290"/>
                        </a:moveTo>
                        <a:cubicBezTo>
                          <a:pt x="267081" y="-11430"/>
                          <a:pt x="138684" y="-11430"/>
                          <a:pt x="59436" y="34290"/>
                        </a:cubicBezTo>
                        <a:cubicBezTo>
                          <a:pt x="-19812" y="80010"/>
                          <a:pt x="-19812" y="154210"/>
                          <a:pt x="59436" y="199834"/>
                        </a:cubicBezTo>
                        <a:cubicBezTo>
                          <a:pt x="138684" y="245555"/>
                          <a:pt x="267081" y="245555"/>
                          <a:pt x="346234" y="199834"/>
                        </a:cubicBezTo>
                        <a:cubicBezTo>
                          <a:pt x="425482" y="154115"/>
                          <a:pt x="425482" y="80010"/>
                          <a:pt x="346234" y="34290"/>
                        </a:cubicBezTo>
                        <a:close/>
                        <a:moveTo>
                          <a:pt x="76200" y="58007"/>
                        </a:moveTo>
                        <a:cubicBezTo>
                          <a:pt x="69437" y="54102"/>
                          <a:pt x="69437" y="47815"/>
                          <a:pt x="76200" y="44006"/>
                        </a:cubicBezTo>
                        <a:cubicBezTo>
                          <a:pt x="82963" y="40100"/>
                          <a:pt x="93821" y="40100"/>
                          <a:pt x="100489" y="44006"/>
                        </a:cubicBezTo>
                        <a:lnTo>
                          <a:pt x="150114" y="72676"/>
                        </a:lnTo>
                        <a:cubicBezTo>
                          <a:pt x="156877" y="76581"/>
                          <a:pt x="156877" y="82867"/>
                          <a:pt x="150114" y="86678"/>
                        </a:cubicBezTo>
                        <a:cubicBezTo>
                          <a:pt x="143351" y="90583"/>
                          <a:pt x="132493" y="90583"/>
                          <a:pt x="125825" y="86678"/>
                        </a:cubicBezTo>
                        <a:lnTo>
                          <a:pt x="76200" y="58007"/>
                        </a:lnTo>
                        <a:close/>
                        <a:moveTo>
                          <a:pt x="111061" y="126968"/>
                        </a:moveTo>
                        <a:lnTo>
                          <a:pt x="40957" y="126968"/>
                        </a:lnTo>
                        <a:cubicBezTo>
                          <a:pt x="31432" y="126968"/>
                          <a:pt x="23717" y="122491"/>
                          <a:pt x="23717" y="117062"/>
                        </a:cubicBezTo>
                        <a:cubicBezTo>
                          <a:pt x="23717" y="111633"/>
                          <a:pt x="31432" y="107156"/>
                          <a:pt x="40957" y="107156"/>
                        </a:cubicBezTo>
                        <a:lnTo>
                          <a:pt x="111157" y="107156"/>
                        </a:lnTo>
                        <a:cubicBezTo>
                          <a:pt x="120682" y="107156"/>
                          <a:pt x="128397" y="111633"/>
                          <a:pt x="128397" y="117062"/>
                        </a:cubicBezTo>
                        <a:cubicBezTo>
                          <a:pt x="128397" y="122491"/>
                          <a:pt x="120682" y="126968"/>
                          <a:pt x="111157" y="126968"/>
                        </a:cubicBezTo>
                        <a:close/>
                        <a:moveTo>
                          <a:pt x="202787" y="74009"/>
                        </a:moveTo>
                        <a:cubicBezTo>
                          <a:pt x="193262" y="74009"/>
                          <a:pt x="185547" y="69532"/>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532"/>
                          <a:pt x="212312" y="74009"/>
                          <a:pt x="202787" y="74009"/>
                        </a:cubicBezTo>
                        <a:close/>
                        <a:moveTo>
                          <a:pt x="100489" y="190119"/>
                        </a:moveTo>
                        <a:cubicBezTo>
                          <a:pt x="93821" y="194024"/>
                          <a:pt x="82868" y="194024"/>
                          <a:pt x="76200" y="190119"/>
                        </a:cubicBezTo>
                        <a:cubicBezTo>
                          <a:pt x="69437" y="186214"/>
                          <a:pt x="69437" y="179927"/>
                          <a:pt x="76200" y="176022"/>
                        </a:cubicBezTo>
                        <a:lnTo>
                          <a:pt x="125825" y="147352"/>
                        </a:lnTo>
                        <a:cubicBezTo>
                          <a:pt x="132493" y="143447"/>
                          <a:pt x="143446" y="143447"/>
                          <a:pt x="150114" y="147352"/>
                        </a:cubicBezTo>
                        <a:cubicBezTo>
                          <a:pt x="156877" y="151257"/>
                          <a:pt x="156877" y="157543"/>
                          <a:pt x="150114" y="161354"/>
                        </a:cubicBezTo>
                        <a:lnTo>
                          <a:pt x="100489" y="190024"/>
                        </a:lnTo>
                        <a:close/>
                        <a:moveTo>
                          <a:pt x="279749" y="86582"/>
                        </a:moveTo>
                        <a:cubicBezTo>
                          <a:pt x="272986" y="90488"/>
                          <a:pt x="262128" y="90488"/>
                          <a:pt x="255365" y="86582"/>
                        </a:cubicBezTo>
                        <a:cubicBezTo>
                          <a:pt x="248602" y="82677"/>
                          <a:pt x="248602" y="76390"/>
                          <a:pt x="255365" y="72581"/>
                        </a:cubicBezTo>
                        <a:lnTo>
                          <a:pt x="304990" y="43910"/>
                        </a:lnTo>
                        <a:cubicBezTo>
                          <a:pt x="311753" y="40005"/>
                          <a:pt x="322612" y="40005"/>
                          <a:pt x="329279" y="43910"/>
                        </a:cubicBezTo>
                        <a:cubicBezTo>
                          <a:pt x="336042" y="47815"/>
                          <a:pt x="336042" y="54102"/>
                          <a:pt x="329279" y="57912"/>
                        </a:cubicBezTo>
                        <a:lnTo>
                          <a:pt x="279654" y="86582"/>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8"/>
                        </a:moveTo>
                        <a:cubicBezTo>
                          <a:pt x="193167" y="220408"/>
                          <a:pt x="185452" y="215932"/>
                          <a:pt x="185452" y="210503"/>
                        </a:cubicBezTo>
                        <a:lnTo>
                          <a:pt x="185452" y="170021"/>
                        </a:lnTo>
                        <a:cubicBezTo>
                          <a:pt x="185452" y="164497"/>
                          <a:pt x="193167" y="160115"/>
                          <a:pt x="202692" y="160115"/>
                        </a:cubicBezTo>
                        <a:cubicBezTo>
                          <a:pt x="212217" y="160115"/>
                          <a:pt x="219932" y="164592"/>
                          <a:pt x="219932" y="170021"/>
                        </a:cubicBezTo>
                        <a:lnTo>
                          <a:pt x="219932" y="210503"/>
                        </a:lnTo>
                        <a:cubicBezTo>
                          <a:pt x="219932" y="216027"/>
                          <a:pt x="212217" y="220408"/>
                          <a:pt x="202692" y="220408"/>
                        </a:cubicBezTo>
                        <a:close/>
                        <a:moveTo>
                          <a:pt x="304990" y="190119"/>
                        </a:moveTo>
                        <a:lnTo>
                          <a:pt x="255365" y="161449"/>
                        </a:lnTo>
                        <a:cubicBezTo>
                          <a:pt x="248602" y="157543"/>
                          <a:pt x="248602" y="151257"/>
                          <a:pt x="255365" y="147447"/>
                        </a:cubicBezTo>
                        <a:cubicBezTo>
                          <a:pt x="262128" y="143542"/>
                          <a:pt x="272986" y="143542"/>
                          <a:pt x="279749" y="147447"/>
                        </a:cubicBezTo>
                        <a:lnTo>
                          <a:pt x="329374" y="176117"/>
                        </a:lnTo>
                        <a:cubicBezTo>
                          <a:pt x="336137" y="180023"/>
                          <a:pt x="336137" y="186309"/>
                          <a:pt x="329374" y="190214"/>
                        </a:cubicBezTo>
                        <a:cubicBezTo>
                          <a:pt x="322707" y="194120"/>
                          <a:pt x="311753" y="194120"/>
                          <a:pt x="305086"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8" name="Google Shape;3330;p45">
                    <a:extLst>
                      <a:ext uri="{FF2B5EF4-FFF2-40B4-BE49-F238E27FC236}">
                        <a16:creationId xmlns:a16="http://schemas.microsoft.com/office/drawing/2014/main" id="{FD7368D7-41A1-3703-9637-A1CC91D2CA28}"/>
                      </a:ext>
                    </a:extLst>
                  </p:cNvPr>
                  <p:cNvSpPr/>
                  <p:nvPr/>
                </p:nvSpPr>
                <p:spPr>
                  <a:xfrm>
                    <a:off x="3792266" y="4762425"/>
                    <a:ext cx="114454" cy="46386"/>
                  </a:xfrm>
                  <a:custGeom>
                    <a:avLst/>
                    <a:gdLst/>
                    <a:ahLst/>
                    <a:cxnLst/>
                    <a:rect l="l" t="t" r="r" b="b"/>
                    <a:pathLst>
                      <a:path w="114454" h="46386" extrusionOk="0">
                        <a:moveTo>
                          <a:pt x="109615" y="46387"/>
                        </a:moveTo>
                        <a:cubicBezTo>
                          <a:pt x="106853" y="42767"/>
                          <a:pt x="102852" y="39338"/>
                          <a:pt x="97708" y="36385"/>
                        </a:cubicBezTo>
                        <a:cubicBezTo>
                          <a:pt x="75325" y="23432"/>
                          <a:pt x="39130" y="23432"/>
                          <a:pt x="16746" y="36385"/>
                        </a:cubicBezTo>
                        <a:cubicBezTo>
                          <a:pt x="11603" y="39338"/>
                          <a:pt x="7602" y="42767"/>
                          <a:pt x="4840" y="46387"/>
                        </a:cubicBezTo>
                        <a:cubicBezTo>
                          <a:pt x="-4400" y="34290"/>
                          <a:pt x="-399" y="19622"/>
                          <a:pt x="16746" y="9716"/>
                        </a:cubicBezTo>
                        <a:cubicBezTo>
                          <a:pt x="39130" y="-3239"/>
                          <a:pt x="75325" y="-3239"/>
                          <a:pt x="97708" y="9716"/>
                        </a:cubicBezTo>
                        <a:cubicBezTo>
                          <a:pt x="114854"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9" name="Google Shape;3331;p45">
                    <a:extLst>
                      <a:ext uri="{FF2B5EF4-FFF2-40B4-BE49-F238E27FC236}">
                        <a16:creationId xmlns:a16="http://schemas.microsoft.com/office/drawing/2014/main" id="{1659501D-4744-41B4-06A1-B138E4FA02CE}"/>
                      </a:ext>
                    </a:extLst>
                  </p:cNvPr>
                  <p:cNvSpPr/>
                  <p:nvPr/>
                </p:nvSpPr>
                <p:spPr>
                  <a:xfrm>
                    <a:off x="3797106" y="4789095"/>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165" name="Google Shape;3332;p45">
                <a:extLst>
                  <a:ext uri="{FF2B5EF4-FFF2-40B4-BE49-F238E27FC236}">
                    <a16:creationId xmlns:a16="http://schemas.microsoft.com/office/drawing/2014/main" id="{7C91BD11-FBE1-64FB-E1D6-DC70C28D9F03}"/>
                  </a:ext>
                </a:extLst>
              </p:cNvPr>
              <p:cNvGrpSpPr/>
              <p:nvPr/>
            </p:nvGrpSpPr>
            <p:grpSpPr>
              <a:xfrm>
                <a:off x="7468856" y="4512385"/>
                <a:ext cx="639735" cy="559976"/>
                <a:chOff x="3695689" y="4939685"/>
                <a:chExt cx="422100" cy="369475"/>
              </a:xfrm>
            </p:grpSpPr>
            <p:sp>
              <p:nvSpPr>
                <p:cNvPr id="3166" name="Google Shape;3333;p45">
                  <a:extLst>
                    <a:ext uri="{FF2B5EF4-FFF2-40B4-BE49-F238E27FC236}">
                      <a16:creationId xmlns:a16="http://schemas.microsoft.com/office/drawing/2014/main" id="{6F371F74-5A71-D8A4-5984-2584C5855A24}"/>
                    </a:ext>
                  </a:extLst>
                </p:cNvPr>
                <p:cNvSpPr/>
                <p:nvPr/>
              </p:nvSpPr>
              <p:spPr>
                <a:xfrm>
                  <a:off x="3695689" y="5065320"/>
                  <a:ext cx="422100" cy="243840"/>
                </a:xfrm>
                <a:custGeom>
                  <a:avLst/>
                  <a:gdLst/>
                  <a:ahLst/>
                  <a:cxnLst/>
                  <a:rect l="l" t="t" r="r" b="b"/>
                  <a:pathLst>
                    <a:path w="422100" h="243840" extrusionOk="0">
                      <a:moveTo>
                        <a:pt x="360307" y="208121"/>
                      </a:moveTo>
                      <a:cubicBezTo>
                        <a:pt x="277821" y="255746"/>
                        <a:pt x="144185" y="255746"/>
                        <a:pt x="61793" y="208121"/>
                      </a:cubicBezTo>
                      <a:cubicBezTo>
                        <a:pt x="-20598" y="160496"/>
                        <a:pt x="-20598" y="83344"/>
                        <a:pt x="61793" y="35719"/>
                      </a:cubicBezTo>
                      <a:cubicBezTo>
                        <a:pt x="144185" y="-11906"/>
                        <a:pt x="277821" y="-11906"/>
                        <a:pt x="360307" y="35719"/>
                      </a:cubicBezTo>
                      <a:cubicBezTo>
                        <a:pt x="442698" y="83344"/>
                        <a:pt x="442698" y="160496"/>
                        <a:pt x="360307" y="208121"/>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167" name="Google Shape;3334;p45">
                  <a:extLst>
                    <a:ext uri="{FF2B5EF4-FFF2-40B4-BE49-F238E27FC236}">
                      <a16:creationId xmlns:a16="http://schemas.microsoft.com/office/drawing/2014/main" id="{1892465D-5BBD-B71E-D7D1-9B92518C4FAF}"/>
                    </a:ext>
                  </a:extLst>
                </p:cNvPr>
                <p:cNvGrpSpPr/>
                <p:nvPr/>
              </p:nvGrpSpPr>
              <p:grpSpPr>
                <a:xfrm>
                  <a:off x="3703857" y="5053128"/>
                  <a:ext cx="405669" cy="247649"/>
                  <a:chOff x="3703857" y="5053128"/>
                  <a:chExt cx="405669" cy="247649"/>
                </a:xfrm>
              </p:grpSpPr>
              <p:sp>
                <p:nvSpPr>
                  <p:cNvPr id="3198" name="Google Shape;3335;p45">
                    <a:extLst>
                      <a:ext uri="{FF2B5EF4-FFF2-40B4-BE49-F238E27FC236}">
                        <a16:creationId xmlns:a16="http://schemas.microsoft.com/office/drawing/2014/main" id="{445D1968-EF8C-DDAE-E585-21194B624E4D}"/>
                      </a:ext>
                    </a:extLst>
                  </p:cNvPr>
                  <p:cNvSpPr/>
                  <p:nvPr/>
                </p:nvSpPr>
                <p:spPr>
                  <a:xfrm>
                    <a:off x="3703857" y="5066463"/>
                    <a:ext cx="405574" cy="234314"/>
                  </a:xfrm>
                  <a:custGeom>
                    <a:avLst/>
                    <a:gdLst/>
                    <a:ahLst/>
                    <a:cxnLst/>
                    <a:rect l="l" t="t" r="r" b="b"/>
                    <a:pathLst>
                      <a:path w="405574" h="234314"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920"/>
                        </a:lnTo>
                        <a:lnTo>
                          <a:pt x="0" y="117920"/>
                        </a:lnTo>
                        <a:cubicBezTo>
                          <a:pt x="381"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0957" y="126968"/>
                        </a:moveTo>
                        <a:cubicBezTo>
                          <a:pt x="31432" y="126968"/>
                          <a:pt x="23717" y="122492"/>
                          <a:pt x="23717" y="117062"/>
                        </a:cubicBezTo>
                        <a:cubicBezTo>
                          <a:pt x="23717" y="111633"/>
                          <a:pt x="31432" y="107156"/>
                          <a:pt x="40957" y="107156"/>
                        </a:cubicBezTo>
                        <a:lnTo>
                          <a:pt x="111062" y="107156"/>
                        </a:lnTo>
                        <a:cubicBezTo>
                          <a:pt x="120587" y="107156"/>
                          <a:pt x="128302" y="111633"/>
                          <a:pt x="128302" y="117062"/>
                        </a:cubicBezTo>
                        <a:cubicBezTo>
                          <a:pt x="128302" y="122492"/>
                          <a:pt x="120587" y="126968"/>
                          <a:pt x="111062" y="126968"/>
                        </a:cubicBezTo>
                        <a:lnTo>
                          <a:pt x="40957" y="126968"/>
                        </a:lnTo>
                        <a:close/>
                        <a:moveTo>
                          <a:pt x="150114" y="161449"/>
                        </a:moveTo>
                        <a:lnTo>
                          <a:pt x="100489" y="190119"/>
                        </a:lnTo>
                        <a:cubicBezTo>
                          <a:pt x="93726" y="194024"/>
                          <a:pt x="82867" y="194024"/>
                          <a:pt x="76105" y="190119"/>
                        </a:cubicBezTo>
                        <a:cubicBezTo>
                          <a:pt x="69342" y="186214"/>
                          <a:pt x="69342" y="179927"/>
                          <a:pt x="76105" y="176117"/>
                        </a:cubicBezTo>
                        <a:lnTo>
                          <a:pt x="125730" y="147447"/>
                        </a:lnTo>
                        <a:cubicBezTo>
                          <a:pt x="132493" y="143542"/>
                          <a:pt x="143351" y="143542"/>
                          <a:pt x="150019" y="147447"/>
                        </a:cubicBezTo>
                        <a:cubicBezTo>
                          <a:pt x="156781" y="151352"/>
                          <a:pt x="156781" y="157639"/>
                          <a:pt x="150019" y="161544"/>
                        </a:cubicBezTo>
                        <a:close/>
                        <a:moveTo>
                          <a:pt x="185547" y="23527"/>
                        </a:moveTo>
                        <a:cubicBezTo>
                          <a:pt x="185547" y="18002"/>
                          <a:pt x="193262" y="13621"/>
                          <a:pt x="202787" y="13621"/>
                        </a:cubicBezTo>
                        <a:cubicBezTo>
                          <a:pt x="212312" y="13621"/>
                          <a:pt x="220027" y="18098"/>
                          <a:pt x="220027" y="23527"/>
                        </a:cubicBezTo>
                        <a:lnTo>
                          <a:pt x="220027" y="64008"/>
                        </a:lnTo>
                        <a:cubicBezTo>
                          <a:pt x="220027" y="69532"/>
                          <a:pt x="212312" y="73914"/>
                          <a:pt x="202787" y="73914"/>
                        </a:cubicBezTo>
                        <a:cubicBezTo>
                          <a:pt x="193262" y="73914"/>
                          <a:pt x="185547" y="69437"/>
                          <a:pt x="185547" y="64008"/>
                        </a:cubicBezTo>
                        <a:lnTo>
                          <a:pt x="185547" y="23527"/>
                        </a:lnTo>
                        <a:close/>
                        <a:moveTo>
                          <a:pt x="202787" y="220313"/>
                        </a:moveTo>
                        <a:cubicBezTo>
                          <a:pt x="193262" y="220313"/>
                          <a:pt x="185547" y="215837"/>
                          <a:pt x="185547" y="210407"/>
                        </a:cubicBezTo>
                        <a:lnTo>
                          <a:pt x="185547" y="169926"/>
                        </a:lnTo>
                        <a:cubicBezTo>
                          <a:pt x="185547" y="164402"/>
                          <a:pt x="193262" y="160020"/>
                          <a:pt x="202787" y="160020"/>
                        </a:cubicBezTo>
                        <a:cubicBezTo>
                          <a:pt x="212312" y="160020"/>
                          <a:pt x="220027" y="164497"/>
                          <a:pt x="220027" y="169926"/>
                        </a:cubicBezTo>
                        <a:lnTo>
                          <a:pt x="220027" y="210407"/>
                        </a:lnTo>
                        <a:cubicBezTo>
                          <a:pt x="220027" y="215932"/>
                          <a:pt x="212312" y="220313"/>
                          <a:pt x="202787" y="220313"/>
                        </a:cubicBezTo>
                        <a:close/>
                        <a:moveTo>
                          <a:pt x="255460" y="72485"/>
                        </a:moveTo>
                        <a:lnTo>
                          <a:pt x="305086" y="43815"/>
                        </a:lnTo>
                        <a:cubicBezTo>
                          <a:pt x="311848" y="39910"/>
                          <a:pt x="322707" y="39910"/>
                          <a:pt x="329374" y="43815"/>
                        </a:cubicBezTo>
                        <a:cubicBezTo>
                          <a:pt x="336137" y="47720"/>
                          <a:pt x="336137" y="54007"/>
                          <a:pt x="329374" y="57912"/>
                        </a:cubicBezTo>
                        <a:lnTo>
                          <a:pt x="279749" y="86582"/>
                        </a:lnTo>
                        <a:cubicBezTo>
                          <a:pt x="272987" y="90488"/>
                          <a:pt x="262128" y="90488"/>
                          <a:pt x="255460" y="86582"/>
                        </a:cubicBezTo>
                        <a:cubicBezTo>
                          <a:pt x="248698" y="82677"/>
                          <a:pt x="248698" y="76390"/>
                          <a:pt x="255460" y="72581"/>
                        </a:cubicBezTo>
                        <a:close/>
                        <a:moveTo>
                          <a:pt x="329374" y="190024"/>
                        </a:moveTo>
                        <a:cubicBezTo>
                          <a:pt x="322612" y="193929"/>
                          <a:pt x="311753" y="193929"/>
                          <a:pt x="305086" y="190024"/>
                        </a:cubicBezTo>
                        <a:lnTo>
                          <a:pt x="255460" y="161354"/>
                        </a:lnTo>
                        <a:cubicBezTo>
                          <a:pt x="248698" y="157448"/>
                          <a:pt x="248698" y="151162"/>
                          <a:pt x="255460" y="147352"/>
                        </a:cubicBezTo>
                        <a:cubicBezTo>
                          <a:pt x="262223" y="143447"/>
                          <a:pt x="273082" y="143447"/>
                          <a:pt x="279749" y="147352"/>
                        </a:cubicBezTo>
                        <a:lnTo>
                          <a:pt x="329374" y="176022"/>
                        </a:lnTo>
                        <a:cubicBezTo>
                          <a:pt x="336137" y="179927"/>
                          <a:pt x="336137" y="186214"/>
                          <a:pt x="329374" y="190024"/>
                        </a:cubicBezTo>
                        <a:close/>
                        <a:moveTo>
                          <a:pt x="364617" y="126873"/>
                        </a:moveTo>
                        <a:lnTo>
                          <a:pt x="294418" y="126873"/>
                        </a:lnTo>
                        <a:cubicBezTo>
                          <a:pt x="284893" y="126873"/>
                          <a:pt x="277177" y="122396"/>
                          <a:pt x="277177" y="116967"/>
                        </a:cubicBezTo>
                        <a:cubicBezTo>
                          <a:pt x="277177"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9" name="Google Shape;3336;p45">
                    <a:extLst>
                      <a:ext uri="{FF2B5EF4-FFF2-40B4-BE49-F238E27FC236}">
                        <a16:creationId xmlns:a16="http://schemas.microsoft.com/office/drawing/2014/main" id="{FD7359EA-27A4-445F-CD14-7702E3F0A40F}"/>
                      </a:ext>
                    </a:extLst>
                  </p:cNvPr>
                  <p:cNvSpPr/>
                  <p:nvPr/>
                </p:nvSpPr>
                <p:spPr>
                  <a:xfrm>
                    <a:off x="3703928" y="5053128"/>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010"/>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7"/>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022"/>
                        </a:cubicBezTo>
                        <a:lnTo>
                          <a:pt x="125658" y="147447"/>
                        </a:lnTo>
                        <a:cubicBezTo>
                          <a:pt x="132421" y="143542"/>
                          <a:pt x="143280" y="143542"/>
                          <a:pt x="149947" y="147447"/>
                        </a:cubicBezTo>
                        <a:cubicBezTo>
                          <a:pt x="156710" y="151352"/>
                          <a:pt x="156710" y="157639"/>
                          <a:pt x="149947" y="161449"/>
                        </a:cubicBezTo>
                        <a:lnTo>
                          <a:pt x="100322" y="190119"/>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8"/>
                        </a:moveTo>
                        <a:cubicBezTo>
                          <a:pt x="193096" y="220408"/>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8"/>
                          <a:pt x="202621" y="220408"/>
                        </a:cubicBezTo>
                        <a:close/>
                        <a:moveTo>
                          <a:pt x="304919" y="190119"/>
                        </a:moveTo>
                        <a:lnTo>
                          <a:pt x="255294" y="161449"/>
                        </a:lnTo>
                        <a:cubicBezTo>
                          <a:pt x="248531" y="157544"/>
                          <a:pt x="248531" y="151257"/>
                          <a:pt x="255294" y="147447"/>
                        </a:cubicBezTo>
                        <a:cubicBezTo>
                          <a:pt x="262057" y="143542"/>
                          <a:pt x="272915" y="143542"/>
                          <a:pt x="279583" y="147447"/>
                        </a:cubicBezTo>
                        <a:lnTo>
                          <a:pt x="329208" y="176022"/>
                        </a:lnTo>
                        <a:cubicBezTo>
                          <a:pt x="335971" y="179927"/>
                          <a:pt x="335971" y="186214"/>
                          <a:pt x="329208" y="190119"/>
                        </a:cubicBezTo>
                        <a:cubicBezTo>
                          <a:pt x="322445" y="194024"/>
                          <a:pt x="311587" y="194024"/>
                          <a:pt x="304919"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0" name="Google Shape;3337;p45">
                    <a:extLst>
                      <a:ext uri="{FF2B5EF4-FFF2-40B4-BE49-F238E27FC236}">
                        <a16:creationId xmlns:a16="http://schemas.microsoft.com/office/drawing/2014/main" id="{D8DE934D-774F-860A-D755-BEE46F5B32DF}"/>
                      </a:ext>
                    </a:extLst>
                  </p:cNvPr>
                  <p:cNvSpPr/>
                  <p:nvPr/>
                </p:nvSpPr>
                <p:spPr>
                  <a:xfrm>
                    <a:off x="3849512" y="5137210"/>
                    <a:ext cx="114454" cy="46315"/>
                  </a:xfrm>
                  <a:custGeom>
                    <a:avLst/>
                    <a:gdLst/>
                    <a:ahLst/>
                    <a:cxnLst/>
                    <a:rect l="l" t="t" r="r" b="b"/>
                    <a:pathLst>
                      <a:path w="114454" h="46315" extrusionOk="0">
                        <a:moveTo>
                          <a:pt x="109615" y="46315"/>
                        </a:moveTo>
                        <a:cubicBezTo>
                          <a:pt x="106852" y="42696"/>
                          <a:pt x="102852" y="39267"/>
                          <a:pt x="97708" y="36314"/>
                        </a:cubicBezTo>
                        <a:cubicBezTo>
                          <a:pt x="75325" y="23455"/>
                          <a:pt x="39130" y="23455"/>
                          <a:pt x="16746" y="36314"/>
                        </a:cubicBezTo>
                        <a:cubicBezTo>
                          <a:pt x="11602" y="39267"/>
                          <a:pt x="7602" y="42696"/>
                          <a:pt x="4840" y="46315"/>
                        </a:cubicBezTo>
                        <a:cubicBezTo>
                          <a:pt x="-4400" y="34218"/>
                          <a:pt x="-399" y="19550"/>
                          <a:pt x="16746" y="9644"/>
                        </a:cubicBezTo>
                        <a:cubicBezTo>
                          <a:pt x="39130" y="-3215"/>
                          <a:pt x="75325" y="-3215"/>
                          <a:pt x="97708" y="9644"/>
                        </a:cubicBezTo>
                        <a:cubicBezTo>
                          <a:pt x="114853"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1" name="Google Shape;3338;p45">
                    <a:extLst>
                      <a:ext uri="{FF2B5EF4-FFF2-40B4-BE49-F238E27FC236}">
                        <a16:creationId xmlns:a16="http://schemas.microsoft.com/office/drawing/2014/main" id="{ABBEEB2B-7C13-EE19-3674-16BB94A27626}"/>
                      </a:ext>
                    </a:extLst>
                  </p:cNvPr>
                  <p:cNvSpPr/>
                  <p:nvPr/>
                </p:nvSpPr>
                <p:spPr>
                  <a:xfrm>
                    <a:off x="3854351" y="5163880"/>
                    <a:ext cx="104775" cy="39457"/>
                  </a:xfrm>
                  <a:custGeom>
                    <a:avLst/>
                    <a:gdLst/>
                    <a:ahLst/>
                    <a:cxnLst/>
                    <a:rect l="l" t="t" r="r" b="b"/>
                    <a:pathLst>
                      <a:path w="104775" h="39457" extrusionOk="0">
                        <a:moveTo>
                          <a:pt x="104775" y="19645"/>
                        </a:moveTo>
                        <a:cubicBezTo>
                          <a:pt x="102013" y="23265"/>
                          <a:pt x="98012" y="26694"/>
                          <a:pt x="92869" y="29742"/>
                        </a:cubicBezTo>
                        <a:cubicBezTo>
                          <a:pt x="70485" y="42696"/>
                          <a:pt x="34290" y="42696"/>
                          <a:pt x="11906" y="29742"/>
                        </a:cubicBezTo>
                        <a:cubicBezTo>
                          <a:pt x="6763" y="26789"/>
                          <a:pt x="2762" y="23360"/>
                          <a:pt x="0" y="19645"/>
                        </a:cubicBezTo>
                        <a:cubicBezTo>
                          <a:pt x="2762" y="16026"/>
                          <a:pt x="6763" y="12597"/>
                          <a:pt x="11906" y="9644"/>
                        </a:cubicBezTo>
                        <a:cubicBezTo>
                          <a:pt x="34290" y="-3215"/>
                          <a:pt x="70485" y="-3215"/>
                          <a:pt x="92869" y="9644"/>
                        </a:cubicBezTo>
                        <a:cubicBezTo>
                          <a:pt x="98012" y="12597"/>
                          <a:pt x="102013" y="16026"/>
                          <a:pt x="104775" y="19645"/>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68" name="Google Shape;3339;p45">
                  <a:extLst>
                    <a:ext uri="{FF2B5EF4-FFF2-40B4-BE49-F238E27FC236}">
                      <a16:creationId xmlns:a16="http://schemas.microsoft.com/office/drawing/2014/main" id="{12A4A0AB-D98D-10B9-5AB0-8AD597FC0F14}"/>
                    </a:ext>
                  </a:extLst>
                </p:cNvPr>
                <p:cNvGrpSpPr/>
                <p:nvPr/>
              </p:nvGrpSpPr>
              <p:grpSpPr>
                <a:xfrm>
                  <a:off x="3727359" y="4965879"/>
                  <a:ext cx="358830" cy="305800"/>
                  <a:chOff x="3727359" y="4965879"/>
                  <a:chExt cx="358830" cy="305800"/>
                </a:xfrm>
              </p:grpSpPr>
              <p:sp>
                <p:nvSpPr>
                  <p:cNvPr id="3174" name="Google Shape;3340;p45">
                    <a:extLst>
                      <a:ext uri="{FF2B5EF4-FFF2-40B4-BE49-F238E27FC236}">
                        <a16:creationId xmlns:a16="http://schemas.microsoft.com/office/drawing/2014/main" id="{12006B2D-8955-4FD4-75D6-D8558FA1A520}"/>
                      </a:ext>
                    </a:extLst>
                  </p:cNvPr>
                  <p:cNvSpPr/>
                  <p:nvPr/>
                </p:nvSpPr>
                <p:spPr>
                  <a:xfrm>
                    <a:off x="3727478" y="5069416"/>
                    <a:ext cx="358711" cy="202263"/>
                  </a:xfrm>
                  <a:custGeom>
                    <a:avLst/>
                    <a:gdLst/>
                    <a:ahLst/>
                    <a:cxnLst/>
                    <a:rect l="l" t="t" r="r" b="b"/>
                    <a:pathLst>
                      <a:path w="358711" h="202263" extrusionOk="0">
                        <a:moveTo>
                          <a:pt x="358616" y="0"/>
                        </a:moveTo>
                        <a:lnTo>
                          <a:pt x="358616" y="98393"/>
                        </a:lnTo>
                        <a:cubicBezTo>
                          <a:pt x="358616" y="125063"/>
                          <a:pt x="340995" y="151733"/>
                          <a:pt x="306038" y="171831"/>
                        </a:cubicBezTo>
                        <a:cubicBezTo>
                          <a:pt x="236125" y="212408"/>
                          <a:pt x="122492" y="212408"/>
                          <a:pt x="52388" y="171831"/>
                        </a:cubicBezTo>
                        <a:cubicBezTo>
                          <a:pt x="17336" y="151733"/>
                          <a:pt x="0" y="125063"/>
                          <a:pt x="0" y="98393"/>
                        </a:cubicBezTo>
                        <a:lnTo>
                          <a:pt x="0" y="0"/>
                        </a:lnTo>
                        <a:lnTo>
                          <a:pt x="35871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5" name="Google Shape;3341;p45">
                    <a:extLst>
                      <a:ext uri="{FF2B5EF4-FFF2-40B4-BE49-F238E27FC236}">
                        <a16:creationId xmlns:a16="http://schemas.microsoft.com/office/drawing/2014/main" id="{3599A52D-1562-CA31-1298-D92F99A137AA}"/>
                      </a:ext>
                    </a:extLst>
                  </p:cNvPr>
                  <p:cNvSpPr/>
                  <p:nvPr/>
                </p:nvSpPr>
                <p:spPr>
                  <a:xfrm>
                    <a:off x="3727383" y="5082179"/>
                    <a:ext cx="358711" cy="110633"/>
                  </a:xfrm>
                  <a:custGeom>
                    <a:avLst/>
                    <a:gdLst/>
                    <a:ahLst/>
                    <a:cxnLst/>
                    <a:rect l="l" t="t" r="r" b="b"/>
                    <a:pathLst>
                      <a:path w="358711" h="110633" extrusionOk="0">
                        <a:moveTo>
                          <a:pt x="358711" y="0"/>
                        </a:moveTo>
                        <a:cubicBezTo>
                          <a:pt x="358711" y="26479"/>
                          <a:pt x="341090" y="52864"/>
                          <a:pt x="306133" y="73057"/>
                        </a:cubicBezTo>
                        <a:cubicBezTo>
                          <a:pt x="236220" y="113824"/>
                          <a:pt x="122587" y="113824"/>
                          <a:pt x="52483" y="73057"/>
                        </a:cubicBezTo>
                        <a:cubicBezTo>
                          <a:pt x="18288" y="53340"/>
                          <a:pt x="762" y="27622"/>
                          <a:pt x="0" y="1715"/>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6" name="Google Shape;3342;p45">
                    <a:extLst>
                      <a:ext uri="{FF2B5EF4-FFF2-40B4-BE49-F238E27FC236}">
                        <a16:creationId xmlns:a16="http://schemas.microsoft.com/office/drawing/2014/main" id="{2E4441E0-036A-84A2-2FB6-D7AEE18AACFC}"/>
                      </a:ext>
                    </a:extLst>
                  </p:cNvPr>
                  <p:cNvSpPr/>
                  <p:nvPr/>
                </p:nvSpPr>
                <p:spPr>
                  <a:xfrm>
                    <a:off x="3727383" y="5099324"/>
                    <a:ext cx="358711" cy="110632"/>
                  </a:xfrm>
                  <a:custGeom>
                    <a:avLst/>
                    <a:gdLst/>
                    <a:ahLst/>
                    <a:cxnLst/>
                    <a:rect l="l" t="t" r="r" b="b"/>
                    <a:pathLst>
                      <a:path w="358711" h="110632" extrusionOk="0">
                        <a:moveTo>
                          <a:pt x="358711" y="0"/>
                        </a:moveTo>
                        <a:cubicBezTo>
                          <a:pt x="358711" y="26479"/>
                          <a:pt x="341090" y="52959"/>
                          <a:pt x="306133" y="73057"/>
                        </a:cubicBezTo>
                        <a:cubicBezTo>
                          <a:pt x="236220" y="113729"/>
                          <a:pt x="122587" y="113729"/>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7" name="Google Shape;3343;p45">
                    <a:extLst>
                      <a:ext uri="{FF2B5EF4-FFF2-40B4-BE49-F238E27FC236}">
                        <a16:creationId xmlns:a16="http://schemas.microsoft.com/office/drawing/2014/main" id="{25265924-DAF6-F6B1-3869-6A479678B8B8}"/>
                      </a:ext>
                    </a:extLst>
                  </p:cNvPr>
                  <p:cNvSpPr/>
                  <p:nvPr/>
                </p:nvSpPr>
                <p:spPr>
                  <a:xfrm>
                    <a:off x="3727383" y="5116565"/>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8" name="Google Shape;3344;p45">
                    <a:extLst>
                      <a:ext uri="{FF2B5EF4-FFF2-40B4-BE49-F238E27FC236}">
                        <a16:creationId xmlns:a16="http://schemas.microsoft.com/office/drawing/2014/main" id="{AB67549E-1A2F-1269-DE21-AEBA325742F1}"/>
                      </a:ext>
                    </a:extLst>
                  </p:cNvPr>
                  <p:cNvSpPr/>
                  <p:nvPr/>
                </p:nvSpPr>
                <p:spPr>
                  <a:xfrm>
                    <a:off x="3727383" y="5133709"/>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9" name="Google Shape;3345;p45">
                    <a:extLst>
                      <a:ext uri="{FF2B5EF4-FFF2-40B4-BE49-F238E27FC236}">
                        <a16:creationId xmlns:a16="http://schemas.microsoft.com/office/drawing/2014/main" id="{C132F643-AF51-945E-CF02-7925513A2390}"/>
                      </a:ext>
                    </a:extLst>
                  </p:cNvPr>
                  <p:cNvSpPr/>
                  <p:nvPr/>
                </p:nvSpPr>
                <p:spPr>
                  <a:xfrm>
                    <a:off x="3727383" y="5150855"/>
                    <a:ext cx="358711" cy="110632"/>
                  </a:xfrm>
                  <a:custGeom>
                    <a:avLst/>
                    <a:gdLst/>
                    <a:ahLst/>
                    <a:cxnLst/>
                    <a:rect l="l" t="t" r="r" b="b"/>
                    <a:pathLst>
                      <a:path w="358711" h="110632" extrusionOk="0">
                        <a:moveTo>
                          <a:pt x="358711" y="0"/>
                        </a:moveTo>
                        <a:cubicBezTo>
                          <a:pt x="358711" y="26479"/>
                          <a:pt x="341090" y="52864"/>
                          <a:pt x="306133" y="73057"/>
                        </a:cubicBezTo>
                        <a:cubicBezTo>
                          <a:pt x="236220" y="113728"/>
                          <a:pt x="122587" y="113728"/>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0" name="Google Shape;3346;p45">
                    <a:extLst>
                      <a:ext uri="{FF2B5EF4-FFF2-40B4-BE49-F238E27FC236}">
                        <a16:creationId xmlns:a16="http://schemas.microsoft.com/office/drawing/2014/main" id="{E2522AB1-41DD-AC2C-E72E-DD94171F53AE}"/>
                      </a:ext>
                    </a:extLst>
                  </p:cNvPr>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1" name="Google Shape;3347;p45">
                    <a:extLst>
                      <a:ext uri="{FF2B5EF4-FFF2-40B4-BE49-F238E27FC236}">
                        <a16:creationId xmlns:a16="http://schemas.microsoft.com/office/drawing/2014/main" id="{106FE440-BB1E-3947-0EBA-68A5E418F3AE}"/>
                      </a:ext>
                    </a:extLst>
                  </p:cNvPr>
                  <p:cNvSpPr/>
                  <p:nvPr/>
                </p:nvSpPr>
                <p:spPr>
                  <a:xfrm>
                    <a:off x="3741504" y="4974118"/>
                    <a:ext cx="330446" cy="190785"/>
                  </a:xfrm>
                  <a:custGeom>
                    <a:avLst/>
                    <a:gdLst/>
                    <a:ahLst/>
                    <a:cxnLst/>
                    <a:rect l="l" t="t" r="r" b="b"/>
                    <a:pathLst>
                      <a:path w="330446" h="190785" extrusionOk="0">
                        <a:moveTo>
                          <a:pt x="48363" y="162639"/>
                        </a:moveTo>
                        <a:cubicBezTo>
                          <a:pt x="112943" y="200168"/>
                          <a:pt x="217622" y="200168"/>
                          <a:pt x="282012" y="162639"/>
                        </a:cubicBezTo>
                        <a:cubicBezTo>
                          <a:pt x="346591" y="125492"/>
                          <a:pt x="346591" y="65008"/>
                          <a:pt x="282012" y="27861"/>
                        </a:cubicBezTo>
                        <a:cubicBezTo>
                          <a:pt x="217622" y="-9287"/>
                          <a:pt x="112943" y="-9287"/>
                          <a:pt x="48363" y="27861"/>
                        </a:cubicBezTo>
                        <a:cubicBezTo>
                          <a:pt x="-16121" y="65008"/>
                          <a:pt x="-16121" y="125492"/>
                          <a:pt x="48363" y="16263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2" name="Google Shape;3348;p45">
                    <a:extLst>
                      <a:ext uri="{FF2B5EF4-FFF2-40B4-BE49-F238E27FC236}">
                        <a16:creationId xmlns:a16="http://schemas.microsoft.com/office/drawing/2014/main" id="{C59C13B3-6FBD-34BA-2CD3-9289AC353FCB}"/>
                      </a:ext>
                    </a:extLst>
                  </p:cNvPr>
                  <p:cNvSpPr/>
                  <p:nvPr/>
                </p:nvSpPr>
                <p:spPr>
                  <a:xfrm>
                    <a:off x="3752172" y="4980190"/>
                    <a:ext cx="309014" cy="178474"/>
                  </a:xfrm>
                  <a:custGeom>
                    <a:avLst/>
                    <a:gdLst/>
                    <a:ahLst/>
                    <a:cxnLst/>
                    <a:rect l="l" t="t" r="r" b="b"/>
                    <a:pathLst>
                      <a:path w="309014" h="178474" extrusionOk="0">
                        <a:moveTo>
                          <a:pt x="45220" y="152186"/>
                        </a:moveTo>
                        <a:cubicBezTo>
                          <a:pt x="105609" y="187238"/>
                          <a:pt x="203526" y="187238"/>
                          <a:pt x="263723" y="152186"/>
                        </a:cubicBezTo>
                        <a:cubicBezTo>
                          <a:pt x="324112" y="117419"/>
                          <a:pt x="324112" y="60841"/>
                          <a:pt x="263723" y="26075"/>
                        </a:cubicBezTo>
                        <a:cubicBezTo>
                          <a:pt x="203526" y="-8692"/>
                          <a:pt x="105609" y="-8692"/>
                          <a:pt x="45220" y="26075"/>
                        </a:cubicBezTo>
                        <a:cubicBezTo>
                          <a:pt x="-15073" y="60841"/>
                          <a:pt x="-15073" y="117324"/>
                          <a:pt x="45220" y="15218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3" name="Google Shape;3349;p45">
                    <a:extLst>
                      <a:ext uri="{FF2B5EF4-FFF2-40B4-BE49-F238E27FC236}">
                        <a16:creationId xmlns:a16="http://schemas.microsoft.com/office/drawing/2014/main" id="{5E4EA57B-5024-608D-99DC-3744575B2726}"/>
                      </a:ext>
                    </a:extLst>
                  </p:cNvPr>
                  <p:cNvSpPr/>
                  <p:nvPr/>
                </p:nvSpPr>
                <p:spPr>
                  <a:xfrm>
                    <a:off x="3760768" y="4985524"/>
                    <a:ext cx="291917" cy="168568"/>
                  </a:xfrm>
                  <a:custGeom>
                    <a:avLst/>
                    <a:gdLst/>
                    <a:ahLst/>
                    <a:cxnLst/>
                    <a:rect l="l" t="t" r="r" b="b"/>
                    <a:pathLst>
                      <a:path w="291917" h="168568" extrusionOk="0">
                        <a:moveTo>
                          <a:pt x="42720" y="143708"/>
                        </a:moveTo>
                        <a:cubicBezTo>
                          <a:pt x="99774" y="176855"/>
                          <a:pt x="192262" y="176855"/>
                          <a:pt x="249126" y="143708"/>
                        </a:cubicBezTo>
                        <a:cubicBezTo>
                          <a:pt x="306181" y="110847"/>
                          <a:pt x="306181" y="57507"/>
                          <a:pt x="249126" y="24646"/>
                        </a:cubicBezTo>
                        <a:cubicBezTo>
                          <a:pt x="192262" y="-8215"/>
                          <a:pt x="99774" y="-8215"/>
                          <a:pt x="42720" y="24646"/>
                        </a:cubicBezTo>
                        <a:cubicBezTo>
                          <a:pt x="-14240" y="57507"/>
                          <a:pt x="-14240" y="110847"/>
                          <a:pt x="42720" y="14370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4" name="Google Shape;3350;p45">
                    <a:extLst>
                      <a:ext uri="{FF2B5EF4-FFF2-40B4-BE49-F238E27FC236}">
                        <a16:creationId xmlns:a16="http://schemas.microsoft.com/office/drawing/2014/main" id="{1978E6E2-17F0-8943-E5F4-BF1A19B424ED}"/>
                      </a:ext>
                    </a:extLst>
                  </p:cNvPr>
                  <p:cNvSpPr/>
                  <p:nvPr/>
                </p:nvSpPr>
                <p:spPr>
                  <a:xfrm>
                    <a:off x="3769793" y="4990263"/>
                    <a:ext cx="273962" cy="158257"/>
                  </a:xfrm>
                  <a:custGeom>
                    <a:avLst/>
                    <a:gdLst/>
                    <a:ahLst/>
                    <a:cxnLst/>
                    <a:rect l="l" t="t" r="r" b="b"/>
                    <a:pathLst>
                      <a:path w="273962" h="158257" extrusionOk="0">
                        <a:moveTo>
                          <a:pt x="40076" y="134969"/>
                        </a:moveTo>
                        <a:cubicBezTo>
                          <a:pt x="93607" y="166021"/>
                          <a:pt x="180475" y="166021"/>
                          <a:pt x="233815" y="134969"/>
                        </a:cubicBezTo>
                        <a:cubicBezTo>
                          <a:pt x="287346" y="104108"/>
                          <a:pt x="287346" y="54007"/>
                          <a:pt x="233815" y="23146"/>
                        </a:cubicBezTo>
                        <a:cubicBezTo>
                          <a:pt x="180475" y="-7715"/>
                          <a:pt x="93607" y="-7715"/>
                          <a:pt x="40076" y="23146"/>
                        </a:cubicBezTo>
                        <a:cubicBezTo>
                          <a:pt x="-13359" y="53912"/>
                          <a:pt x="-13359" y="104108"/>
                          <a:pt x="40076" y="13496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5" name="Google Shape;3351;p45">
                    <a:extLst>
                      <a:ext uri="{FF2B5EF4-FFF2-40B4-BE49-F238E27FC236}">
                        <a16:creationId xmlns:a16="http://schemas.microsoft.com/office/drawing/2014/main" id="{A9691A34-1CF6-03C0-0101-EB92E9BD262F}"/>
                      </a:ext>
                    </a:extLst>
                  </p:cNvPr>
                  <p:cNvSpPr/>
                  <p:nvPr/>
                </p:nvSpPr>
                <p:spPr>
                  <a:xfrm>
                    <a:off x="3777342" y="4995073"/>
                    <a:ext cx="258770" cy="149471"/>
                  </a:xfrm>
                  <a:custGeom>
                    <a:avLst/>
                    <a:gdLst/>
                    <a:ahLst/>
                    <a:cxnLst/>
                    <a:rect l="l" t="t" r="r" b="b"/>
                    <a:pathLst>
                      <a:path w="258770" h="149471" extrusionOk="0">
                        <a:moveTo>
                          <a:pt x="37862" y="127397"/>
                        </a:moveTo>
                        <a:cubicBezTo>
                          <a:pt x="88440" y="156829"/>
                          <a:pt x="170450" y="156829"/>
                          <a:pt x="220837" y="127397"/>
                        </a:cubicBezTo>
                        <a:cubicBezTo>
                          <a:pt x="271415" y="98251"/>
                          <a:pt x="271415" y="50911"/>
                          <a:pt x="220837" y="21860"/>
                        </a:cubicBezTo>
                        <a:cubicBezTo>
                          <a:pt x="170450" y="-7287"/>
                          <a:pt x="88440" y="-7287"/>
                          <a:pt x="37862" y="21860"/>
                        </a:cubicBezTo>
                        <a:cubicBezTo>
                          <a:pt x="-12621" y="51007"/>
                          <a:pt x="-12621" y="98346"/>
                          <a:pt x="37862" y="127397"/>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6" name="Google Shape;3352;p45">
                    <a:extLst>
                      <a:ext uri="{FF2B5EF4-FFF2-40B4-BE49-F238E27FC236}">
                        <a16:creationId xmlns:a16="http://schemas.microsoft.com/office/drawing/2014/main" id="{FA279711-955A-7026-7CEF-ED345FC2FEC8}"/>
                      </a:ext>
                    </a:extLst>
                  </p:cNvPr>
                  <p:cNvSpPr/>
                  <p:nvPr/>
                </p:nvSpPr>
                <p:spPr>
                  <a:xfrm>
                    <a:off x="3784890" y="4999026"/>
                    <a:ext cx="243673" cy="140731"/>
                  </a:xfrm>
                  <a:custGeom>
                    <a:avLst/>
                    <a:gdLst/>
                    <a:ahLst/>
                    <a:cxnLst/>
                    <a:rect l="l" t="t" r="r" b="b"/>
                    <a:pathLst>
                      <a:path w="243673" h="140731" extrusionOk="0">
                        <a:moveTo>
                          <a:pt x="35647" y="120015"/>
                        </a:moveTo>
                        <a:cubicBezTo>
                          <a:pt x="83272" y="147638"/>
                          <a:pt x="160520" y="147638"/>
                          <a:pt x="207955" y="120015"/>
                        </a:cubicBezTo>
                        <a:cubicBezTo>
                          <a:pt x="255580" y="92583"/>
                          <a:pt x="255580" y="48006"/>
                          <a:pt x="207955" y="20574"/>
                        </a:cubicBezTo>
                        <a:cubicBezTo>
                          <a:pt x="160520" y="-6858"/>
                          <a:pt x="83272" y="-6858"/>
                          <a:pt x="35647" y="20574"/>
                        </a:cubicBezTo>
                        <a:cubicBezTo>
                          <a:pt x="-11882" y="48006"/>
                          <a:pt x="-11882" y="92583"/>
                          <a:pt x="35647" y="120015"/>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7" name="Google Shape;3353;p45">
                    <a:extLst>
                      <a:ext uri="{FF2B5EF4-FFF2-40B4-BE49-F238E27FC236}">
                        <a16:creationId xmlns:a16="http://schemas.microsoft.com/office/drawing/2014/main" id="{26744F9E-3FDC-92EF-5AF3-CAD9E634548A}"/>
                      </a:ext>
                    </a:extLst>
                  </p:cNvPr>
                  <p:cNvSpPr/>
                  <p:nvPr/>
                </p:nvSpPr>
                <p:spPr>
                  <a:xfrm>
                    <a:off x="3791677" y="5003217"/>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8" name="Google Shape;3354;p45">
                    <a:extLst>
                      <a:ext uri="{FF2B5EF4-FFF2-40B4-BE49-F238E27FC236}">
                        <a16:creationId xmlns:a16="http://schemas.microsoft.com/office/drawing/2014/main" id="{8096A89D-93CE-D43C-1C57-1EA062817014}"/>
                      </a:ext>
                    </a:extLst>
                  </p:cNvPr>
                  <p:cNvSpPr/>
                  <p:nvPr/>
                </p:nvSpPr>
                <p:spPr>
                  <a:xfrm>
                    <a:off x="3798702" y="5007098"/>
                    <a:ext cx="216074" cy="124753"/>
                  </a:xfrm>
                  <a:custGeom>
                    <a:avLst/>
                    <a:gdLst/>
                    <a:ahLst/>
                    <a:cxnLst/>
                    <a:rect l="l" t="t" r="r" b="b"/>
                    <a:pathLst>
                      <a:path w="216074" h="124753" extrusionOk="0">
                        <a:moveTo>
                          <a:pt x="31647" y="106323"/>
                        </a:moveTo>
                        <a:cubicBezTo>
                          <a:pt x="73843" y="130897"/>
                          <a:pt x="142327" y="130897"/>
                          <a:pt x="184428" y="106323"/>
                        </a:cubicBezTo>
                        <a:cubicBezTo>
                          <a:pt x="226624" y="82034"/>
                          <a:pt x="226624" y="42505"/>
                          <a:pt x="184428" y="18216"/>
                        </a:cubicBezTo>
                        <a:cubicBezTo>
                          <a:pt x="142327" y="-6072"/>
                          <a:pt x="73843" y="-6072"/>
                          <a:pt x="31647" y="18216"/>
                        </a:cubicBezTo>
                        <a:cubicBezTo>
                          <a:pt x="-10549" y="42505"/>
                          <a:pt x="-10549" y="82034"/>
                          <a:pt x="31647" y="106323"/>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9" name="Google Shape;3355;p45">
                    <a:extLst>
                      <a:ext uri="{FF2B5EF4-FFF2-40B4-BE49-F238E27FC236}">
                        <a16:creationId xmlns:a16="http://schemas.microsoft.com/office/drawing/2014/main" id="{233A6357-9306-B6E5-A9EB-4CB7720F3454}"/>
                      </a:ext>
                    </a:extLst>
                  </p:cNvPr>
                  <p:cNvSpPr/>
                  <p:nvPr/>
                </p:nvSpPr>
                <p:spPr>
                  <a:xfrm>
                    <a:off x="3804679" y="5010765"/>
                    <a:ext cx="204097" cy="117824"/>
                  </a:xfrm>
                  <a:custGeom>
                    <a:avLst/>
                    <a:gdLst/>
                    <a:ahLst/>
                    <a:cxnLst/>
                    <a:rect l="l" t="t" r="r" b="b"/>
                    <a:pathLst>
                      <a:path w="204097" h="117824" extrusionOk="0">
                        <a:moveTo>
                          <a:pt x="29861" y="100465"/>
                        </a:moveTo>
                        <a:cubicBezTo>
                          <a:pt x="69771" y="123611"/>
                          <a:pt x="134445" y="123611"/>
                          <a:pt x="174165" y="100465"/>
                        </a:cubicBezTo>
                        <a:cubicBezTo>
                          <a:pt x="214075" y="77510"/>
                          <a:pt x="214075" y="40172"/>
                          <a:pt x="174165" y="17216"/>
                        </a:cubicBezTo>
                        <a:cubicBezTo>
                          <a:pt x="134445" y="-5739"/>
                          <a:pt x="69771" y="-5739"/>
                          <a:pt x="29861" y="17216"/>
                        </a:cubicBezTo>
                        <a:cubicBezTo>
                          <a:pt x="-9954" y="40172"/>
                          <a:pt x="-9954" y="77510"/>
                          <a:pt x="29861" y="10046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0" name="Google Shape;3356;p45">
                    <a:extLst>
                      <a:ext uri="{FF2B5EF4-FFF2-40B4-BE49-F238E27FC236}">
                        <a16:creationId xmlns:a16="http://schemas.microsoft.com/office/drawing/2014/main" id="{111F1347-A3BA-6EEC-1F42-0712AEBBD273}"/>
                      </a:ext>
                    </a:extLst>
                  </p:cNvPr>
                  <p:cNvSpPr/>
                  <p:nvPr/>
                </p:nvSpPr>
                <p:spPr>
                  <a:xfrm>
                    <a:off x="3810155" y="5013695"/>
                    <a:ext cx="193167" cy="111489"/>
                  </a:xfrm>
                  <a:custGeom>
                    <a:avLst/>
                    <a:gdLst/>
                    <a:ahLst/>
                    <a:cxnLst/>
                    <a:rect l="l" t="t" r="r" b="b"/>
                    <a:pathLst>
                      <a:path w="193167" h="111489" extrusionOk="0">
                        <a:moveTo>
                          <a:pt x="28289" y="95059"/>
                        </a:moveTo>
                        <a:cubicBezTo>
                          <a:pt x="66008" y="116967"/>
                          <a:pt x="127254" y="116967"/>
                          <a:pt x="164878" y="95059"/>
                        </a:cubicBezTo>
                        <a:cubicBezTo>
                          <a:pt x="202597" y="73342"/>
                          <a:pt x="202597" y="38005"/>
                          <a:pt x="164878" y="16288"/>
                        </a:cubicBezTo>
                        <a:cubicBezTo>
                          <a:pt x="127254" y="-5429"/>
                          <a:pt x="66103" y="-5429"/>
                          <a:pt x="28289" y="16288"/>
                        </a:cubicBezTo>
                        <a:cubicBezTo>
                          <a:pt x="-9430" y="38005"/>
                          <a:pt x="-9430" y="73342"/>
                          <a:pt x="28289" y="9505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1" name="Google Shape;3357;p45">
                    <a:extLst>
                      <a:ext uri="{FF2B5EF4-FFF2-40B4-BE49-F238E27FC236}">
                        <a16:creationId xmlns:a16="http://schemas.microsoft.com/office/drawing/2014/main" id="{16993CE7-EB8F-0FA8-3883-D5AF6BCCEB43}"/>
                      </a:ext>
                    </a:extLst>
                  </p:cNvPr>
                  <p:cNvSpPr/>
                  <p:nvPr/>
                </p:nvSpPr>
                <p:spPr>
                  <a:xfrm>
                    <a:off x="3815537" y="5017004"/>
                    <a:ext cx="182403" cy="105251"/>
                  </a:xfrm>
                  <a:custGeom>
                    <a:avLst/>
                    <a:gdLst/>
                    <a:ahLst/>
                    <a:cxnLst/>
                    <a:rect l="l" t="t" r="r" b="b"/>
                    <a:pathLst>
                      <a:path w="182403" h="105251" extrusionOk="0">
                        <a:moveTo>
                          <a:pt x="26718" y="89749"/>
                        </a:moveTo>
                        <a:cubicBezTo>
                          <a:pt x="62341" y="110419"/>
                          <a:pt x="120158" y="110419"/>
                          <a:pt x="155686" y="89749"/>
                        </a:cubicBezTo>
                        <a:cubicBezTo>
                          <a:pt x="191310" y="69271"/>
                          <a:pt x="191310" y="35838"/>
                          <a:pt x="155686" y="15359"/>
                        </a:cubicBezTo>
                        <a:cubicBezTo>
                          <a:pt x="120158" y="-5120"/>
                          <a:pt x="62341" y="-5120"/>
                          <a:pt x="26718" y="15359"/>
                        </a:cubicBezTo>
                        <a:cubicBezTo>
                          <a:pt x="-8906" y="35933"/>
                          <a:pt x="-8906" y="69271"/>
                          <a:pt x="26718" y="8974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2" name="Google Shape;3358;p45">
                    <a:extLst>
                      <a:ext uri="{FF2B5EF4-FFF2-40B4-BE49-F238E27FC236}">
                        <a16:creationId xmlns:a16="http://schemas.microsoft.com/office/drawing/2014/main" id="{F399F37A-7C86-909C-B6CA-6DF079A362B3}"/>
                      </a:ext>
                    </a:extLst>
                  </p:cNvPr>
                  <p:cNvSpPr/>
                  <p:nvPr/>
                </p:nvSpPr>
                <p:spPr>
                  <a:xfrm>
                    <a:off x="3820824" y="5019862"/>
                    <a:ext cx="171807" cy="99250"/>
                  </a:xfrm>
                  <a:custGeom>
                    <a:avLst/>
                    <a:gdLst/>
                    <a:ahLst/>
                    <a:cxnLst/>
                    <a:rect l="l" t="t" r="r" b="b"/>
                    <a:pathLst>
                      <a:path w="171807" h="99250" extrusionOk="0">
                        <a:moveTo>
                          <a:pt x="25146" y="84606"/>
                        </a:moveTo>
                        <a:cubicBezTo>
                          <a:pt x="58769"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3" name="Google Shape;3359;p45">
                    <a:extLst>
                      <a:ext uri="{FF2B5EF4-FFF2-40B4-BE49-F238E27FC236}">
                        <a16:creationId xmlns:a16="http://schemas.microsoft.com/office/drawing/2014/main" id="{DB6DA1CB-9D35-DF3E-C2E4-E6B809870321}"/>
                      </a:ext>
                    </a:extLst>
                  </p:cNvPr>
                  <p:cNvSpPr/>
                  <p:nvPr/>
                </p:nvSpPr>
                <p:spPr>
                  <a:xfrm>
                    <a:off x="3825681" y="5022743"/>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2004"/>
                          <a:pt x="138493" y="13716"/>
                        </a:cubicBezTo>
                        <a:cubicBezTo>
                          <a:pt x="106870" y="-4572"/>
                          <a:pt x="55435" y="-4572"/>
                          <a:pt x="23717" y="13716"/>
                        </a:cubicBezTo>
                        <a:cubicBezTo>
                          <a:pt x="-7906" y="32004"/>
                          <a:pt x="-7906" y="61627"/>
                          <a:pt x="23717" y="7991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4" name="Google Shape;3360;p45">
                    <a:extLst>
                      <a:ext uri="{FF2B5EF4-FFF2-40B4-BE49-F238E27FC236}">
                        <a16:creationId xmlns:a16="http://schemas.microsoft.com/office/drawing/2014/main" id="{0346322A-8119-3AD2-2BAA-7A243578FC71}"/>
                      </a:ext>
                    </a:extLst>
                  </p:cNvPr>
                  <p:cNvSpPr/>
                  <p:nvPr/>
                </p:nvSpPr>
                <p:spPr>
                  <a:xfrm>
                    <a:off x="3830539" y="5025505"/>
                    <a:ext cx="152304" cy="87892"/>
                  </a:xfrm>
                  <a:custGeom>
                    <a:avLst/>
                    <a:gdLst/>
                    <a:ahLst/>
                    <a:cxnLst/>
                    <a:rect l="l" t="t" r="r" b="b"/>
                    <a:pathLst>
                      <a:path w="152304" h="87892" extrusionOk="0">
                        <a:moveTo>
                          <a:pt x="22288" y="74962"/>
                        </a:moveTo>
                        <a:cubicBezTo>
                          <a:pt x="52102" y="92202"/>
                          <a:pt x="100298" y="92202"/>
                          <a:pt x="130016" y="74962"/>
                        </a:cubicBezTo>
                        <a:cubicBezTo>
                          <a:pt x="159734" y="57817"/>
                          <a:pt x="159734" y="30004"/>
                          <a:pt x="130016" y="12859"/>
                        </a:cubicBezTo>
                        <a:cubicBezTo>
                          <a:pt x="100298" y="-4286"/>
                          <a:pt x="52102" y="-4286"/>
                          <a:pt x="22288" y="12859"/>
                        </a:cubicBezTo>
                        <a:cubicBezTo>
                          <a:pt x="-7429" y="30004"/>
                          <a:pt x="-7429" y="57817"/>
                          <a:pt x="22288" y="74962"/>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5" name="Google Shape;3361;p45">
                    <a:extLst>
                      <a:ext uri="{FF2B5EF4-FFF2-40B4-BE49-F238E27FC236}">
                        <a16:creationId xmlns:a16="http://schemas.microsoft.com/office/drawing/2014/main" id="{B5DF1215-E59C-EAAD-2726-134AB65F067B}"/>
                      </a:ext>
                    </a:extLst>
                  </p:cNvPr>
                  <p:cNvSpPr/>
                  <p:nvPr/>
                </p:nvSpPr>
                <p:spPr>
                  <a:xfrm>
                    <a:off x="3834801" y="5028125"/>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6" name="Google Shape;3362;p45">
                    <a:extLst>
                      <a:ext uri="{FF2B5EF4-FFF2-40B4-BE49-F238E27FC236}">
                        <a16:creationId xmlns:a16="http://schemas.microsoft.com/office/drawing/2014/main" id="{DD07996C-D732-EBE5-4651-F3EBB7758042}"/>
                      </a:ext>
                    </a:extLst>
                  </p:cNvPr>
                  <p:cNvSpPr/>
                  <p:nvPr/>
                </p:nvSpPr>
                <p:spPr>
                  <a:xfrm>
                    <a:off x="3841921" y="5032387"/>
                    <a:ext cx="129635" cy="74794"/>
                  </a:xfrm>
                  <a:custGeom>
                    <a:avLst/>
                    <a:gdLst/>
                    <a:ahLst/>
                    <a:cxnLst/>
                    <a:rect l="l" t="t" r="r" b="b"/>
                    <a:pathLst>
                      <a:path w="129635" h="74794" extrusionOk="0">
                        <a:moveTo>
                          <a:pt x="19002" y="63794"/>
                        </a:moveTo>
                        <a:cubicBezTo>
                          <a:pt x="44339" y="78462"/>
                          <a:pt x="85392" y="78462"/>
                          <a:pt x="110633" y="63794"/>
                        </a:cubicBezTo>
                        <a:cubicBezTo>
                          <a:pt x="135969" y="49220"/>
                          <a:pt x="135969" y="25503"/>
                          <a:pt x="110633" y="10930"/>
                        </a:cubicBezTo>
                        <a:cubicBezTo>
                          <a:pt x="85392" y="-3643"/>
                          <a:pt x="44339" y="-3643"/>
                          <a:pt x="19002" y="10930"/>
                        </a:cubicBezTo>
                        <a:cubicBezTo>
                          <a:pt x="-6334" y="25503"/>
                          <a:pt x="-6334" y="49220"/>
                          <a:pt x="19002" y="637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7" name="Google Shape;3363;p45">
                    <a:extLst>
                      <a:ext uri="{FF2B5EF4-FFF2-40B4-BE49-F238E27FC236}">
                        <a16:creationId xmlns:a16="http://schemas.microsoft.com/office/drawing/2014/main" id="{CBEC080E-0D3F-7772-B500-FED6B85D45DE}"/>
                      </a:ext>
                    </a:extLst>
                  </p:cNvPr>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69" name="Google Shape;3364;p45">
                  <a:extLst>
                    <a:ext uri="{FF2B5EF4-FFF2-40B4-BE49-F238E27FC236}">
                      <a16:creationId xmlns:a16="http://schemas.microsoft.com/office/drawing/2014/main" id="{A7846A49-5DFA-3330-E8E5-D9AD8EC7C459}"/>
                    </a:ext>
                  </a:extLst>
                </p:cNvPr>
                <p:cNvGrpSpPr/>
                <p:nvPr/>
              </p:nvGrpSpPr>
              <p:grpSpPr>
                <a:xfrm>
                  <a:off x="3703857" y="4939685"/>
                  <a:ext cx="405669" cy="247649"/>
                  <a:chOff x="3703857" y="4939685"/>
                  <a:chExt cx="405669" cy="247649"/>
                </a:xfrm>
              </p:grpSpPr>
              <p:sp>
                <p:nvSpPr>
                  <p:cNvPr id="3170" name="Google Shape;3365;p45">
                    <a:extLst>
                      <a:ext uri="{FF2B5EF4-FFF2-40B4-BE49-F238E27FC236}">
                        <a16:creationId xmlns:a16="http://schemas.microsoft.com/office/drawing/2014/main" id="{29058E7B-3807-BF2D-9C5D-C0F18B96E4C1}"/>
                      </a:ext>
                    </a:extLst>
                  </p:cNvPr>
                  <p:cNvSpPr/>
                  <p:nvPr/>
                </p:nvSpPr>
                <p:spPr>
                  <a:xfrm>
                    <a:off x="3703857" y="4953115"/>
                    <a:ext cx="405574" cy="234219"/>
                  </a:xfrm>
                  <a:custGeom>
                    <a:avLst/>
                    <a:gdLst/>
                    <a:ahLst/>
                    <a:cxnLst/>
                    <a:rect l="l" t="t" r="r" b="b"/>
                    <a:pathLst>
                      <a:path w="405574" h="234219"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824"/>
                        </a:lnTo>
                        <a:lnTo>
                          <a:pt x="0" y="117824"/>
                        </a:lnTo>
                        <a:cubicBezTo>
                          <a:pt x="381" y="147542"/>
                          <a:pt x="20098" y="177165"/>
                          <a:pt x="59341" y="199930"/>
                        </a:cubicBezTo>
                        <a:cubicBezTo>
                          <a:pt x="138589" y="245650"/>
                          <a:pt x="266986" y="245650"/>
                          <a:pt x="346138" y="199930"/>
                        </a:cubicBezTo>
                        <a:cubicBezTo>
                          <a:pt x="385763" y="177070"/>
                          <a:pt x="405574" y="147066"/>
                          <a:pt x="405574" y="117157"/>
                        </a:cubicBezTo>
                        <a:lnTo>
                          <a:pt x="405574" y="103823"/>
                        </a:lnTo>
                        <a:lnTo>
                          <a:pt x="404241" y="103823"/>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910"/>
                        </a:cubicBezTo>
                        <a:close/>
                        <a:moveTo>
                          <a:pt x="40957" y="126873"/>
                        </a:moveTo>
                        <a:cubicBezTo>
                          <a:pt x="31432" y="126873"/>
                          <a:pt x="23717" y="122396"/>
                          <a:pt x="23717" y="116967"/>
                        </a:cubicBezTo>
                        <a:cubicBezTo>
                          <a:pt x="23717" y="111538"/>
                          <a:pt x="31432" y="107061"/>
                          <a:pt x="40957" y="107061"/>
                        </a:cubicBezTo>
                        <a:lnTo>
                          <a:pt x="111062" y="107061"/>
                        </a:lnTo>
                        <a:cubicBezTo>
                          <a:pt x="120587" y="107061"/>
                          <a:pt x="128302" y="111538"/>
                          <a:pt x="128302" y="116967"/>
                        </a:cubicBezTo>
                        <a:cubicBezTo>
                          <a:pt x="128302" y="122396"/>
                          <a:pt x="120587" y="126873"/>
                          <a:pt x="111062" y="126873"/>
                        </a:cubicBezTo>
                        <a:lnTo>
                          <a:pt x="40957" y="126873"/>
                        </a:lnTo>
                        <a:close/>
                        <a:moveTo>
                          <a:pt x="150114" y="161354"/>
                        </a:moveTo>
                        <a:lnTo>
                          <a:pt x="100489" y="190024"/>
                        </a:lnTo>
                        <a:cubicBezTo>
                          <a:pt x="93726" y="193929"/>
                          <a:pt x="82867" y="193929"/>
                          <a:pt x="76105" y="190024"/>
                        </a:cubicBezTo>
                        <a:cubicBezTo>
                          <a:pt x="69342" y="186119"/>
                          <a:pt x="69342" y="179832"/>
                          <a:pt x="76105" y="176022"/>
                        </a:cubicBezTo>
                        <a:lnTo>
                          <a:pt x="125730" y="147352"/>
                        </a:lnTo>
                        <a:cubicBezTo>
                          <a:pt x="132493" y="143447"/>
                          <a:pt x="143351" y="143447"/>
                          <a:pt x="150019" y="147352"/>
                        </a:cubicBezTo>
                        <a:cubicBezTo>
                          <a:pt x="156781" y="151257"/>
                          <a:pt x="156781" y="157544"/>
                          <a:pt x="150019" y="161354"/>
                        </a:cubicBezTo>
                        <a:close/>
                        <a:moveTo>
                          <a:pt x="185547" y="23431"/>
                        </a:moveTo>
                        <a:cubicBezTo>
                          <a:pt x="185547" y="17907"/>
                          <a:pt x="193262" y="13525"/>
                          <a:pt x="202787" y="13525"/>
                        </a:cubicBezTo>
                        <a:cubicBezTo>
                          <a:pt x="212312" y="13525"/>
                          <a:pt x="220027" y="18002"/>
                          <a:pt x="220027" y="23431"/>
                        </a:cubicBezTo>
                        <a:lnTo>
                          <a:pt x="220027" y="63913"/>
                        </a:lnTo>
                        <a:cubicBezTo>
                          <a:pt x="220027" y="69437"/>
                          <a:pt x="212312" y="73819"/>
                          <a:pt x="202787" y="73819"/>
                        </a:cubicBezTo>
                        <a:cubicBezTo>
                          <a:pt x="193262" y="73819"/>
                          <a:pt x="185547" y="69342"/>
                          <a:pt x="185547" y="63913"/>
                        </a:cubicBezTo>
                        <a:lnTo>
                          <a:pt x="185547" y="23431"/>
                        </a:lnTo>
                        <a:close/>
                        <a:moveTo>
                          <a:pt x="202787" y="220218"/>
                        </a:moveTo>
                        <a:cubicBezTo>
                          <a:pt x="193262" y="220218"/>
                          <a:pt x="185547" y="215741"/>
                          <a:pt x="185547" y="210312"/>
                        </a:cubicBezTo>
                        <a:lnTo>
                          <a:pt x="185547" y="169831"/>
                        </a:lnTo>
                        <a:cubicBezTo>
                          <a:pt x="185547" y="164306"/>
                          <a:pt x="193262" y="159925"/>
                          <a:pt x="202787" y="159925"/>
                        </a:cubicBezTo>
                        <a:cubicBezTo>
                          <a:pt x="212312" y="159925"/>
                          <a:pt x="220027" y="164402"/>
                          <a:pt x="220027" y="169831"/>
                        </a:cubicBezTo>
                        <a:lnTo>
                          <a:pt x="220027" y="210312"/>
                        </a:lnTo>
                        <a:cubicBezTo>
                          <a:pt x="220027" y="215837"/>
                          <a:pt x="212312" y="220218"/>
                          <a:pt x="202787" y="220218"/>
                        </a:cubicBezTo>
                        <a:close/>
                        <a:moveTo>
                          <a:pt x="255460" y="72390"/>
                        </a:moveTo>
                        <a:lnTo>
                          <a:pt x="305086" y="43720"/>
                        </a:lnTo>
                        <a:cubicBezTo>
                          <a:pt x="311848" y="39815"/>
                          <a:pt x="322707" y="39815"/>
                          <a:pt x="329374" y="43720"/>
                        </a:cubicBezTo>
                        <a:cubicBezTo>
                          <a:pt x="336137" y="47625"/>
                          <a:pt x="336137" y="53912"/>
                          <a:pt x="329374" y="57722"/>
                        </a:cubicBezTo>
                        <a:lnTo>
                          <a:pt x="279749" y="86392"/>
                        </a:lnTo>
                        <a:cubicBezTo>
                          <a:pt x="272987" y="90297"/>
                          <a:pt x="262128" y="90297"/>
                          <a:pt x="255460" y="86392"/>
                        </a:cubicBezTo>
                        <a:cubicBezTo>
                          <a:pt x="248698" y="82487"/>
                          <a:pt x="248698" y="76200"/>
                          <a:pt x="255460" y="72390"/>
                        </a:cubicBezTo>
                        <a:close/>
                        <a:moveTo>
                          <a:pt x="329374" y="189929"/>
                        </a:moveTo>
                        <a:cubicBezTo>
                          <a:pt x="322612" y="193834"/>
                          <a:pt x="311753" y="193834"/>
                          <a:pt x="305086" y="189929"/>
                        </a:cubicBezTo>
                        <a:lnTo>
                          <a:pt x="255460" y="161258"/>
                        </a:lnTo>
                        <a:cubicBezTo>
                          <a:pt x="248698" y="157353"/>
                          <a:pt x="248698" y="151066"/>
                          <a:pt x="255460" y="147256"/>
                        </a:cubicBezTo>
                        <a:cubicBezTo>
                          <a:pt x="262223" y="143351"/>
                          <a:pt x="273082" y="143351"/>
                          <a:pt x="279749" y="147256"/>
                        </a:cubicBezTo>
                        <a:lnTo>
                          <a:pt x="329374" y="175927"/>
                        </a:lnTo>
                        <a:cubicBezTo>
                          <a:pt x="336137" y="179832"/>
                          <a:pt x="336137" y="186119"/>
                          <a:pt x="329374" y="189929"/>
                        </a:cubicBezTo>
                        <a:close/>
                        <a:moveTo>
                          <a:pt x="364617" y="126778"/>
                        </a:moveTo>
                        <a:lnTo>
                          <a:pt x="294418" y="126778"/>
                        </a:lnTo>
                        <a:cubicBezTo>
                          <a:pt x="284893" y="126778"/>
                          <a:pt x="277177" y="122301"/>
                          <a:pt x="277177" y="116872"/>
                        </a:cubicBezTo>
                        <a:cubicBezTo>
                          <a:pt x="277177" y="111442"/>
                          <a:pt x="284893" y="106966"/>
                          <a:pt x="294418" y="106966"/>
                        </a:cubicBezTo>
                        <a:lnTo>
                          <a:pt x="364617" y="106966"/>
                        </a:lnTo>
                        <a:cubicBezTo>
                          <a:pt x="374142" y="106966"/>
                          <a:pt x="381857" y="111442"/>
                          <a:pt x="381857" y="116872"/>
                        </a:cubicBezTo>
                        <a:cubicBezTo>
                          <a:pt x="381857" y="122301"/>
                          <a:pt x="374142" y="126778"/>
                          <a:pt x="364617" y="126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1" name="Google Shape;3366;p45">
                    <a:extLst>
                      <a:ext uri="{FF2B5EF4-FFF2-40B4-BE49-F238E27FC236}">
                        <a16:creationId xmlns:a16="http://schemas.microsoft.com/office/drawing/2014/main" id="{926567CD-C55B-BEFA-A24D-E619F9B98ED0}"/>
                      </a:ext>
                    </a:extLst>
                  </p:cNvPr>
                  <p:cNvSpPr/>
                  <p:nvPr/>
                </p:nvSpPr>
                <p:spPr>
                  <a:xfrm>
                    <a:off x="3703928" y="4939685"/>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105"/>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8"/>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117"/>
                        </a:cubicBezTo>
                        <a:lnTo>
                          <a:pt x="125658" y="147447"/>
                        </a:lnTo>
                        <a:cubicBezTo>
                          <a:pt x="132421" y="143542"/>
                          <a:pt x="143280" y="143542"/>
                          <a:pt x="149947" y="147447"/>
                        </a:cubicBezTo>
                        <a:cubicBezTo>
                          <a:pt x="156710" y="151352"/>
                          <a:pt x="156710" y="157639"/>
                          <a:pt x="149947" y="161544"/>
                        </a:cubicBezTo>
                        <a:lnTo>
                          <a:pt x="100322" y="190214"/>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9"/>
                        </a:moveTo>
                        <a:cubicBezTo>
                          <a:pt x="193096" y="220409"/>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9"/>
                          <a:pt x="202621" y="220409"/>
                        </a:cubicBezTo>
                        <a:close/>
                        <a:moveTo>
                          <a:pt x="304919" y="190119"/>
                        </a:moveTo>
                        <a:lnTo>
                          <a:pt x="255294" y="161449"/>
                        </a:lnTo>
                        <a:cubicBezTo>
                          <a:pt x="248531" y="157544"/>
                          <a:pt x="248531" y="151257"/>
                          <a:pt x="255294" y="147352"/>
                        </a:cubicBezTo>
                        <a:cubicBezTo>
                          <a:pt x="262057" y="143447"/>
                          <a:pt x="272915" y="143447"/>
                          <a:pt x="279583" y="147352"/>
                        </a:cubicBezTo>
                        <a:lnTo>
                          <a:pt x="329208" y="176022"/>
                        </a:lnTo>
                        <a:cubicBezTo>
                          <a:pt x="335971" y="179927"/>
                          <a:pt x="335971" y="186214"/>
                          <a:pt x="329208" y="190024"/>
                        </a:cubicBezTo>
                        <a:cubicBezTo>
                          <a:pt x="322445" y="193929"/>
                          <a:pt x="311587" y="193929"/>
                          <a:pt x="304919"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2" name="Google Shape;3367;p45">
                    <a:extLst>
                      <a:ext uri="{FF2B5EF4-FFF2-40B4-BE49-F238E27FC236}">
                        <a16:creationId xmlns:a16="http://schemas.microsoft.com/office/drawing/2014/main" id="{D0B26BFC-CC2D-24A6-E02B-5733E8D95D78}"/>
                      </a:ext>
                    </a:extLst>
                  </p:cNvPr>
                  <p:cNvSpPr/>
                  <p:nvPr/>
                </p:nvSpPr>
                <p:spPr>
                  <a:xfrm>
                    <a:off x="3849512" y="5023791"/>
                    <a:ext cx="114454" cy="46386"/>
                  </a:xfrm>
                  <a:custGeom>
                    <a:avLst/>
                    <a:gdLst/>
                    <a:ahLst/>
                    <a:cxnLst/>
                    <a:rect l="l" t="t" r="r" b="b"/>
                    <a:pathLst>
                      <a:path w="114454" h="46386" extrusionOk="0">
                        <a:moveTo>
                          <a:pt x="109615" y="46387"/>
                        </a:moveTo>
                        <a:cubicBezTo>
                          <a:pt x="106852" y="42767"/>
                          <a:pt x="102852" y="39338"/>
                          <a:pt x="97708" y="36385"/>
                        </a:cubicBezTo>
                        <a:cubicBezTo>
                          <a:pt x="75325" y="23432"/>
                          <a:pt x="39130" y="23432"/>
                          <a:pt x="16746" y="36385"/>
                        </a:cubicBezTo>
                        <a:cubicBezTo>
                          <a:pt x="11602" y="39338"/>
                          <a:pt x="7602" y="42767"/>
                          <a:pt x="4840" y="46387"/>
                        </a:cubicBezTo>
                        <a:cubicBezTo>
                          <a:pt x="-4400" y="34290"/>
                          <a:pt x="-399" y="19622"/>
                          <a:pt x="16746" y="9716"/>
                        </a:cubicBezTo>
                        <a:cubicBezTo>
                          <a:pt x="39130" y="-3239"/>
                          <a:pt x="75325" y="-3239"/>
                          <a:pt x="97708" y="9716"/>
                        </a:cubicBezTo>
                        <a:cubicBezTo>
                          <a:pt x="114853"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3" name="Google Shape;3368;p45">
                    <a:extLst>
                      <a:ext uri="{FF2B5EF4-FFF2-40B4-BE49-F238E27FC236}">
                        <a16:creationId xmlns:a16="http://schemas.microsoft.com/office/drawing/2014/main" id="{57AC84DC-8BFC-2B07-553F-72F7853E4B5B}"/>
                      </a:ext>
                    </a:extLst>
                  </p:cNvPr>
                  <p:cNvSpPr/>
                  <p:nvPr/>
                </p:nvSpPr>
                <p:spPr>
                  <a:xfrm>
                    <a:off x="3854351" y="5050461"/>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3127" name="Google Shape;3369;p45">
              <a:extLst>
                <a:ext uri="{FF2B5EF4-FFF2-40B4-BE49-F238E27FC236}">
                  <a16:creationId xmlns:a16="http://schemas.microsoft.com/office/drawing/2014/main" id="{8076C9FF-9B50-9619-8BB3-7180736DAD4E}"/>
                </a:ext>
              </a:extLst>
            </p:cNvPr>
            <p:cNvGrpSpPr/>
            <p:nvPr/>
          </p:nvGrpSpPr>
          <p:grpSpPr>
            <a:xfrm>
              <a:off x="6719934" y="4528768"/>
              <a:ext cx="639842" cy="559831"/>
              <a:chOff x="4037470" y="4779094"/>
              <a:chExt cx="422171" cy="369379"/>
            </a:xfrm>
          </p:grpSpPr>
          <p:sp>
            <p:nvSpPr>
              <p:cNvPr id="3128" name="Google Shape;3370;p45">
                <a:extLst>
                  <a:ext uri="{FF2B5EF4-FFF2-40B4-BE49-F238E27FC236}">
                    <a16:creationId xmlns:a16="http://schemas.microsoft.com/office/drawing/2014/main" id="{C4F5E583-F967-F8B1-06C7-0ECC5A9F0BEE}"/>
                  </a:ext>
                </a:extLst>
              </p:cNvPr>
              <p:cNvSpPr/>
              <p:nvPr/>
            </p:nvSpPr>
            <p:spPr>
              <a:xfrm>
                <a:off x="4037470" y="4904728"/>
                <a:ext cx="422171" cy="243745"/>
              </a:xfrm>
              <a:custGeom>
                <a:avLst/>
                <a:gdLst/>
                <a:ahLst/>
                <a:cxnLst/>
                <a:rect l="l" t="t" r="r" b="b"/>
                <a:pathLst>
                  <a:path w="422171" h="243745" extrusionOk="0">
                    <a:moveTo>
                      <a:pt x="360378" y="208026"/>
                    </a:moveTo>
                    <a:cubicBezTo>
                      <a:pt x="277892" y="255651"/>
                      <a:pt x="144256" y="255651"/>
                      <a:pt x="61865" y="208026"/>
                    </a:cubicBezTo>
                    <a:cubicBezTo>
                      <a:pt x="-20622" y="160401"/>
                      <a:pt x="-20622" y="83249"/>
                      <a:pt x="61865" y="35719"/>
                    </a:cubicBezTo>
                    <a:cubicBezTo>
                      <a:pt x="144256" y="-11906"/>
                      <a:pt x="277987" y="-11906"/>
                      <a:pt x="360378" y="35719"/>
                    </a:cubicBezTo>
                    <a:cubicBezTo>
                      <a:pt x="442770" y="83344"/>
                      <a:pt x="442770"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129" name="Google Shape;3371;p45">
                <a:extLst>
                  <a:ext uri="{FF2B5EF4-FFF2-40B4-BE49-F238E27FC236}">
                    <a16:creationId xmlns:a16="http://schemas.microsoft.com/office/drawing/2014/main" id="{D8C783C0-AE2C-E46A-A6A1-ADB729F551F7}"/>
                  </a:ext>
                </a:extLst>
              </p:cNvPr>
              <p:cNvGrpSpPr/>
              <p:nvPr/>
            </p:nvGrpSpPr>
            <p:grpSpPr>
              <a:xfrm>
                <a:off x="4045709" y="4892537"/>
                <a:ext cx="405669" cy="247649"/>
                <a:chOff x="4045709" y="4892537"/>
                <a:chExt cx="405669" cy="247649"/>
              </a:xfrm>
            </p:grpSpPr>
            <p:sp>
              <p:nvSpPr>
                <p:cNvPr id="3160" name="Google Shape;3372;p45">
                  <a:extLst>
                    <a:ext uri="{FF2B5EF4-FFF2-40B4-BE49-F238E27FC236}">
                      <a16:creationId xmlns:a16="http://schemas.microsoft.com/office/drawing/2014/main" id="{1E516A03-0961-8C37-C04A-76EBB2285ED3}"/>
                    </a:ext>
                  </a:extLst>
                </p:cNvPr>
                <p:cNvSpPr/>
                <p:nvPr/>
              </p:nvSpPr>
              <p:spPr>
                <a:xfrm>
                  <a:off x="4045709" y="4905871"/>
                  <a:ext cx="405669" cy="234315"/>
                </a:xfrm>
                <a:custGeom>
                  <a:avLst/>
                  <a:gdLst/>
                  <a:ahLst/>
                  <a:cxnLst/>
                  <a:rect l="l" t="t" r="r" b="b"/>
                  <a:pathLst>
                    <a:path w="405669" h="234315" extrusionOk="0">
                      <a:moveTo>
                        <a:pt x="404336" y="103727"/>
                      </a:moveTo>
                      <a:cubicBezTo>
                        <a:pt x="399288" y="78391"/>
                        <a:pt x="379952" y="53721"/>
                        <a:pt x="346234" y="34290"/>
                      </a:cubicBezTo>
                      <a:cubicBezTo>
                        <a:pt x="267081" y="-11430"/>
                        <a:pt x="138589" y="-11430"/>
                        <a:pt x="59436" y="34290"/>
                      </a:cubicBezTo>
                      <a:cubicBezTo>
                        <a:pt x="25527" y="53911"/>
                        <a:pt x="6096" y="78676"/>
                        <a:pt x="1238" y="104299"/>
                      </a:cubicBezTo>
                      <a:lnTo>
                        <a:pt x="0" y="103823"/>
                      </a:lnTo>
                      <a:lnTo>
                        <a:pt x="0" y="117919"/>
                      </a:lnTo>
                      <a:lnTo>
                        <a:pt x="0" y="117919"/>
                      </a:lnTo>
                      <a:cubicBezTo>
                        <a:pt x="381" y="147638"/>
                        <a:pt x="20098" y="177260"/>
                        <a:pt x="59436" y="200025"/>
                      </a:cubicBezTo>
                      <a:cubicBezTo>
                        <a:pt x="138589" y="245745"/>
                        <a:pt x="267081" y="245745"/>
                        <a:pt x="346234" y="200025"/>
                      </a:cubicBezTo>
                      <a:cubicBezTo>
                        <a:pt x="385858" y="177165"/>
                        <a:pt x="405670" y="147161"/>
                        <a:pt x="405670" y="117253"/>
                      </a:cubicBezTo>
                      <a:lnTo>
                        <a:pt x="405670" y="103918"/>
                      </a:lnTo>
                      <a:lnTo>
                        <a:pt x="404336" y="103918"/>
                      </a:lnTo>
                      <a:close/>
                      <a:moveTo>
                        <a:pt x="76200" y="43910"/>
                      </a:moveTo>
                      <a:cubicBezTo>
                        <a:pt x="82963" y="40005"/>
                        <a:pt x="93821" y="40005"/>
                        <a:pt x="100584" y="43910"/>
                      </a:cubicBezTo>
                      <a:lnTo>
                        <a:pt x="150209" y="72581"/>
                      </a:lnTo>
                      <a:cubicBezTo>
                        <a:pt x="156877" y="76486"/>
                        <a:pt x="156877" y="82772"/>
                        <a:pt x="150209" y="86677"/>
                      </a:cubicBezTo>
                      <a:cubicBezTo>
                        <a:pt x="143446" y="90583"/>
                        <a:pt x="132588" y="90583"/>
                        <a:pt x="125825" y="86677"/>
                      </a:cubicBezTo>
                      <a:lnTo>
                        <a:pt x="76200" y="58007"/>
                      </a:lnTo>
                      <a:cubicBezTo>
                        <a:pt x="69533" y="54102"/>
                        <a:pt x="69533" y="47816"/>
                        <a:pt x="76200" y="44006"/>
                      </a:cubicBezTo>
                      <a:close/>
                      <a:moveTo>
                        <a:pt x="40958" y="126968"/>
                      </a:moveTo>
                      <a:cubicBezTo>
                        <a:pt x="31433" y="126968"/>
                        <a:pt x="23717" y="122492"/>
                        <a:pt x="23717" y="117062"/>
                      </a:cubicBezTo>
                      <a:cubicBezTo>
                        <a:pt x="23717" y="111633"/>
                        <a:pt x="31433" y="107156"/>
                        <a:pt x="40958" y="107156"/>
                      </a:cubicBezTo>
                      <a:lnTo>
                        <a:pt x="111062" y="107156"/>
                      </a:lnTo>
                      <a:cubicBezTo>
                        <a:pt x="120587" y="107156"/>
                        <a:pt x="128302" y="111633"/>
                        <a:pt x="128302" y="117062"/>
                      </a:cubicBezTo>
                      <a:cubicBezTo>
                        <a:pt x="128302" y="122492"/>
                        <a:pt x="120587" y="126968"/>
                        <a:pt x="111062" y="126968"/>
                      </a:cubicBezTo>
                      <a:lnTo>
                        <a:pt x="40958" y="126968"/>
                      </a:lnTo>
                      <a:close/>
                      <a:moveTo>
                        <a:pt x="150114" y="161449"/>
                      </a:moveTo>
                      <a:lnTo>
                        <a:pt x="100489" y="190119"/>
                      </a:lnTo>
                      <a:cubicBezTo>
                        <a:pt x="93821" y="194024"/>
                        <a:pt x="82868" y="194024"/>
                        <a:pt x="76105" y="190119"/>
                      </a:cubicBezTo>
                      <a:cubicBezTo>
                        <a:pt x="69437" y="186214"/>
                        <a:pt x="69437" y="179927"/>
                        <a:pt x="76105" y="176117"/>
                      </a:cubicBezTo>
                      <a:lnTo>
                        <a:pt x="125730" y="147447"/>
                      </a:lnTo>
                      <a:cubicBezTo>
                        <a:pt x="132493" y="143542"/>
                        <a:pt x="143351" y="143542"/>
                        <a:pt x="150114" y="147447"/>
                      </a:cubicBezTo>
                      <a:cubicBezTo>
                        <a:pt x="156877" y="151352"/>
                        <a:pt x="156781" y="157639"/>
                        <a:pt x="150114" y="161544"/>
                      </a:cubicBezTo>
                      <a:close/>
                      <a:moveTo>
                        <a:pt x="185547" y="23527"/>
                      </a:moveTo>
                      <a:cubicBezTo>
                        <a:pt x="185547" y="18002"/>
                        <a:pt x="193262" y="13621"/>
                        <a:pt x="202787" y="13621"/>
                      </a:cubicBezTo>
                      <a:cubicBezTo>
                        <a:pt x="212312" y="13621"/>
                        <a:pt x="220028" y="18098"/>
                        <a:pt x="219932" y="23527"/>
                      </a:cubicBezTo>
                      <a:lnTo>
                        <a:pt x="219932" y="64008"/>
                      </a:lnTo>
                      <a:cubicBezTo>
                        <a:pt x="219932" y="69533"/>
                        <a:pt x="212217" y="73914"/>
                        <a:pt x="202787" y="73914"/>
                      </a:cubicBezTo>
                      <a:cubicBezTo>
                        <a:pt x="193358" y="73914"/>
                        <a:pt x="185547" y="69437"/>
                        <a:pt x="185547" y="64008"/>
                      </a:cubicBezTo>
                      <a:lnTo>
                        <a:pt x="185547" y="23527"/>
                      </a:lnTo>
                      <a:close/>
                      <a:moveTo>
                        <a:pt x="202787" y="220313"/>
                      </a:moveTo>
                      <a:cubicBezTo>
                        <a:pt x="193262" y="220313"/>
                        <a:pt x="185547" y="215836"/>
                        <a:pt x="185547" y="210407"/>
                      </a:cubicBezTo>
                      <a:lnTo>
                        <a:pt x="185547" y="169926"/>
                      </a:lnTo>
                      <a:cubicBezTo>
                        <a:pt x="185547" y="164401"/>
                        <a:pt x="193262" y="160020"/>
                        <a:pt x="202787" y="160020"/>
                      </a:cubicBezTo>
                      <a:cubicBezTo>
                        <a:pt x="212312" y="160020"/>
                        <a:pt x="220028" y="164497"/>
                        <a:pt x="220028" y="169926"/>
                      </a:cubicBezTo>
                      <a:lnTo>
                        <a:pt x="220028" y="210407"/>
                      </a:lnTo>
                      <a:cubicBezTo>
                        <a:pt x="220028" y="215836"/>
                        <a:pt x="212312" y="220313"/>
                        <a:pt x="202787" y="220313"/>
                      </a:cubicBezTo>
                      <a:close/>
                      <a:moveTo>
                        <a:pt x="255461" y="72485"/>
                      </a:moveTo>
                      <a:lnTo>
                        <a:pt x="305086" y="43815"/>
                      </a:lnTo>
                      <a:cubicBezTo>
                        <a:pt x="311848" y="39910"/>
                        <a:pt x="322707" y="39910"/>
                        <a:pt x="329375" y="43815"/>
                      </a:cubicBezTo>
                      <a:cubicBezTo>
                        <a:pt x="336137" y="47720"/>
                        <a:pt x="336137" y="54007"/>
                        <a:pt x="329375" y="57817"/>
                      </a:cubicBezTo>
                      <a:lnTo>
                        <a:pt x="279749" y="86487"/>
                      </a:lnTo>
                      <a:cubicBezTo>
                        <a:pt x="272987" y="90392"/>
                        <a:pt x="262128" y="90392"/>
                        <a:pt x="255365" y="86487"/>
                      </a:cubicBezTo>
                      <a:cubicBezTo>
                        <a:pt x="248698" y="82582"/>
                        <a:pt x="248698" y="76295"/>
                        <a:pt x="255365" y="72390"/>
                      </a:cubicBezTo>
                      <a:close/>
                      <a:moveTo>
                        <a:pt x="329375" y="190024"/>
                      </a:moveTo>
                      <a:cubicBezTo>
                        <a:pt x="322707" y="193929"/>
                        <a:pt x="311753" y="193929"/>
                        <a:pt x="305086" y="190024"/>
                      </a:cubicBezTo>
                      <a:lnTo>
                        <a:pt x="255461" y="161354"/>
                      </a:lnTo>
                      <a:cubicBezTo>
                        <a:pt x="248698" y="157448"/>
                        <a:pt x="248698" y="151162"/>
                        <a:pt x="255461" y="147257"/>
                      </a:cubicBezTo>
                      <a:cubicBezTo>
                        <a:pt x="262128" y="143351"/>
                        <a:pt x="273082" y="143351"/>
                        <a:pt x="279749" y="147257"/>
                      </a:cubicBezTo>
                      <a:lnTo>
                        <a:pt x="329375" y="175927"/>
                      </a:lnTo>
                      <a:cubicBezTo>
                        <a:pt x="336137" y="179832"/>
                        <a:pt x="336137" y="186118"/>
                        <a:pt x="329375" y="189929"/>
                      </a:cubicBezTo>
                      <a:close/>
                      <a:moveTo>
                        <a:pt x="364617" y="126873"/>
                      </a:moveTo>
                      <a:lnTo>
                        <a:pt x="294418" y="126873"/>
                      </a:lnTo>
                      <a:cubicBezTo>
                        <a:pt x="284893" y="126873"/>
                        <a:pt x="277178" y="122396"/>
                        <a:pt x="277178" y="116967"/>
                      </a:cubicBezTo>
                      <a:cubicBezTo>
                        <a:pt x="277178"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1" name="Google Shape;3373;p45">
                  <a:extLst>
                    <a:ext uri="{FF2B5EF4-FFF2-40B4-BE49-F238E27FC236}">
                      <a16:creationId xmlns:a16="http://schemas.microsoft.com/office/drawing/2014/main" id="{D641D928-6858-F4FA-1C2E-18D0491EA2C7}"/>
                    </a:ext>
                  </a:extLst>
                </p:cNvPr>
                <p:cNvSpPr/>
                <p:nvPr/>
              </p:nvSpPr>
              <p:spPr>
                <a:xfrm>
                  <a:off x="4045709" y="4892537"/>
                  <a:ext cx="405598" cy="234219"/>
                </a:xfrm>
                <a:custGeom>
                  <a:avLst/>
                  <a:gdLst/>
                  <a:ahLst/>
                  <a:cxnLst/>
                  <a:rect l="l" t="t" r="r" b="b"/>
                  <a:pathLst>
                    <a:path w="405598" h="234219" extrusionOk="0">
                      <a:moveTo>
                        <a:pt x="346234" y="34290"/>
                      </a:moveTo>
                      <a:cubicBezTo>
                        <a:pt x="267081" y="-11430"/>
                        <a:pt x="138589" y="-11430"/>
                        <a:pt x="59436" y="34290"/>
                      </a:cubicBezTo>
                      <a:cubicBezTo>
                        <a:pt x="-19812" y="80010"/>
                        <a:pt x="-19812" y="154115"/>
                        <a:pt x="59436" y="199930"/>
                      </a:cubicBezTo>
                      <a:cubicBezTo>
                        <a:pt x="138589" y="245650"/>
                        <a:pt x="267081" y="245650"/>
                        <a:pt x="346234" y="199930"/>
                      </a:cubicBezTo>
                      <a:cubicBezTo>
                        <a:pt x="425386" y="154210"/>
                        <a:pt x="425386" y="80105"/>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773"/>
                      </a:cubicBezTo>
                      <a:cubicBezTo>
                        <a:pt x="143446" y="90678"/>
                        <a:pt x="132588" y="90678"/>
                        <a:pt x="125825" y="86773"/>
                      </a:cubicBezTo>
                      <a:lnTo>
                        <a:pt x="76200" y="58102"/>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677"/>
                      </a:moveTo>
                      <a:cubicBezTo>
                        <a:pt x="273082" y="90583"/>
                        <a:pt x="262223" y="90583"/>
                        <a:pt x="255461" y="86677"/>
                      </a:cubicBezTo>
                      <a:cubicBezTo>
                        <a:pt x="248793" y="82772"/>
                        <a:pt x="248793" y="76486"/>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156"/>
                      </a:moveTo>
                      <a:lnTo>
                        <a:pt x="364712" y="107156"/>
                      </a:lnTo>
                      <a:cubicBezTo>
                        <a:pt x="374237" y="107156"/>
                        <a:pt x="381953" y="111633"/>
                        <a:pt x="381953" y="117062"/>
                      </a:cubicBezTo>
                      <a:cubicBezTo>
                        <a:pt x="381953" y="122492"/>
                        <a:pt x="374237" y="126968"/>
                        <a:pt x="364712" y="126968"/>
                      </a:cubicBezTo>
                      <a:lnTo>
                        <a:pt x="294513" y="126968"/>
                      </a:lnTo>
                      <a:cubicBezTo>
                        <a:pt x="284988" y="126968"/>
                        <a:pt x="277273" y="122492"/>
                        <a:pt x="277273" y="117062"/>
                      </a:cubicBezTo>
                      <a:cubicBezTo>
                        <a:pt x="277273" y="111633"/>
                        <a:pt x="284988" y="107156"/>
                        <a:pt x="294513" y="107156"/>
                      </a:cubicBezTo>
                      <a:close/>
                      <a:moveTo>
                        <a:pt x="202883" y="220504"/>
                      </a:moveTo>
                      <a:cubicBezTo>
                        <a:pt x="193358" y="220504"/>
                        <a:pt x="185642" y="216027"/>
                        <a:pt x="185642" y="210598"/>
                      </a:cubicBezTo>
                      <a:lnTo>
                        <a:pt x="185642" y="170117"/>
                      </a:lnTo>
                      <a:cubicBezTo>
                        <a:pt x="185642" y="164592"/>
                        <a:pt x="193358" y="160210"/>
                        <a:pt x="202883" y="160210"/>
                      </a:cubicBezTo>
                      <a:cubicBezTo>
                        <a:pt x="212408" y="160210"/>
                        <a:pt x="220123" y="164687"/>
                        <a:pt x="220123" y="170117"/>
                      </a:cubicBezTo>
                      <a:lnTo>
                        <a:pt x="220123" y="210598"/>
                      </a:lnTo>
                      <a:cubicBezTo>
                        <a:pt x="220123" y="216122"/>
                        <a:pt x="212408" y="220504"/>
                        <a:pt x="202883" y="220504"/>
                      </a:cubicBezTo>
                      <a:close/>
                      <a:moveTo>
                        <a:pt x="305181" y="190214"/>
                      </a:moveTo>
                      <a:lnTo>
                        <a:pt x="255556" y="161544"/>
                      </a:lnTo>
                      <a:cubicBezTo>
                        <a:pt x="248793" y="157639"/>
                        <a:pt x="248793" y="151352"/>
                        <a:pt x="255556" y="147542"/>
                      </a:cubicBezTo>
                      <a:cubicBezTo>
                        <a:pt x="262223" y="143637"/>
                        <a:pt x="273177" y="143637"/>
                        <a:pt x="279844" y="147542"/>
                      </a:cubicBezTo>
                      <a:lnTo>
                        <a:pt x="329470" y="176212"/>
                      </a:lnTo>
                      <a:cubicBezTo>
                        <a:pt x="336233" y="180118"/>
                        <a:pt x="336233" y="186404"/>
                        <a:pt x="329470" y="190214"/>
                      </a:cubicBezTo>
                      <a:cubicBezTo>
                        <a:pt x="322802" y="194119"/>
                        <a:pt x="311848" y="194119"/>
                        <a:pt x="305181"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2" name="Google Shape;3374;p45">
                  <a:extLst>
                    <a:ext uri="{FF2B5EF4-FFF2-40B4-BE49-F238E27FC236}">
                      <a16:creationId xmlns:a16="http://schemas.microsoft.com/office/drawing/2014/main" id="{5345DB4B-1B12-CDE2-8531-D3E45BA433EC}"/>
                    </a:ext>
                  </a:extLst>
                </p:cNvPr>
                <p:cNvSpPr/>
                <p:nvPr/>
              </p:nvSpPr>
              <p:spPr>
                <a:xfrm>
                  <a:off x="4191364" y="4976547"/>
                  <a:ext cx="114454" cy="46386"/>
                </a:xfrm>
                <a:custGeom>
                  <a:avLst/>
                  <a:gdLst/>
                  <a:ahLst/>
                  <a:cxnLst/>
                  <a:rect l="l" t="t" r="r" b="b"/>
                  <a:pathLst>
                    <a:path w="114454" h="46386" extrusionOk="0">
                      <a:moveTo>
                        <a:pt x="109615" y="46387"/>
                      </a:moveTo>
                      <a:cubicBezTo>
                        <a:pt x="106852" y="42767"/>
                        <a:pt x="102852" y="39338"/>
                        <a:pt x="97709" y="36290"/>
                      </a:cubicBezTo>
                      <a:cubicBezTo>
                        <a:pt x="75325" y="23336"/>
                        <a:pt x="39130" y="23336"/>
                        <a:pt x="16746" y="36290"/>
                      </a:cubicBezTo>
                      <a:cubicBezTo>
                        <a:pt x="11602" y="39243"/>
                        <a:pt x="7602" y="42672"/>
                        <a:pt x="4840" y="46387"/>
                      </a:cubicBezTo>
                      <a:cubicBezTo>
                        <a:pt x="-4400" y="34290"/>
                        <a:pt x="-399" y="19621"/>
                        <a:pt x="16746" y="9716"/>
                      </a:cubicBezTo>
                      <a:cubicBezTo>
                        <a:pt x="39130" y="-3239"/>
                        <a:pt x="75325" y="-3239"/>
                        <a:pt x="97709" y="9716"/>
                      </a:cubicBezTo>
                      <a:cubicBezTo>
                        <a:pt x="114853" y="19621"/>
                        <a:pt x="118854" y="34290"/>
                        <a:pt x="109615" y="46387"/>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3" name="Google Shape;3375;p45">
                  <a:extLst>
                    <a:ext uri="{FF2B5EF4-FFF2-40B4-BE49-F238E27FC236}">
                      <a16:creationId xmlns:a16="http://schemas.microsoft.com/office/drawing/2014/main" id="{1C915999-BA15-3AEC-E139-45AC01B141AD}"/>
                    </a:ext>
                  </a:extLst>
                </p:cNvPr>
                <p:cNvSpPr/>
                <p:nvPr/>
              </p:nvSpPr>
              <p:spPr>
                <a:xfrm>
                  <a:off x="4196204" y="5003122"/>
                  <a:ext cx="104775" cy="39528"/>
                </a:xfrm>
                <a:custGeom>
                  <a:avLst/>
                  <a:gdLst/>
                  <a:ahLst/>
                  <a:cxnLst/>
                  <a:rect l="l" t="t" r="r" b="b"/>
                  <a:pathLst>
                    <a:path w="104775" h="39528" extrusionOk="0">
                      <a:moveTo>
                        <a:pt x="104775" y="19812"/>
                      </a:moveTo>
                      <a:cubicBezTo>
                        <a:pt x="102013" y="23431"/>
                        <a:pt x="98012" y="26861"/>
                        <a:pt x="92869" y="29813"/>
                      </a:cubicBezTo>
                      <a:cubicBezTo>
                        <a:pt x="70485" y="42767"/>
                        <a:pt x="34290" y="42767"/>
                        <a:pt x="11906" y="29813"/>
                      </a:cubicBezTo>
                      <a:cubicBezTo>
                        <a:pt x="6763" y="26861"/>
                        <a:pt x="2762" y="23431"/>
                        <a:pt x="0" y="19812"/>
                      </a:cubicBezTo>
                      <a:cubicBezTo>
                        <a:pt x="2762" y="16192"/>
                        <a:pt x="6763" y="12763"/>
                        <a:pt x="11906" y="9715"/>
                      </a:cubicBezTo>
                      <a:cubicBezTo>
                        <a:pt x="34290" y="-3238"/>
                        <a:pt x="70485" y="-3238"/>
                        <a:pt x="92869" y="9715"/>
                      </a:cubicBezTo>
                      <a:cubicBezTo>
                        <a:pt x="98012" y="12668"/>
                        <a:pt x="102013" y="16097"/>
                        <a:pt x="104775" y="19812"/>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30" name="Google Shape;3376;p45">
                <a:extLst>
                  <a:ext uri="{FF2B5EF4-FFF2-40B4-BE49-F238E27FC236}">
                    <a16:creationId xmlns:a16="http://schemas.microsoft.com/office/drawing/2014/main" id="{E2B569CA-5265-03B4-3BB6-974E3D430174}"/>
                  </a:ext>
                </a:extLst>
              </p:cNvPr>
              <p:cNvGrpSpPr/>
              <p:nvPr/>
            </p:nvGrpSpPr>
            <p:grpSpPr>
              <a:xfrm>
                <a:off x="4069212" y="4805192"/>
                <a:ext cx="358735" cy="305895"/>
                <a:chOff x="4069212" y="4805192"/>
                <a:chExt cx="358735" cy="305895"/>
              </a:xfrm>
            </p:grpSpPr>
            <p:sp>
              <p:nvSpPr>
                <p:cNvPr id="3136" name="Google Shape;3377;p45">
                  <a:extLst>
                    <a:ext uri="{FF2B5EF4-FFF2-40B4-BE49-F238E27FC236}">
                      <a16:creationId xmlns:a16="http://schemas.microsoft.com/office/drawing/2014/main" id="{F23D68DC-68EC-8172-B0DF-75CC07817AC4}"/>
                    </a:ext>
                  </a:extLst>
                </p:cNvPr>
                <p:cNvSpPr/>
                <p:nvPr/>
              </p:nvSpPr>
              <p:spPr>
                <a:xfrm>
                  <a:off x="4069235" y="4908824"/>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2" y="212407"/>
                        <a:pt x="52388" y="171831"/>
                      </a:cubicBezTo>
                      <a:cubicBezTo>
                        <a:pt x="17336" y="151733"/>
                        <a:pt x="0" y="125063"/>
                        <a:pt x="0" y="98393"/>
                      </a:cubicBezTo>
                      <a:lnTo>
                        <a:pt x="0" y="0"/>
                      </a:lnTo>
                      <a:lnTo>
                        <a:pt x="3587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7" name="Google Shape;3378;p45">
                  <a:extLst>
                    <a:ext uri="{FF2B5EF4-FFF2-40B4-BE49-F238E27FC236}">
                      <a16:creationId xmlns:a16="http://schemas.microsoft.com/office/drawing/2014/main" id="{B7A76F2A-F5CB-5F06-BB25-4832C122ED88}"/>
                    </a:ext>
                  </a:extLst>
                </p:cNvPr>
                <p:cNvSpPr/>
                <p:nvPr/>
              </p:nvSpPr>
              <p:spPr>
                <a:xfrm>
                  <a:off x="4069235" y="4921492"/>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8" name="Google Shape;3379;p45">
                  <a:extLst>
                    <a:ext uri="{FF2B5EF4-FFF2-40B4-BE49-F238E27FC236}">
                      <a16:creationId xmlns:a16="http://schemas.microsoft.com/office/drawing/2014/main" id="{BAC6D6D0-8BBC-B3E4-A901-AD06F80297DE}"/>
                    </a:ext>
                  </a:extLst>
                </p:cNvPr>
                <p:cNvSpPr/>
                <p:nvPr/>
              </p:nvSpPr>
              <p:spPr>
                <a:xfrm>
                  <a:off x="4069235" y="493873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9" name="Google Shape;3380;p45">
                  <a:extLst>
                    <a:ext uri="{FF2B5EF4-FFF2-40B4-BE49-F238E27FC236}">
                      <a16:creationId xmlns:a16="http://schemas.microsoft.com/office/drawing/2014/main" id="{AFA08ECE-C608-3E4A-644A-8C287CAE72C3}"/>
                    </a:ext>
                  </a:extLst>
                </p:cNvPr>
                <p:cNvSpPr/>
                <p:nvPr/>
              </p:nvSpPr>
              <p:spPr>
                <a:xfrm>
                  <a:off x="4069235" y="4955878"/>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0" name="Google Shape;3381;p45">
                  <a:extLst>
                    <a:ext uri="{FF2B5EF4-FFF2-40B4-BE49-F238E27FC236}">
                      <a16:creationId xmlns:a16="http://schemas.microsoft.com/office/drawing/2014/main" id="{D2A5FBC2-21D5-5A0F-5FB3-87EC1B3E4672}"/>
                    </a:ext>
                  </a:extLst>
                </p:cNvPr>
                <p:cNvSpPr/>
                <p:nvPr/>
              </p:nvSpPr>
              <p:spPr>
                <a:xfrm>
                  <a:off x="4069235" y="4973118"/>
                  <a:ext cx="358711" cy="110632"/>
                </a:xfrm>
                <a:custGeom>
                  <a:avLst/>
                  <a:gdLst/>
                  <a:ahLst/>
                  <a:cxnLst/>
                  <a:rect l="l" t="t" r="r" b="b"/>
                  <a:pathLst>
                    <a:path w="358711" h="110632" extrusionOk="0">
                      <a:moveTo>
                        <a:pt x="358712" y="0"/>
                      </a:moveTo>
                      <a:cubicBezTo>
                        <a:pt x="358712" y="26479"/>
                        <a:pt x="341090" y="52864"/>
                        <a:pt x="306134" y="73057"/>
                      </a:cubicBezTo>
                      <a:cubicBezTo>
                        <a:pt x="236220" y="113824"/>
                        <a:pt x="122587" y="113824"/>
                        <a:pt x="52483" y="73057"/>
                      </a:cubicBezTo>
                      <a:cubicBezTo>
                        <a:pt x="18288" y="53340"/>
                        <a:pt x="762" y="27622"/>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1" name="Google Shape;3382;p45">
                  <a:extLst>
                    <a:ext uri="{FF2B5EF4-FFF2-40B4-BE49-F238E27FC236}">
                      <a16:creationId xmlns:a16="http://schemas.microsoft.com/office/drawing/2014/main" id="{81E6F825-89CE-8B54-33FF-85C950AEC8DB}"/>
                    </a:ext>
                  </a:extLst>
                </p:cNvPr>
                <p:cNvSpPr/>
                <p:nvPr/>
              </p:nvSpPr>
              <p:spPr>
                <a:xfrm>
                  <a:off x="4069235" y="499026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622"/>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2" name="Google Shape;3383;p45">
                  <a:extLst>
                    <a:ext uri="{FF2B5EF4-FFF2-40B4-BE49-F238E27FC236}">
                      <a16:creationId xmlns:a16="http://schemas.microsoft.com/office/drawing/2014/main" id="{7AF5E2B9-C08C-D35B-F94B-DA05A8C03CDF}"/>
                    </a:ext>
                  </a:extLst>
                </p:cNvPr>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3" name="Google Shape;3384;p45">
                  <a:extLst>
                    <a:ext uri="{FF2B5EF4-FFF2-40B4-BE49-F238E27FC236}">
                      <a16:creationId xmlns:a16="http://schemas.microsoft.com/office/drawing/2014/main" id="{4E36E19C-624C-3429-20CD-B7C7F27BB314}"/>
                    </a:ext>
                  </a:extLst>
                </p:cNvPr>
                <p:cNvSpPr/>
                <p:nvPr/>
              </p:nvSpPr>
              <p:spPr>
                <a:xfrm>
                  <a:off x="4083356" y="4813360"/>
                  <a:ext cx="330445" cy="190857"/>
                </a:xfrm>
                <a:custGeom>
                  <a:avLst/>
                  <a:gdLst/>
                  <a:ahLst/>
                  <a:cxnLst/>
                  <a:rect l="l" t="t" r="r" b="b"/>
                  <a:pathLst>
                    <a:path w="330445" h="190857" extrusionOk="0">
                      <a:moveTo>
                        <a:pt x="48363" y="162711"/>
                      </a:moveTo>
                      <a:cubicBezTo>
                        <a:pt x="112943" y="200239"/>
                        <a:pt x="217623" y="200239"/>
                        <a:pt x="282011" y="162711"/>
                      </a:cubicBezTo>
                      <a:cubicBezTo>
                        <a:pt x="346591" y="125563"/>
                        <a:pt x="346591" y="65080"/>
                        <a:pt x="282011" y="27932"/>
                      </a:cubicBezTo>
                      <a:cubicBezTo>
                        <a:pt x="217623" y="-9311"/>
                        <a:pt x="112943" y="-9311"/>
                        <a:pt x="48363" y="27932"/>
                      </a:cubicBezTo>
                      <a:cubicBezTo>
                        <a:pt x="-16121" y="65080"/>
                        <a:pt x="-16121" y="125563"/>
                        <a:pt x="48363" y="16271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4" name="Google Shape;3385;p45">
                  <a:extLst>
                    <a:ext uri="{FF2B5EF4-FFF2-40B4-BE49-F238E27FC236}">
                      <a16:creationId xmlns:a16="http://schemas.microsoft.com/office/drawing/2014/main" id="{48A153B2-38AE-92E5-61DB-452C3319F958}"/>
                    </a:ext>
                  </a:extLst>
                </p:cNvPr>
                <p:cNvSpPr/>
                <p:nvPr/>
              </p:nvSpPr>
              <p:spPr>
                <a:xfrm>
                  <a:off x="4094024" y="4819504"/>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5" name="Google Shape;3386;p45">
                  <a:extLst>
                    <a:ext uri="{FF2B5EF4-FFF2-40B4-BE49-F238E27FC236}">
                      <a16:creationId xmlns:a16="http://schemas.microsoft.com/office/drawing/2014/main" id="{D319F8A8-8F49-E5DB-8584-AF133AB5AB53}"/>
                    </a:ext>
                  </a:extLst>
                </p:cNvPr>
                <p:cNvSpPr/>
                <p:nvPr/>
              </p:nvSpPr>
              <p:spPr>
                <a:xfrm>
                  <a:off x="4102621" y="4824933"/>
                  <a:ext cx="291917" cy="168568"/>
                </a:xfrm>
                <a:custGeom>
                  <a:avLst/>
                  <a:gdLst/>
                  <a:ahLst/>
                  <a:cxnLst/>
                  <a:rect l="l" t="t" r="r" b="b"/>
                  <a:pathLst>
                    <a:path w="291917" h="168568" extrusionOk="0">
                      <a:moveTo>
                        <a:pt x="42719" y="143709"/>
                      </a:moveTo>
                      <a:cubicBezTo>
                        <a:pt x="99774" y="176855"/>
                        <a:pt x="192262" y="176855"/>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6" name="Google Shape;3387;p45">
                  <a:extLst>
                    <a:ext uri="{FF2B5EF4-FFF2-40B4-BE49-F238E27FC236}">
                      <a16:creationId xmlns:a16="http://schemas.microsoft.com/office/drawing/2014/main" id="{4D0B668C-5AE7-132E-7207-6EEDF29E04C7}"/>
                    </a:ext>
                  </a:extLst>
                </p:cNvPr>
                <p:cNvSpPr/>
                <p:nvPr/>
              </p:nvSpPr>
              <p:spPr>
                <a:xfrm>
                  <a:off x="4111550" y="4829672"/>
                  <a:ext cx="273962" cy="158329"/>
                </a:xfrm>
                <a:custGeom>
                  <a:avLst/>
                  <a:gdLst/>
                  <a:ahLst/>
                  <a:cxnLst/>
                  <a:rect l="l" t="t" r="r" b="b"/>
                  <a:pathLst>
                    <a:path w="273962" h="158329" extrusionOk="0">
                      <a:moveTo>
                        <a:pt x="40076" y="134969"/>
                      </a:moveTo>
                      <a:cubicBezTo>
                        <a:pt x="93607" y="166116"/>
                        <a:pt x="180475" y="166116"/>
                        <a:pt x="233815" y="134969"/>
                      </a:cubicBezTo>
                      <a:cubicBezTo>
                        <a:pt x="287346" y="104108"/>
                        <a:pt x="287346" y="54007"/>
                        <a:pt x="233815" y="23146"/>
                      </a:cubicBezTo>
                      <a:cubicBezTo>
                        <a:pt x="180475" y="-7715"/>
                        <a:pt x="93607" y="-7715"/>
                        <a:pt x="40076" y="23146"/>
                      </a:cubicBezTo>
                      <a:cubicBezTo>
                        <a:pt x="-13359" y="54007"/>
                        <a:pt x="-13359" y="104108"/>
                        <a:pt x="40076" y="13496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7" name="Google Shape;3388;p45">
                  <a:extLst>
                    <a:ext uri="{FF2B5EF4-FFF2-40B4-BE49-F238E27FC236}">
                      <a16:creationId xmlns:a16="http://schemas.microsoft.com/office/drawing/2014/main" id="{A54B4CEB-BBFE-7561-FE4D-47EE524F5726}"/>
                    </a:ext>
                  </a:extLst>
                </p:cNvPr>
                <p:cNvSpPr/>
                <p:nvPr/>
              </p:nvSpPr>
              <p:spPr>
                <a:xfrm>
                  <a:off x="4119194" y="4834386"/>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8" name="Google Shape;3389;p45">
                  <a:extLst>
                    <a:ext uri="{FF2B5EF4-FFF2-40B4-BE49-F238E27FC236}">
                      <a16:creationId xmlns:a16="http://schemas.microsoft.com/office/drawing/2014/main" id="{D3002190-D58C-7451-50A3-61E725E33A21}"/>
                    </a:ext>
                  </a:extLst>
                </p:cNvPr>
                <p:cNvSpPr/>
                <p:nvPr/>
              </p:nvSpPr>
              <p:spPr>
                <a:xfrm>
                  <a:off x="4126743" y="4838434"/>
                  <a:ext cx="243673" cy="140803"/>
                </a:xfrm>
                <a:custGeom>
                  <a:avLst/>
                  <a:gdLst/>
                  <a:ahLst/>
                  <a:cxnLst/>
                  <a:rect l="l" t="t" r="r" b="b"/>
                  <a:pathLst>
                    <a:path w="243673" h="140803" extrusionOk="0">
                      <a:moveTo>
                        <a:pt x="35647" y="120015"/>
                      </a:moveTo>
                      <a:cubicBezTo>
                        <a:pt x="83272" y="147733"/>
                        <a:pt x="160520" y="147733"/>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9" name="Google Shape;3390;p45">
                  <a:extLst>
                    <a:ext uri="{FF2B5EF4-FFF2-40B4-BE49-F238E27FC236}">
                      <a16:creationId xmlns:a16="http://schemas.microsoft.com/office/drawing/2014/main" id="{609C74AE-1609-007E-3927-71501B237A06}"/>
                    </a:ext>
                  </a:extLst>
                </p:cNvPr>
                <p:cNvSpPr/>
                <p:nvPr/>
              </p:nvSpPr>
              <p:spPr>
                <a:xfrm>
                  <a:off x="4133505" y="4842626"/>
                  <a:ext cx="230147" cy="132921"/>
                </a:xfrm>
                <a:custGeom>
                  <a:avLst/>
                  <a:gdLst/>
                  <a:ahLst/>
                  <a:cxnLst/>
                  <a:rect l="l" t="t" r="r" b="b"/>
                  <a:pathLst>
                    <a:path w="230147" h="132921" extrusionOk="0">
                      <a:moveTo>
                        <a:pt x="33647" y="113347"/>
                      </a:moveTo>
                      <a:cubicBezTo>
                        <a:pt x="78605" y="139446"/>
                        <a:pt x="151567" y="139446"/>
                        <a:pt x="196429" y="113347"/>
                      </a:cubicBezTo>
                      <a:cubicBezTo>
                        <a:pt x="241387" y="87439"/>
                        <a:pt x="241387" y="45339"/>
                        <a:pt x="196429" y="19431"/>
                      </a:cubicBezTo>
                      <a:cubicBezTo>
                        <a:pt x="151567" y="-6477"/>
                        <a:pt x="78700" y="-6477"/>
                        <a:pt x="33647" y="19431"/>
                      </a:cubicBezTo>
                      <a:cubicBezTo>
                        <a:pt x="-11216" y="45339"/>
                        <a:pt x="-11216" y="87439"/>
                        <a:pt x="33647" y="11334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0" name="Google Shape;3391;p45">
                  <a:extLst>
                    <a:ext uri="{FF2B5EF4-FFF2-40B4-BE49-F238E27FC236}">
                      <a16:creationId xmlns:a16="http://schemas.microsoft.com/office/drawing/2014/main" id="{40436AED-4E7F-CEA2-090D-009A659640F9}"/>
                    </a:ext>
                  </a:extLst>
                </p:cNvPr>
                <p:cNvSpPr/>
                <p:nvPr/>
              </p:nvSpPr>
              <p:spPr>
                <a:xfrm>
                  <a:off x="4140459" y="4846507"/>
                  <a:ext cx="216074" cy="124682"/>
                </a:xfrm>
                <a:custGeom>
                  <a:avLst/>
                  <a:gdLst/>
                  <a:ahLst/>
                  <a:cxnLst/>
                  <a:rect l="l" t="t" r="r" b="b"/>
                  <a:pathLst>
                    <a:path w="216074" h="124682" extrusionOk="0">
                      <a:moveTo>
                        <a:pt x="31647" y="106323"/>
                      </a:moveTo>
                      <a:cubicBezTo>
                        <a:pt x="73843" y="130802"/>
                        <a:pt x="142327" y="130802"/>
                        <a:pt x="184428" y="106323"/>
                      </a:cubicBezTo>
                      <a:cubicBezTo>
                        <a:pt x="226623" y="82034"/>
                        <a:pt x="226623" y="42505"/>
                        <a:pt x="184428" y="18217"/>
                      </a:cubicBezTo>
                      <a:cubicBezTo>
                        <a:pt x="142327" y="-6072"/>
                        <a:pt x="73843" y="-6072"/>
                        <a:pt x="31647" y="18217"/>
                      </a:cubicBezTo>
                      <a:cubicBezTo>
                        <a:pt x="-10549" y="42505"/>
                        <a:pt x="-10549" y="82034"/>
                        <a:pt x="31647" y="106323"/>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1" name="Google Shape;3392;p45">
                  <a:extLst>
                    <a:ext uri="{FF2B5EF4-FFF2-40B4-BE49-F238E27FC236}">
                      <a16:creationId xmlns:a16="http://schemas.microsoft.com/office/drawing/2014/main" id="{F10EC886-340F-CB84-9D32-B5D9F6411EEB}"/>
                    </a:ext>
                  </a:extLst>
                </p:cNvPr>
                <p:cNvSpPr/>
                <p:nvPr/>
              </p:nvSpPr>
              <p:spPr>
                <a:xfrm>
                  <a:off x="4146531" y="4850174"/>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2" name="Google Shape;3393;p45">
                  <a:extLst>
                    <a:ext uri="{FF2B5EF4-FFF2-40B4-BE49-F238E27FC236}">
                      <a16:creationId xmlns:a16="http://schemas.microsoft.com/office/drawing/2014/main" id="{3117CF4E-7B01-86A3-AC3B-9B6E8B2BB196}"/>
                    </a:ext>
                  </a:extLst>
                </p:cNvPr>
                <p:cNvSpPr/>
                <p:nvPr/>
              </p:nvSpPr>
              <p:spPr>
                <a:xfrm>
                  <a:off x="4152008" y="4853103"/>
                  <a:ext cx="193166" cy="111490"/>
                </a:xfrm>
                <a:custGeom>
                  <a:avLst/>
                  <a:gdLst/>
                  <a:ahLst/>
                  <a:cxnLst/>
                  <a:rect l="l" t="t" r="r" b="b"/>
                  <a:pathLst>
                    <a:path w="193166" h="111490" extrusionOk="0">
                      <a:moveTo>
                        <a:pt x="28289" y="95060"/>
                      </a:moveTo>
                      <a:cubicBezTo>
                        <a:pt x="66008" y="116967"/>
                        <a:pt x="127254" y="116967"/>
                        <a:pt x="164878" y="95060"/>
                      </a:cubicBezTo>
                      <a:cubicBezTo>
                        <a:pt x="202597" y="73342"/>
                        <a:pt x="202597" y="38005"/>
                        <a:pt x="164878" y="16288"/>
                      </a:cubicBezTo>
                      <a:cubicBezTo>
                        <a:pt x="127254" y="-5429"/>
                        <a:pt x="66103" y="-5429"/>
                        <a:pt x="28289" y="16288"/>
                      </a:cubicBezTo>
                      <a:cubicBezTo>
                        <a:pt x="-9430" y="38005"/>
                        <a:pt x="-9430" y="73342"/>
                        <a:pt x="28289" y="9506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3" name="Google Shape;3394;p45">
                  <a:extLst>
                    <a:ext uri="{FF2B5EF4-FFF2-40B4-BE49-F238E27FC236}">
                      <a16:creationId xmlns:a16="http://schemas.microsoft.com/office/drawing/2014/main" id="{271BCD7E-9F40-AD0A-2ECB-98F5B1BC4138}"/>
                    </a:ext>
                  </a:extLst>
                </p:cNvPr>
                <p:cNvSpPr/>
                <p:nvPr/>
              </p:nvSpPr>
              <p:spPr>
                <a:xfrm>
                  <a:off x="4157294" y="4856341"/>
                  <a:ext cx="182475" cy="105322"/>
                </a:xfrm>
                <a:custGeom>
                  <a:avLst/>
                  <a:gdLst/>
                  <a:ahLst/>
                  <a:cxnLst/>
                  <a:rect l="l" t="t" r="r" b="b"/>
                  <a:pathLst>
                    <a:path w="182475" h="105322" extrusionOk="0">
                      <a:moveTo>
                        <a:pt x="26718" y="89821"/>
                      </a:moveTo>
                      <a:cubicBezTo>
                        <a:pt x="62341" y="110490"/>
                        <a:pt x="120158" y="110490"/>
                        <a:pt x="155686" y="89821"/>
                      </a:cubicBezTo>
                      <a:cubicBezTo>
                        <a:pt x="191405" y="69342"/>
                        <a:pt x="191405" y="35909"/>
                        <a:pt x="155686" y="15431"/>
                      </a:cubicBezTo>
                      <a:cubicBezTo>
                        <a:pt x="120158" y="-5144"/>
                        <a:pt x="62341" y="-5144"/>
                        <a:pt x="26718" y="15431"/>
                      </a:cubicBezTo>
                      <a:cubicBezTo>
                        <a:pt x="-8906" y="35909"/>
                        <a:pt x="-8906" y="69342"/>
                        <a:pt x="26718" y="8982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4" name="Google Shape;3395;p45">
                  <a:extLst>
                    <a:ext uri="{FF2B5EF4-FFF2-40B4-BE49-F238E27FC236}">
                      <a16:creationId xmlns:a16="http://schemas.microsoft.com/office/drawing/2014/main" id="{19228766-C0C4-10FF-DBCE-B214F4C325FA}"/>
                    </a:ext>
                  </a:extLst>
                </p:cNvPr>
                <p:cNvSpPr/>
                <p:nvPr/>
              </p:nvSpPr>
              <p:spPr>
                <a:xfrm>
                  <a:off x="4162676" y="4859175"/>
                  <a:ext cx="171831" cy="99250"/>
                </a:xfrm>
                <a:custGeom>
                  <a:avLst/>
                  <a:gdLst/>
                  <a:ahLst/>
                  <a:cxnLst/>
                  <a:rect l="l" t="t" r="r" b="b"/>
                  <a:pathLst>
                    <a:path w="171831" h="99250" extrusionOk="0">
                      <a:moveTo>
                        <a:pt x="25146" y="84606"/>
                      </a:moveTo>
                      <a:cubicBezTo>
                        <a:pt x="58769" y="104132"/>
                        <a:pt x="113157" y="104132"/>
                        <a:pt x="146685" y="84606"/>
                      </a:cubicBezTo>
                      <a:cubicBezTo>
                        <a:pt x="180213" y="65270"/>
                        <a:pt x="180213" y="33838"/>
                        <a:pt x="146685" y="14502"/>
                      </a:cubicBezTo>
                      <a:cubicBezTo>
                        <a:pt x="113252" y="-4834"/>
                        <a:pt x="58769" y="-4834"/>
                        <a:pt x="25146" y="14502"/>
                      </a:cubicBezTo>
                      <a:cubicBezTo>
                        <a:pt x="-8382" y="33838"/>
                        <a:pt x="-8382" y="65270"/>
                        <a:pt x="25146" y="8460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5" name="Google Shape;3396;p45">
                  <a:extLst>
                    <a:ext uri="{FF2B5EF4-FFF2-40B4-BE49-F238E27FC236}">
                      <a16:creationId xmlns:a16="http://schemas.microsoft.com/office/drawing/2014/main" id="{6D960F34-97B1-7E6D-D83F-876267DFCD04}"/>
                    </a:ext>
                  </a:extLst>
                </p:cNvPr>
                <p:cNvSpPr/>
                <p:nvPr/>
              </p:nvSpPr>
              <p:spPr>
                <a:xfrm>
                  <a:off x="4167438" y="4862152"/>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1909"/>
                        <a:pt x="138493" y="13716"/>
                      </a:cubicBezTo>
                      <a:cubicBezTo>
                        <a:pt x="106870" y="-4572"/>
                        <a:pt x="55435" y="-4572"/>
                        <a:pt x="23717" y="13716"/>
                      </a:cubicBezTo>
                      <a:cubicBezTo>
                        <a:pt x="-7906" y="32004"/>
                        <a:pt x="-7906" y="61627"/>
                        <a:pt x="23717" y="7991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6" name="Google Shape;3397;p45">
                  <a:extLst>
                    <a:ext uri="{FF2B5EF4-FFF2-40B4-BE49-F238E27FC236}">
                      <a16:creationId xmlns:a16="http://schemas.microsoft.com/office/drawing/2014/main" id="{3EA84038-2E9F-2B31-3AF8-C6DDD022363C}"/>
                    </a:ext>
                  </a:extLst>
                </p:cNvPr>
                <p:cNvSpPr/>
                <p:nvPr/>
              </p:nvSpPr>
              <p:spPr>
                <a:xfrm>
                  <a:off x="4172391" y="4864819"/>
                  <a:ext cx="152376" cy="87963"/>
                </a:xfrm>
                <a:custGeom>
                  <a:avLst/>
                  <a:gdLst/>
                  <a:ahLst/>
                  <a:cxnLst/>
                  <a:rect l="l" t="t" r="r" b="b"/>
                  <a:pathLst>
                    <a:path w="152376" h="87963" extrusionOk="0">
                      <a:moveTo>
                        <a:pt x="22288" y="74962"/>
                      </a:moveTo>
                      <a:cubicBezTo>
                        <a:pt x="52102" y="92297"/>
                        <a:pt x="100298" y="92297"/>
                        <a:pt x="130016" y="74962"/>
                      </a:cubicBezTo>
                      <a:cubicBezTo>
                        <a:pt x="159829" y="57817"/>
                        <a:pt x="159829" y="30004"/>
                        <a:pt x="130016" y="12859"/>
                      </a:cubicBezTo>
                      <a:cubicBezTo>
                        <a:pt x="100298" y="-4286"/>
                        <a:pt x="52102" y="-4286"/>
                        <a:pt x="22288" y="12859"/>
                      </a:cubicBezTo>
                      <a:cubicBezTo>
                        <a:pt x="-7429" y="30004"/>
                        <a:pt x="-7429" y="57817"/>
                        <a:pt x="22288" y="74962"/>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7" name="Google Shape;3398;p45">
                  <a:extLst>
                    <a:ext uri="{FF2B5EF4-FFF2-40B4-BE49-F238E27FC236}">
                      <a16:creationId xmlns:a16="http://schemas.microsoft.com/office/drawing/2014/main" id="{DE83DB3B-1380-E96C-E98A-B04E1BE549B4}"/>
                    </a:ext>
                  </a:extLst>
                </p:cNvPr>
                <p:cNvSpPr/>
                <p:nvPr/>
              </p:nvSpPr>
              <p:spPr>
                <a:xfrm>
                  <a:off x="4176654" y="4867438"/>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8" name="Google Shape;3399;p45">
                  <a:extLst>
                    <a:ext uri="{FF2B5EF4-FFF2-40B4-BE49-F238E27FC236}">
                      <a16:creationId xmlns:a16="http://schemas.microsoft.com/office/drawing/2014/main" id="{3603E91A-9A74-A8CD-C4B1-99F412958097}"/>
                    </a:ext>
                  </a:extLst>
                </p:cNvPr>
                <p:cNvSpPr/>
                <p:nvPr/>
              </p:nvSpPr>
              <p:spPr>
                <a:xfrm>
                  <a:off x="4183678" y="4871796"/>
                  <a:ext cx="129635" cy="74866"/>
                </a:xfrm>
                <a:custGeom>
                  <a:avLst/>
                  <a:gdLst/>
                  <a:ahLst/>
                  <a:cxnLst/>
                  <a:rect l="l" t="t" r="r" b="b"/>
                  <a:pathLst>
                    <a:path w="129635" h="74866" extrusionOk="0">
                      <a:moveTo>
                        <a:pt x="19002" y="63794"/>
                      </a:moveTo>
                      <a:cubicBezTo>
                        <a:pt x="44339" y="78557"/>
                        <a:pt x="85392" y="78557"/>
                        <a:pt x="110633" y="63794"/>
                      </a:cubicBezTo>
                      <a:cubicBezTo>
                        <a:pt x="135969" y="49221"/>
                        <a:pt x="135969" y="25503"/>
                        <a:pt x="110633" y="10930"/>
                      </a:cubicBezTo>
                      <a:cubicBezTo>
                        <a:pt x="85392" y="-3643"/>
                        <a:pt x="44339" y="-3643"/>
                        <a:pt x="19002" y="10930"/>
                      </a:cubicBezTo>
                      <a:cubicBezTo>
                        <a:pt x="-6334" y="25503"/>
                        <a:pt x="-6334" y="49221"/>
                        <a:pt x="19002" y="63794"/>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9" name="Google Shape;3400;p45">
                  <a:extLst>
                    <a:ext uri="{FF2B5EF4-FFF2-40B4-BE49-F238E27FC236}">
                      <a16:creationId xmlns:a16="http://schemas.microsoft.com/office/drawing/2014/main" id="{D80DBE5C-2580-8B44-9EE7-0CA2D53937E2}"/>
                    </a:ext>
                  </a:extLst>
                </p:cNvPr>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31" name="Google Shape;3401;p45">
                <a:extLst>
                  <a:ext uri="{FF2B5EF4-FFF2-40B4-BE49-F238E27FC236}">
                    <a16:creationId xmlns:a16="http://schemas.microsoft.com/office/drawing/2014/main" id="{12510AED-D84C-7456-3444-BB7F0438ACA0}"/>
                  </a:ext>
                </a:extLst>
              </p:cNvPr>
              <p:cNvGrpSpPr/>
              <p:nvPr/>
            </p:nvGrpSpPr>
            <p:grpSpPr>
              <a:xfrm>
                <a:off x="4045709" y="4779094"/>
                <a:ext cx="405669" cy="247363"/>
                <a:chOff x="4045709" y="4779094"/>
                <a:chExt cx="405669" cy="247363"/>
              </a:xfrm>
            </p:grpSpPr>
            <p:sp>
              <p:nvSpPr>
                <p:cNvPr id="3132" name="Google Shape;3402;p45">
                  <a:extLst>
                    <a:ext uri="{FF2B5EF4-FFF2-40B4-BE49-F238E27FC236}">
                      <a16:creationId xmlns:a16="http://schemas.microsoft.com/office/drawing/2014/main" id="{832141F2-CB82-7207-6072-07DF4A0D2ABA}"/>
                    </a:ext>
                  </a:extLst>
                </p:cNvPr>
                <p:cNvSpPr/>
                <p:nvPr/>
              </p:nvSpPr>
              <p:spPr>
                <a:xfrm>
                  <a:off x="4045709" y="4792333"/>
                  <a:ext cx="405669" cy="234124"/>
                </a:xfrm>
                <a:custGeom>
                  <a:avLst/>
                  <a:gdLst/>
                  <a:ahLst/>
                  <a:cxnLst/>
                  <a:rect l="l" t="t" r="r" b="b"/>
                  <a:pathLst>
                    <a:path w="405669" h="234124" extrusionOk="0">
                      <a:moveTo>
                        <a:pt x="404336" y="103823"/>
                      </a:moveTo>
                      <a:cubicBezTo>
                        <a:pt x="399288" y="78391"/>
                        <a:pt x="379952" y="53816"/>
                        <a:pt x="346234" y="34290"/>
                      </a:cubicBezTo>
                      <a:cubicBezTo>
                        <a:pt x="267081" y="-11430"/>
                        <a:pt x="138589" y="-11430"/>
                        <a:pt x="59436" y="34290"/>
                      </a:cubicBezTo>
                      <a:cubicBezTo>
                        <a:pt x="25527" y="53912"/>
                        <a:pt x="6096" y="78677"/>
                        <a:pt x="1238" y="104299"/>
                      </a:cubicBezTo>
                      <a:lnTo>
                        <a:pt x="0" y="103823"/>
                      </a:lnTo>
                      <a:lnTo>
                        <a:pt x="0" y="117824"/>
                      </a:lnTo>
                      <a:lnTo>
                        <a:pt x="0" y="117824"/>
                      </a:lnTo>
                      <a:cubicBezTo>
                        <a:pt x="381" y="147542"/>
                        <a:pt x="20098" y="177165"/>
                        <a:pt x="59436" y="199835"/>
                      </a:cubicBezTo>
                      <a:cubicBezTo>
                        <a:pt x="138589" y="245555"/>
                        <a:pt x="267081" y="245555"/>
                        <a:pt x="346234" y="199835"/>
                      </a:cubicBezTo>
                      <a:cubicBezTo>
                        <a:pt x="385858" y="176974"/>
                        <a:pt x="405670" y="147066"/>
                        <a:pt x="405670" y="117062"/>
                      </a:cubicBezTo>
                      <a:lnTo>
                        <a:pt x="405670" y="103727"/>
                      </a:lnTo>
                      <a:lnTo>
                        <a:pt x="404336" y="103727"/>
                      </a:lnTo>
                      <a:close/>
                      <a:moveTo>
                        <a:pt x="76200" y="44006"/>
                      </a:moveTo>
                      <a:cubicBezTo>
                        <a:pt x="82963" y="40100"/>
                        <a:pt x="93821" y="40100"/>
                        <a:pt x="100584" y="44006"/>
                      </a:cubicBezTo>
                      <a:lnTo>
                        <a:pt x="150209" y="72676"/>
                      </a:lnTo>
                      <a:cubicBezTo>
                        <a:pt x="156877" y="76581"/>
                        <a:pt x="156877" y="82868"/>
                        <a:pt x="150209" y="86773"/>
                      </a:cubicBezTo>
                      <a:cubicBezTo>
                        <a:pt x="143446" y="90678"/>
                        <a:pt x="132588" y="90678"/>
                        <a:pt x="125825" y="86773"/>
                      </a:cubicBezTo>
                      <a:lnTo>
                        <a:pt x="76200" y="58103"/>
                      </a:lnTo>
                      <a:cubicBezTo>
                        <a:pt x="69533" y="54197"/>
                        <a:pt x="69533" y="47911"/>
                        <a:pt x="76200" y="44101"/>
                      </a:cubicBezTo>
                      <a:close/>
                      <a:moveTo>
                        <a:pt x="40958" y="127064"/>
                      </a:moveTo>
                      <a:cubicBezTo>
                        <a:pt x="31433" y="127064"/>
                        <a:pt x="23717" y="122587"/>
                        <a:pt x="23717" y="117157"/>
                      </a:cubicBezTo>
                      <a:cubicBezTo>
                        <a:pt x="23717" y="111728"/>
                        <a:pt x="31433" y="107252"/>
                        <a:pt x="40958" y="107252"/>
                      </a:cubicBezTo>
                      <a:lnTo>
                        <a:pt x="111062" y="107252"/>
                      </a:lnTo>
                      <a:cubicBezTo>
                        <a:pt x="120587" y="107252"/>
                        <a:pt x="128302" y="111728"/>
                        <a:pt x="128302" y="117157"/>
                      </a:cubicBezTo>
                      <a:cubicBezTo>
                        <a:pt x="128302" y="122587"/>
                        <a:pt x="120587" y="127064"/>
                        <a:pt x="111062" y="127064"/>
                      </a:cubicBezTo>
                      <a:lnTo>
                        <a:pt x="40958" y="127064"/>
                      </a:lnTo>
                      <a:close/>
                      <a:moveTo>
                        <a:pt x="150114" y="161544"/>
                      </a:moveTo>
                      <a:lnTo>
                        <a:pt x="100489" y="190214"/>
                      </a:lnTo>
                      <a:cubicBezTo>
                        <a:pt x="93821" y="194120"/>
                        <a:pt x="82868" y="194120"/>
                        <a:pt x="76105" y="190214"/>
                      </a:cubicBezTo>
                      <a:cubicBezTo>
                        <a:pt x="69437" y="186309"/>
                        <a:pt x="69437" y="180023"/>
                        <a:pt x="76105" y="176213"/>
                      </a:cubicBezTo>
                      <a:lnTo>
                        <a:pt x="125730" y="147542"/>
                      </a:lnTo>
                      <a:cubicBezTo>
                        <a:pt x="132493" y="143637"/>
                        <a:pt x="143351" y="143637"/>
                        <a:pt x="150114" y="147542"/>
                      </a:cubicBezTo>
                      <a:cubicBezTo>
                        <a:pt x="156877" y="151448"/>
                        <a:pt x="156781" y="157734"/>
                        <a:pt x="150114" y="161544"/>
                      </a:cubicBezTo>
                      <a:close/>
                      <a:moveTo>
                        <a:pt x="185547" y="23622"/>
                      </a:moveTo>
                      <a:cubicBezTo>
                        <a:pt x="185547" y="18098"/>
                        <a:pt x="193262" y="13716"/>
                        <a:pt x="202787" y="13716"/>
                      </a:cubicBezTo>
                      <a:cubicBezTo>
                        <a:pt x="212312" y="13716"/>
                        <a:pt x="220028" y="18193"/>
                        <a:pt x="219932" y="23622"/>
                      </a:cubicBezTo>
                      <a:lnTo>
                        <a:pt x="219932" y="64103"/>
                      </a:lnTo>
                      <a:cubicBezTo>
                        <a:pt x="219932" y="69532"/>
                        <a:pt x="212217" y="74009"/>
                        <a:pt x="202787" y="74009"/>
                      </a:cubicBezTo>
                      <a:cubicBezTo>
                        <a:pt x="193358" y="74009"/>
                        <a:pt x="185547" y="69532"/>
                        <a:pt x="185547" y="64103"/>
                      </a:cubicBezTo>
                      <a:lnTo>
                        <a:pt x="185547" y="23622"/>
                      </a:lnTo>
                      <a:close/>
                      <a:moveTo>
                        <a:pt x="202787" y="220409"/>
                      </a:moveTo>
                      <a:cubicBezTo>
                        <a:pt x="193262" y="220409"/>
                        <a:pt x="185547" y="215932"/>
                        <a:pt x="185547" y="210503"/>
                      </a:cubicBezTo>
                      <a:lnTo>
                        <a:pt x="185547" y="170021"/>
                      </a:lnTo>
                      <a:cubicBezTo>
                        <a:pt x="185547" y="164497"/>
                        <a:pt x="193262" y="160115"/>
                        <a:pt x="202787" y="160115"/>
                      </a:cubicBezTo>
                      <a:cubicBezTo>
                        <a:pt x="212312" y="160115"/>
                        <a:pt x="220028" y="164592"/>
                        <a:pt x="220028" y="170021"/>
                      </a:cubicBezTo>
                      <a:lnTo>
                        <a:pt x="220028" y="210503"/>
                      </a:lnTo>
                      <a:cubicBezTo>
                        <a:pt x="220028" y="216027"/>
                        <a:pt x="212312" y="220409"/>
                        <a:pt x="202787" y="220409"/>
                      </a:cubicBezTo>
                      <a:close/>
                      <a:moveTo>
                        <a:pt x="255461" y="72581"/>
                      </a:moveTo>
                      <a:lnTo>
                        <a:pt x="305086" y="43910"/>
                      </a:lnTo>
                      <a:cubicBezTo>
                        <a:pt x="311848" y="40005"/>
                        <a:pt x="322707" y="40005"/>
                        <a:pt x="329375" y="43910"/>
                      </a:cubicBezTo>
                      <a:cubicBezTo>
                        <a:pt x="336137" y="47815"/>
                        <a:pt x="336137" y="54102"/>
                        <a:pt x="329375" y="57912"/>
                      </a:cubicBezTo>
                      <a:lnTo>
                        <a:pt x="279749" y="86582"/>
                      </a:lnTo>
                      <a:cubicBezTo>
                        <a:pt x="272987" y="90488"/>
                        <a:pt x="262128" y="90488"/>
                        <a:pt x="255365" y="86582"/>
                      </a:cubicBezTo>
                      <a:cubicBezTo>
                        <a:pt x="248698" y="82677"/>
                        <a:pt x="248698" y="76390"/>
                        <a:pt x="255365" y="72485"/>
                      </a:cubicBezTo>
                      <a:close/>
                      <a:moveTo>
                        <a:pt x="329375" y="190119"/>
                      </a:moveTo>
                      <a:cubicBezTo>
                        <a:pt x="322707" y="194024"/>
                        <a:pt x="311753" y="194024"/>
                        <a:pt x="305086" y="190119"/>
                      </a:cubicBezTo>
                      <a:lnTo>
                        <a:pt x="255461" y="161449"/>
                      </a:lnTo>
                      <a:cubicBezTo>
                        <a:pt x="248698" y="157544"/>
                        <a:pt x="248698" y="151257"/>
                        <a:pt x="255461" y="147447"/>
                      </a:cubicBezTo>
                      <a:cubicBezTo>
                        <a:pt x="262128" y="143542"/>
                        <a:pt x="273082" y="143542"/>
                        <a:pt x="279749" y="147447"/>
                      </a:cubicBezTo>
                      <a:lnTo>
                        <a:pt x="329375" y="176117"/>
                      </a:lnTo>
                      <a:cubicBezTo>
                        <a:pt x="336137" y="180023"/>
                        <a:pt x="336137" y="186309"/>
                        <a:pt x="329375" y="190119"/>
                      </a:cubicBezTo>
                      <a:close/>
                      <a:moveTo>
                        <a:pt x="364617" y="126968"/>
                      </a:moveTo>
                      <a:lnTo>
                        <a:pt x="294418" y="126968"/>
                      </a:lnTo>
                      <a:cubicBezTo>
                        <a:pt x="284893" y="126968"/>
                        <a:pt x="277178" y="122492"/>
                        <a:pt x="277178" y="117062"/>
                      </a:cubicBezTo>
                      <a:cubicBezTo>
                        <a:pt x="277178" y="111633"/>
                        <a:pt x="284893" y="107156"/>
                        <a:pt x="294418" y="107156"/>
                      </a:cubicBezTo>
                      <a:lnTo>
                        <a:pt x="364617" y="107156"/>
                      </a:lnTo>
                      <a:cubicBezTo>
                        <a:pt x="374142" y="107156"/>
                        <a:pt x="381857" y="111633"/>
                        <a:pt x="381857" y="117062"/>
                      </a:cubicBezTo>
                      <a:cubicBezTo>
                        <a:pt x="381857" y="122492"/>
                        <a:pt x="374142" y="126968"/>
                        <a:pt x="364617"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3" name="Google Shape;3403;p45">
                  <a:extLst>
                    <a:ext uri="{FF2B5EF4-FFF2-40B4-BE49-F238E27FC236}">
                      <a16:creationId xmlns:a16="http://schemas.microsoft.com/office/drawing/2014/main" id="{42A984F8-3BE4-B63A-498F-592E34325AEB}"/>
                    </a:ext>
                  </a:extLst>
                </p:cNvPr>
                <p:cNvSpPr/>
                <p:nvPr/>
              </p:nvSpPr>
              <p:spPr>
                <a:xfrm>
                  <a:off x="4045709" y="4779094"/>
                  <a:ext cx="405598" cy="234124"/>
                </a:xfrm>
                <a:custGeom>
                  <a:avLst/>
                  <a:gdLst/>
                  <a:ahLst/>
                  <a:cxnLst/>
                  <a:rect l="l" t="t" r="r" b="b"/>
                  <a:pathLst>
                    <a:path w="405598" h="234124" extrusionOk="0">
                      <a:moveTo>
                        <a:pt x="346234" y="34290"/>
                      </a:moveTo>
                      <a:cubicBezTo>
                        <a:pt x="267081" y="-11430"/>
                        <a:pt x="138589" y="-11430"/>
                        <a:pt x="59436" y="34290"/>
                      </a:cubicBezTo>
                      <a:cubicBezTo>
                        <a:pt x="-19812" y="80010"/>
                        <a:pt x="-19812" y="154115"/>
                        <a:pt x="59436" y="199834"/>
                      </a:cubicBezTo>
                      <a:cubicBezTo>
                        <a:pt x="138589" y="245555"/>
                        <a:pt x="267081" y="245555"/>
                        <a:pt x="346234" y="199834"/>
                      </a:cubicBezTo>
                      <a:cubicBezTo>
                        <a:pt x="425386" y="154115"/>
                        <a:pt x="425386" y="80010"/>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677"/>
                      </a:cubicBezTo>
                      <a:cubicBezTo>
                        <a:pt x="143446" y="90583"/>
                        <a:pt x="132588" y="90583"/>
                        <a:pt x="125825" y="86677"/>
                      </a:cubicBezTo>
                      <a:lnTo>
                        <a:pt x="76200" y="58007"/>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582"/>
                      </a:moveTo>
                      <a:cubicBezTo>
                        <a:pt x="273082" y="90488"/>
                        <a:pt x="262223" y="90488"/>
                        <a:pt x="255461" y="86582"/>
                      </a:cubicBezTo>
                      <a:cubicBezTo>
                        <a:pt x="248793" y="82677"/>
                        <a:pt x="248793" y="76391"/>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061"/>
                      </a:moveTo>
                      <a:lnTo>
                        <a:pt x="364712" y="107061"/>
                      </a:lnTo>
                      <a:cubicBezTo>
                        <a:pt x="374237" y="107061"/>
                        <a:pt x="381953" y="111538"/>
                        <a:pt x="381953" y="116967"/>
                      </a:cubicBezTo>
                      <a:cubicBezTo>
                        <a:pt x="381953" y="122396"/>
                        <a:pt x="374237" y="126873"/>
                        <a:pt x="364712" y="126873"/>
                      </a:cubicBezTo>
                      <a:lnTo>
                        <a:pt x="294513" y="126873"/>
                      </a:lnTo>
                      <a:cubicBezTo>
                        <a:pt x="284988" y="126873"/>
                        <a:pt x="277273" y="122396"/>
                        <a:pt x="277273" y="116967"/>
                      </a:cubicBezTo>
                      <a:cubicBezTo>
                        <a:pt x="277273" y="111538"/>
                        <a:pt x="284988" y="107061"/>
                        <a:pt x="294513" y="107061"/>
                      </a:cubicBezTo>
                      <a:close/>
                      <a:moveTo>
                        <a:pt x="202883" y="220409"/>
                      </a:moveTo>
                      <a:cubicBezTo>
                        <a:pt x="193358" y="220409"/>
                        <a:pt x="185642" y="215932"/>
                        <a:pt x="185642" y="210502"/>
                      </a:cubicBezTo>
                      <a:lnTo>
                        <a:pt x="185642" y="170021"/>
                      </a:lnTo>
                      <a:cubicBezTo>
                        <a:pt x="185642" y="164497"/>
                        <a:pt x="193358" y="160115"/>
                        <a:pt x="202883" y="160115"/>
                      </a:cubicBezTo>
                      <a:cubicBezTo>
                        <a:pt x="212408" y="160115"/>
                        <a:pt x="220123" y="164592"/>
                        <a:pt x="220123" y="170021"/>
                      </a:cubicBezTo>
                      <a:lnTo>
                        <a:pt x="220123" y="210502"/>
                      </a:lnTo>
                      <a:cubicBezTo>
                        <a:pt x="220123" y="216027"/>
                        <a:pt x="212408" y="220409"/>
                        <a:pt x="202883" y="220409"/>
                      </a:cubicBezTo>
                      <a:close/>
                      <a:moveTo>
                        <a:pt x="305181" y="190119"/>
                      </a:moveTo>
                      <a:lnTo>
                        <a:pt x="255556" y="161449"/>
                      </a:lnTo>
                      <a:cubicBezTo>
                        <a:pt x="248793" y="157543"/>
                        <a:pt x="248793" y="151257"/>
                        <a:pt x="255556" y="147447"/>
                      </a:cubicBezTo>
                      <a:cubicBezTo>
                        <a:pt x="262223" y="143542"/>
                        <a:pt x="273177" y="143542"/>
                        <a:pt x="279844" y="147447"/>
                      </a:cubicBezTo>
                      <a:lnTo>
                        <a:pt x="329470" y="176117"/>
                      </a:lnTo>
                      <a:cubicBezTo>
                        <a:pt x="336233" y="180023"/>
                        <a:pt x="336233" y="186309"/>
                        <a:pt x="329470" y="190119"/>
                      </a:cubicBezTo>
                      <a:cubicBezTo>
                        <a:pt x="322802" y="194024"/>
                        <a:pt x="311848" y="194024"/>
                        <a:pt x="305181"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4" name="Google Shape;3404;p45">
                  <a:extLst>
                    <a:ext uri="{FF2B5EF4-FFF2-40B4-BE49-F238E27FC236}">
                      <a16:creationId xmlns:a16="http://schemas.microsoft.com/office/drawing/2014/main" id="{ADFC34A1-C8CF-ED85-575A-3391B58E4BCD}"/>
                    </a:ext>
                  </a:extLst>
                </p:cNvPr>
                <p:cNvSpPr/>
                <p:nvPr/>
              </p:nvSpPr>
              <p:spPr>
                <a:xfrm>
                  <a:off x="4191364" y="4863176"/>
                  <a:ext cx="114454" cy="46315"/>
                </a:xfrm>
                <a:custGeom>
                  <a:avLst/>
                  <a:gdLst/>
                  <a:ahLst/>
                  <a:cxnLst/>
                  <a:rect l="l" t="t" r="r" b="b"/>
                  <a:pathLst>
                    <a:path w="114454" h="46315" extrusionOk="0">
                      <a:moveTo>
                        <a:pt x="109615" y="46315"/>
                      </a:moveTo>
                      <a:cubicBezTo>
                        <a:pt x="106852" y="42696"/>
                        <a:pt x="102852" y="39267"/>
                        <a:pt x="97709" y="36219"/>
                      </a:cubicBezTo>
                      <a:cubicBezTo>
                        <a:pt x="75325" y="23360"/>
                        <a:pt x="39130" y="23360"/>
                        <a:pt x="16746" y="36219"/>
                      </a:cubicBezTo>
                      <a:cubicBezTo>
                        <a:pt x="11602" y="39171"/>
                        <a:pt x="7602" y="42601"/>
                        <a:pt x="4840" y="46315"/>
                      </a:cubicBezTo>
                      <a:cubicBezTo>
                        <a:pt x="-4400" y="34218"/>
                        <a:pt x="-399" y="19550"/>
                        <a:pt x="16746" y="9644"/>
                      </a:cubicBezTo>
                      <a:cubicBezTo>
                        <a:pt x="39130" y="-3215"/>
                        <a:pt x="75325" y="-3215"/>
                        <a:pt x="97709" y="9644"/>
                      </a:cubicBezTo>
                      <a:cubicBezTo>
                        <a:pt x="114853" y="19550"/>
                        <a:pt x="118854" y="34218"/>
                        <a:pt x="109615" y="4631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5" name="Google Shape;3405;p45">
                  <a:extLst>
                    <a:ext uri="{FF2B5EF4-FFF2-40B4-BE49-F238E27FC236}">
                      <a16:creationId xmlns:a16="http://schemas.microsoft.com/office/drawing/2014/main" id="{63C23A9A-CBE5-31FE-A909-D4C2543589E4}"/>
                    </a:ext>
                  </a:extLst>
                </p:cNvPr>
                <p:cNvSpPr/>
                <p:nvPr/>
              </p:nvSpPr>
              <p:spPr>
                <a:xfrm>
                  <a:off x="4196204" y="4889751"/>
                  <a:ext cx="104775" cy="39481"/>
                </a:xfrm>
                <a:custGeom>
                  <a:avLst/>
                  <a:gdLst/>
                  <a:ahLst/>
                  <a:cxnLst/>
                  <a:rect l="l" t="t" r="r" b="b"/>
                  <a:pathLst>
                    <a:path w="104775" h="39481" extrusionOk="0">
                      <a:moveTo>
                        <a:pt x="104775" y="19740"/>
                      </a:moveTo>
                      <a:cubicBezTo>
                        <a:pt x="102013" y="23360"/>
                        <a:pt x="98012" y="26789"/>
                        <a:pt x="92869" y="29837"/>
                      </a:cubicBezTo>
                      <a:cubicBezTo>
                        <a:pt x="70485" y="42696"/>
                        <a:pt x="34290" y="42696"/>
                        <a:pt x="11906" y="29837"/>
                      </a:cubicBezTo>
                      <a:cubicBezTo>
                        <a:pt x="6763" y="26884"/>
                        <a:pt x="2762" y="23455"/>
                        <a:pt x="0" y="19740"/>
                      </a:cubicBezTo>
                      <a:cubicBezTo>
                        <a:pt x="2762" y="16121"/>
                        <a:pt x="6763" y="12692"/>
                        <a:pt x="11906" y="9644"/>
                      </a:cubicBezTo>
                      <a:cubicBezTo>
                        <a:pt x="34290" y="-3215"/>
                        <a:pt x="70485" y="-3215"/>
                        <a:pt x="92869" y="9644"/>
                      </a:cubicBezTo>
                      <a:cubicBezTo>
                        <a:pt x="98012" y="12597"/>
                        <a:pt x="102013" y="16026"/>
                        <a:pt x="104775" y="197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82"/>
        <p:cNvGrpSpPr/>
        <p:nvPr/>
      </p:nvGrpSpPr>
      <p:grpSpPr>
        <a:xfrm>
          <a:off x="0" y="0"/>
          <a:ext cx="0" cy="0"/>
          <a:chOff x="0" y="0"/>
          <a:chExt cx="0" cy="0"/>
        </a:xfrm>
      </p:grpSpPr>
      <p:sp>
        <p:nvSpPr>
          <p:cNvPr id="3683" name="Google Shape;3683;p47"/>
          <p:cNvSpPr txBox="1">
            <a:spLocks noGrp="1"/>
          </p:cNvSpPr>
          <p:nvPr>
            <p:ph type="title"/>
          </p:nvPr>
        </p:nvSpPr>
        <p:spPr>
          <a:xfrm>
            <a:off x="635397" y="160306"/>
            <a:ext cx="4090556" cy="160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Thank You!</a:t>
            </a:r>
            <a:endParaRPr dirty="0"/>
          </a:p>
        </p:txBody>
      </p:sp>
      <p:grpSp>
        <p:nvGrpSpPr>
          <p:cNvPr id="3684" name="Google Shape;3684;p47"/>
          <p:cNvGrpSpPr/>
          <p:nvPr/>
        </p:nvGrpSpPr>
        <p:grpSpPr>
          <a:xfrm>
            <a:off x="4846580" y="1902340"/>
            <a:ext cx="1701465" cy="1712164"/>
            <a:chOff x="462975" y="2410512"/>
            <a:chExt cx="802767" cy="807815"/>
          </a:xfrm>
        </p:grpSpPr>
        <p:grpSp>
          <p:nvGrpSpPr>
            <p:cNvPr id="3685" name="Google Shape;3685;p47"/>
            <p:cNvGrpSpPr/>
            <p:nvPr/>
          </p:nvGrpSpPr>
          <p:grpSpPr>
            <a:xfrm>
              <a:off x="963609" y="2747411"/>
              <a:ext cx="161067" cy="194215"/>
              <a:chOff x="963609" y="2747411"/>
              <a:chExt cx="161067" cy="194215"/>
            </a:xfrm>
          </p:grpSpPr>
          <p:sp>
            <p:nvSpPr>
              <p:cNvPr id="3686" name="Google Shape;3686;p47"/>
              <p:cNvSpPr/>
              <p:nvPr/>
            </p:nvSpPr>
            <p:spPr>
              <a:xfrm>
                <a:off x="963609" y="2787512"/>
                <a:ext cx="91725" cy="154114"/>
              </a:xfrm>
              <a:custGeom>
                <a:avLst/>
                <a:gdLst/>
                <a:ahLst/>
                <a:cxnLst/>
                <a:rect l="l" t="t" r="r" b="b"/>
                <a:pathLst>
                  <a:path w="91725" h="154114" extrusionOk="0">
                    <a:moveTo>
                      <a:pt x="0" y="0"/>
                    </a:moveTo>
                    <a:lnTo>
                      <a:pt x="0" y="101155"/>
                    </a:lnTo>
                    <a:lnTo>
                      <a:pt x="91726" y="154114"/>
                    </a:lnTo>
                    <a:lnTo>
                      <a:pt x="91726" y="52864"/>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87" name="Google Shape;3687;p47"/>
              <p:cNvSpPr/>
              <p:nvPr/>
            </p:nvSpPr>
            <p:spPr>
              <a:xfrm>
                <a:off x="963609" y="2747411"/>
                <a:ext cx="161067" cy="92964"/>
              </a:xfrm>
              <a:custGeom>
                <a:avLst/>
                <a:gdLst/>
                <a:ahLst/>
                <a:cxnLst/>
                <a:rect l="l" t="t" r="r" b="b"/>
                <a:pathLst>
                  <a:path w="161067" h="92964" extrusionOk="0">
                    <a:moveTo>
                      <a:pt x="0" y="40100"/>
                    </a:moveTo>
                    <a:lnTo>
                      <a:pt x="69437" y="0"/>
                    </a:lnTo>
                    <a:lnTo>
                      <a:pt x="161068" y="52959"/>
                    </a:lnTo>
                    <a:lnTo>
                      <a:pt x="91726" y="92964"/>
                    </a:lnTo>
                    <a:lnTo>
                      <a:pt x="0" y="4010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88" name="Google Shape;3688;p47"/>
              <p:cNvSpPr/>
              <p:nvPr/>
            </p:nvSpPr>
            <p:spPr>
              <a:xfrm>
                <a:off x="1055335" y="2800370"/>
                <a:ext cx="69341" cy="141255"/>
              </a:xfrm>
              <a:custGeom>
                <a:avLst/>
                <a:gdLst/>
                <a:ahLst/>
                <a:cxnLst/>
                <a:rect l="l" t="t" r="r" b="b"/>
                <a:pathLst>
                  <a:path w="69341" h="141255" extrusionOk="0">
                    <a:moveTo>
                      <a:pt x="0" y="40005"/>
                    </a:moveTo>
                    <a:lnTo>
                      <a:pt x="69342" y="0"/>
                    </a:lnTo>
                    <a:lnTo>
                      <a:pt x="69342" y="73247"/>
                    </a:lnTo>
                    <a:lnTo>
                      <a:pt x="53340" y="110490"/>
                    </a:lnTo>
                    <a:lnTo>
                      <a:pt x="0" y="141256"/>
                    </a:lnTo>
                    <a:lnTo>
                      <a:pt x="0" y="4000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689" name="Google Shape;3689;p47"/>
            <p:cNvGrpSpPr/>
            <p:nvPr/>
          </p:nvGrpSpPr>
          <p:grpSpPr>
            <a:xfrm>
              <a:off x="462975" y="2730266"/>
              <a:ext cx="743807" cy="488061"/>
              <a:chOff x="462975" y="2730266"/>
              <a:chExt cx="743807" cy="488061"/>
            </a:xfrm>
          </p:grpSpPr>
          <p:grpSp>
            <p:nvGrpSpPr>
              <p:cNvPr id="3690" name="Google Shape;3690;p47"/>
              <p:cNvGrpSpPr/>
              <p:nvPr/>
            </p:nvGrpSpPr>
            <p:grpSpPr>
              <a:xfrm>
                <a:off x="462975" y="2731981"/>
                <a:ext cx="743807" cy="486346"/>
                <a:chOff x="462975" y="2731981"/>
                <a:chExt cx="743807" cy="486346"/>
              </a:xfrm>
            </p:grpSpPr>
            <p:sp>
              <p:nvSpPr>
                <p:cNvPr id="3691" name="Google Shape;3691;p47"/>
                <p:cNvSpPr/>
                <p:nvPr/>
              </p:nvSpPr>
              <p:spPr>
                <a:xfrm>
                  <a:off x="462975" y="2921338"/>
                  <a:ext cx="415861" cy="296989"/>
                </a:xfrm>
                <a:custGeom>
                  <a:avLst/>
                  <a:gdLst/>
                  <a:ahLst/>
                  <a:cxnLst/>
                  <a:rect l="l" t="t" r="r" b="b"/>
                  <a:pathLst>
                    <a:path w="415861" h="296989" extrusionOk="0">
                      <a:moveTo>
                        <a:pt x="415862" y="296989"/>
                      </a:moveTo>
                      <a:lnTo>
                        <a:pt x="0" y="56959"/>
                      </a:lnTo>
                      <a:lnTo>
                        <a:pt x="0" y="0"/>
                      </a:lnTo>
                      <a:lnTo>
                        <a:pt x="415862" y="240125"/>
                      </a:lnTo>
                      <a:lnTo>
                        <a:pt x="415862" y="29698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92" name="Google Shape;3692;p47"/>
                <p:cNvSpPr/>
                <p:nvPr/>
              </p:nvSpPr>
              <p:spPr>
                <a:xfrm>
                  <a:off x="878837" y="2972106"/>
                  <a:ext cx="327945" cy="246221"/>
                </a:xfrm>
                <a:custGeom>
                  <a:avLst/>
                  <a:gdLst/>
                  <a:ahLst/>
                  <a:cxnLst/>
                  <a:rect l="l" t="t" r="r" b="b"/>
                  <a:pathLst>
                    <a:path w="327945" h="246221" extrusionOk="0">
                      <a:moveTo>
                        <a:pt x="0" y="246221"/>
                      </a:moveTo>
                      <a:lnTo>
                        <a:pt x="0" y="189357"/>
                      </a:lnTo>
                      <a:lnTo>
                        <a:pt x="327946" y="0"/>
                      </a:lnTo>
                      <a:lnTo>
                        <a:pt x="327946" y="56960"/>
                      </a:lnTo>
                      <a:lnTo>
                        <a:pt x="0" y="24622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93" name="Google Shape;3693;p47"/>
                <p:cNvSpPr/>
                <p:nvPr/>
              </p:nvSpPr>
              <p:spPr>
                <a:xfrm>
                  <a:off x="462975" y="2731981"/>
                  <a:ext cx="743807" cy="429482"/>
                </a:xfrm>
                <a:custGeom>
                  <a:avLst/>
                  <a:gdLst/>
                  <a:ahLst/>
                  <a:cxnLst/>
                  <a:rect l="l" t="t" r="r" b="b"/>
                  <a:pathLst>
                    <a:path w="743807" h="429482" extrusionOk="0">
                      <a:moveTo>
                        <a:pt x="415862" y="429482"/>
                      </a:moveTo>
                      <a:lnTo>
                        <a:pt x="0" y="189357"/>
                      </a:lnTo>
                      <a:lnTo>
                        <a:pt x="327851" y="0"/>
                      </a:lnTo>
                      <a:lnTo>
                        <a:pt x="743807" y="240125"/>
                      </a:lnTo>
                      <a:lnTo>
                        <a:pt x="415862" y="42948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694" name="Google Shape;3694;p47"/>
              <p:cNvGrpSpPr/>
              <p:nvPr/>
            </p:nvGrpSpPr>
            <p:grpSpPr>
              <a:xfrm>
                <a:off x="501075" y="2730266"/>
                <a:ext cx="695325" cy="405479"/>
                <a:chOff x="501075" y="2730266"/>
                <a:chExt cx="695325" cy="405479"/>
              </a:xfrm>
            </p:grpSpPr>
            <p:sp>
              <p:nvSpPr>
                <p:cNvPr id="3695" name="Google Shape;3695;p47"/>
                <p:cNvSpPr/>
                <p:nvPr/>
              </p:nvSpPr>
              <p:spPr>
                <a:xfrm>
                  <a:off x="501075" y="2753888"/>
                  <a:ext cx="695325" cy="381857"/>
                </a:xfrm>
                <a:custGeom>
                  <a:avLst/>
                  <a:gdLst/>
                  <a:ahLst/>
                  <a:cxnLst/>
                  <a:rect l="l" t="t" r="r" b="b"/>
                  <a:pathLst>
                    <a:path w="695325" h="381857" extrusionOk="0">
                      <a:moveTo>
                        <a:pt x="677799" y="202121"/>
                      </a:moveTo>
                      <a:lnTo>
                        <a:pt x="327660" y="0"/>
                      </a:lnTo>
                      <a:lnTo>
                        <a:pt x="272510" y="0"/>
                      </a:lnTo>
                      <a:lnTo>
                        <a:pt x="0" y="157258"/>
                      </a:lnTo>
                      <a:lnTo>
                        <a:pt x="0" y="177546"/>
                      </a:lnTo>
                      <a:lnTo>
                        <a:pt x="353949" y="381857"/>
                      </a:lnTo>
                      <a:lnTo>
                        <a:pt x="401574" y="381857"/>
                      </a:lnTo>
                      <a:lnTo>
                        <a:pt x="695325" y="212217"/>
                      </a:lnTo>
                      <a:lnTo>
                        <a:pt x="695325" y="204502"/>
                      </a:lnTo>
                      <a:lnTo>
                        <a:pt x="677799" y="20212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96" name="Google Shape;3696;p47"/>
                <p:cNvSpPr/>
                <p:nvPr/>
              </p:nvSpPr>
              <p:spPr>
                <a:xfrm>
                  <a:off x="501075" y="2730266"/>
                  <a:ext cx="695325" cy="397764"/>
                </a:xfrm>
                <a:custGeom>
                  <a:avLst/>
                  <a:gdLst/>
                  <a:ahLst/>
                  <a:cxnLst/>
                  <a:rect l="l" t="t" r="r" b="b"/>
                  <a:pathLst>
                    <a:path w="695325" h="397764" extrusionOk="0">
                      <a:moveTo>
                        <a:pt x="300038" y="0"/>
                      </a:moveTo>
                      <a:lnTo>
                        <a:pt x="0" y="173165"/>
                      </a:lnTo>
                      <a:lnTo>
                        <a:pt x="0" y="193453"/>
                      </a:lnTo>
                      <a:lnTo>
                        <a:pt x="353949" y="397764"/>
                      </a:lnTo>
                      <a:lnTo>
                        <a:pt x="401574" y="397764"/>
                      </a:lnTo>
                      <a:lnTo>
                        <a:pt x="695325" y="228124"/>
                      </a:lnTo>
                      <a:lnTo>
                        <a:pt x="30003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97" name="Google Shape;3697;p47"/>
                <p:cNvSpPr/>
                <p:nvPr/>
              </p:nvSpPr>
              <p:spPr>
                <a:xfrm>
                  <a:off x="512410" y="2743316"/>
                  <a:ext cx="661320" cy="373379"/>
                </a:xfrm>
                <a:custGeom>
                  <a:avLst/>
                  <a:gdLst/>
                  <a:ahLst/>
                  <a:cxnLst/>
                  <a:rect l="l" t="t" r="r" b="b"/>
                  <a:pathLst>
                    <a:path w="661320" h="373379" extrusionOk="0">
                      <a:moveTo>
                        <a:pt x="288703" y="0"/>
                      </a:moveTo>
                      <a:lnTo>
                        <a:pt x="0" y="166688"/>
                      </a:lnTo>
                      <a:lnTo>
                        <a:pt x="0" y="173831"/>
                      </a:lnTo>
                      <a:lnTo>
                        <a:pt x="345662" y="373380"/>
                      </a:lnTo>
                      <a:lnTo>
                        <a:pt x="387191" y="373380"/>
                      </a:lnTo>
                      <a:lnTo>
                        <a:pt x="661321" y="215075"/>
                      </a:lnTo>
                      <a:lnTo>
                        <a:pt x="288703"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698" name="Google Shape;3698;p47"/>
            <p:cNvGrpSpPr/>
            <p:nvPr/>
          </p:nvGrpSpPr>
          <p:grpSpPr>
            <a:xfrm>
              <a:off x="983802" y="2826945"/>
              <a:ext cx="65150" cy="63913"/>
              <a:chOff x="983802" y="2826945"/>
              <a:chExt cx="65150" cy="63913"/>
            </a:xfrm>
          </p:grpSpPr>
          <p:sp>
            <p:nvSpPr>
              <p:cNvPr id="3699" name="Google Shape;3699;p47"/>
              <p:cNvSpPr/>
              <p:nvPr/>
            </p:nvSpPr>
            <p:spPr>
              <a:xfrm>
                <a:off x="983802" y="2857616"/>
                <a:ext cx="34766" cy="33242"/>
              </a:xfrm>
              <a:custGeom>
                <a:avLst/>
                <a:gdLst/>
                <a:ahLst/>
                <a:cxnLst/>
                <a:rect l="l" t="t" r="r" b="b"/>
                <a:pathLst>
                  <a:path w="34766" h="33242" extrusionOk="0">
                    <a:moveTo>
                      <a:pt x="0" y="0"/>
                    </a:moveTo>
                    <a:lnTo>
                      <a:pt x="0" y="13144"/>
                    </a:lnTo>
                    <a:lnTo>
                      <a:pt x="34766" y="33242"/>
                    </a:lnTo>
                    <a:lnTo>
                      <a:pt x="34766" y="20098"/>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00" name="Google Shape;3700;p47"/>
              <p:cNvSpPr/>
              <p:nvPr/>
            </p:nvSpPr>
            <p:spPr>
              <a:xfrm>
                <a:off x="983802" y="2826945"/>
                <a:ext cx="65150" cy="50768"/>
              </a:xfrm>
              <a:custGeom>
                <a:avLst/>
                <a:gdLst/>
                <a:ahLst/>
                <a:cxnLst/>
                <a:rect l="l" t="t" r="r" b="b"/>
                <a:pathLst>
                  <a:path w="65150" h="50768" extrusionOk="0">
                    <a:moveTo>
                      <a:pt x="0" y="30671"/>
                    </a:moveTo>
                    <a:lnTo>
                      <a:pt x="30385" y="0"/>
                    </a:lnTo>
                    <a:lnTo>
                      <a:pt x="65151" y="20098"/>
                    </a:lnTo>
                    <a:lnTo>
                      <a:pt x="34766" y="50768"/>
                    </a:lnTo>
                    <a:lnTo>
                      <a:pt x="0" y="3067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01" name="Google Shape;3701;p47"/>
              <p:cNvSpPr/>
              <p:nvPr/>
            </p:nvSpPr>
            <p:spPr>
              <a:xfrm>
                <a:off x="1018568" y="2847043"/>
                <a:ext cx="30384" cy="43814"/>
              </a:xfrm>
              <a:custGeom>
                <a:avLst/>
                <a:gdLst/>
                <a:ahLst/>
                <a:cxnLst/>
                <a:rect l="l" t="t" r="r" b="b"/>
                <a:pathLst>
                  <a:path w="30384" h="43814" extrusionOk="0">
                    <a:moveTo>
                      <a:pt x="0" y="30671"/>
                    </a:moveTo>
                    <a:lnTo>
                      <a:pt x="30385" y="0"/>
                    </a:lnTo>
                    <a:lnTo>
                      <a:pt x="30385" y="26289"/>
                    </a:lnTo>
                    <a:lnTo>
                      <a:pt x="0" y="43815"/>
                    </a:lnTo>
                    <a:lnTo>
                      <a:pt x="0" y="3067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02" name="Google Shape;3702;p47"/>
            <p:cNvGrpSpPr/>
            <p:nvPr/>
          </p:nvGrpSpPr>
          <p:grpSpPr>
            <a:xfrm>
              <a:off x="993899" y="2410512"/>
              <a:ext cx="263175" cy="411861"/>
              <a:chOff x="993899" y="2410512"/>
              <a:chExt cx="263175" cy="411861"/>
            </a:xfrm>
          </p:grpSpPr>
          <p:grpSp>
            <p:nvGrpSpPr>
              <p:cNvPr id="3703" name="Google Shape;3703;p47"/>
              <p:cNvGrpSpPr/>
              <p:nvPr/>
            </p:nvGrpSpPr>
            <p:grpSpPr>
              <a:xfrm>
                <a:off x="993899" y="2732933"/>
                <a:ext cx="100202" cy="89440"/>
                <a:chOff x="993899" y="2732933"/>
                <a:chExt cx="100202" cy="89440"/>
              </a:xfrm>
            </p:grpSpPr>
            <p:sp>
              <p:nvSpPr>
                <p:cNvPr id="3704" name="Google Shape;3704;p47"/>
                <p:cNvSpPr/>
                <p:nvPr/>
              </p:nvSpPr>
              <p:spPr>
                <a:xfrm>
                  <a:off x="1048382" y="2764461"/>
                  <a:ext cx="45719" cy="57912"/>
                </a:xfrm>
                <a:custGeom>
                  <a:avLst/>
                  <a:gdLst/>
                  <a:ahLst/>
                  <a:cxnLst/>
                  <a:rect l="l" t="t" r="r" b="b"/>
                  <a:pathLst>
                    <a:path w="45719" h="57912" extrusionOk="0">
                      <a:moveTo>
                        <a:pt x="0" y="57912"/>
                      </a:moveTo>
                      <a:lnTo>
                        <a:pt x="45720" y="31432"/>
                      </a:lnTo>
                      <a:lnTo>
                        <a:pt x="45720" y="0"/>
                      </a:lnTo>
                      <a:lnTo>
                        <a:pt x="0" y="26479"/>
                      </a:lnTo>
                      <a:lnTo>
                        <a:pt x="0" y="57912"/>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05" name="Google Shape;3705;p47"/>
                <p:cNvSpPr/>
                <p:nvPr/>
              </p:nvSpPr>
              <p:spPr>
                <a:xfrm>
                  <a:off x="993899" y="2759508"/>
                  <a:ext cx="54483" cy="62865"/>
                </a:xfrm>
                <a:custGeom>
                  <a:avLst/>
                  <a:gdLst/>
                  <a:ahLst/>
                  <a:cxnLst/>
                  <a:rect l="l" t="t" r="r" b="b"/>
                  <a:pathLst>
                    <a:path w="54483" h="62865" extrusionOk="0">
                      <a:moveTo>
                        <a:pt x="54483" y="62865"/>
                      </a:moveTo>
                      <a:lnTo>
                        <a:pt x="54483" y="31433"/>
                      </a:lnTo>
                      <a:lnTo>
                        <a:pt x="0" y="0"/>
                      </a:lnTo>
                      <a:lnTo>
                        <a:pt x="0" y="31433"/>
                      </a:lnTo>
                      <a:lnTo>
                        <a:pt x="54483" y="6286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06" name="Google Shape;3706;p47"/>
                <p:cNvSpPr/>
                <p:nvPr/>
              </p:nvSpPr>
              <p:spPr>
                <a:xfrm>
                  <a:off x="993899" y="2732933"/>
                  <a:ext cx="100202" cy="58007"/>
                </a:xfrm>
                <a:custGeom>
                  <a:avLst/>
                  <a:gdLst/>
                  <a:ahLst/>
                  <a:cxnLst/>
                  <a:rect l="l" t="t" r="r" b="b"/>
                  <a:pathLst>
                    <a:path w="100202" h="58007" extrusionOk="0">
                      <a:moveTo>
                        <a:pt x="54483" y="58007"/>
                      </a:moveTo>
                      <a:lnTo>
                        <a:pt x="100203" y="31528"/>
                      </a:lnTo>
                      <a:lnTo>
                        <a:pt x="45720" y="0"/>
                      </a:lnTo>
                      <a:lnTo>
                        <a:pt x="0" y="26575"/>
                      </a:lnTo>
                      <a:lnTo>
                        <a:pt x="54483" y="58007"/>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07" name="Google Shape;3707;p47"/>
              <p:cNvGrpSpPr/>
              <p:nvPr/>
            </p:nvGrpSpPr>
            <p:grpSpPr>
              <a:xfrm>
                <a:off x="1003328" y="2699310"/>
                <a:ext cx="80010" cy="86297"/>
                <a:chOff x="1003328" y="2699310"/>
                <a:chExt cx="80010" cy="86297"/>
              </a:xfrm>
            </p:grpSpPr>
            <p:grpSp>
              <p:nvGrpSpPr>
                <p:cNvPr id="3708" name="Google Shape;3708;p47"/>
                <p:cNvGrpSpPr/>
                <p:nvPr/>
              </p:nvGrpSpPr>
              <p:grpSpPr>
                <a:xfrm>
                  <a:off x="1003328" y="2699310"/>
                  <a:ext cx="39338" cy="62865"/>
                  <a:chOff x="1003328" y="2699310"/>
                  <a:chExt cx="39338" cy="62865"/>
                </a:xfrm>
              </p:grpSpPr>
              <p:sp>
                <p:nvSpPr>
                  <p:cNvPr id="3709" name="Google Shape;3709;p47"/>
                  <p:cNvSpPr/>
                  <p:nvPr/>
                </p:nvSpPr>
                <p:spPr>
                  <a:xfrm>
                    <a:off x="1003328" y="2717979"/>
                    <a:ext cx="7048" cy="44195"/>
                  </a:xfrm>
                  <a:custGeom>
                    <a:avLst/>
                    <a:gdLst/>
                    <a:ahLst/>
                    <a:cxnLst/>
                    <a:rect l="l" t="t" r="r" b="b"/>
                    <a:pathLst>
                      <a:path w="7048" h="44195" extrusionOk="0">
                        <a:moveTo>
                          <a:pt x="0" y="0"/>
                        </a:moveTo>
                        <a:lnTo>
                          <a:pt x="0" y="40100"/>
                        </a:lnTo>
                        <a:lnTo>
                          <a:pt x="7048" y="44196"/>
                        </a:lnTo>
                        <a:lnTo>
                          <a:pt x="7048" y="409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0" name="Google Shape;3710;p47"/>
                  <p:cNvSpPr/>
                  <p:nvPr/>
                </p:nvSpPr>
                <p:spPr>
                  <a:xfrm>
                    <a:off x="1003328" y="2699310"/>
                    <a:ext cx="39338" cy="22764"/>
                  </a:xfrm>
                  <a:custGeom>
                    <a:avLst/>
                    <a:gdLst/>
                    <a:ahLst/>
                    <a:cxnLst/>
                    <a:rect l="l" t="t" r="r" b="b"/>
                    <a:pathLst>
                      <a:path w="39338" h="22764" extrusionOk="0">
                        <a:moveTo>
                          <a:pt x="0" y="18669"/>
                        </a:moveTo>
                        <a:lnTo>
                          <a:pt x="7048" y="22765"/>
                        </a:lnTo>
                        <a:lnTo>
                          <a:pt x="39338" y="4096"/>
                        </a:lnTo>
                        <a:lnTo>
                          <a:pt x="32290" y="0"/>
                        </a:lnTo>
                        <a:lnTo>
                          <a:pt x="0" y="1866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1" name="Google Shape;3711;p47"/>
                  <p:cNvSpPr/>
                  <p:nvPr/>
                </p:nvSpPr>
                <p:spPr>
                  <a:xfrm>
                    <a:off x="1010377" y="2703406"/>
                    <a:ext cx="32289" cy="58769"/>
                  </a:xfrm>
                  <a:custGeom>
                    <a:avLst/>
                    <a:gdLst/>
                    <a:ahLst/>
                    <a:cxnLst/>
                    <a:rect l="l" t="t" r="r" b="b"/>
                    <a:pathLst>
                      <a:path w="32289" h="58769" extrusionOk="0">
                        <a:moveTo>
                          <a:pt x="0" y="18669"/>
                        </a:moveTo>
                        <a:lnTo>
                          <a:pt x="0" y="58769"/>
                        </a:lnTo>
                        <a:lnTo>
                          <a:pt x="32290" y="40196"/>
                        </a:lnTo>
                        <a:lnTo>
                          <a:pt x="32290" y="0"/>
                        </a:lnTo>
                        <a:lnTo>
                          <a:pt x="0" y="1866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2" name="Google Shape;3712;p47"/>
                  <p:cNvSpPr/>
                  <p:nvPr/>
                </p:nvSpPr>
                <p:spPr>
                  <a:xfrm>
                    <a:off x="1021521" y="2709883"/>
                    <a:ext cx="10001" cy="45815"/>
                  </a:xfrm>
                  <a:custGeom>
                    <a:avLst/>
                    <a:gdLst/>
                    <a:ahLst/>
                    <a:cxnLst/>
                    <a:rect l="l" t="t" r="r" b="b"/>
                    <a:pathLst>
                      <a:path w="10001" h="45815" extrusionOk="0">
                        <a:moveTo>
                          <a:pt x="0" y="5810"/>
                        </a:moveTo>
                        <a:lnTo>
                          <a:pt x="0" y="45815"/>
                        </a:lnTo>
                        <a:lnTo>
                          <a:pt x="10001" y="40100"/>
                        </a:lnTo>
                        <a:lnTo>
                          <a:pt x="10001" y="0"/>
                        </a:lnTo>
                        <a:lnTo>
                          <a:pt x="0" y="581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3" name="Google Shape;3713;p47"/>
                  <p:cNvSpPr/>
                  <p:nvPr/>
                </p:nvSpPr>
                <p:spPr>
                  <a:xfrm>
                    <a:off x="1023141" y="2712550"/>
                    <a:ext cx="6858" cy="40195"/>
                  </a:xfrm>
                  <a:custGeom>
                    <a:avLst/>
                    <a:gdLst/>
                    <a:ahLst/>
                    <a:cxnLst/>
                    <a:rect l="l" t="t" r="r" b="b"/>
                    <a:pathLst>
                      <a:path w="6858" h="40195" extrusionOk="0">
                        <a:moveTo>
                          <a:pt x="6858" y="0"/>
                        </a:moveTo>
                        <a:lnTo>
                          <a:pt x="4953" y="1048"/>
                        </a:lnTo>
                        <a:lnTo>
                          <a:pt x="4953" y="35147"/>
                        </a:lnTo>
                        <a:lnTo>
                          <a:pt x="0" y="38005"/>
                        </a:lnTo>
                        <a:lnTo>
                          <a:pt x="0" y="40196"/>
                        </a:lnTo>
                        <a:lnTo>
                          <a:pt x="6858" y="36290"/>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4" name="Google Shape;3714;p47"/>
                  <p:cNvSpPr/>
                  <p:nvPr/>
                </p:nvSpPr>
                <p:spPr>
                  <a:xfrm>
                    <a:off x="1023141" y="2713597"/>
                    <a:ext cx="4952" cy="36957"/>
                  </a:xfrm>
                  <a:custGeom>
                    <a:avLst/>
                    <a:gdLst/>
                    <a:ahLst/>
                    <a:cxnLst/>
                    <a:rect l="l" t="t" r="r" b="b"/>
                    <a:pathLst>
                      <a:path w="4952" h="36957" extrusionOk="0">
                        <a:moveTo>
                          <a:pt x="4953" y="0"/>
                        </a:moveTo>
                        <a:lnTo>
                          <a:pt x="0" y="2858"/>
                        </a:lnTo>
                        <a:lnTo>
                          <a:pt x="0" y="36957"/>
                        </a:lnTo>
                        <a:lnTo>
                          <a:pt x="4953" y="34100"/>
                        </a:lnTo>
                        <a:lnTo>
                          <a:pt x="4953"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15" name="Google Shape;3715;p47"/>
                <p:cNvGrpSpPr/>
                <p:nvPr/>
              </p:nvGrpSpPr>
              <p:grpSpPr>
                <a:xfrm>
                  <a:off x="1044095" y="2722837"/>
                  <a:ext cx="39243" cy="62770"/>
                  <a:chOff x="1044095" y="2722837"/>
                  <a:chExt cx="39243" cy="62770"/>
                </a:xfrm>
              </p:grpSpPr>
              <p:sp>
                <p:nvSpPr>
                  <p:cNvPr id="3716" name="Google Shape;3716;p47"/>
                  <p:cNvSpPr/>
                  <p:nvPr/>
                </p:nvSpPr>
                <p:spPr>
                  <a:xfrm>
                    <a:off x="1044095" y="2741411"/>
                    <a:ext cx="7048" cy="44195"/>
                  </a:xfrm>
                  <a:custGeom>
                    <a:avLst/>
                    <a:gdLst/>
                    <a:ahLst/>
                    <a:cxnLst/>
                    <a:rect l="l" t="t" r="r" b="b"/>
                    <a:pathLst>
                      <a:path w="7048" h="44195" extrusionOk="0">
                        <a:moveTo>
                          <a:pt x="0" y="0"/>
                        </a:moveTo>
                        <a:lnTo>
                          <a:pt x="0" y="40100"/>
                        </a:lnTo>
                        <a:lnTo>
                          <a:pt x="7049" y="44196"/>
                        </a:lnTo>
                        <a:lnTo>
                          <a:pt x="7049" y="409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7" name="Google Shape;3717;p47"/>
                  <p:cNvSpPr/>
                  <p:nvPr/>
                </p:nvSpPr>
                <p:spPr>
                  <a:xfrm>
                    <a:off x="1044095" y="2722837"/>
                    <a:ext cx="39243" cy="22669"/>
                  </a:xfrm>
                  <a:custGeom>
                    <a:avLst/>
                    <a:gdLst/>
                    <a:ahLst/>
                    <a:cxnLst/>
                    <a:rect l="l" t="t" r="r" b="b"/>
                    <a:pathLst>
                      <a:path w="39243" h="22669" extrusionOk="0">
                        <a:moveTo>
                          <a:pt x="0" y="18574"/>
                        </a:moveTo>
                        <a:lnTo>
                          <a:pt x="7049" y="22670"/>
                        </a:lnTo>
                        <a:lnTo>
                          <a:pt x="39243" y="4096"/>
                        </a:lnTo>
                        <a:lnTo>
                          <a:pt x="32195" y="0"/>
                        </a:lnTo>
                        <a:lnTo>
                          <a:pt x="0" y="18574"/>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8" name="Google Shape;3718;p47"/>
                  <p:cNvSpPr/>
                  <p:nvPr/>
                </p:nvSpPr>
                <p:spPr>
                  <a:xfrm>
                    <a:off x="1051144" y="2726933"/>
                    <a:ext cx="32194" cy="58674"/>
                  </a:xfrm>
                  <a:custGeom>
                    <a:avLst/>
                    <a:gdLst/>
                    <a:ahLst/>
                    <a:cxnLst/>
                    <a:rect l="l" t="t" r="r" b="b"/>
                    <a:pathLst>
                      <a:path w="32194" h="58674" extrusionOk="0">
                        <a:moveTo>
                          <a:pt x="0" y="18574"/>
                        </a:moveTo>
                        <a:lnTo>
                          <a:pt x="0" y="58674"/>
                        </a:lnTo>
                        <a:lnTo>
                          <a:pt x="32194" y="40100"/>
                        </a:lnTo>
                        <a:lnTo>
                          <a:pt x="32194" y="0"/>
                        </a:lnTo>
                        <a:lnTo>
                          <a:pt x="0" y="1857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9" name="Google Shape;3719;p47"/>
                  <p:cNvSpPr/>
                  <p:nvPr/>
                </p:nvSpPr>
                <p:spPr>
                  <a:xfrm>
                    <a:off x="1062193" y="2733409"/>
                    <a:ext cx="10001" cy="45815"/>
                  </a:xfrm>
                  <a:custGeom>
                    <a:avLst/>
                    <a:gdLst/>
                    <a:ahLst/>
                    <a:cxnLst/>
                    <a:rect l="l" t="t" r="r" b="b"/>
                    <a:pathLst>
                      <a:path w="10001" h="45815" extrusionOk="0">
                        <a:moveTo>
                          <a:pt x="0" y="5715"/>
                        </a:moveTo>
                        <a:lnTo>
                          <a:pt x="0" y="45815"/>
                        </a:lnTo>
                        <a:lnTo>
                          <a:pt x="10001" y="40005"/>
                        </a:lnTo>
                        <a:lnTo>
                          <a:pt x="10001" y="0"/>
                        </a:lnTo>
                        <a:lnTo>
                          <a:pt x="0" y="571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20" name="Google Shape;3720;p47"/>
                  <p:cNvSpPr/>
                  <p:nvPr/>
                </p:nvSpPr>
                <p:spPr>
                  <a:xfrm>
                    <a:off x="1063812" y="2735981"/>
                    <a:ext cx="6858" cy="40290"/>
                  </a:xfrm>
                  <a:custGeom>
                    <a:avLst/>
                    <a:gdLst/>
                    <a:ahLst/>
                    <a:cxnLst/>
                    <a:rect l="l" t="t" r="r" b="b"/>
                    <a:pathLst>
                      <a:path w="6858" h="40290" extrusionOk="0">
                        <a:moveTo>
                          <a:pt x="6858" y="0"/>
                        </a:moveTo>
                        <a:lnTo>
                          <a:pt x="5048" y="1143"/>
                        </a:lnTo>
                        <a:lnTo>
                          <a:pt x="5048" y="35242"/>
                        </a:lnTo>
                        <a:lnTo>
                          <a:pt x="0" y="38100"/>
                        </a:lnTo>
                        <a:lnTo>
                          <a:pt x="0" y="40291"/>
                        </a:lnTo>
                        <a:lnTo>
                          <a:pt x="6858" y="36290"/>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21" name="Google Shape;3721;p47"/>
                  <p:cNvSpPr/>
                  <p:nvPr/>
                </p:nvSpPr>
                <p:spPr>
                  <a:xfrm>
                    <a:off x="1063812" y="2737124"/>
                    <a:ext cx="5048" cy="36957"/>
                  </a:xfrm>
                  <a:custGeom>
                    <a:avLst/>
                    <a:gdLst/>
                    <a:ahLst/>
                    <a:cxnLst/>
                    <a:rect l="l" t="t" r="r" b="b"/>
                    <a:pathLst>
                      <a:path w="5048" h="36957" extrusionOk="0">
                        <a:moveTo>
                          <a:pt x="5048" y="0"/>
                        </a:moveTo>
                        <a:lnTo>
                          <a:pt x="0" y="2858"/>
                        </a:lnTo>
                        <a:lnTo>
                          <a:pt x="0" y="36957"/>
                        </a:lnTo>
                        <a:lnTo>
                          <a:pt x="5048" y="34100"/>
                        </a:lnTo>
                        <a:lnTo>
                          <a:pt x="5048"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722" name="Google Shape;3722;p47"/>
              <p:cNvGrpSpPr/>
              <p:nvPr/>
            </p:nvGrpSpPr>
            <p:grpSpPr>
              <a:xfrm>
                <a:off x="1186970" y="2523288"/>
                <a:ext cx="70104" cy="102013"/>
                <a:chOff x="1186970" y="2523288"/>
                <a:chExt cx="70104" cy="102013"/>
              </a:xfrm>
            </p:grpSpPr>
            <p:sp>
              <p:nvSpPr>
                <p:cNvPr id="3723" name="Google Shape;3723;p47"/>
                <p:cNvSpPr/>
                <p:nvPr/>
              </p:nvSpPr>
              <p:spPr>
                <a:xfrm>
                  <a:off x="1241453" y="2554816"/>
                  <a:ext cx="15620" cy="70485"/>
                </a:xfrm>
                <a:custGeom>
                  <a:avLst/>
                  <a:gdLst/>
                  <a:ahLst/>
                  <a:cxnLst/>
                  <a:rect l="l" t="t" r="r" b="b"/>
                  <a:pathLst>
                    <a:path w="15620" h="70485" extrusionOk="0">
                      <a:moveTo>
                        <a:pt x="0" y="70485"/>
                      </a:moveTo>
                      <a:lnTo>
                        <a:pt x="15621" y="61436"/>
                      </a:lnTo>
                      <a:lnTo>
                        <a:pt x="15621" y="0"/>
                      </a:lnTo>
                      <a:lnTo>
                        <a:pt x="0" y="8954"/>
                      </a:lnTo>
                      <a:lnTo>
                        <a:pt x="0" y="7048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24" name="Google Shape;3724;p47"/>
                <p:cNvSpPr/>
                <p:nvPr/>
              </p:nvSpPr>
              <p:spPr>
                <a:xfrm>
                  <a:off x="1186970" y="2532337"/>
                  <a:ext cx="54483" cy="92964"/>
                </a:xfrm>
                <a:custGeom>
                  <a:avLst/>
                  <a:gdLst/>
                  <a:ahLst/>
                  <a:cxnLst/>
                  <a:rect l="l" t="t" r="r" b="b"/>
                  <a:pathLst>
                    <a:path w="54483" h="92964" extrusionOk="0">
                      <a:moveTo>
                        <a:pt x="54483" y="92964"/>
                      </a:moveTo>
                      <a:lnTo>
                        <a:pt x="54483" y="31433"/>
                      </a:lnTo>
                      <a:lnTo>
                        <a:pt x="0" y="0"/>
                      </a:lnTo>
                      <a:lnTo>
                        <a:pt x="0" y="61436"/>
                      </a:lnTo>
                      <a:lnTo>
                        <a:pt x="54483" y="9296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25" name="Google Shape;3725;p47"/>
                <p:cNvSpPr/>
                <p:nvPr/>
              </p:nvSpPr>
              <p:spPr>
                <a:xfrm>
                  <a:off x="1186970" y="2523288"/>
                  <a:ext cx="70104" cy="40481"/>
                </a:xfrm>
                <a:custGeom>
                  <a:avLst/>
                  <a:gdLst/>
                  <a:ahLst/>
                  <a:cxnLst/>
                  <a:rect l="l" t="t" r="r" b="b"/>
                  <a:pathLst>
                    <a:path w="70104" h="40481" extrusionOk="0">
                      <a:moveTo>
                        <a:pt x="54483" y="40481"/>
                      </a:moveTo>
                      <a:lnTo>
                        <a:pt x="70104" y="31528"/>
                      </a:lnTo>
                      <a:lnTo>
                        <a:pt x="15526" y="0"/>
                      </a:lnTo>
                      <a:lnTo>
                        <a:pt x="0" y="9049"/>
                      </a:lnTo>
                      <a:lnTo>
                        <a:pt x="54483" y="4048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26" name="Google Shape;3726;p47"/>
              <p:cNvGrpSpPr/>
              <p:nvPr/>
            </p:nvGrpSpPr>
            <p:grpSpPr>
              <a:xfrm>
                <a:off x="1043429" y="2553482"/>
                <a:ext cx="192500" cy="137635"/>
                <a:chOff x="1043429" y="2553482"/>
                <a:chExt cx="192500" cy="137635"/>
              </a:xfrm>
            </p:grpSpPr>
            <p:sp>
              <p:nvSpPr>
                <p:cNvPr id="3727" name="Google Shape;3727;p47"/>
                <p:cNvSpPr/>
                <p:nvPr/>
              </p:nvSpPr>
              <p:spPr>
                <a:xfrm>
                  <a:off x="1087910" y="2579104"/>
                  <a:ext cx="148018" cy="112013"/>
                </a:xfrm>
                <a:custGeom>
                  <a:avLst/>
                  <a:gdLst/>
                  <a:ahLst/>
                  <a:cxnLst/>
                  <a:rect l="l" t="t" r="r" b="b"/>
                  <a:pathLst>
                    <a:path w="148018" h="112013" extrusionOk="0">
                      <a:moveTo>
                        <a:pt x="0" y="112014"/>
                      </a:moveTo>
                      <a:lnTo>
                        <a:pt x="148019" y="26479"/>
                      </a:lnTo>
                      <a:lnTo>
                        <a:pt x="148019" y="0"/>
                      </a:lnTo>
                      <a:lnTo>
                        <a:pt x="0" y="85534"/>
                      </a:lnTo>
                      <a:lnTo>
                        <a:pt x="0" y="11201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28" name="Google Shape;3728;p47"/>
                <p:cNvSpPr/>
                <p:nvPr/>
              </p:nvSpPr>
              <p:spPr>
                <a:xfrm>
                  <a:off x="1043429" y="2638921"/>
                  <a:ext cx="44481" cy="52196"/>
                </a:xfrm>
                <a:custGeom>
                  <a:avLst/>
                  <a:gdLst/>
                  <a:ahLst/>
                  <a:cxnLst/>
                  <a:rect l="l" t="t" r="r" b="b"/>
                  <a:pathLst>
                    <a:path w="44481" h="52196" extrusionOk="0">
                      <a:moveTo>
                        <a:pt x="44482" y="52197"/>
                      </a:moveTo>
                      <a:lnTo>
                        <a:pt x="44482" y="25717"/>
                      </a:lnTo>
                      <a:lnTo>
                        <a:pt x="0" y="0"/>
                      </a:lnTo>
                      <a:lnTo>
                        <a:pt x="0" y="26479"/>
                      </a:lnTo>
                      <a:lnTo>
                        <a:pt x="44482" y="52197"/>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29" name="Google Shape;3729;p47"/>
                <p:cNvSpPr/>
                <p:nvPr/>
              </p:nvSpPr>
              <p:spPr>
                <a:xfrm>
                  <a:off x="1043429" y="2553482"/>
                  <a:ext cx="192500" cy="111156"/>
                </a:xfrm>
                <a:custGeom>
                  <a:avLst/>
                  <a:gdLst/>
                  <a:ahLst/>
                  <a:cxnLst/>
                  <a:rect l="l" t="t" r="r" b="b"/>
                  <a:pathLst>
                    <a:path w="192500" h="111156" extrusionOk="0">
                      <a:moveTo>
                        <a:pt x="44482" y="111157"/>
                      </a:moveTo>
                      <a:lnTo>
                        <a:pt x="192500" y="25622"/>
                      </a:lnTo>
                      <a:lnTo>
                        <a:pt x="148019" y="0"/>
                      </a:lnTo>
                      <a:lnTo>
                        <a:pt x="0" y="85439"/>
                      </a:lnTo>
                      <a:lnTo>
                        <a:pt x="44482" y="11115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30" name="Google Shape;3730;p47"/>
                <p:cNvSpPr/>
                <p:nvPr/>
              </p:nvSpPr>
              <p:spPr>
                <a:xfrm>
                  <a:off x="1058859" y="2562341"/>
                  <a:ext cx="161829" cy="93440"/>
                </a:xfrm>
                <a:custGeom>
                  <a:avLst/>
                  <a:gdLst/>
                  <a:ahLst/>
                  <a:cxnLst/>
                  <a:rect l="l" t="t" r="r" b="b"/>
                  <a:pathLst>
                    <a:path w="161829" h="93440" extrusionOk="0">
                      <a:moveTo>
                        <a:pt x="13716" y="93440"/>
                      </a:moveTo>
                      <a:lnTo>
                        <a:pt x="161830" y="8001"/>
                      </a:lnTo>
                      <a:lnTo>
                        <a:pt x="148019" y="0"/>
                      </a:lnTo>
                      <a:lnTo>
                        <a:pt x="0" y="85439"/>
                      </a:lnTo>
                      <a:lnTo>
                        <a:pt x="13716" y="9344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31" name="Google Shape;3731;p47"/>
                <p:cNvSpPr/>
                <p:nvPr/>
              </p:nvSpPr>
              <p:spPr>
                <a:xfrm>
                  <a:off x="1063050" y="2564912"/>
                  <a:ext cx="152971" cy="84391"/>
                </a:xfrm>
                <a:custGeom>
                  <a:avLst/>
                  <a:gdLst/>
                  <a:ahLst/>
                  <a:cxnLst/>
                  <a:rect l="l" t="t" r="r" b="b"/>
                  <a:pathLst>
                    <a:path w="152971" h="84391" extrusionOk="0">
                      <a:moveTo>
                        <a:pt x="0" y="82868"/>
                      </a:moveTo>
                      <a:lnTo>
                        <a:pt x="2572" y="84392"/>
                      </a:lnTo>
                      <a:lnTo>
                        <a:pt x="143446" y="3048"/>
                      </a:lnTo>
                      <a:lnTo>
                        <a:pt x="150304" y="6953"/>
                      </a:lnTo>
                      <a:lnTo>
                        <a:pt x="152971" y="5525"/>
                      </a:lnTo>
                      <a:lnTo>
                        <a:pt x="143446" y="0"/>
                      </a:lnTo>
                      <a:lnTo>
                        <a:pt x="0" y="828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32" name="Google Shape;3732;p47"/>
                <p:cNvSpPr/>
                <p:nvPr/>
              </p:nvSpPr>
              <p:spPr>
                <a:xfrm>
                  <a:off x="1065622" y="2567960"/>
                  <a:ext cx="147732" cy="85248"/>
                </a:xfrm>
                <a:custGeom>
                  <a:avLst/>
                  <a:gdLst/>
                  <a:ahLst/>
                  <a:cxnLst/>
                  <a:rect l="l" t="t" r="r" b="b"/>
                  <a:pathLst>
                    <a:path w="147732" h="85248" extrusionOk="0">
                      <a:moveTo>
                        <a:pt x="0" y="81343"/>
                      </a:moveTo>
                      <a:lnTo>
                        <a:pt x="6858" y="85249"/>
                      </a:lnTo>
                      <a:lnTo>
                        <a:pt x="147733" y="3905"/>
                      </a:lnTo>
                      <a:lnTo>
                        <a:pt x="140875" y="0"/>
                      </a:lnTo>
                      <a:lnTo>
                        <a:pt x="0" y="8134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33" name="Google Shape;3733;p47"/>
              <p:cNvGrpSpPr/>
              <p:nvPr/>
            </p:nvGrpSpPr>
            <p:grpSpPr>
              <a:xfrm>
                <a:off x="993899" y="2617395"/>
                <a:ext cx="100202" cy="134207"/>
                <a:chOff x="993899" y="2617395"/>
                <a:chExt cx="100202" cy="134207"/>
              </a:xfrm>
            </p:grpSpPr>
            <p:sp>
              <p:nvSpPr>
                <p:cNvPr id="3734" name="Google Shape;3734;p47"/>
                <p:cNvSpPr/>
                <p:nvPr/>
              </p:nvSpPr>
              <p:spPr>
                <a:xfrm>
                  <a:off x="1048382" y="2648828"/>
                  <a:ext cx="45719" cy="102774"/>
                </a:xfrm>
                <a:custGeom>
                  <a:avLst/>
                  <a:gdLst/>
                  <a:ahLst/>
                  <a:cxnLst/>
                  <a:rect l="l" t="t" r="r" b="b"/>
                  <a:pathLst>
                    <a:path w="45719" h="102774" extrusionOk="0">
                      <a:moveTo>
                        <a:pt x="0" y="102775"/>
                      </a:moveTo>
                      <a:lnTo>
                        <a:pt x="45720" y="76200"/>
                      </a:lnTo>
                      <a:lnTo>
                        <a:pt x="45720" y="0"/>
                      </a:lnTo>
                      <a:lnTo>
                        <a:pt x="0" y="26479"/>
                      </a:lnTo>
                      <a:lnTo>
                        <a:pt x="0" y="10277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35" name="Google Shape;3735;p47"/>
                <p:cNvSpPr/>
                <p:nvPr/>
              </p:nvSpPr>
              <p:spPr>
                <a:xfrm>
                  <a:off x="993899" y="2643875"/>
                  <a:ext cx="54483" cy="107727"/>
                </a:xfrm>
                <a:custGeom>
                  <a:avLst/>
                  <a:gdLst/>
                  <a:ahLst/>
                  <a:cxnLst/>
                  <a:rect l="l" t="t" r="r" b="b"/>
                  <a:pathLst>
                    <a:path w="54483" h="107727" extrusionOk="0">
                      <a:moveTo>
                        <a:pt x="54483" y="107728"/>
                      </a:moveTo>
                      <a:lnTo>
                        <a:pt x="54483" y="31433"/>
                      </a:lnTo>
                      <a:lnTo>
                        <a:pt x="0" y="0"/>
                      </a:lnTo>
                      <a:lnTo>
                        <a:pt x="0" y="76200"/>
                      </a:lnTo>
                      <a:lnTo>
                        <a:pt x="54483" y="10772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36" name="Google Shape;3736;p47"/>
                <p:cNvSpPr/>
                <p:nvPr/>
              </p:nvSpPr>
              <p:spPr>
                <a:xfrm>
                  <a:off x="993899" y="2617395"/>
                  <a:ext cx="100202" cy="57912"/>
                </a:xfrm>
                <a:custGeom>
                  <a:avLst/>
                  <a:gdLst/>
                  <a:ahLst/>
                  <a:cxnLst/>
                  <a:rect l="l" t="t" r="r" b="b"/>
                  <a:pathLst>
                    <a:path w="100202" h="57912" extrusionOk="0">
                      <a:moveTo>
                        <a:pt x="54483" y="57912"/>
                      </a:moveTo>
                      <a:lnTo>
                        <a:pt x="100203" y="31433"/>
                      </a:lnTo>
                      <a:lnTo>
                        <a:pt x="45720" y="0"/>
                      </a:lnTo>
                      <a:lnTo>
                        <a:pt x="0" y="26479"/>
                      </a:lnTo>
                      <a:lnTo>
                        <a:pt x="54483" y="57912"/>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37" name="Google Shape;3737;p47"/>
              <p:cNvGrpSpPr/>
              <p:nvPr/>
            </p:nvGrpSpPr>
            <p:grpSpPr>
              <a:xfrm>
                <a:off x="1003328" y="2425942"/>
                <a:ext cx="39338" cy="220504"/>
                <a:chOff x="1003328" y="2425942"/>
                <a:chExt cx="39338" cy="220504"/>
              </a:xfrm>
            </p:grpSpPr>
            <p:sp>
              <p:nvSpPr>
                <p:cNvPr id="3738" name="Google Shape;3738;p47"/>
                <p:cNvSpPr/>
                <p:nvPr/>
              </p:nvSpPr>
              <p:spPr>
                <a:xfrm>
                  <a:off x="1003328" y="2444516"/>
                  <a:ext cx="7143" cy="201930"/>
                </a:xfrm>
                <a:custGeom>
                  <a:avLst/>
                  <a:gdLst/>
                  <a:ahLst/>
                  <a:cxnLst/>
                  <a:rect l="l" t="t" r="r" b="b"/>
                  <a:pathLst>
                    <a:path w="7143" h="201930" extrusionOk="0">
                      <a:moveTo>
                        <a:pt x="0" y="0"/>
                      </a:moveTo>
                      <a:lnTo>
                        <a:pt x="0" y="197834"/>
                      </a:lnTo>
                      <a:lnTo>
                        <a:pt x="7144" y="201930"/>
                      </a:lnTo>
                      <a:lnTo>
                        <a:pt x="7144" y="409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39" name="Google Shape;3739;p47"/>
                <p:cNvSpPr/>
                <p:nvPr/>
              </p:nvSpPr>
              <p:spPr>
                <a:xfrm>
                  <a:off x="1003328" y="2425942"/>
                  <a:ext cx="39338" cy="22669"/>
                </a:xfrm>
                <a:custGeom>
                  <a:avLst/>
                  <a:gdLst/>
                  <a:ahLst/>
                  <a:cxnLst/>
                  <a:rect l="l" t="t" r="r" b="b"/>
                  <a:pathLst>
                    <a:path w="39338" h="22669" extrusionOk="0">
                      <a:moveTo>
                        <a:pt x="0" y="18574"/>
                      </a:moveTo>
                      <a:lnTo>
                        <a:pt x="7144" y="22670"/>
                      </a:lnTo>
                      <a:lnTo>
                        <a:pt x="39338" y="4096"/>
                      </a:lnTo>
                      <a:lnTo>
                        <a:pt x="32290" y="0"/>
                      </a:lnTo>
                      <a:lnTo>
                        <a:pt x="0" y="18574"/>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40" name="Google Shape;3740;p47"/>
                <p:cNvSpPr/>
                <p:nvPr/>
              </p:nvSpPr>
              <p:spPr>
                <a:xfrm>
                  <a:off x="1010472" y="2430038"/>
                  <a:ext cx="32194" cy="216408"/>
                </a:xfrm>
                <a:custGeom>
                  <a:avLst/>
                  <a:gdLst/>
                  <a:ahLst/>
                  <a:cxnLst/>
                  <a:rect l="l" t="t" r="r" b="b"/>
                  <a:pathLst>
                    <a:path w="32194" h="216408" extrusionOk="0">
                      <a:moveTo>
                        <a:pt x="0" y="18574"/>
                      </a:moveTo>
                      <a:lnTo>
                        <a:pt x="0" y="216408"/>
                      </a:lnTo>
                      <a:lnTo>
                        <a:pt x="32194" y="197834"/>
                      </a:lnTo>
                      <a:lnTo>
                        <a:pt x="32194" y="0"/>
                      </a:lnTo>
                      <a:lnTo>
                        <a:pt x="0" y="1857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41" name="Google Shape;3741;p47"/>
                <p:cNvSpPr/>
                <p:nvPr/>
              </p:nvSpPr>
              <p:spPr>
                <a:xfrm>
                  <a:off x="1021521" y="2436420"/>
                  <a:ext cx="10001" cy="203644"/>
                </a:xfrm>
                <a:custGeom>
                  <a:avLst/>
                  <a:gdLst/>
                  <a:ahLst/>
                  <a:cxnLst/>
                  <a:rect l="l" t="t" r="r" b="b"/>
                  <a:pathLst>
                    <a:path w="10001" h="203644" extrusionOk="0">
                      <a:moveTo>
                        <a:pt x="0" y="5810"/>
                      </a:moveTo>
                      <a:lnTo>
                        <a:pt x="0" y="203645"/>
                      </a:lnTo>
                      <a:lnTo>
                        <a:pt x="10001" y="197929"/>
                      </a:lnTo>
                      <a:lnTo>
                        <a:pt x="10001" y="0"/>
                      </a:lnTo>
                      <a:lnTo>
                        <a:pt x="0" y="581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42" name="Google Shape;3742;p47"/>
                <p:cNvSpPr/>
                <p:nvPr/>
              </p:nvSpPr>
              <p:spPr>
                <a:xfrm>
                  <a:off x="1023141" y="2439087"/>
                  <a:ext cx="6858" cy="198024"/>
                </a:xfrm>
                <a:custGeom>
                  <a:avLst/>
                  <a:gdLst/>
                  <a:ahLst/>
                  <a:cxnLst/>
                  <a:rect l="l" t="t" r="r" b="b"/>
                  <a:pathLst>
                    <a:path w="6858" h="198024" extrusionOk="0">
                      <a:moveTo>
                        <a:pt x="6858" y="0"/>
                      </a:moveTo>
                      <a:lnTo>
                        <a:pt x="4953" y="1143"/>
                      </a:lnTo>
                      <a:lnTo>
                        <a:pt x="4953" y="192881"/>
                      </a:lnTo>
                      <a:lnTo>
                        <a:pt x="0" y="195834"/>
                      </a:lnTo>
                      <a:lnTo>
                        <a:pt x="0" y="198025"/>
                      </a:lnTo>
                      <a:lnTo>
                        <a:pt x="6858" y="194024"/>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43" name="Google Shape;3743;p47"/>
                <p:cNvSpPr/>
                <p:nvPr/>
              </p:nvSpPr>
              <p:spPr>
                <a:xfrm>
                  <a:off x="1023141" y="2440230"/>
                  <a:ext cx="4952" cy="194691"/>
                </a:xfrm>
                <a:custGeom>
                  <a:avLst/>
                  <a:gdLst/>
                  <a:ahLst/>
                  <a:cxnLst/>
                  <a:rect l="l" t="t" r="r" b="b"/>
                  <a:pathLst>
                    <a:path w="4952" h="194691" extrusionOk="0">
                      <a:moveTo>
                        <a:pt x="4953" y="0"/>
                      </a:moveTo>
                      <a:lnTo>
                        <a:pt x="0" y="2858"/>
                      </a:lnTo>
                      <a:lnTo>
                        <a:pt x="0" y="194691"/>
                      </a:lnTo>
                      <a:lnTo>
                        <a:pt x="4953" y="191738"/>
                      </a:lnTo>
                      <a:lnTo>
                        <a:pt x="4953"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44" name="Google Shape;3744;p47"/>
              <p:cNvGrpSpPr/>
              <p:nvPr/>
            </p:nvGrpSpPr>
            <p:grpSpPr>
              <a:xfrm>
                <a:off x="1044095" y="2449469"/>
                <a:ext cx="39243" cy="220504"/>
                <a:chOff x="1044095" y="2449469"/>
                <a:chExt cx="39243" cy="220504"/>
              </a:xfrm>
            </p:grpSpPr>
            <p:sp>
              <p:nvSpPr>
                <p:cNvPr id="3745" name="Google Shape;3745;p47"/>
                <p:cNvSpPr/>
                <p:nvPr/>
              </p:nvSpPr>
              <p:spPr>
                <a:xfrm>
                  <a:off x="1044095" y="2468043"/>
                  <a:ext cx="7048" cy="201930"/>
                </a:xfrm>
                <a:custGeom>
                  <a:avLst/>
                  <a:gdLst/>
                  <a:ahLst/>
                  <a:cxnLst/>
                  <a:rect l="l" t="t" r="r" b="b"/>
                  <a:pathLst>
                    <a:path w="7048" h="201930" extrusionOk="0">
                      <a:moveTo>
                        <a:pt x="0" y="0"/>
                      </a:moveTo>
                      <a:lnTo>
                        <a:pt x="0" y="197834"/>
                      </a:lnTo>
                      <a:lnTo>
                        <a:pt x="7049" y="201930"/>
                      </a:lnTo>
                      <a:lnTo>
                        <a:pt x="7049" y="409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46" name="Google Shape;3746;p47"/>
                <p:cNvSpPr/>
                <p:nvPr/>
              </p:nvSpPr>
              <p:spPr>
                <a:xfrm>
                  <a:off x="1044095" y="2449469"/>
                  <a:ext cx="39243" cy="22669"/>
                </a:xfrm>
                <a:custGeom>
                  <a:avLst/>
                  <a:gdLst/>
                  <a:ahLst/>
                  <a:cxnLst/>
                  <a:rect l="l" t="t" r="r" b="b"/>
                  <a:pathLst>
                    <a:path w="39243" h="22669" extrusionOk="0">
                      <a:moveTo>
                        <a:pt x="0" y="18574"/>
                      </a:moveTo>
                      <a:lnTo>
                        <a:pt x="7049" y="22670"/>
                      </a:lnTo>
                      <a:lnTo>
                        <a:pt x="39243" y="4096"/>
                      </a:lnTo>
                      <a:lnTo>
                        <a:pt x="32195" y="0"/>
                      </a:lnTo>
                      <a:lnTo>
                        <a:pt x="0" y="18574"/>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47" name="Google Shape;3747;p47"/>
                <p:cNvSpPr/>
                <p:nvPr/>
              </p:nvSpPr>
              <p:spPr>
                <a:xfrm>
                  <a:off x="1051144" y="2453565"/>
                  <a:ext cx="32194" cy="216408"/>
                </a:xfrm>
                <a:custGeom>
                  <a:avLst/>
                  <a:gdLst/>
                  <a:ahLst/>
                  <a:cxnLst/>
                  <a:rect l="l" t="t" r="r" b="b"/>
                  <a:pathLst>
                    <a:path w="32194" h="216408" extrusionOk="0">
                      <a:moveTo>
                        <a:pt x="0" y="18574"/>
                      </a:moveTo>
                      <a:lnTo>
                        <a:pt x="0" y="216408"/>
                      </a:lnTo>
                      <a:lnTo>
                        <a:pt x="32194" y="197834"/>
                      </a:lnTo>
                      <a:lnTo>
                        <a:pt x="32194" y="0"/>
                      </a:lnTo>
                      <a:lnTo>
                        <a:pt x="0" y="1857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48" name="Google Shape;3748;p47"/>
                <p:cNvSpPr/>
                <p:nvPr/>
              </p:nvSpPr>
              <p:spPr>
                <a:xfrm>
                  <a:off x="1062193" y="2459947"/>
                  <a:ext cx="10001" cy="203644"/>
                </a:xfrm>
                <a:custGeom>
                  <a:avLst/>
                  <a:gdLst/>
                  <a:ahLst/>
                  <a:cxnLst/>
                  <a:rect l="l" t="t" r="r" b="b"/>
                  <a:pathLst>
                    <a:path w="10001" h="203644" extrusionOk="0">
                      <a:moveTo>
                        <a:pt x="0" y="5810"/>
                      </a:moveTo>
                      <a:lnTo>
                        <a:pt x="0" y="203644"/>
                      </a:lnTo>
                      <a:lnTo>
                        <a:pt x="10001" y="197834"/>
                      </a:lnTo>
                      <a:lnTo>
                        <a:pt x="10001" y="0"/>
                      </a:lnTo>
                      <a:lnTo>
                        <a:pt x="0" y="581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49" name="Google Shape;3749;p47"/>
                <p:cNvSpPr/>
                <p:nvPr/>
              </p:nvSpPr>
              <p:spPr>
                <a:xfrm>
                  <a:off x="1063812" y="2462614"/>
                  <a:ext cx="6858" cy="197929"/>
                </a:xfrm>
                <a:custGeom>
                  <a:avLst/>
                  <a:gdLst/>
                  <a:ahLst/>
                  <a:cxnLst/>
                  <a:rect l="l" t="t" r="r" b="b"/>
                  <a:pathLst>
                    <a:path w="6858" h="197929" extrusionOk="0">
                      <a:moveTo>
                        <a:pt x="6858" y="0"/>
                      </a:moveTo>
                      <a:lnTo>
                        <a:pt x="5048" y="1048"/>
                      </a:lnTo>
                      <a:lnTo>
                        <a:pt x="5048" y="192881"/>
                      </a:lnTo>
                      <a:lnTo>
                        <a:pt x="0" y="195834"/>
                      </a:lnTo>
                      <a:lnTo>
                        <a:pt x="0" y="197929"/>
                      </a:lnTo>
                      <a:lnTo>
                        <a:pt x="6858" y="194024"/>
                      </a:lnTo>
                      <a:lnTo>
                        <a:pt x="685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50" name="Google Shape;3750;p47"/>
                <p:cNvSpPr/>
                <p:nvPr/>
              </p:nvSpPr>
              <p:spPr>
                <a:xfrm>
                  <a:off x="1063812" y="2463662"/>
                  <a:ext cx="5048" cy="194786"/>
                </a:xfrm>
                <a:custGeom>
                  <a:avLst/>
                  <a:gdLst/>
                  <a:ahLst/>
                  <a:cxnLst/>
                  <a:rect l="l" t="t" r="r" b="b"/>
                  <a:pathLst>
                    <a:path w="5048" h="194786" extrusionOk="0">
                      <a:moveTo>
                        <a:pt x="5048" y="0"/>
                      </a:moveTo>
                      <a:lnTo>
                        <a:pt x="0" y="2953"/>
                      </a:lnTo>
                      <a:lnTo>
                        <a:pt x="0" y="194786"/>
                      </a:lnTo>
                      <a:lnTo>
                        <a:pt x="5048" y="191834"/>
                      </a:lnTo>
                      <a:lnTo>
                        <a:pt x="5048"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51" name="Google Shape;3751;p47"/>
              <p:cNvGrpSpPr/>
              <p:nvPr/>
            </p:nvGrpSpPr>
            <p:grpSpPr>
              <a:xfrm>
                <a:off x="1003328" y="2410512"/>
                <a:ext cx="80010" cy="61627"/>
                <a:chOff x="1003328" y="2410512"/>
                <a:chExt cx="80010" cy="61627"/>
              </a:xfrm>
            </p:grpSpPr>
            <p:sp>
              <p:nvSpPr>
                <p:cNvPr id="3752" name="Google Shape;3752;p47"/>
                <p:cNvSpPr/>
                <p:nvPr/>
              </p:nvSpPr>
              <p:spPr>
                <a:xfrm>
                  <a:off x="1003328" y="2429086"/>
                  <a:ext cx="47815" cy="43053"/>
                </a:xfrm>
                <a:custGeom>
                  <a:avLst/>
                  <a:gdLst/>
                  <a:ahLst/>
                  <a:cxnLst/>
                  <a:rect l="l" t="t" r="r" b="b"/>
                  <a:pathLst>
                    <a:path w="47815" h="43053" extrusionOk="0">
                      <a:moveTo>
                        <a:pt x="47816" y="43053"/>
                      </a:moveTo>
                      <a:lnTo>
                        <a:pt x="0" y="15431"/>
                      </a:lnTo>
                      <a:lnTo>
                        <a:pt x="0" y="0"/>
                      </a:lnTo>
                      <a:lnTo>
                        <a:pt x="47816" y="27623"/>
                      </a:lnTo>
                      <a:lnTo>
                        <a:pt x="47816" y="4305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53" name="Google Shape;3753;p47"/>
                <p:cNvSpPr/>
                <p:nvPr/>
              </p:nvSpPr>
              <p:spPr>
                <a:xfrm>
                  <a:off x="1051144" y="2438039"/>
                  <a:ext cx="32194" cy="34099"/>
                </a:xfrm>
                <a:custGeom>
                  <a:avLst/>
                  <a:gdLst/>
                  <a:ahLst/>
                  <a:cxnLst/>
                  <a:rect l="l" t="t" r="r" b="b"/>
                  <a:pathLst>
                    <a:path w="32194" h="34099" extrusionOk="0">
                      <a:moveTo>
                        <a:pt x="0" y="34100"/>
                      </a:moveTo>
                      <a:lnTo>
                        <a:pt x="0" y="18669"/>
                      </a:lnTo>
                      <a:lnTo>
                        <a:pt x="32194" y="0"/>
                      </a:lnTo>
                      <a:lnTo>
                        <a:pt x="32194" y="15526"/>
                      </a:lnTo>
                      <a:lnTo>
                        <a:pt x="0" y="3410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54" name="Google Shape;3754;p47"/>
                <p:cNvSpPr/>
                <p:nvPr/>
              </p:nvSpPr>
              <p:spPr>
                <a:xfrm>
                  <a:off x="1003328" y="2410512"/>
                  <a:ext cx="80010" cy="46196"/>
                </a:xfrm>
                <a:custGeom>
                  <a:avLst/>
                  <a:gdLst/>
                  <a:ahLst/>
                  <a:cxnLst/>
                  <a:rect l="l" t="t" r="r" b="b"/>
                  <a:pathLst>
                    <a:path w="80010" h="46196" extrusionOk="0">
                      <a:moveTo>
                        <a:pt x="47816" y="46196"/>
                      </a:moveTo>
                      <a:lnTo>
                        <a:pt x="0" y="18574"/>
                      </a:lnTo>
                      <a:lnTo>
                        <a:pt x="32290" y="0"/>
                      </a:lnTo>
                      <a:lnTo>
                        <a:pt x="80010" y="27527"/>
                      </a:lnTo>
                      <a:lnTo>
                        <a:pt x="47816" y="4619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755" name="Google Shape;3755;p47"/>
            <p:cNvGrpSpPr/>
            <p:nvPr/>
          </p:nvGrpSpPr>
          <p:grpSpPr>
            <a:xfrm>
              <a:off x="601945" y="2730266"/>
              <a:ext cx="465867" cy="335661"/>
              <a:chOff x="601945" y="2730266"/>
              <a:chExt cx="465867" cy="335661"/>
            </a:xfrm>
          </p:grpSpPr>
          <p:sp>
            <p:nvSpPr>
              <p:cNvPr id="3756" name="Google Shape;3756;p47"/>
              <p:cNvSpPr/>
              <p:nvPr/>
            </p:nvSpPr>
            <p:spPr>
              <a:xfrm>
                <a:off x="601945" y="2797132"/>
                <a:ext cx="465867" cy="268795"/>
              </a:xfrm>
              <a:custGeom>
                <a:avLst/>
                <a:gdLst/>
                <a:ahLst/>
                <a:cxnLst/>
                <a:rect l="l" t="t" r="r" b="b"/>
                <a:pathLst>
                  <a:path w="465867" h="268795" extrusionOk="0">
                    <a:moveTo>
                      <a:pt x="333566" y="268796"/>
                    </a:moveTo>
                    <a:lnTo>
                      <a:pt x="465868" y="192405"/>
                    </a:lnTo>
                    <a:lnTo>
                      <a:pt x="132207" y="0"/>
                    </a:lnTo>
                    <a:lnTo>
                      <a:pt x="0" y="76391"/>
                    </a:lnTo>
                    <a:lnTo>
                      <a:pt x="333566" y="268796"/>
                    </a:ln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57" name="Google Shape;3757;p47"/>
              <p:cNvSpPr/>
              <p:nvPr/>
            </p:nvSpPr>
            <p:spPr>
              <a:xfrm>
                <a:off x="645093" y="2779511"/>
                <a:ext cx="117252" cy="83248"/>
              </a:xfrm>
              <a:custGeom>
                <a:avLst/>
                <a:gdLst/>
                <a:ahLst/>
                <a:cxnLst/>
                <a:rect l="l" t="t" r="r" b="b"/>
                <a:pathLst>
                  <a:path w="117252" h="83248" extrusionOk="0">
                    <a:moveTo>
                      <a:pt x="39910" y="83248"/>
                    </a:moveTo>
                    <a:lnTo>
                      <a:pt x="0" y="52578"/>
                    </a:lnTo>
                    <a:lnTo>
                      <a:pt x="85916" y="0"/>
                    </a:lnTo>
                    <a:lnTo>
                      <a:pt x="96298" y="18288"/>
                    </a:lnTo>
                    <a:lnTo>
                      <a:pt x="117253" y="38576"/>
                    </a:lnTo>
                    <a:lnTo>
                      <a:pt x="39910" y="83248"/>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58" name="Google Shape;3758;p47"/>
              <p:cNvSpPr/>
              <p:nvPr/>
            </p:nvSpPr>
            <p:spPr>
              <a:xfrm>
                <a:off x="856263" y="2779511"/>
                <a:ext cx="105727" cy="146208"/>
              </a:xfrm>
              <a:custGeom>
                <a:avLst/>
                <a:gdLst/>
                <a:ahLst/>
                <a:cxnLst/>
                <a:rect l="l" t="t" r="r" b="b"/>
                <a:pathLst>
                  <a:path w="105727" h="146208" extrusionOk="0">
                    <a:moveTo>
                      <a:pt x="5715" y="80963"/>
                    </a:moveTo>
                    <a:lnTo>
                      <a:pt x="7525" y="21336"/>
                    </a:lnTo>
                    <a:lnTo>
                      <a:pt x="12001" y="0"/>
                    </a:lnTo>
                    <a:lnTo>
                      <a:pt x="4572" y="0"/>
                    </a:lnTo>
                    <a:lnTo>
                      <a:pt x="0" y="19907"/>
                    </a:lnTo>
                    <a:lnTo>
                      <a:pt x="0" y="84582"/>
                    </a:lnTo>
                    <a:lnTo>
                      <a:pt x="103822" y="146209"/>
                    </a:lnTo>
                    <a:lnTo>
                      <a:pt x="105728" y="138684"/>
                    </a:lnTo>
                    <a:lnTo>
                      <a:pt x="5715" y="809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59" name="Google Shape;3759;p47"/>
              <p:cNvSpPr/>
              <p:nvPr/>
            </p:nvSpPr>
            <p:spPr>
              <a:xfrm>
                <a:off x="733104" y="2730266"/>
                <a:ext cx="330803" cy="243459"/>
              </a:xfrm>
              <a:custGeom>
                <a:avLst/>
                <a:gdLst/>
                <a:ahLst/>
                <a:cxnLst/>
                <a:rect l="l" t="t" r="r" b="b"/>
                <a:pathLst>
                  <a:path w="330803" h="243459" extrusionOk="0">
                    <a:moveTo>
                      <a:pt x="329756" y="225266"/>
                    </a:moveTo>
                    <a:lnTo>
                      <a:pt x="329756" y="225266"/>
                    </a:lnTo>
                    <a:cubicBezTo>
                      <a:pt x="329756" y="225266"/>
                      <a:pt x="319945" y="219647"/>
                      <a:pt x="319945" y="219647"/>
                    </a:cubicBezTo>
                    <a:lnTo>
                      <a:pt x="317945" y="204026"/>
                    </a:lnTo>
                    <a:lnTo>
                      <a:pt x="327279" y="209455"/>
                    </a:lnTo>
                    <a:lnTo>
                      <a:pt x="327279" y="209455"/>
                    </a:lnTo>
                    <a:cubicBezTo>
                      <a:pt x="327279" y="209455"/>
                      <a:pt x="326231" y="202406"/>
                      <a:pt x="326231" y="202406"/>
                    </a:cubicBezTo>
                    <a:lnTo>
                      <a:pt x="228791" y="128016"/>
                    </a:lnTo>
                    <a:lnTo>
                      <a:pt x="171641" y="56769"/>
                    </a:lnTo>
                    <a:lnTo>
                      <a:pt x="73343" y="0"/>
                    </a:lnTo>
                    <a:lnTo>
                      <a:pt x="36481" y="42291"/>
                    </a:lnTo>
                    <a:lnTo>
                      <a:pt x="0" y="9144"/>
                    </a:lnTo>
                    <a:lnTo>
                      <a:pt x="0" y="60674"/>
                    </a:lnTo>
                    <a:lnTo>
                      <a:pt x="18478" y="77438"/>
                    </a:lnTo>
                    <a:lnTo>
                      <a:pt x="32766" y="85725"/>
                    </a:lnTo>
                    <a:cubicBezTo>
                      <a:pt x="32766" y="66389"/>
                      <a:pt x="46387" y="58483"/>
                      <a:pt x="63151" y="68199"/>
                    </a:cubicBezTo>
                    <a:cubicBezTo>
                      <a:pt x="79915" y="77915"/>
                      <a:pt x="93536" y="101441"/>
                      <a:pt x="93536" y="120777"/>
                    </a:cubicBezTo>
                    <a:lnTo>
                      <a:pt x="236506" y="203359"/>
                    </a:lnTo>
                    <a:cubicBezTo>
                      <a:pt x="236506" y="184023"/>
                      <a:pt x="250126" y="176117"/>
                      <a:pt x="266891" y="185833"/>
                    </a:cubicBezTo>
                    <a:cubicBezTo>
                      <a:pt x="283655" y="195548"/>
                      <a:pt x="297275" y="219075"/>
                      <a:pt x="297275" y="238411"/>
                    </a:cubicBezTo>
                    <a:lnTo>
                      <a:pt x="306038" y="243459"/>
                    </a:lnTo>
                    <a:lnTo>
                      <a:pt x="315468" y="224028"/>
                    </a:lnTo>
                    <a:lnTo>
                      <a:pt x="330803" y="232886"/>
                    </a:lnTo>
                    <a:lnTo>
                      <a:pt x="329660" y="225362"/>
                    </a:lnTo>
                    <a:close/>
                    <a:moveTo>
                      <a:pt x="224980" y="191738"/>
                    </a:moveTo>
                    <a:lnTo>
                      <a:pt x="127349" y="135350"/>
                    </a:lnTo>
                    <a:lnTo>
                      <a:pt x="124682" y="133731"/>
                    </a:lnTo>
                    <a:lnTo>
                      <a:pt x="126873" y="69628"/>
                    </a:lnTo>
                    <a:lnTo>
                      <a:pt x="115538" y="30480"/>
                    </a:lnTo>
                    <a:lnTo>
                      <a:pt x="173069" y="63722"/>
                    </a:lnTo>
                    <a:lnTo>
                      <a:pt x="224980" y="124682"/>
                    </a:lnTo>
                    <a:lnTo>
                      <a:pt x="224980" y="124873"/>
                    </a:lnTo>
                    <a:cubicBezTo>
                      <a:pt x="224980" y="124873"/>
                      <a:pt x="224980" y="191643"/>
                      <a:pt x="224980" y="191643"/>
                    </a:cubicBezTo>
                    <a:close/>
                    <a:moveTo>
                      <a:pt x="238697" y="152019"/>
                    </a:moveTo>
                    <a:lnTo>
                      <a:pt x="233267" y="148876"/>
                    </a:lnTo>
                    <a:cubicBezTo>
                      <a:pt x="232220" y="148304"/>
                      <a:pt x="231458" y="146876"/>
                      <a:pt x="231458" y="145733"/>
                    </a:cubicBezTo>
                    <a:cubicBezTo>
                      <a:pt x="231458" y="144590"/>
                      <a:pt x="232315" y="144113"/>
                      <a:pt x="233267" y="144685"/>
                    </a:cubicBezTo>
                    <a:lnTo>
                      <a:pt x="238697" y="147828"/>
                    </a:lnTo>
                    <a:cubicBezTo>
                      <a:pt x="239744" y="148400"/>
                      <a:pt x="240506" y="149828"/>
                      <a:pt x="240506" y="150971"/>
                    </a:cubicBezTo>
                    <a:cubicBezTo>
                      <a:pt x="240506" y="152114"/>
                      <a:pt x="239649" y="152591"/>
                      <a:pt x="238697" y="15201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0" name="Google Shape;3760;p47"/>
              <p:cNvSpPr/>
              <p:nvPr/>
            </p:nvSpPr>
            <p:spPr>
              <a:xfrm>
                <a:off x="840546" y="2960676"/>
                <a:ext cx="32004" cy="45053"/>
              </a:xfrm>
              <a:custGeom>
                <a:avLst/>
                <a:gdLst/>
                <a:ahLst/>
                <a:cxnLst/>
                <a:rect l="l" t="t" r="r" b="b"/>
                <a:pathLst>
                  <a:path w="32004" h="45053" extrusionOk="0">
                    <a:moveTo>
                      <a:pt x="4096" y="45053"/>
                    </a:moveTo>
                    <a:lnTo>
                      <a:pt x="32004" y="28956"/>
                    </a:lnTo>
                    <a:lnTo>
                      <a:pt x="32004" y="0"/>
                    </a:lnTo>
                    <a:lnTo>
                      <a:pt x="4096" y="16097"/>
                    </a:lnTo>
                    <a:lnTo>
                      <a:pt x="0" y="30194"/>
                    </a:lnTo>
                    <a:lnTo>
                      <a:pt x="4096" y="450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1" name="Google Shape;3761;p47"/>
              <p:cNvSpPr/>
              <p:nvPr/>
            </p:nvSpPr>
            <p:spPr>
              <a:xfrm>
                <a:off x="636806" y="2843137"/>
                <a:ext cx="32004" cy="44958"/>
              </a:xfrm>
              <a:custGeom>
                <a:avLst/>
                <a:gdLst/>
                <a:ahLst/>
                <a:cxnLst/>
                <a:rect l="l" t="t" r="r" b="b"/>
                <a:pathLst>
                  <a:path w="32004" h="44958" extrusionOk="0">
                    <a:moveTo>
                      <a:pt x="4191" y="44958"/>
                    </a:moveTo>
                    <a:lnTo>
                      <a:pt x="32004" y="28956"/>
                    </a:lnTo>
                    <a:lnTo>
                      <a:pt x="32004" y="0"/>
                    </a:lnTo>
                    <a:lnTo>
                      <a:pt x="4191" y="16002"/>
                    </a:lnTo>
                    <a:lnTo>
                      <a:pt x="0" y="30099"/>
                    </a:lnTo>
                    <a:lnTo>
                      <a:pt x="4191" y="44958"/>
                    </a:lnTo>
                    <a:close/>
                  </a:path>
                </a:pathLst>
              </a:custGeom>
              <a:solidFill>
                <a:srgbClr val="12121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2" name="Google Shape;3762;p47"/>
              <p:cNvSpPr/>
              <p:nvPr/>
            </p:nvSpPr>
            <p:spPr>
              <a:xfrm>
                <a:off x="608231" y="2739410"/>
                <a:ext cx="183356" cy="92678"/>
              </a:xfrm>
              <a:custGeom>
                <a:avLst/>
                <a:gdLst/>
                <a:ahLst/>
                <a:cxnLst/>
                <a:rect l="l" t="t" r="r" b="b"/>
                <a:pathLst>
                  <a:path w="183356" h="92678" extrusionOk="0">
                    <a:moveTo>
                      <a:pt x="58293" y="92678"/>
                    </a:moveTo>
                    <a:lnTo>
                      <a:pt x="183356" y="20479"/>
                    </a:lnTo>
                    <a:lnTo>
                      <a:pt x="124968" y="0"/>
                    </a:lnTo>
                    <a:lnTo>
                      <a:pt x="0" y="72200"/>
                    </a:lnTo>
                    <a:lnTo>
                      <a:pt x="58293" y="9267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3" name="Google Shape;3763;p47"/>
              <p:cNvSpPr/>
              <p:nvPr/>
            </p:nvSpPr>
            <p:spPr>
              <a:xfrm>
                <a:off x="848643" y="2873332"/>
                <a:ext cx="111061" cy="112299"/>
              </a:xfrm>
              <a:custGeom>
                <a:avLst/>
                <a:gdLst/>
                <a:ahLst/>
                <a:cxnLst/>
                <a:rect l="l" t="t" r="r" b="b"/>
                <a:pathLst>
                  <a:path w="111061" h="112299" extrusionOk="0">
                    <a:moveTo>
                      <a:pt x="0" y="63532"/>
                    </a:moveTo>
                    <a:lnTo>
                      <a:pt x="0" y="112300"/>
                    </a:lnTo>
                    <a:cubicBezTo>
                      <a:pt x="0" y="112300"/>
                      <a:pt x="111061" y="48196"/>
                      <a:pt x="111061" y="48196"/>
                    </a:cubicBezTo>
                    <a:lnTo>
                      <a:pt x="111061" y="0"/>
                    </a:lnTo>
                    <a:lnTo>
                      <a:pt x="0" y="63627"/>
                    </a:lnTo>
                    <a:close/>
                    <a:moveTo>
                      <a:pt x="80963" y="30575"/>
                    </a:moveTo>
                    <a:cubicBezTo>
                      <a:pt x="80963" y="32575"/>
                      <a:pt x="79534" y="35147"/>
                      <a:pt x="77724" y="36195"/>
                    </a:cubicBezTo>
                    <a:lnTo>
                      <a:pt x="76295" y="36957"/>
                    </a:lnTo>
                    <a:cubicBezTo>
                      <a:pt x="74486" y="38005"/>
                      <a:pt x="72771" y="40672"/>
                      <a:pt x="72295" y="42863"/>
                    </a:cubicBezTo>
                    <a:lnTo>
                      <a:pt x="66961" y="64675"/>
                    </a:lnTo>
                    <a:cubicBezTo>
                      <a:pt x="66580" y="66866"/>
                      <a:pt x="64770" y="69533"/>
                      <a:pt x="62960" y="70580"/>
                    </a:cubicBezTo>
                    <a:lnTo>
                      <a:pt x="48482" y="78962"/>
                    </a:lnTo>
                    <a:cubicBezTo>
                      <a:pt x="46672" y="80010"/>
                      <a:pt x="44958" y="79438"/>
                      <a:pt x="44482" y="77629"/>
                    </a:cubicBezTo>
                    <a:lnTo>
                      <a:pt x="39148" y="62008"/>
                    </a:lnTo>
                    <a:cubicBezTo>
                      <a:pt x="38767" y="60293"/>
                      <a:pt x="36957" y="59722"/>
                      <a:pt x="35147" y="60674"/>
                    </a:cubicBezTo>
                    <a:lnTo>
                      <a:pt x="33718" y="61436"/>
                    </a:lnTo>
                    <a:cubicBezTo>
                      <a:pt x="31909" y="62484"/>
                      <a:pt x="30480" y="61627"/>
                      <a:pt x="30480" y="59531"/>
                    </a:cubicBezTo>
                    <a:lnTo>
                      <a:pt x="30480" y="53150"/>
                    </a:lnTo>
                    <a:cubicBezTo>
                      <a:pt x="30480" y="51149"/>
                      <a:pt x="31909" y="48578"/>
                      <a:pt x="33718" y="47530"/>
                    </a:cubicBezTo>
                    <a:lnTo>
                      <a:pt x="77629" y="22193"/>
                    </a:lnTo>
                    <a:cubicBezTo>
                      <a:pt x="79439" y="21146"/>
                      <a:pt x="80867" y="22003"/>
                      <a:pt x="80867" y="24003"/>
                    </a:cubicBezTo>
                    <a:lnTo>
                      <a:pt x="80867" y="3048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4" name="Google Shape;3764;p47"/>
              <p:cNvSpPr/>
              <p:nvPr/>
            </p:nvSpPr>
            <p:spPr>
              <a:xfrm>
                <a:off x="851214" y="2871808"/>
                <a:ext cx="111061" cy="115252"/>
              </a:xfrm>
              <a:custGeom>
                <a:avLst/>
                <a:gdLst/>
                <a:ahLst/>
                <a:cxnLst/>
                <a:rect l="l" t="t" r="r" b="b"/>
                <a:pathLst>
                  <a:path w="111061" h="115252" extrusionOk="0">
                    <a:moveTo>
                      <a:pt x="0" y="64008"/>
                    </a:moveTo>
                    <a:lnTo>
                      <a:pt x="0" y="115253"/>
                    </a:lnTo>
                    <a:lnTo>
                      <a:pt x="111062" y="51149"/>
                    </a:lnTo>
                    <a:lnTo>
                      <a:pt x="111062" y="0"/>
                    </a:lnTo>
                    <a:lnTo>
                      <a:pt x="0" y="64103"/>
                    </a:lnTo>
                    <a:close/>
                    <a:moveTo>
                      <a:pt x="80963" y="33433"/>
                    </a:moveTo>
                    <a:cubicBezTo>
                      <a:pt x="80963" y="35433"/>
                      <a:pt x="79534" y="38005"/>
                      <a:pt x="77724" y="39053"/>
                    </a:cubicBezTo>
                    <a:lnTo>
                      <a:pt x="76295" y="39815"/>
                    </a:lnTo>
                    <a:cubicBezTo>
                      <a:pt x="74486" y="40862"/>
                      <a:pt x="72771" y="43529"/>
                      <a:pt x="72295" y="45720"/>
                    </a:cubicBezTo>
                    <a:lnTo>
                      <a:pt x="66961" y="67532"/>
                    </a:lnTo>
                    <a:cubicBezTo>
                      <a:pt x="66484" y="69723"/>
                      <a:pt x="64770" y="72390"/>
                      <a:pt x="62960" y="73438"/>
                    </a:cubicBezTo>
                    <a:lnTo>
                      <a:pt x="48482" y="81820"/>
                    </a:lnTo>
                    <a:cubicBezTo>
                      <a:pt x="46672" y="82868"/>
                      <a:pt x="44958" y="82296"/>
                      <a:pt x="44482" y="80486"/>
                    </a:cubicBezTo>
                    <a:lnTo>
                      <a:pt x="39148" y="64865"/>
                    </a:lnTo>
                    <a:cubicBezTo>
                      <a:pt x="38767" y="63151"/>
                      <a:pt x="36957" y="62579"/>
                      <a:pt x="35147" y="63532"/>
                    </a:cubicBezTo>
                    <a:lnTo>
                      <a:pt x="33814" y="64294"/>
                    </a:lnTo>
                    <a:cubicBezTo>
                      <a:pt x="32004" y="65342"/>
                      <a:pt x="30575" y="64484"/>
                      <a:pt x="30575" y="62484"/>
                    </a:cubicBezTo>
                    <a:lnTo>
                      <a:pt x="30575" y="56007"/>
                    </a:lnTo>
                    <a:cubicBezTo>
                      <a:pt x="30575" y="54007"/>
                      <a:pt x="32004" y="51435"/>
                      <a:pt x="33814" y="50483"/>
                    </a:cubicBezTo>
                    <a:lnTo>
                      <a:pt x="77724" y="25146"/>
                    </a:lnTo>
                    <a:cubicBezTo>
                      <a:pt x="79534" y="24098"/>
                      <a:pt x="80963" y="24956"/>
                      <a:pt x="80963" y="26956"/>
                    </a:cubicBezTo>
                    <a:lnTo>
                      <a:pt x="80963" y="3343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765" name="Google Shape;3765;p47"/>
              <p:cNvGrpSpPr/>
              <p:nvPr/>
            </p:nvGrpSpPr>
            <p:grpSpPr>
              <a:xfrm>
                <a:off x="941702" y="2911865"/>
                <a:ext cx="88677" cy="72719"/>
                <a:chOff x="941702" y="2911865"/>
                <a:chExt cx="88677" cy="72719"/>
              </a:xfrm>
            </p:grpSpPr>
            <p:sp>
              <p:nvSpPr>
                <p:cNvPr id="3766" name="Google Shape;3766;p47"/>
                <p:cNvSpPr/>
                <p:nvPr/>
              </p:nvSpPr>
              <p:spPr>
                <a:xfrm>
                  <a:off x="941702" y="2927418"/>
                  <a:ext cx="28860" cy="22208"/>
                </a:xfrm>
                <a:custGeom>
                  <a:avLst/>
                  <a:gdLst/>
                  <a:ahLst/>
                  <a:cxnLst/>
                  <a:rect l="l" t="t" r="r" b="b"/>
                  <a:pathLst>
                    <a:path w="28860" h="22208" extrusionOk="0">
                      <a:moveTo>
                        <a:pt x="191" y="22209"/>
                      </a:moveTo>
                      <a:lnTo>
                        <a:pt x="28004" y="6111"/>
                      </a:lnTo>
                      <a:cubicBezTo>
                        <a:pt x="28004" y="5159"/>
                        <a:pt x="28004" y="4302"/>
                        <a:pt x="28004" y="3349"/>
                      </a:cubicBezTo>
                      <a:cubicBezTo>
                        <a:pt x="28004" y="3349"/>
                        <a:pt x="28861" y="2777"/>
                        <a:pt x="28861" y="2777"/>
                      </a:cubicBezTo>
                      <a:cubicBezTo>
                        <a:pt x="13240" y="-4843"/>
                        <a:pt x="0" y="3730"/>
                        <a:pt x="0" y="222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7" name="Google Shape;3767;p47"/>
                <p:cNvSpPr/>
                <p:nvPr/>
              </p:nvSpPr>
              <p:spPr>
                <a:xfrm>
                  <a:off x="951608" y="2911865"/>
                  <a:ext cx="78771" cy="72719"/>
                </a:xfrm>
                <a:custGeom>
                  <a:avLst/>
                  <a:gdLst/>
                  <a:ahLst/>
                  <a:cxnLst/>
                  <a:rect l="l" t="t" r="r" b="b"/>
                  <a:pathLst>
                    <a:path w="78771" h="72719" extrusionOk="0">
                      <a:moveTo>
                        <a:pt x="48482" y="4139"/>
                      </a:moveTo>
                      <a:cubicBezTo>
                        <a:pt x="40100" y="-719"/>
                        <a:pt x="32575" y="-1100"/>
                        <a:pt x="27051" y="1948"/>
                      </a:cubicBezTo>
                      <a:lnTo>
                        <a:pt x="27051" y="1948"/>
                      </a:lnTo>
                      <a:cubicBezTo>
                        <a:pt x="27051" y="1948"/>
                        <a:pt x="26765" y="2044"/>
                        <a:pt x="26765" y="2044"/>
                      </a:cubicBezTo>
                      <a:cubicBezTo>
                        <a:pt x="26765" y="2044"/>
                        <a:pt x="26765" y="2044"/>
                        <a:pt x="26765" y="2044"/>
                      </a:cubicBezTo>
                      <a:lnTo>
                        <a:pt x="0" y="17474"/>
                      </a:lnTo>
                      <a:cubicBezTo>
                        <a:pt x="2191" y="16331"/>
                        <a:pt x="8477" y="14140"/>
                        <a:pt x="18098" y="18808"/>
                      </a:cubicBezTo>
                      <a:lnTo>
                        <a:pt x="18098" y="18808"/>
                      </a:lnTo>
                      <a:cubicBezTo>
                        <a:pt x="18860" y="19188"/>
                        <a:pt x="19717" y="19665"/>
                        <a:pt x="20574" y="20141"/>
                      </a:cubicBezTo>
                      <a:cubicBezTo>
                        <a:pt x="21050" y="20427"/>
                        <a:pt x="21527" y="20713"/>
                        <a:pt x="22003" y="20998"/>
                      </a:cubicBezTo>
                      <a:cubicBezTo>
                        <a:pt x="22098" y="20998"/>
                        <a:pt x="22289" y="21189"/>
                        <a:pt x="22384" y="21284"/>
                      </a:cubicBezTo>
                      <a:cubicBezTo>
                        <a:pt x="22765" y="21475"/>
                        <a:pt x="23050" y="21760"/>
                        <a:pt x="23431" y="21951"/>
                      </a:cubicBezTo>
                      <a:cubicBezTo>
                        <a:pt x="23622" y="22141"/>
                        <a:pt x="23908" y="22237"/>
                        <a:pt x="24098" y="22427"/>
                      </a:cubicBezTo>
                      <a:cubicBezTo>
                        <a:pt x="39243" y="33190"/>
                        <a:pt x="50959" y="54812"/>
                        <a:pt x="50959" y="72719"/>
                      </a:cubicBezTo>
                      <a:lnTo>
                        <a:pt x="78772" y="56622"/>
                      </a:lnTo>
                      <a:cubicBezTo>
                        <a:pt x="78772" y="37286"/>
                        <a:pt x="65151" y="13664"/>
                        <a:pt x="48387" y="40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768" name="Google Shape;3768;p47"/>
              <p:cNvSpPr/>
              <p:nvPr/>
            </p:nvSpPr>
            <p:spPr>
              <a:xfrm>
                <a:off x="731009" y="2816372"/>
                <a:ext cx="105822" cy="181641"/>
              </a:xfrm>
              <a:custGeom>
                <a:avLst/>
                <a:gdLst/>
                <a:ahLst/>
                <a:cxnLst/>
                <a:rect l="l" t="t" r="r" b="b"/>
                <a:pathLst>
                  <a:path w="105822" h="181641" extrusionOk="0">
                    <a:moveTo>
                      <a:pt x="105823" y="174117"/>
                    </a:moveTo>
                    <a:lnTo>
                      <a:pt x="5715" y="116396"/>
                    </a:lnTo>
                    <a:lnTo>
                      <a:pt x="7525" y="56864"/>
                    </a:lnTo>
                    <a:lnTo>
                      <a:pt x="18669" y="3429"/>
                    </a:lnTo>
                    <a:lnTo>
                      <a:pt x="12764" y="0"/>
                    </a:lnTo>
                    <a:lnTo>
                      <a:pt x="0" y="55340"/>
                    </a:lnTo>
                    <a:lnTo>
                      <a:pt x="0" y="120015"/>
                    </a:lnTo>
                    <a:lnTo>
                      <a:pt x="103823" y="181642"/>
                    </a:lnTo>
                    <a:lnTo>
                      <a:pt x="105823" y="17411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9" name="Google Shape;3769;p47"/>
              <p:cNvSpPr/>
              <p:nvPr/>
            </p:nvSpPr>
            <p:spPr>
              <a:xfrm>
                <a:off x="608041" y="2789797"/>
                <a:ext cx="330803" cy="256032"/>
              </a:xfrm>
              <a:custGeom>
                <a:avLst/>
                <a:gdLst/>
                <a:ahLst/>
                <a:cxnLst/>
                <a:rect l="l" t="t" r="r" b="b"/>
                <a:pathLst>
                  <a:path w="330803" h="256032" extrusionOk="0">
                    <a:moveTo>
                      <a:pt x="329756" y="237935"/>
                    </a:moveTo>
                    <a:lnTo>
                      <a:pt x="329756" y="237935"/>
                    </a:lnTo>
                    <a:cubicBezTo>
                      <a:pt x="329756" y="237935"/>
                      <a:pt x="319945" y="232315"/>
                      <a:pt x="319945" y="232315"/>
                    </a:cubicBezTo>
                    <a:lnTo>
                      <a:pt x="317945" y="216694"/>
                    </a:lnTo>
                    <a:lnTo>
                      <a:pt x="327279" y="222123"/>
                    </a:lnTo>
                    <a:lnTo>
                      <a:pt x="327279" y="222123"/>
                    </a:lnTo>
                    <a:lnTo>
                      <a:pt x="326231" y="215075"/>
                    </a:lnTo>
                    <a:lnTo>
                      <a:pt x="228791" y="140684"/>
                    </a:lnTo>
                    <a:lnTo>
                      <a:pt x="193548" y="56769"/>
                    </a:lnTo>
                    <a:lnTo>
                      <a:pt x="95250" y="0"/>
                    </a:lnTo>
                    <a:lnTo>
                      <a:pt x="58388" y="42291"/>
                    </a:lnTo>
                    <a:lnTo>
                      <a:pt x="0" y="21812"/>
                    </a:lnTo>
                    <a:lnTo>
                      <a:pt x="0" y="62198"/>
                    </a:lnTo>
                    <a:lnTo>
                      <a:pt x="18479" y="90107"/>
                    </a:lnTo>
                    <a:lnTo>
                      <a:pt x="32766" y="98393"/>
                    </a:lnTo>
                    <a:cubicBezTo>
                      <a:pt x="32766" y="79058"/>
                      <a:pt x="46387" y="71152"/>
                      <a:pt x="63151" y="80867"/>
                    </a:cubicBezTo>
                    <a:cubicBezTo>
                      <a:pt x="79915" y="90583"/>
                      <a:pt x="93536" y="114110"/>
                      <a:pt x="93536" y="133445"/>
                    </a:cubicBezTo>
                    <a:lnTo>
                      <a:pt x="236506" y="215932"/>
                    </a:lnTo>
                    <a:cubicBezTo>
                      <a:pt x="236506" y="196596"/>
                      <a:pt x="250127" y="188690"/>
                      <a:pt x="266891" y="198406"/>
                    </a:cubicBezTo>
                    <a:cubicBezTo>
                      <a:pt x="283655" y="208121"/>
                      <a:pt x="297275" y="231648"/>
                      <a:pt x="297275" y="250984"/>
                    </a:cubicBezTo>
                    <a:lnTo>
                      <a:pt x="306038" y="256032"/>
                    </a:lnTo>
                    <a:lnTo>
                      <a:pt x="315468" y="236601"/>
                    </a:lnTo>
                    <a:lnTo>
                      <a:pt x="330803" y="245459"/>
                    </a:lnTo>
                    <a:lnTo>
                      <a:pt x="329660" y="237935"/>
                    </a:lnTo>
                    <a:close/>
                    <a:moveTo>
                      <a:pt x="69437" y="44958"/>
                    </a:moveTo>
                    <a:lnTo>
                      <a:pt x="100394" y="9239"/>
                    </a:lnTo>
                    <a:lnTo>
                      <a:pt x="133255" y="28194"/>
                    </a:lnTo>
                    <a:lnTo>
                      <a:pt x="122968" y="75819"/>
                    </a:lnTo>
                    <a:lnTo>
                      <a:pt x="69342" y="44863"/>
                    </a:lnTo>
                    <a:close/>
                    <a:moveTo>
                      <a:pt x="224981" y="204407"/>
                    </a:moveTo>
                    <a:lnTo>
                      <a:pt x="127349" y="148019"/>
                    </a:lnTo>
                    <a:lnTo>
                      <a:pt x="124682" y="146399"/>
                    </a:lnTo>
                    <a:lnTo>
                      <a:pt x="126873" y="82296"/>
                    </a:lnTo>
                    <a:lnTo>
                      <a:pt x="137446" y="30480"/>
                    </a:lnTo>
                    <a:lnTo>
                      <a:pt x="194977" y="63722"/>
                    </a:lnTo>
                    <a:lnTo>
                      <a:pt x="224981" y="137351"/>
                    </a:lnTo>
                    <a:lnTo>
                      <a:pt x="224981" y="137541"/>
                    </a:lnTo>
                    <a:cubicBezTo>
                      <a:pt x="224981" y="137541"/>
                      <a:pt x="224981" y="204311"/>
                      <a:pt x="224981" y="204311"/>
                    </a:cubicBezTo>
                    <a:close/>
                    <a:moveTo>
                      <a:pt x="238697" y="164687"/>
                    </a:moveTo>
                    <a:lnTo>
                      <a:pt x="233267" y="161544"/>
                    </a:lnTo>
                    <a:cubicBezTo>
                      <a:pt x="232220" y="160973"/>
                      <a:pt x="231458" y="159544"/>
                      <a:pt x="231458" y="158401"/>
                    </a:cubicBezTo>
                    <a:cubicBezTo>
                      <a:pt x="231458" y="157258"/>
                      <a:pt x="232315" y="156782"/>
                      <a:pt x="233267" y="157353"/>
                    </a:cubicBezTo>
                    <a:lnTo>
                      <a:pt x="238697" y="160496"/>
                    </a:lnTo>
                    <a:cubicBezTo>
                      <a:pt x="239744" y="161068"/>
                      <a:pt x="240506" y="162497"/>
                      <a:pt x="240506" y="163640"/>
                    </a:cubicBezTo>
                    <a:cubicBezTo>
                      <a:pt x="240506" y="164783"/>
                      <a:pt x="239649" y="165259"/>
                      <a:pt x="238697" y="16468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0" name="Google Shape;3770;p47"/>
              <p:cNvSpPr/>
              <p:nvPr/>
            </p:nvSpPr>
            <p:spPr>
              <a:xfrm>
                <a:off x="674240" y="2798370"/>
                <a:ext cx="56768" cy="70580"/>
              </a:xfrm>
              <a:custGeom>
                <a:avLst/>
                <a:gdLst/>
                <a:ahLst/>
                <a:cxnLst/>
                <a:rect l="l" t="t" r="r" b="b"/>
                <a:pathLst>
                  <a:path w="56768" h="70580" extrusionOk="0">
                    <a:moveTo>
                      <a:pt x="0" y="38195"/>
                    </a:moveTo>
                    <a:lnTo>
                      <a:pt x="56102" y="70580"/>
                    </a:lnTo>
                    <a:lnTo>
                      <a:pt x="56769" y="67246"/>
                    </a:lnTo>
                    <a:lnTo>
                      <a:pt x="3239" y="36290"/>
                    </a:lnTo>
                    <a:lnTo>
                      <a:pt x="34195" y="667"/>
                    </a:lnTo>
                    <a:lnTo>
                      <a:pt x="33147" y="0"/>
                    </a:lnTo>
                    <a:lnTo>
                      <a:pt x="0" y="3819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1" name="Google Shape;3771;p47"/>
              <p:cNvSpPr/>
              <p:nvPr/>
            </p:nvSpPr>
            <p:spPr>
              <a:xfrm>
                <a:off x="857120" y="2904764"/>
                <a:ext cx="34194" cy="18002"/>
              </a:xfrm>
              <a:custGeom>
                <a:avLst/>
                <a:gdLst/>
                <a:ahLst/>
                <a:cxnLst/>
                <a:rect l="l" t="t" r="r" b="b"/>
                <a:pathLst>
                  <a:path w="34194" h="18002" extrusionOk="0">
                    <a:moveTo>
                      <a:pt x="1143" y="18002"/>
                    </a:moveTo>
                    <a:lnTo>
                      <a:pt x="25241" y="4000"/>
                    </a:lnTo>
                    <a:lnTo>
                      <a:pt x="31718" y="8572"/>
                    </a:lnTo>
                    <a:lnTo>
                      <a:pt x="34195" y="6382"/>
                    </a:lnTo>
                    <a:lnTo>
                      <a:pt x="25527" y="0"/>
                    </a:lnTo>
                    <a:lnTo>
                      <a:pt x="0" y="14859"/>
                    </a:lnTo>
                    <a:lnTo>
                      <a:pt x="1143" y="1800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2" name="Google Shape;3772;p47"/>
              <p:cNvSpPr/>
              <p:nvPr/>
            </p:nvSpPr>
            <p:spPr>
              <a:xfrm>
                <a:off x="920175" y="2868474"/>
                <a:ext cx="34194" cy="18002"/>
              </a:xfrm>
              <a:custGeom>
                <a:avLst/>
                <a:gdLst/>
                <a:ahLst/>
                <a:cxnLst/>
                <a:rect l="l" t="t" r="r" b="b"/>
                <a:pathLst>
                  <a:path w="34194" h="18002" extrusionOk="0">
                    <a:moveTo>
                      <a:pt x="1143" y="18002"/>
                    </a:moveTo>
                    <a:lnTo>
                      <a:pt x="25241" y="3905"/>
                    </a:lnTo>
                    <a:lnTo>
                      <a:pt x="31718" y="8572"/>
                    </a:lnTo>
                    <a:lnTo>
                      <a:pt x="34195" y="6287"/>
                    </a:lnTo>
                    <a:lnTo>
                      <a:pt x="25622" y="0"/>
                    </a:lnTo>
                    <a:lnTo>
                      <a:pt x="0" y="14859"/>
                    </a:lnTo>
                    <a:lnTo>
                      <a:pt x="1143" y="1800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3" name="Google Shape;3773;p47"/>
              <p:cNvSpPr/>
              <p:nvPr/>
            </p:nvSpPr>
            <p:spPr>
              <a:xfrm>
                <a:off x="836831" y="2858282"/>
                <a:ext cx="222503" cy="146589"/>
              </a:xfrm>
              <a:custGeom>
                <a:avLst/>
                <a:gdLst/>
                <a:ahLst/>
                <a:cxnLst/>
                <a:rect l="l" t="t" r="r" b="b"/>
                <a:pathLst>
                  <a:path w="222503" h="146589" extrusionOk="0">
                    <a:moveTo>
                      <a:pt x="125063" y="0"/>
                    </a:moveTo>
                    <a:lnTo>
                      <a:pt x="0" y="72200"/>
                    </a:lnTo>
                    <a:lnTo>
                      <a:pt x="97441" y="146590"/>
                    </a:lnTo>
                    <a:lnTo>
                      <a:pt x="222504" y="74390"/>
                    </a:lnTo>
                    <a:lnTo>
                      <a:pt x="125063" y="0"/>
                    </a:lnTo>
                    <a:close/>
                    <a:moveTo>
                      <a:pt x="108109" y="11811"/>
                    </a:moveTo>
                    <a:lnTo>
                      <a:pt x="115919" y="17526"/>
                    </a:lnTo>
                    <a:lnTo>
                      <a:pt x="92107" y="31242"/>
                    </a:lnTo>
                    <a:lnTo>
                      <a:pt x="84296" y="25527"/>
                    </a:lnTo>
                    <a:lnTo>
                      <a:pt x="108109" y="11811"/>
                    </a:lnTo>
                    <a:close/>
                    <a:moveTo>
                      <a:pt x="45053" y="48292"/>
                    </a:moveTo>
                    <a:lnTo>
                      <a:pt x="52864" y="54007"/>
                    </a:lnTo>
                    <a:lnTo>
                      <a:pt x="29051" y="67723"/>
                    </a:lnTo>
                    <a:lnTo>
                      <a:pt x="21241" y="62008"/>
                    </a:lnTo>
                    <a:lnTo>
                      <a:pt x="45053" y="48292"/>
                    </a:lnTo>
                    <a:close/>
                    <a:moveTo>
                      <a:pt x="17812" y="77153"/>
                    </a:moveTo>
                    <a:lnTo>
                      <a:pt x="129540" y="12668"/>
                    </a:lnTo>
                    <a:lnTo>
                      <a:pt x="213455" y="76867"/>
                    </a:lnTo>
                    <a:lnTo>
                      <a:pt x="101727" y="141351"/>
                    </a:lnTo>
                    <a:lnTo>
                      <a:pt x="17717" y="7715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4" name="Google Shape;3774;p47"/>
              <p:cNvSpPr/>
              <p:nvPr/>
            </p:nvSpPr>
            <p:spPr>
              <a:xfrm>
                <a:off x="934368" y="2932672"/>
                <a:ext cx="129635" cy="102584"/>
              </a:xfrm>
              <a:custGeom>
                <a:avLst/>
                <a:gdLst/>
                <a:ahLst/>
                <a:cxnLst/>
                <a:rect l="l" t="t" r="r" b="b"/>
                <a:pathLst>
                  <a:path w="129635" h="102584" extrusionOk="0">
                    <a:moveTo>
                      <a:pt x="128492" y="22860"/>
                    </a:moveTo>
                    <a:lnTo>
                      <a:pt x="103823" y="37052"/>
                    </a:lnTo>
                    <a:lnTo>
                      <a:pt x="101441" y="21241"/>
                    </a:lnTo>
                    <a:lnTo>
                      <a:pt x="126111" y="7049"/>
                    </a:lnTo>
                    <a:lnTo>
                      <a:pt x="125063" y="0"/>
                    </a:lnTo>
                    <a:lnTo>
                      <a:pt x="0" y="72200"/>
                    </a:lnTo>
                    <a:lnTo>
                      <a:pt x="1048" y="79248"/>
                    </a:lnTo>
                    <a:lnTo>
                      <a:pt x="25717" y="65056"/>
                    </a:lnTo>
                    <a:lnTo>
                      <a:pt x="28099" y="80867"/>
                    </a:lnTo>
                    <a:lnTo>
                      <a:pt x="3429" y="95060"/>
                    </a:lnTo>
                    <a:lnTo>
                      <a:pt x="4572" y="102584"/>
                    </a:lnTo>
                    <a:lnTo>
                      <a:pt x="129635" y="30385"/>
                    </a:lnTo>
                    <a:lnTo>
                      <a:pt x="128492" y="22860"/>
                    </a:lnTo>
                    <a:lnTo>
                      <a:pt x="128492" y="22860"/>
                    </a:lnTo>
                    <a:close/>
                    <a:moveTo>
                      <a:pt x="34385" y="82296"/>
                    </a:moveTo>
                    <a:lnTo>
                      <a:pt x="30766" y="58579"/>
                    </a:lnTo>
                    <a:lnTo>
                      <a:pt x="96012" y="20955"/>
                    </a:lnTo>
                    <a:lnTo>
                      <a:pt x="99631" y="44672"/>
                    </a:lnTo>
                    <a:lnTo>
                      <a:pt x="34385" y="8229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5" name="Google Shape;3775;p47"/>
              <p:cNvSpPr/>
              <p:nvPr/>
            </p:nvSpPr>
            <p:spPr>
              <a:xfrm>
                <a:off x="703386" y="2730266"/>
                <a:ext cx="201358" cy="116300"/>
              </a:xfrm>
              <a:custGeom>
                <a:avLst/>
                <a:gdLst/>
                <a:ahLst/>
                <a:cxnLst/>
                <a:rect l="l" t="t" r="r" b="b"/>
                <a:pathLst>
                  <a:path w="201358" h="116300" extrusionOk="0">
                    <a:moveTo>
                      <a:pt x="98298" y="116300"/>
                    </a:moveTo>
                    <a:lnTo>
                      <a:pt x="201359" y="56674"/>
                    </a:lnTo>
                    <a:lnTo>
                      <a:pt x="103156" y="0"/>
                    </a:lnTo>
                    <a:lnTo>
                      <a:pt x="0" y="59531"/>
                    </a:lnTo>
                    <a:lnTo>
                      <a:pt x="98298" y="11630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6" name="Google Shape;3776;p47"/>
              <p:cNvSpPr/>
              <p:nvPr/>
            </p:nvSpPr>
            <p:spPr>
              <a:xfrm>
                <a:off x="801589" y="2786940"/>
                <a:ext cx="160305" cy="143446"/>
              </a:xfrm>
              <a:custGeom>
                <a:avLst/>
                <a:gdLst/>
                <a:ahLst/>
                <a:cxnLst/>
                <a:rect l="l" t="t" r="r" b="b"/>
                <a:pathLst>
                  <a:path w="160305" h="143446" extrusionOk="0">
                    <a:moveTo>
                      <a:pt x="103156" y="0"/>
                    </a:moveTo>
                    <a:lnTo>
                      <a:pt x="0" y="59531"/>
                    </a:lnTo>
                    <a:lnTo>
                      <a:pt x="35243" y="143446"/>
                    </a:lnTo>
                    <a:lnTo>
                      <a:pt x="160306" y="71247"/>
                    </a:lnTo>
                    <a:lnTo>
                      <a:pt x="103156" y="0"/>
                    </a:lnTo>
                    <a:close/>
                    <a:moveTo>
                      <a:pt x="35147" y="134493"/>
                    </a:moveTo>
                    <a:lnTo>
                      <a:pt x="4953" y="62579"/>
                    </a:lnTo>
                    <a:lnTo>
                      <a:pt x="101346" y="6953"/>
                    </a:lnTo>
                    <a:lnTo>
                      <a:pt x="150304" y="68008"/>
                    </a:lnTo>
                    <a:lnTo>
                      <a:pt x="35147" y="13449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7" name="Google Shape;3777;p47"/>
              <p:cNvSpPr/>
              <p:nvPr/>
            </p:nvSpPr>
            <p:spPr>
              <a:xfrm>
                <a:off x="836831" y="2793036"/>
                <a:ext cx="119348" cy="132397"/>
              </a:xfrm>
              <a:custGeom>
                <a:avLst/>
                <a:gdLst/>
                <a:ahLst/>
                <a:cxnLst/>
                <a:rect l="l" t="t" r="r" b="b"/>
                <a:pathLst>
                  <a:path w="119348" h="132397" extrusionOk="0">
                    <a:moveTo>
                      <a:pt x="0" y="128492"/>
                    </a:moveTo>
                    <a:lnTo>
                      <a:pt x="1619" y="132397"/>
                    </a:lnTo>
                    <a:lnTo>
                      <a:pt x="119348" y="64389"/>
                    </a:lnTo>
                    <a:lnTo>
                      <a:pt x="67628" y="0"/>
                    </a:lnTo>
                    <a:lnTo>
                      <a:pt x="66103" y="952"/>
                    </a:lnTo>
                    <a:lnTo>
                      <a:pt x="115062" y="62008"/>
                    </a:lnTo>
                    <a:lnTo>
                      <a:pt x="0" y="12849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78" name="Google Shape;3778;p47"/>
            <p:cNvGrpSpPr/>
            <p:nvPr/>
          </p:nvGrpSpPr>
          <p:grpSpPr>
            <a:xfrm>
              <a:off x="803875" y="2664829"/>
              <a:ext cx="239077" cy="212194"/>
              <a:chOff x="803875" y="2664829"/>
              <a:chExt cx="239077" cy="212194"/>
            </a:xfrm>
          </p:grpSpPr>
          <p:grpSp>
            <p:nvGrpSpPr>
              <p:cNvPr id="3779" name="Google Shape;3779;p47"/>
              <p:cNvGrpSpPr/>
              <p:nvPr/>
            </p:nvGrpSpPr>
            <p:grpSpPr>
              <a:xfrm>
                <a:off x="876265" y="2664829"/>
                <a:ext cx="166687" cy="122682"/>
                <a:chOff x="876265" y="2664829"/>
                <a:chExt cx="166687" cy="122682"/>
              </a:xfrm>
            </p:grpSpPr>
            <p:sp>
              <p:nvSpPr>
                <p:cNvPr id="3780" name="Google Shape;3780;p47"/>
                <p:cNvSpPr/>
                <p:nvPr/>
              </p:nvSpPr>
              <p:spPr>
                <a:xfrm>
                  <a:off x="920842" y="2690547"/>
                  <a:ext cx="122110" cy="96964"/>
                </a:xfrm>
                <a:custGeom>
                  <a:avLst/>
                  <a:gdLst/>
                  <a:ahLst/>
                  <a:cxnLst/>
                  <a:rect l="l" t="t" r="r" b="b"/>
                  <a:pathLst>
                    <a:path w="122110" h="96964" extrusionOk="0">
                      <a:moveTo>
                        <a:pt x="0" y="96965"/>
                      </a:moveTo>
                      <a:lnTo>
                        <a:pt x="122111" y="26479"/>
                      </a:lnTo>
                      <a:lnTo>
                        <a:pt x="122111" y="0"/>
                      </a:lnTo>
                      <a:lnTo>
                        <a:pt x="0" y="70580"/>
                      </a:lnTo>
                      <a:lnTo>
                        <a:pt x="0" y="9696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1" name="Google Shape;3781;p47"/>
                <p:cNvSpPr/>
                <p:nvPr/>
              </p:nvSpPr>
              <p:spPr>
                <a:xfrm>
                  <a:off x="876265" y="2735410"/>
                  <a:ext cx="44577" cy="52101"/>
                </a:xfrm>
                <a:custGeom>
                  <a:avLst/>
                  <a:gdLst/>
                  <a:ahLst/>
                  <a:cxnLst/>
                  <a:rect l="l" t="t" r="r" b="b"/>
                  <a:pathLst>
                    <a:path w="44577" h="52101" extrusionOk="0">
                      <a:moveTo>
                        <a:pt x="44577" y="52102"/>
                      </a:moveTo>
                      <a:lnTo>
                        <a:pt x="44577" y="25717"/>
                      </a:lnTo>
                      <a:lnTo>
                        <a:pt x="0" y="0"/>
                      </a:lnTo>
                      <a:lnTo>
                        <a:pt x="0" y="26479"/>
                      </a:lnTo>
                      <a:lnTo>
                        <a:pt x="44577" y="52102"/>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2" name="Google Shape;3782;p47"/>
                <p:cNvSpPr/>
                <p:nvPr/>
              </p:nvSpPr>
              <p:spPr>
                <a:xfrm>
                  <a:off x="876265" y="2664829"/>
                  <a:ext cx="166687" cy="96297"/>
                </a:xfrm>
                <a:custGeom>
                  <a:avLst/>
                  <a:gdLst/>
                  <a:ahLst/>
                  <a:cxnLst/>
                  <a:rect l="l" t="t" r="r" b="b"/>
                  <a:pathLst>
                    <a:path w="166687" h="96297" extrusionOk="0">
                      <a:moveTo>
                        <a:pt x="44577" y="96298"/>
                      </a:moveTo>
                      <a:lnTo>
                        <a:pt x="166688" y="25717"/>
                      </a:lnTo>
                      <a:lnTo>
                        <a:pt x="122206" y="0"/>
                      </a:lnTo>
                      <a:lnTo>
                        <a:pt x="0" y="70580"/>
                      </a:lnTo>
                      <a:lnTo>
                        <a:pt x="44577" y="9629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3" name="Google Shape;3783;p47"/>
                <p:cNvSpPr/>
                <p:nvPr/>
              </p:nvSpPr>
              <p:spPr>
                <a:xfrm>
                  <a:off x="891791" y="2673783"/>
                  <a:ext cx="135921" cy="78486"/>
                </a:xfrm>
                <a:custGeom>
                  <a:avLst/>
                  <a:gdLst/>
                  <a:ahLst/>
                  <a:cxnLst/>
                  <a:rect l="l" t="t" r="r" b="b"/>
                  <a:pathLst>
                    <a:path w="135921" h="78486" extrusionOk="0">
                      <a:moveTo>
                        <a:pt x="13811" y="78486"/>
                      </a:moveTo>
                      <a:lnTo>
                        <a:pt x="135922" y="7906"/>
                      </a:lnTo>
                      <a:lnTo>
                        <a:pt x="122111" y="0"/>
                      </a:lnTo>
                      <a:lnTo>
                        <a:pt x="0" y="70485"/>
                      </a:lnTo>
                      <a:lnTo>
                        <a:pt x="13811" y="7848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4" name="Google Shape;3784;p47"/>
                <p:cNvSpPr/>
                <p:nvPr/>
              </p:nvSpPr>
              <p:spPr>
                <a:xfrm>
                  <a:off x="895982" y="2676355"/>
                  <a:ext cx="126968" cy="69341"/>
                </a:xfrm>
                <a:custGeom>
                  <a:avLst/>
                  <a:gdLst/>
                  <a:ahLst/>
                  <a:cxnLst/>
                  <a:rect l="l" t="t" r="r" b="b"/>
                  <a:pathLst>
                    <a:path w="126968" h="69341" extrusionOk="0">
                      <a:moveTo>
                        <a:pt x="0" y="67913"/>
                      </a:moveTo>
                      <a:lnTo>
                        <a:pt x="2572" y="69342"/>
                      </a:lnTo>
                      <a:lnTo>
                        <a:pt x="117539" y="3048"/>
                      </a:lnTo>
                      <a:lnTo>
                        <a:pt x="124492" y="7048"/>
                      </a:lnTo>
                      <a:lnTo>
                        <a:pt x="126968" y="5525"/>
                      </a:lnTo>
                      <a:lnTo>
                        <a:pt x="117539" y="0"/>
                      </a:lnTo>
                      <a:lnTo>
                        <a:pt x="0" y="6791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5" name="Google Shape;3785;p47"/>
                <p:cNvSpPr/>
                <p:nvPr/>
              </p:nvSpPr>
              <p:spPr>
                <a:xfrm>
                  <a:off x="898553" y="2679403"/>
                  <a:ext cx="121920" cy="70294"/>
                </a:xfrm>
                <a:custGeom>
                  <a:avLst/>
                  <a:gdLst/>
                  <a:ahLst/>
                  <a:cxnLst/>
                  <a:rect l="l" t="t" r="r" b="b"/>
                  <a:pathLst>
                    <a:path w="121920" h="70294" extrusionOk="0">
                      <a:moveTo>
                        <a:pt x="0" y="66294"/>
                      </a:moveTo>
                      <a:lnTo>
                        <a:pt x="6858" y="70295"/>
                      </a:lnTo>
                      <a:lnTo>
                        <a:pt x="121920" y="4000"/>
                      </a:lnTo>
                      <a:lnTo>
                        <a:pt x="114967" y="0"/>
                      </a:lnTo>
                      <a:lnTo>
                        <a:pt x="0" y="6629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86" name="Google Shape;3786;p47"/>
              <p:cNvGrpSpPr/>
              <p:nvPr/>
            </p:nvGrpSpPr>
            <p:grpSpPr>
              <a:xfrm>
                <a:off x="841308" y="2781130"/>
                <a:ext cx="46005" cy="95893"/>
                <a:chOff x="841308" y="2781130"/>
                <a:chExt cx="46005" cy="95893"/>
              </a:xfrm>
            </p:grpSpPr>
            <p:grpSp>
              <p:nvGrpSpPr>
                <p:cNvPr id="3787" name="Google Shape;3787;p47"/>
                <p:cNvGrpSpPr/>
                <p:nvPr/>
              </p:nvGrpSpPr>
              <p:grpSpPr>
                <a:xfrm>
                  <a:off x="860263" y="2857282"/>
                  <a:ext cx="8191" cy="19741"/>
                  <a:chOff x="860263" y="2857282"/>
                  <a:chExt cx="8191" cy="19741"/>
                </a:xfrm>
              </p:grpSpPr>
              <p:sp>
                <p:nvSpPr>
                  <p:cNvPr id="3788" name="Google Shape;3788;p47"/>
                  <p:cNvSpPr/>
                  <p:nvPr/>
                </p:nvSpPr>
                <p:spPr>
                  <a:xfrm>
                    <a:off x="862001" y="2872498"/>
                    <a:ext cx="4429" cy="2524"/>
                  </a:xfrm>
                  <a:custGeom>
                    <a:avLst/>
                    <a:gdLst/>
                    <a:ahLst/>
                    <a:cxnLst/>
                    <a:rect l="l" t="t" r="r" b="b"/>
                    <a:pathLst>
                      <a:path w="4429" h="2524" extrusionOk="0">
                        <a:moveTo>
                          <a:pt x="643" y="2167"/>
                        </a:moveTo>
                        <a:cubicBezTo>
                          <a:pt x="1500" y="2643"/>
                          <a:pt x="2929" y="2643"/>
                          <a:pt x="3786" y="2167"/>
                        </a:cubicBezTo>
                        <a:cubicBezTo>
                          <a:pt x="4643" y="1691"/>
                          <a:pt x="4643" y="833"/>
                          <a:pt x="3786" y="357"/>
                        </a:cubicBezTo>
                        <a:cubicBezTo>
                          <a:pt x="2929" y="-119"/>
                          <a:pt x="1500" y="-119"/>
                          <a:pt x="643" y="357"/>
                        </a:cubicBezTo>
                        <a:cubicBezTo>
                          <a:pt x="-214" y="833"/>
                          <a:pt x="-214" y="1691"/>
                          <a:pt x="643" y="2167"/>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9" name="Google Shape;3789;p47"/>
                  <p:cNvSpPr/>
                  <p:nvPr/>
                </p:nvSpPr>
                <p:spPr>
                  <a:xfrm>
                    <a:off x="860358" y="2859616"/>
                    <a:ext cx="8096" cy="17407"/>
                  </a:xfrm>
                  <a:custGeom>
                    <a:avLst/>
                    <a:gdLst/>
                    <a:ahLst/>
                    <a:cxnLst/>
                    <a:rect l="l" t="t" r="r" b="b"/>
                    <a:pathLst>
                      <a:path w="8096" h="17407" extrusionOk="0">
                        <a:moveTo>
                          <a:pt x="8001" y="0"/>
                        </a:moveTo>
                        <a:lnTo>
                          <a:pt x="8001" y="15145"/>
                        </a:lnTo>
                        <a:lnTo>
                          <a:pt x="8001" y="15145"/>
                        </a:lnTo>
                        <a:cubicBezTo>
                          <a:pt x="8001" y="15716"/>
                          <a:pt x="7620" y="16288"/>
                          <a:pt x="6858" y="16764"/>
                        </a:cubicBezTo>
                        <a:cubicBezTo>
                          <a:pt x="5334" y="17621"/>
                          <a:pt x="2762" y="17621"/>
                          <a:pt x="1143" y="16764"/>
                        </a:cubicBezTo>
                        <a:cubicBezTo>
                          <a:pt x="381" y="16288"/>
                          <a:pt x="0" y="15716"/>
                          <a:pt x="0" y="15145"/>
                        </a:cubicBezTo>
                        <a:lnTo>
                          <a:pt x="0" y="0"/>
                        </a:lnTo>
                        <a:lnTo>
                          <a:pt x="8096"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90" name="Google Shape;3790;p47"/>
                  <p:cNvSpPr/>
                  <p:nvPr/>
                </p:nvSpPr>
                <p:spPr>
                  <a:xfrm>
                    <a:off x="860263" y="2857282"/>
                    <a:ext cx="8072" cy="4595"/>
                  </a:xfrm>
                  <a:custGeom>
                    <a:avLst/>
                    <a:gdLst/>
                    <a:ahLst/>
                    <a:cxnLst/>
                    <a:rect l="l" t="t" r="r" b="b"/>
                    <a:pathLst>
                      <a:path w="8072" h="4595" extrusionOk="0">
                        <a:moveTo>
                          <a:pt x="1143" y="3953"/>
                        </a:moveTo>
                        <a:cubicBezTo>
                          <a:pt x="2762" y="4810"/>
                          <a:pt x="5239" y="4810"/>
                          <a:pt x="6858" y="3953"/>
                        </a:cubicBezTo>
                        <a:cubicBezTo>
                          <a:pt x="8477" y="3000"/>
                          <a:pt x="8477" y="1572"/>
                          <a:pt x="6858" y="714"/>
                        </a:cubicBezTo>
                        <a:cubicBezTo>
                          <a:pt x="5334" y="-238"/>
                          <a:pt x="2762" y="-238"/>
                          <a:pt x="1143" y="714"/>
                        </a:cubicBezTo>
                        <a:cubicBezTo>
                          <a:pt x="-381" y="1572"/>
                          <a:pt x="-381" y="3096"/>
                          <a:pt x="1143" y="3953"/>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91" name="Google Shape;3791;p47"/>
                <p:cNvGrpSpPr/>
                <p:nvPr/>
              </p:nvGrpSpPr>
              <p:grpSpPr>
                <a:xfrm>
                  <a:off x="852548" y="2848852"/>
                  <a:ext cx="23621" cy="17145"/>
                  <a:chOff x="852548" y="2848852"/>
                  <a:chExt cx="23621" cy="17145"/>
                </a:xfrm>
              </p:grpSpPr>
              <p:sp>
                <p:nvSpPr>
                  <p:cNvPr id="3792" name="Google Shape;3792;p47"/>
                  <p:cNvSpPr/>
                  <p:nvPr/>
                </p:nvSpPr>
                <p:spPr>
                  <a:xfrm>
                    <a:off x="852548" y="2855711"/>
                    <a:ext cx="23621" cy="10286"/>
                  </a:xfrm>
                  <a:custGeom>
                    <a:avLst/>
                    <a:gdLst/>
                    <a:ahLst/>
                    <a:cxnLst/>
                    <a:rect l="l" t="t" r="r" b="b"/>
                    <a:pathLst>
                      <a:path w="23621" h="10286" extrusionOk="0">
                        <a:moveTo>
                          <a:pt x="23527" y="0"/>
                        </a:moveTo>
                        <a:lnTo>
                          <a:pt x="23527" y="3429"/>
                        </a:lnTo>
                        <a:lnTo>
                          <a:pt x="23527" y="3429"/>
                        </a:lnTo>
                        <a:cubicBezTo>
                          <a:pt x="23527" y="5239"/>
                          <a:pt x="22384" y="6858"/>
                          <a:pt x="20098" y="8287"/>
                        </a:cubicBezTo>
                        <a:cubicBezTo>
                          <a:pt x="15526" y="10954"/>
                          <a:pt x="8001" y="10954"/>
                          <a:pt x="3429" y="8287"/>
                        </a:cubicBezTo>
                        <a:cubicBezTo>
                          <a:pt x="1143" y="6953"/>
                          <a:pt x="0" y="5239"/>
                          <a:pt x="0" y="3429"/>
                        </a:cubicBezTo>
                        <a:lnTo>
                          <a:pt x="0" y="0"/>
                        </a:lnTo>
                        <a:lnTo>
                          <a:pt x="2362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93" name="Google Shape;3793;p47"/>
                  <p:cNvSpPr/>
                  <p:nvPr/>
                </p:nvSpPr>
                <p:spPr>
                  <a:xfrm>
                    <a:off x="852548" y="2848852"/>
                    <a:ext cx="23526" cy="13620"/>
                  </a:xfrm>
                  <a:custGeom>
                    <a:avLst/>
                    <a:gdLst/>
                    <a:ahLst/>
                    <a:cxnLst/>
                    <a:rect l="l" t="t" r="r" b="b"/>
                    <a:pathLst>
                      <a:path w="23526" h="13620" extrusionOk="0">
                        <a:moveTo>
                          <a:pt x="3429" y="11621"/>
                        </a:moveTo>
                        <a:cubicBezTo>
                          <a:pt x="8001" y="14288"/>
                          <a:pt x="15526" y="14288"/>
                          <a:pt x="20098" y="11621"/>
                        </a:cubicBezTo>
                        <a:cubicBezTo>
                          <a:pt x="24670" y="8953"/>
                          <a:pt x="24670" y="4667"/>
                          <a:pt x="20098" y="2000"/>
                        </a:cubicBezTo>
                        <a:cubicBezTo>
                          <a:pt x="15526" y="-667"/>
                          <a:pt x="8001" y="-667"/>
                          <a:pt x="3429" y="2000"/>
                        </a:cubicBezTo>
                        <a:cubicBezTo>
                          <a:pt x="-1143" y="4667"/>
                          <a:pt x="-1143" y="8953"/>
                          <a:pt x="3429" y="1162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94" name="Google Shape;3794;p47"/>
                <p:cNvGrpSpPr/>
                <p:nvPr/>
              </p:nvGrpSpPr>
              <p:grpSpPr>
                <a:xfrm>
                  <a:off x="855762" y="2831255"/>
                  <a:ext cx="17168" cy="28645"/>
                  <a:chOff x="855762" y="2831255"/>
                  <a:chExt cx="17168" cy="28645"/>
                </a:xfrm>
              </p:grpSpPr>
              <p:sp>
                <p:nvSpPr>
                  <p:cNvPr id="3795" name="Google Shape;3795;p47"/>
                  <p:cNvSpPr/>
                  <p:nvPr/>
                </p:nvSpPr>
                <p:spPr>
                  <a:xfrm>
                    <a:off x="855786" y="2836279"/>
                    <a:ext cx="17144" cy="23621"/>
                  </a:xfrm>
                  <a:custGeom>
                    <a:avLst/>
                    <a:gdLst/>
                    <a:ahLst/>
                    <a:cxnLst/>
                    <a:rect l="l" t="t" r="r" b="b"/>
                    <a:pathLst>
                      <a:path w="17144" h="23621" extrusionOk="0">
                        <a:moveTo>
                          <a:pt x="17050" y="0"/>
                        </a:moveTo>
                        <a:lnTo>
                          <a:pt x="17050" y="18764"/>
                        </a:lnTo>
                        <a:lnTo>
                          <a:pt x="17050" y="18764"/>
                        </a:lnTo>
                        <a:cubicBezTo>
                          <a:pt x="17050" y="20003"/>
                          <a:pt x="16192" y="21241"/>
                          <a:pt x="14573" y="22193"/>
                        </a:cubicBezTo>
                        <a:cubicBezTo>
                          <a:pt x="11240" y="24098"/>
                          <a:pt x="5810" y="24098"/>
                          <a:pt x="2476" y="22193"/>
                        </a:cubicBezTo>
                        <a:cubicBezTo>
                          <a:pt x="857" y="21241"/>
                          <a:pt x="0" y="19907"/>
                          <a:pt x="0" y="18764"/>
                        </a:cubicBezTo>
                        <a:lnTo>
                          <a:pt x="0" y="0"/>
                        </a:lnTo>
                        <a:lnTo>
                          <a:pt x="17145"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96" name="Google Shape;3796;p47"/>
                  <p:cNvSpPr/>
                  <p:nvPr/>
                </p:nvSpPr>
                <p:spPr>
                  <a:xfrm>
                    <a:off x="855762" y="2831255"/>
                    <a:ext cx="17097" cy="9882"/>
                  </a:xfrm>
                  <a:custGeom>
                    <a:avLst/>
                    <a:gdLst/>
                    <a:ahLst/>
                    <a:cxnLst/>
                    <a:rect l="l" t="t" r="r" b="b"/>
                    <a:pathLst>
                      <a:path w="17097" h="9882" extrusionOk="0">
                        <a:moveTo>
                          <a:pt x="2500" y="8453"/>
                        </a:moveTo>
                        <a:cubicBezTo>
                          <a:pt x="5834" y="10358"/>
                          <a:pt x="11263" y="10358"/>
                          <a:pt x="14597" y="8453"/>
                        </a:cubicBezTo>
                        <a:cubicBezTo>
                          <a:pt x="17931" y="6548"/>
                          <a:pt x="17931" y="3405"/>
                          <a:pt x="14597" y="1500"/>
                        </a:cubicBezTo>
                        <a:cubicBezTo>
                          <a:pt x="11263" y="-500"/>
                          <a:pt x="5834" y="-500"/>
                          <a:pt x="2500" y="1500"/>
                        </a:cubicBezTo>
                        <a:cubicBezTo>
                          <a:pt x="-833" y="3405"/>
                          <a:pt x="-833" y="6548"/>
                          <a:pt x="2500" y="8453"/>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97" name="Google Shape;3797;p47"/>
                <p:cNvGrpSpPr/>
                <p:nvPr/>
              </p:nvGrpSpPr>
              <p:grpSpPr>
                <a:xfrm>
                  <a:off x="846118" y="2824635"/>
                  <a:ext cx="36433" cy="26146"/>
                  <a:chOff x="846118" y="2824635"/>
                  <a:chExt cx="36433" cy="26146"/>
                </a:xfrm>
              </p:grpSpPr>
              <p:sp>
                <p:nvSpPr>
                  <p:cNvPr id="3798" name="Google Shape;3798;p47"/>
                  <p:cNvSpPr/>
                  <p:nvPr/>
                </p:nvSpPr>
                <p:spPr>
                  <a:xfrm>
                    <a:off x="846166" y="2835041"/>
                    <a:ext cx="36385" cy="15740"/>
                  </a:xfrm>
                  <a:custGeom>
                    <a:avLst/>
                    <a:gdLst/>
                    <a:ahLst/>
                    <a:cxnLst/>
                    <a:rect l="l" t="t" r="r" b="b"/>
                    <a:pathLst>
                      <a:path w="36385" h="15740" extrusionOk="0">
                        <a:moveTo>
                          <a:pt x="36385" y="0"/>
                        </a:moveTo>
                        <a:lnTo>
                          <a:pt x="36385" y="5239"/>
                        </a:lnTo>
                        <a:lnTo>
                          <a:pt x="36290" y="5239"/>
                        </a:lnTo>
                        <a:cubicBezTo>
                          <a:pt x="36290" y="7906"/>
                          <a:pt x="34481" y="10573"/>
                          <a:pt x="30956" y="12668"/>
                        </a:cubicBezTo>
                        <a:cubicBezTo>
                          <a:pt x="23908" y="16764"/>
                          <a:pt x="12382" y="16764"/>
                          <a:pt x="5334" y="12668"/>
                        </a:cubicBezTo>
                        <a:cubicBezTo>
                          <a:pt x="1810" y="10573"/>
                          <a:pt x="0" y="7906"/>
                          <a:pt x="0" y="5239"/>
                        </a:cubicBezTo>
                        <a:lnTo>
                          <a:pt x="0" y="0"/>
                        </a:lnTo>
                        <a:lnTo>
                          <a:pt x="36385"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99" name="Google Shape;3799;p47"/>
                  <p:cNvSpPr/>
                  <p:nvPr/>
                </p:nvSpPr>
                <p:spPr>
                  <a:xfrm>
                    <a:off x="846118" y="2824635"/>
                    <a:ext cx="36194" cy="20907"/>
                  </a:xfrm>
                  <a:custGeom>
                    <a:avLst/>
                    <a:gdLst/>
                    <a:ahLst/>
                    <a:cxnLst/>
                    <a:rect l="l" t="t" r="r" b="b"/>
                    <a:pathLst>
                      <a:path w="36194" h="20907" extrusionOk="0">
                        <a:moveTo>
                          <a:pt x="5286" y="17836"/>
                        </a:moveTo>
                        <a:cubicBezTo>
                          <a:pt x="12430" y="21931"/>
                          <a:pt x="23860" y="21931"/>
                          <a:pt x="30909" y="17836"/>
                        </a:cubicBezTo>
                        <a:cubicBezTo>
                          <a:pt x="37957" y="13740"/>
                          <a:pt x="37957" y="7168"/>
                          <a:pt x="30909" y="3072"/>
                        </a:cubicBezTo>
                        <a:cubicBezTo>
                          <a:pt x="23860" y="-1024"/>
                          <a:pt x="12335" y="-1024"/>
                          <a:pt x="5286" y="3072"/>
                        </a:cubicBezTo>
                        <a:cubicBezTo>
                          <a:pt x="-1762" y="7168"/>
                          <a:pt x="-1762" y="13740"/>
                          <a:pt x="5286" y="17836"/>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00" name="Google Shape;3800;p47"/>
                <p:cNvGrpSpPr/>
                <p:nvPr/>
              </p:nvGrpSpPr>
              <p:grpSpPr>
                <a:xfrm>
                  <a:off x="850643" y="2810848"/>
                  <a:ext cx="27431" cy="30765"/>
                  <a:chOff x="850643" y="2810848"/>
                  <a:chExt cx="27431" cy="30765"/>
                </a:xfrm>
              </p:grpSpPr>
              <p:sp>
                <p:nvSpPr>
                  <p:cNvPr id="3801" name="Google Shape;3801;p47"/>
                  <p:cNvSpPr/>
                  <p:nvPr/>
                </p:nvSpPr>
                <p:spPr>
                  <a:xfrm>
                    <a:off x="850738" y="2818658"/>
                    <a:ext cx="27336" cy="22955"/>
                  </a:xfrm>
                  <a:custGeom>
                    <a:avLst/>
                    <a:gdLst/>
                    <a:ahLst/>
                    <a:cxnLst/>
                    <a:rect l="l" t="t" r="r" b="b"/>
                    <a:pathLst>
                      <a:path w="27336" h="22955" extrusionOk="0">
                        <a:moveTo>
                          <a:pt x="27242" y="0"/>
                        </a:moveTo>
                        <a:lnTo>
                          <a:pt x="27242" y="15145"/>
                        </a:lnTo>
                        <a:lnTo>
                          <a:pt x="27242" y="15145"/>
                        </a:lnTo>
                        <a:cubicBezTo>
                          <a:pt x="27242" y="17145"/>
                          <a:pt x="25908" y="19145"/>
                          <a:pt x="23241" y="20669"/>
                        </a:cubicBezTo>
                        <a:cubicBezTo>
                          <a:pt x="17907" y="23717"/>
                          <a:pt x="9239" y="23717"/>
                          <a:pt x="4001" y="20669"/>
                        </a:cubicBezTo>
                        <a:cubicBezTo>
                          <a:pt x="1334" y="19145"/>
                          <a:pt x="0" y="17145"/>
                          <a:pt x="0" y="15145"/>
                        </a:cubicBezTo>
                        <a:lnTo>
                          <a:pt x="0" y="0"/>
                        </a:lnTo>
                        <a:lnTo>
                          <a:pt x="2733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02" name="Google Shape;3802;p47"/>
                  <p:cNvSpPr/>
                  <p:nvPr/>
                </p:nvSpPr>
                <p:spPr>
                  <a:xfrm>
                    <a:off x="850643" y="2810848"/>
                    <a:ext cx="27241" cy="15716"/>
                  </a:xfrm>
                  <a:custGeom>
                    <a:avLst/>
                    <a:gdLst/>
                    <a:ahLst/>
                    <a:cxnLst/>
                    <a:rect l="l" t="t" r="r" b="b"/>
                    <a:pathLst>
                      <a:path w="27241" h="15716" extrusionOk="0">
                        <a:moveTo>
                          <a:pt x="4000" y="13430"/>
                        </a:moveTo>
                        <a:cubicBezTo>
                          <a:pt x="9334" y="16478"/>
                          <a:pt x="18002" y="16478"/>
                          <a:pt x="23241" y="13430"/>
                        </a:cubicBezTo>
                        <a:cubicBezTo>
                          <a:pt x="28575" y="10287"/>
                          <a:pt x="28575" y="5334"/>
                          <a:pt x="23241" y="2286"/>
                        </a:cubicBezTo>
                        <a:cubicBezTo>
                          <a:pt x="17907" y="-762"/>
                          <a:pt x="9239" y="-762"/>
                          <a:pt x="4000" y="2286"/>
                        </a:cubicBezTo>
                        <a:cubicBezTo>
                          <a:pt x="-1333" y="5334"/>
                          <a:pt x="-1333" y="10382"/>
                          <a:pt x="4000" y="13430"/>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03" name="Google Shape;3803;p47"/>
                <p:cNvGrpSpPr/>
                <p:nvPr/>
              </p:nvGrpSpPr>
              <p:grpSpPr>
                <a:xfrm>
                  <a:off x="841308" y="2796132"/>
                  <a:ext cx="46005" cy="33051"/>
                  <a:chOff x="841308" y="2796132"/>
                  <a:chExt cx="46005" cy="33051"/>
                </a:xfrm>
              </p:grpSpPr>
              <p:sp>
                <p:nvSpPr>
                  <p:cNvPr id="3804" name="Google Shape;3804;p47"/>
                  <p:cNvSpPr/>
                  <p:nvPr/>
                </p:nvSpPr>
                <p:spPr>
                  <a:xfrm>
                    <a:off x="841308" y="2809324"/>
                    <a:ext cx="46005" cy="19859"/>
                  </a:xfrm>
                  <a:custGeom>
                    <a:avLst/>
                    <a:gdLst/>
                    <a:ahLst/>
                    <a:cxnLst/>
                    <a:rect l="l" t="t" r="r" b="b"/>
                    <a:pathLst>
                      <a:path w="46005" h="19859" extrusionOk="0">
                        <a:moveTo>
                          <a:pt x="46006" y="0"/>
                        </a:moveTo>
                        <a:lnTo>
                          <a:pt x="46006" y="6667"/>
                        </a:lnTo>
                        <a:lnTo>
                          <a:pt x="45910" y="6667"/>
                        </a:lnTo>
                        <a:cubicBezTo>
                          <a:pt x="45910" y="10001"/>
                          <a:pt x="43624" y="13430"/>
                          <a:pt x="39243" y="16002"/>
                        </a:cubicBezTo>
                        <a:cubicBezTo>
                          <a:pt x="30290" y="21146"/>
                          <a:pt x="15716" y="21146"/>
                          <a:pt x="6763" y="16002"/>
                        </a:cubicBezTo>
                        <a:cubicBezTo>
                          <a:pt x="2286" y="13430"/>
                          <a:pt x="0" y="10001"/>
                          <a:pt x="0" y="6667"/>
                        </a:cubicBezTo>
                        <a:lnTo>
                          <a:pt x="0" y="0"/>
                        </a:lnTo>
                        <a:lnTo>
                          <a:pt x="4600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05" name="Google Shape;3805;p47"/>
                  <p:cNvSpPr/>
                  <p:nvPr/>
                </p:nvSpPr>
                <p:spPr>
                  <a:xfrm>
                    <a:off x="841356" y="2796132"/>
                    <a:ext cx="45910" cy="26479"/>
                  </a:xfrm>
                  <a:custGeom>
                    <a:avLst/>
                    <a:gdLst/>
                    <a:ahLst/>
                    <a:cxnLst/>
                    <a:rect l="l" t="t" r="r" b="b"/>
                    <a:pathLst>
                      <a:path w="45910" h="26479" extrusionOk="0">
                        <a:moveTo>
                          <a:pt x="6715" y="22622"/>
                        </a:moveTo>
                        <a:cubicBezTo>
                          <a:pt x="15669" y="27765"/>
                          <a:pt x="30242" y="27765"/>
                          <a:pt x="39195" y="22622"/>
                        </a:cubicBezTo>
                        <a:cubicBezTo>
                          <a:pt x="48149" y="17383"/>
                          <a:pt x="48149" y="9096"/>
                          <a:pt x="39195" y="3858"/>
                        </a:cubicBezTo>
                        <a:cubicBezTo>
                          <a:pt x="30242" y="-1286"/>
                          <a:pt x="15669" y="-1286"/>
                          <a:pt x="6715" y="3858"/>
                        </a:cubicBezTo>
                        <a:cubicBezTo>
                          <a:pt x="-2238" y="9001"/>
                          <a:pt x="-2238" y="17383"/>
                          <a:pt x="6715" y="2262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06" name="Google Shape;3806;p47"/>
                <p:cNvGrpSpPr/>
                <p:nvPr/>
              </p:nvGrpSpPr>
              <p:grpSpPr>
                <a:xfrm>
                  <a:off x="846356" y="2784797"/>
                  <a:ext cx="35814" cy="33052"/>
                  <a:chOff x="846356" y="2784797"/>
                  <a:chExt cx="35814" cy="33052"/>
                </a:xfrm>
              </p:grpSpPr>
              <p:sp>
                <p:nvSpPr>
                  <p:cNvPr id="3807" name="Google Shape;3807;p47"/>
                  <p:cNvSpPr/>
                  <p:nvPr/>
                </p:nvSpPr>
                <p:spPr>
                  <a:xfrm>
                    <a:off x="846356" y="2795132"/>
                    <a:ext cx="35814" cy="22717"/>
                  </a:xfrm>
                  <a:custGeom>
                    <a:avLst/>
                    <a:gdLst/>
                    <a:ahLst/>
                    <a:cxnLst/>
                    <a:rect l="l" t="t" r="r" b="b"/>
                    <a:pathLst>
                      <a:path w="35814" h="22717" extrusionOk="0">
                        <a:moveTo>
                          <a:pt x="35814" y="0"/>
                        </a:moveTo>
                        <a:lnTo>
                          <a:pt x="35814" y="12478"/>
                        </a:lnTo>
                        <a:lnTo>
                          <a:pt x="35719" y="12478"/>
                        </a:lnTo>
                        <a:cubicBezTo>
                          <a:pt x="35719" y="15145"/>
                          <a:pt x="34004" y="17717"/>
                          <a:pt x="30480" y="19717"/>
                        </a:cubicBezTo>
                        <a:cubicBezTo>
                          <a:pt x="23527" y="23717"/>
                          <a:pt x="12192" y="23717"/>
                          <a:pt x="5239" y="19717"/>
                        </a:cubicBezTo>
                        <a:cubicBezTo>
                          <a:pt x="1810" y="17717"/>
                          <a:pt x="0" y="15049"/>
                          <a:pt x="0" y="12478"/>
                        </a:cubicBezTo>
                        <a:lnTo>
                          <a:pt x="0" y="0"/>
                        </a:lnTo>
                        <a:lnTo>
                          <a:pt x="35719"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08" name="Google Shape;3808;p47"/>
                  <p:cNvSpPr/>
                  <p:nvPr/>
                </p:nvSpPr>
                <p:spPr>
                  <a:xfrm>
                    <a:off x="846476" y="2784797"/>
                    <a:ext cx="35671" cy="20573"/>
                  </a:xfrm>
                  <a:custGeom>
                    <a:avLst/>
                    <a:gdLst/>
                    <a:ahLst/>
                    <a:cxnLst/>
                    <a:rect l="l" t="t" r="r" b="b"/>
                    <a:pathLst>
                      <a:path w="35671" h="20573" extrusionOk="0">
                        <a:moveTo>
                          <a:pt x="5215" y="17574"/>
                        </a:moveTo>
                        <a:cubicBezTo>
                          <a:pt x="12168" y="21574"/>
                          <a:pt x="23408" y="21574"/>
                          <a:pt x="30456" y="17574"/>
                        </a:cubicBezTo>
                        <a:cubicBezTo>
                          <a:pt x="37409" y="13573"/>
                          <a:pt x="37409" y="7001"/>
                          <a:pt x="30456" y="3000"/>
                        </a:cubicBezTo>
                        <a:cubicBezTo>
                          <a:pt x="23503" y="-1000"/>
                          <a:pt x="12168" y="-1000"/>
                          <a:pt x="5215" y="3000"/>
                        </a:cubicBezTo>
                        <a:cubicBezTo>
                          <a:pt x="-1738" y="7001"/>
                          <a:pt x="-1738" y="13478"/>
                          <a:pt x="5215" y="17574"/>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09" name="Google Shape;3809;p47"/>
                <p:cNvGrpSpPr/>
                <p:nvPr/>
              </p:nvGrpSpPr>
              <p:grpSpPr>
                <a:xfrm>
                  <a:off x="849262" y="2781130"/>
                  <a:ext cx="30240" cy="21812"/>
                  <a:chOff x="849262" y="2781130"/>
                  <a:chExt cx="30240" cy="21812"/>
                </a:xfrm>
              </p:grpSpPr>
              <p:sp>
                <p:nvSpPr>
                  <p:cNvPr id="3810" name="Google Shape;3810;p47"/>
                  <p:cNvSpPr/>
                  <p:nvPr/>
                </p:nvSpPr>
                <p:spPr>
                  <a:xfrm>
                    <a:off x="849404" y="2789893"/>
                    <a:ext cx="30098" cy="13049"/>
                  </a:xfrm>
                  <a:custGeom>
                    <a:avLst/>
                    <a:gdLst/>
                    <a:ahLst/>
                    <a:cxnLst/>
                    <a:rect l="l" t="t" r="r" b="b"/>
                    <a:pathLst>
                      <a:path w="30098" h="13049" extrusionOk="0">
                        <a:moveTo>
                          <a:pt x="30004" y="0"/>
                        </a:moveTo>
                        <a:lnTo>
                          <a:pt x="30004" y="4381"/>
                        </a:lnTo>
                        <a:lnTo>
                          <a:pt x="30004" y="4381"/>
                        </a:lnTo>
                        <a:cubicBezTo>
                          <a:pt x="30004" y="6572"/>
                          <a:pt x="28575" y="8858"/>
                          <a:pt x="25622" y="10477"/>
                        </a:cubicBezTo>
                        <a:cubicBezTo>
                          <a:pt x="19717" y="13906"/>
                          <a:pt x="10192" y="13906"/>
                          <a:pt x="4381" y="10477"/>
                        </a:cubicBezTo>
                        <a:cubicBezTo>
                          <a:pt x="1429" y="8763"/>
                          <a:pt x="0" y="6572"/>
                          <a:pt x="0" y="4381"/>
                        </a:cubicBezTo>
                        <a:lnTo>
                          <a:pt x="0" y="0"/>
                        </a:lnTo>
                        <a:lnTo>
                          <a:pt x="30099"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11" name="Google Shape;3811;p47"/>
                  <p:cNvSpPr/>
                  <p:nvPr/>
                </p:nvSpPr>
                <p:spPr>
                  <a:xfrm>
                    <a:off x="849262" y="2781130"/>
                    <a:ext cx="30098" cy="17430"/>
                  </a:xfrm>
                  <a:custGeom>
                    <a:avLst/>
                    <a:gdLst/>
                    <a:ahLst/>
                    <a:cxnLst/>
                    <a:rect l="l" t="t" r="r" b="b"/>
                    <a:pathLst>
                      <a:path w="30098" h="17430" extrusionOk="0">
                        <a:moveTo>
                          <a:pt x="4429" y="14859"/>
                        </a:moveTo>
                        <a:cubicBezTo>
                          <a:pt x="10335" y="18288"/>
                          <a:pt x="19764" y="18288"/>
                          <a:pt x="25670" y="14859"/>
                        </a:cubicBezTo>
                        <a:cubicBezTo>
                          <a:pt x="31575" y="11525"/>
                          <a:pt x="31575" y="6001"/>
                          <a:pt x="25670" y="2572"/>
                        </a:cubicBezTo>
                        <a:cubicBezTo>
                          <a:pt x="19764" y="-857"/>
                          <a:pt x="10239" y="-857"/>
                          <a:pt x="4429" y="2572"/>
                        </a:cubicBezTo>
                        <a:cubicBezTo>
                          <a:pt x="-1476" y="6001"/>
                          <a:pt x="-1476" y="11525"/>
                          <a:pt x="4429" y="1485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812" name="Google Shape;3812;p47"/>
              <p:cNvGrpSpPr/>
              <p:nvPr/>
            </p:nvGrpSpPr>
            <p:grpSpPr>
              <a:xfrm>
                <a:off x="803875" y="2720837"/>
                <a:ext cx="122967" cy="108393"/>
                <a:chOff x="803875" y="2720837"/>
                <a:chExt cx="122967" cy="108393"/>
              </a:xfrm>
            </p:grpSpPr>
            <p:sp>
              <p:nvSpPr>
                <p:cNvPr id="3813" name="Google Shape;3813;p47"/>
                <p:cNvSpPr/>
                <p:nvPr/>
              </p:nvSpPr>
              <p:spPr>
                <a:xfrm>
                  <a:off x="844451" y="2752269"/>
                  <a:ext cx="82391" cy="76961"/>
                </a:xfrm>
                <a:custGeom>
                  <a:avLst/>
                  <a:gdLst/>
                  <a:ahLst/>
                  <a:cxnLst/>
                  <a:rect l="l" t="t" r="r" b="b"/>
                  <a:pathLst>
                    <a:path w="82391" h="76961" extrusionOk="0">
                      <a:moveTo>
                        <a:pt x="13907" y="76962"/>
                      </a:moveTo>
                      <a:lnTo>
                        <a:pt x="82391" y="37433"/>
                      </a:lnTo>
                      <a:lnTo>
                        <a:pt x="82391" y="0"/>
                      </a:lnTo>
                      <a:lnTo>
                        <a:pt x="0" y="29718"/>
                      </a:lnTo>
                      <a:lnTo>
                        <a:pt x="13907" y="76962"/>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14" name="Google Shape;3814;p47"/>
                <p:cNvSpPr/>
                <p:nvPr/>
              </p:nvSpPr>
              <p:spPr>
                <a:xfrm>
                  <a:off x="803875" y="2760270"/>
                  <a:ext cx="54483" cy="68960"/>
                </a:xfrm>
                <a:custGeom>
                  <a:avLst/>
                  <a:gdLst/>
                  <a:ahLst/>
                  <a:cxnLst/>
                  <a:rect l="l" t="t" r="r" b="b"/>
                  <a:pathLst>
                    <a:path w="54483" h="68960" extrusionOk="0">
                      <a:moveTo>
                        <a:pt x="54483" y="68961"/>
                      </a:moveTo>
                      <a:lnTo>
                        <a:pt x="54483" y="31433"/>
                      </a:lnTo>
                      <a:lnTo>
                        <a:pt x="0" y="0"/>
                      </a:lnTo>
                      <a:lnTo>
                        <a:pt x="0" y="37433"/>
                      </a:lnTo>
                      <a:lnTo>
                        <a:pt x="54483" y="6896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15" name="Google Shape;3815;p47"/>
                <p:cNvSpPr/>
                <p:nvPr/>
              </p:nvSpPr>
              <p:spPr>
                <a:xfrm>
                  <a:off x="803875" y="2720837"/>
                  <a:ext cx="122967" cy="70866"/>
                </a:xfrm>
                <a:custGeom>
                  <a:avLst/>
                  <a:gdLst/>
                  <a:ahLst/>
                  <a:cxnLst/>
                  <a:rect l="l" t="t" r="r" b="b"/>
                  <a:pathLst>
                    <a:path w="122967" h="70866" extrusionOk="0">
                      <a:moveTo>
                        <a:pt x="54483" y="70866"/>
                      </a:moveTo>
                      <a:lnTo>
                        <a:pt x="122968" y="31433"/>
                      </a:lnTo>
                      <a:lnTo>
                        <a:pt x="68390" y="0"/>
                      </a:lnTo>
                      <a:lnTo>
                        <a:pt x="0" y="39433"/>
                      </a:lnTo>
                      <a:lnTo>
                        <a:pt x="54483" y="7086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16" name="Google Shape;3816;p47"/>
              <p:cNvGrpSpPr/>
              <p:nvPr/>
            </p:nvGrpSpPr>
            <p:grpSpPr>
              <a:xfrm>
                <a:off x="841094" y="2710002"/>
                <a:ext cx="46434" cy="61150"/>
                <a:chOff x="841094" y="2710002"/>
                <a:chExt cx="46434" cy="61150"/>
              </a:xfrm>
            </p:grpSpPr>
            <p:grpSp>
              <p:nvGrpSpPr>
                <p:cNvPr id="3817" name="Google Shape;3817;p47"/>
                <p:cNvGrpSpPr/>
                <p:nvPr/>
              </p:nvGrpSpPr>
              <p:grpSpPr>
                <a:xfrm>
                  <a:off x="841094" y="2730814"/>
                  <a:ext cx="46434" cy="40338"/>
                  <a:chOff x="841094" y="2730814"/>
                  <a:chExt cx="46434" cy="40338"/>
                </a:xfrm>
              </p:grpSpPr>
              <p:sp>
                <p:nvSpPr>
                  <p:cNvPr id="3818" name="Google Shape;3818;p47"/>
                  <p:cNvSpPr/>
                  <p:nvPr/>
                </p:nvSpPr>
                <p:spPr>
                  <a:xfrm>
                    <a:off x="841118" y="2744173"/>
                    <a:ext cx="46386" cy="26979"/>
                  </a:xfrm>
                  <a:custGeom>
                    <a:avLst/>
                    <a:gdLst/>
                    <a:ahLst/>
                    <a:cxnLst/>
                    <a:rect l="l" t="t" r="r" b="b"/>
                    <a:pathLst>
                      <a:path w="46386" h="26979" extrusionOk="0">
                        <a:moveTo>
                          <a:pt x="46387" y="0"/>
                        </a:moveTo>
                        <a:lnTo>
                          <a:pt x="46387" y="13621"/>
                        </a:lnTo>
                        <a:cubicBezTo>
                          <a:pt x="46387" y="17050"/>
                          <a:pt x="44101" y="20479"/>
                          <a:pt x="39624" y="23050"/>
                        </a:cubicBezTo>
                        <a:cubicBezTo>
                          <a:pt x="30575" y="28289"/>
                          <a:pt x="15907" y="28289"/>
                          <a:pt x="6763" y="23050"/>
                        </a:cubicBezTo>
                        <a:cubicBezTo>
                          <a:pt x="2286" y="20383"/>
                          <a:pt x="0" y="17050"/>
                          <a:pt x="0" y="13621"/>
                        </a:cubicBezTo>
                        <a:lnTo>
                          <a:pt x="0" y="0"/>
                        </a:lnTo>
                        <a:lnTo>
                          <a:pt x="46387"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19" name="Google Shape;3819;p47"/>
                  <p:cNvSpPr/>
                  <p:nvPr/>
                </p:nvSpPr>
                <p:spPr>
                  <a:xfrm>
                    <a:off x="841094" y="2730814"/>
                    <a:ext cx="46434" cy="26812"/>
                  </a:xfrm>
                  <a:custGeom>
                    <a:avLst/>
                    <a:gdLst/>
                    <a:ahLst/>
                    <a:cxnLst/>
                    <a:rect l="l" t="t" r="r" b="b"/>
                    <a:pathLst>
                      <a:path w="46434" h="26812" extrusionOk="0">
                        <a:moveTo>
                          <a:pt x="6787" y="22884"/>
                        </a:moveTo>
                        <a:cubicBezTo>
                          <a:pt x="15931" y="28123"/>
                          <a:pt x="30599" y="28123"/>
                          <a:pt x="39648" y="22884"/>
                        </a:cubicBezTo>
                        <a:cubicBezTo>
                          <a:pt x="48697" y="17645"/>
                          <a:pt x="48697" y="9168"/>
                          <a:pt x="39648" y="3929"/>
                        </a:cubicBezTo>
                        <a:cubicBezTo>
                          <a:pt x="30599" y="-1310"/>
                          <a:pt x="15931" y="-1310"/>
                          <a:pt x="6787" y="3929"/>
                        </a:cubicBezTo>
                        <a:cubicBezTo>
                          <a:pt x="-2262" y="9168"/>
                          <a:pt x="-2262" y="17645"/>
                          <a:pt x="6787" y="2288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20" name="Google Shape;3820;p47"/>
                <p:cNvGrpSpPr/>
                <p:nvPr/>
              </p:nvGrpSpPr>
              <p:grpSpPr>
                <a:xfrm>
                  <a:off x="843618" y="2710002"/>
                  <a:ext cx="41315" cy="44909"/>
                  <a:chOff x="843618" y="2710002"/>
                  <a:chExt cx="41315" cy="44909"/>
                </a:xfrm>
              </p:grpSpPr>
              <p:sp>
                <p:nvSpPr>
                  <p:cNvPr id="3821" name="Google Shape;3821;p47"/>
                  <p:cNvSpPr/>
                  <p:nvPr/>
                </p:nvSpPr>
                <p:spPr>
                  <a:xfrm>
                    <a:off x="843690" y="2721884"/>
                    <a:ext cx="41243" cy="33027"/>
                  </a:xfrm>
                  <a:custGeom>
                    <a:avLst/>
                    <a:gdLst/>
                    <a:ahLst/>
                    <a:cxnLst/>
                    <a:rect l="l" t="t" r="r" b="b"/>
                    <a:pathLst>
                      <a:path w="41243" h="33027" extrusionOk="0">
                        <a:moveTo>
                          <a:pt x="41243" y="0"/>
                        </a:moveTo>
                        <a:lnTo>
                          <a:pt x="41243" y="21050"/>
                        </a:lnTo>
                        <a:cubicBezTo>
                          <a:pt x="41243" y="24098"/>
                          <a:pt x="39243" y="27242"/>
                          <a:pt x="35147" y="29527"/>
                        </a:cubicBezTo>
                        <a:cubicBezTo>
                          <a:pt x="27051" y="34195"/>
                          <a:pt x="14002" y="34195"/>
                          <a:pt x="6001" y="29527"/>
                        </a:cubicBezTo>
                        <a:cubicBezTo>
                          <a:pt x="2000" y="27242"/>
                          <a:pt x="0" y="24193"/>
                          <a:pt x="0" y="21050"/>
                        </a:cubicBezTo>
                        <a:lnTo>
                          <a:pt x="0" y="0"/>
                        </a:lnTo>
                        <a:lnTo>
                          <a:pt x="41243"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2" name="Google Shape;3822;p47"/>
                  <p:cNvSpPr/>
                  <p:nvPr/>
                </p:nvSpPr>
                <p:spPr>
                  <a:xfrm>
                    <a:off x="843618" y="2710002"/>
                    <a:ext cx="41290" cy="23860"/>
                  </a:xfrm>
                  <a:custGeom>
                    <a:avLst/>
                    <a:gdLst/>
                    <a:ahLst/>
                    <a:cxnLst/>
                    <a:rect l="l" t="t" r="r" b="b"/>
                    <a:pathLst>
                      <a:path w="41290" h="23860" extrusionOk="0">
                        <a:moveTo>
                          <a:pt x="6072" y="20360"/>
                        </a:moveTo>
                        <a:cubicBezTo>
                          <a:pt x="14168" y="25027"/>
                          <a:pt x="27218" y="25027"/>
                          <a:pt x="35219" y="20360"/>
                        </a:cubicBezTo>
                        <a:cubicBezTo>
                          <a:pt x="43315" y="15692"/>
                          <a:pt x="43315" y="8168"/>
                          <a:pt x="35219" y="3500"/>
                        </a:cubicBezTo>
                        <a:cubicBezTo>
                          <a:pt x="27122" y="-1167"/>
                          <a:pt x="14073" y="-1167"/>
                          <a:pt x="6072" y="3500"/>
                        </a:cubicBezTo>
                        <a:cubicBezTo>
                          <a:pt x="-2024" y="8168"/>
                          <a:pt x="-2024" y="15692"/>
                          <a:pt x="6072" y="2036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3" name="Google Shape;3823;p47"/>
                  <p:cNvSpPr/>
                  <p:nvPr/>
                </p:nvSpPr>
                <p:spPr>
                  <a:xfrm>
                    <a:off x="860096" y="2719455"/>
                    <a:ext cx="8429" cy="4857"/>
                  </a:xfrm>
                  <a:custGeom>
                    <a:avLst/>
                    <a:gdLst/>
                    <a:ahLst/>
                    <a:cxnLst/>
                    <a:rect l="l" t="t" r="r" b="b"/>
                    <a:pathLst>
                      <a:path w="8429" h="4857" extrusionOk="0">
                        <a:moveTo>
                          <a:pt x="1214" y="4143"/>
                        </a:moveTo>
                        <a:cubicBezTo>
                          <a:pt x="2834" y="5096"/>
                          <a:pt x="5501" y="5096"/>
                          <a:pt x="7215" y="4143"/>
                        </a:cubicBezTo>
                        <a:cubicBezTo>
                          <a:pt x="8834" y="3191"/>
                          <a:pt x="8834" y="1667"/>
                          <a:pt x="7215" y="714"/>
                        </a:cubicBezTo>
                        <a:cubicBezTo>
                          <a:pt x="5596" y="-238"/>
                          <a:pt x="2929" y="-238"/>
                          <a:pt x="1214" y="714"/>
                        </a:cubicBezTo>
                        <a:cubicBezTo>
                          <a:pt x="-405" y="1667"/>
                          <a:pt x="-405" y="3191"/>
                          <a:pt x="1214" y="41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3824" name="Google Shape;3824;p47"/>
            <p:cNvGrpSpPr/>
            <p:nvPr/>
          </p:nvGrpSpPr>
          <p:grpSpPr>
            <a:xfrm>
              <a:off x="861597" y="2663669"/>
              <a:ext cx="404145" cy="479696"/>
              <a:chOff x="861597" y="2663669"/>
              <a:chExt cx="404145" cy="479696"/>
            </a:xfrm>
          </p:grpSpPr>
          <p:grpSp>
            <p:nvGrpSpPr>
              <p:cNvPr id="3825" name="Google Shape;3825;p47"/>
              <p:cNvGrpSpPr/>
              <p:nvPr/>
            </p:nvGrpSpPr>
            <p:grpSpPr>
              <a:xfrm>
                <a:off x="1072194" y="2942959"/>
                <a:ext cx="193548" cy="200406"/>
                <a:chOff x="1072194" y="2942959"/>
                <a:chExt cx="193548" cy="200406"/>
              </a:xfrm>
            </p:grpSpPr>
            <p:sp>
              <p:nvSpPr>
                <p:cNvPr id="3826" name="Google Shape;3826;p47"/>
                <p:cNvSpPr/>
                <p:nvPr/>
              </p:nvSpPr>
              <p:spPr>
                <a:xfrm>
                  <a:off x="1112866" y="2974487"/>
                  <a:ext cx="152876" cy="168878"/>
                </a:xfrm>
                <a:custGeom>
                  <a:avLst/>
                  <a:gdLst/>
                  <a:ahLst/>
                  <a:cxnLst/>
                  <a:rect l="l" t="t" r="r" b="b"/>
                  <a:pathLst>
                    <a:path w="152876" h="168878" extrusionOk="0">
                      <a:moveTo>
                        <a:pt x="13906" y="168878"/>
                      </a:moveTo>
                      <a:lnTo>
                        <a:pt x="152876" y="88583"/>
                      </a:lnTo>
                      <a:lnTo>
                        <a:pt x="152876" y="0"/>
                      </a:lnTo>
                      <a:lnTo>
                        <a:pt x="0" y="70390"/>
                      </a:lnTo>
                      <a:lnTo>
                        <a:pt x="13906" y="16887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7" name="Google Shape;3827;p47"/>
                <p:cNvSpPr/>
                <p:nvPr/>
              </p:nvSpPr>
              <p:spPr>
                <a:xfrm>
                  <a:off x="1072194" y="3023160"/>
                  <a:ext cx="54578" cy="120205"/>
                </a:xfrm>
                <a:custGeom>
                  <a:avLst/>
                  <a:gdLst/>
                  <a:ahLst/>
                  <a:cxnLst/>
                  <a:rect l="l" t="t" r="r" b="b"/>
                  <a:pathLst>
                    <a:path w="54578" h="120205" extrusionOk="0">
                      <a:moveTo>
                        <a:pt x="54578" y="120206"/>
                      </a:moveTo>
                      <a:lnTo>
                        <a:pt x="54578" y="31528"/>
                      </a:lnTo>
                      <a:lnTo>
                        <a:pt x="0" y="0"/>
                      </a:lnTo>
                      <a:lnTo>
                        <a:pt x="0" y="88773"/>
                      </a:lnTo>
                      <a:lnTo>
                        <a:pt x="54578" y="12020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8" name="Google Shape;3828;p47"/>
                <p:cNvSpPr/>
                <p:nvPr/>
              </p:nvSpPr>
              <p:spPr>
                <a:xfrm>
                  <a:off x="1072194" y="2942959"/>
                  <a:ext cx="193547" cy="111728"/>
                </a:xfrm>
                <a:custGeom>
                  <a:avLst/>
                  <a:gdLst/>
                  <a:ahLst/>
                  <a:cxnLst/>
                  <a:rect l="l" t="t" r="r" b="b"/>
                  <a:pathLst>
                    <a:path w="193547" h="111728" extrusionOk="0">
                      <a:moveTo>
                        <a:pt x="54578" y="111728"/>
                      </a:moveTo>
                      <a:lnTo>
                        <a:pt x="193548" y="31528"/>
                      </a:lnTo>
                      <a:lnTo>
                        <a:pt x="138970" y="0"/>
                      </a:lnTo>
                      <a:lnTo>
                        <a:pt x="0" y="80200"/>
                      </a:lnTo>
                      <a:lnTo>
                        <a:pt x="54578" y="11172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9" name="Google Shape;3829;p47"/>
                <p:cNvSpPr/>
                <p:nvPr/>
              </p:nvSpPr>
              <p:spPr>
                <a:xfrm>
                  <a:off x="1082291" y="2951532"/>
                  <a:ext cx="173735" cy="97250"/>
                </a:xfrm>
                <a:custGeom>
                  <a:avLst/>
                  <a:gdLst/>
                  <a:ahLst/>
                  <a:cxnLst/>
                  <a:rect l="l" t="t" r="r" b="b"/>
                  <a:pathLst>
                    <a:path w="173735" h="97250" extrusionOk="0">
                      <a:moveTo>
                        <a:pt x="46196" y="97250"/>
                      </a:moveTo>
                      <a:lnTo>
                        <a:pt x="173736" y="23622"/>
                      </a:lnTo>
                      <a:lnTo>
                        <a:pt x="130683" y="0"/>
                      </a:lnTo>
                      <a:lnTo>
                        <a:pt x="0" y="70580"/>
                      </a:lnTo>
                      <a:lnTo>
                        <a:pt x="46196" y="972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30" name="Google Shape;3830;p47"/>
              <p:cNvGrpSpPr/>
              <p:nvPr/>
            </p:nvGrpSpPr>
            <p:grpSpPr>
              <a:xfrm>
                <a:off x="861597" y="2663669"/>
                <a:ext cx="394334" cy="385208"/>
                <a:chOff x="861597" y="2663669"/>
                <a:chExt cx="394334" cy="385208"/>
              </a:xfrm>
            </p:grpSpPr>
            <p:grpSp>
              <p:nvGrpSpPr>
                <p:cNvPr id="3831" name="Google Shape;3831;p47"/>
                <p:cNvGrpSpPr/>
                <p:nvPr/>
              </p:nvGrpSpPr>
              <p:grpSpPr>
                <a:xfrm>
                  <a:off x="1082195" y="2902907"/>
                  <a:ext cx="134588" cy="123301"/>
                  <a:chOff x="1082195" y="2902907"/>
                  <a:chExt cx="134588" cy="123301"/>
                </a:xfrm>
              </p:grpSpPr>
              <p:sp>
                <p:nvSpPr>
                  <p:cNvPr id="3832" name="Google Shape;3832;p47"/>
                  <p:cNvSpPr/>
                  <p:nvPr/>
                </p:nvSpPr>
                <p:spPr>
                  <a:xfrm>
                    <a:off x="1082195" y="2902907"/>
                    <a:ext cx="127635" cy="123300"/>
                  </a:xfrm>
                  <a:custGeom>
                    <a:avLst/>
                    <a:gdLst/>
                    <a:ahLst/>
                    <a:cxnLst/>
                    <a:rect l="l" t="t" r="r" b="b"/>
                    <a:pathLst>
                      <a:path w="127635" h="123300" extrusionOk="0">
                        <a:moveTo>
                          <a:pt x="114300" y="8239"/>
                        </a:moveTo>
                        <a:lnTo>
                          <a:pt x="114872" y="7763"/>
                        </a:lnTo>
                        <a:lnTo>
                          <a:pt x="108680" y="4143"/>
                        </a:lnTo>
                        <a:cubicBezTo>
                          <a:pt x="97155" y="-2429"/>
                          <a:pt x="81248" y="-1381"/>
                          <a:pt x="63818" y="8715"/>
                        </a:cubicBezTo>
                        <a:cubicBezTo>
                          <a:pt x="28575" y="29099"/>
                          <a:pt x="0" y="78534"/>
                          <a:pt x="0" y="119205"/>
                        </a:cubicBezTo>
                        <a:lnTo>
                          <a:pt x="7049" y="123301"/>
                        </a:lnTo>
                        <a:lnTo>
                          <a:pt x="11906" y="112442"/>
                        </a:lnTo>
                        <a:lnTo>
                          <a:pt x="127635" y="45672"/>
                        </a:lnTo>
                        <a:cubicBezTo>
                          <a:pt x="127635" y="28718"/>
                          <a:pt x="122682" y="15954"/>
                          <a:pt x="114300" y="833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33" name="Google Shape;3833;p47"/>
                  <p:cNvSpPr/>
                  <p:nvPr/>
                </p:nvSpPr>
                <p:spPr>
                  <a:xfrm>
                    <a:off x="1089244" y="2907037"/>
                    <a:ext cx="127539" cy="119171"/>
                  </a:xfrm>
                  <a:custGeom>
                    <a:avLst/>
                    <a:gdLst/>
                    <a:ahLst/>
                    <a:cxnLst/>
                    <a:rect l="l" t="t" r="r" b="b"/>
                    <a:pathLst>
                      <a:path w="127539" h="119171" extrusionOk="0">
                        <a:moveTo>
                          <a:pt x="63817" y="8681"/>
                        </a:moveTo>
                        <a:cubicBezTo>
                          <a:pt x="28575" y="29065"/>
                          <a:pt x="0" y="78499"/>
                          <a:pt x="0" y="119171"/>
                        </a:cubicBezTo>
                        <a:lnTo>
                          <a:pt x="127540" y="45543"/>
                        </a:lnTo>
                        <a:cubicBezTo>
                          <a:pt x="127540" y="4871"/>
                          <a:pt x="98965" y="-11607"/>
                          <a:pt x="63722" y="86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34" name="Google Shape;3834;p47"/>
                <p:cNvGrpSpPr/>
                <p:nvPr/>
              </p:nvGrpSpPr>
              <p:grpSpPr>
                <a:xfrm>
                  <a:off x="1098960" y="2918450"/>
                  <a:ext cx="141541" cy="120712"/>
                  <a:chOff x="1098960" y="2918450"/>
                  <a:chExt cx="141541" cy="120712"/>
                </a:xfrm>
              </p:grpSpPr>
              <p:sp>
                <p:nvSpPr>
                  <p:cNvPr id="3835" name="Google Shape;3835;p47"/>
                  <p:cNvSpPr/>
                  <p:nvPr/>
                </p:nvSpPr>
                <p:spPr>
                  <a:xfrm>
                    <a:off x="1098960" y="2918450"/>
                    <a:ext cx="135540" cy="120712"/>
                  </a:xfrm>
                  <a:custGeom>
                    <a:avLst/>
                    <a:gdLst/>
                    <a:ahLst/>
                    <a:cxnLst/>
                    <a:rect l="l" t="t" r="r" b="b"/>
                    <a:pathLst>
                      <a:path w="135540" h="120712" extrusionOk="0">
                        <a:moveTo>
                          <a:pt x="124206" y="22129"/>
                        </a:moveTo>
                        <a:lnTo>
                          <a:pt x="124682" y="21748"/>
                        </a:lnTo>
                        <a:lnTo>
                          <a:pt x="93154" y="3555"/>
                        </a:lnTo>
                        <a:cubicBezTo>
                          <a:pt x="83248" y="-2065"/>
                          <a:pt x="69723" y="-1208"/>
                          <a:pt x="54673" y="7460"/>
                        </a:cubicBezTo>
                        <a:cubicBezTo>
                          <a:pt x="24479" y="24891"/>
                          <a:pt x="0" y="67277"/>
                          <a:pt x="0" y="102139"/>
                        </a:cubicBezTo>
                        <a:lnTo>
                          <a:pt x="32194" y="120712"/>
                        </a:lnTo>
                        <a:lnTo>
                          <a:pt x="36385" y="111378"/>
                        </a:lnTo>
                        <a:lnTo>
                          <a:pt x="135541" y="54133"/>
                        </a:lnTo>
                        <a:cubicBezTo>
                          <a:pt x="135541" y="39655"/>
                          <a:pt x="131254" y="28701"/>
                          <a:pt x="124111" y="2212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36" name="Google Shape;3836;p47"/>
                  <p:cNvSpPr/>
                  <p:nvPr/>
                </p:nvSpPr>
                <p:spPr>
                  <a:xfrm>
                    <a:off x="1100769" y="2919593"/>
                    <a:ext cx="94868" cy="103472"/>
                  </a:xfrm>
                  <a:custGeom>
                    <a:avLst/>
                    <a:gdLst/>
                    <a:ahLst/>
                    <a:cxnLst/>
                    <a:rect l="l" t="t" r="r" b="b"/>
                    <a:pathLst>
                      <a:path w="94868" h="103472" extrusionOk="0">
                        <a:moveTo>
                          <a:pt x="57150" y="8794"/>
                        </a:moveTo>
                        <a:cubicBezTo>
                          <a:pt x="71819" y="316"/>
                          <a:pt x="85058" y="-731"/>
                          <a:pt x="94869" y="4507"/>
                        </a:cubicBezTo>
                        <a:lnTo>
                          <a:pt x="94869" y="4507"/>
                        </a:lnTo>
                        <a:lnTo>
                          <a:pt x="93154" y="3555"/>
                        </a:lnTo>
                        <a:cubicBezTo>
                          <a:pt x="83248" y="-2065"/>
                          <a:pt x="69723" y="-1208"/>
                          <a:pt x="54673" y="7460"/>
                        </a:cubicBezTo>
                        <a:cubicBezTo>
                          <a:pt x="24479" y="24891"/>
                          <a:pt x="0" y="67277"/>
                          <a:pt x="0" y="102139"/>
                        </a:cubicBezTo>
                        <a:lnTo>
                          <a:pt x="2381" y="103472"/>
                        </a:lnTo>
                        <a:cubicBezTo>
                          <a:pt x="2381" y="68611"/>
                          <a:pt x="26860" y="26224"/>
                          <a:pt x="57055" y="87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37" name="Google Shape;3837;p47"/>
                  <p:cNvSpPr/>
                  <p:nvPr/>
                </p:nvSpPr>
                <p:spPr>
                  <a:xfrm>
                    <a:off x="1105151" y="2922069"/>
                    <a:ext cx="94868" cy="103567"/>
                  </a:xfrm>
                  <a:custGeom>
                    <a:avLst/>
                    <a:gdLst/>
                    <a:ahLst/>
                    <a:cxnLst/>
                    <a:rect l="l" t="t" r="r" b="b"/>
                    <a:pathLst>
                      <a:path w="94868" h="103567" extrusionOk="0">
                        <a:moveTo>
                          <a:pt x="57150" y="8794"/>
                        </a:moveTo>
                        <a:cubicBezTo>
                          <a:pt x="71819" y="316"/>
                          <a:pt x="85058" y="-731"/>
                          <a:pt x="94869" y="4507"/>
                        </a:cubicBezTo>
                        <a:lnTo>
                          <a:pt x="94869" y="4507"/>
                        </a:lnTo>
                        <a:lnTo>
                          <a:pt x="93154" y="3555"/>
                        </a:lnTo>
                        <a:cubicBezTo>
                          <a:pt x="83248" y="-2065"/>
                          <a:pt x="69723" y="-1208"/>
                          <a:pt x="54673" y="7460"/>
                        </a:cubicBezTo>
                        <a:cubicBezTo>
                          <a:pt x="24479" y="24891"/>
                          <a:pt x="0" y="67277"/>
                          <a:pt x="0" y="102138"/>
                        </a:cubicBezTo>
                        <a:lnTo>
                          <a:pt x="2381" y="103567"/>
                        </a:lnTo>
                        <a:cubicBezTo>
                          <a:pt x="2381" y="68706"/>
                          <a:pt x="26860"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38" name="Google Shape;3838;p47"/>
                  <p:cNvSpPr/>
                  <p:nvPr/>
                </p:nvSpPr>
                <p:spPr>
                  <a:xfrm>
                    <a:off x="1109437" y="2924546"/>
                    <a:ext cx="94868" cy="103567"/>
                  </a:xfrm>
                  <a:custGeom>
                    <a:avLst/>
                    <a:gdLst/>
                    <a:ahLst/>
                    <a:cxnLst/>
                    <a:rect l="l" t="t" r="r" b="b"/>
                    <a:pathLst>
                      <a:path w="94868" h="103567" extrusionOk="0">
                        <a:moveTo>
                          <a:pt x="57150" y="8794"/>
                        </a:moveTo>
                        <a:cubicBezTo>
                          <a:pt x="71819" y="316"/>
                          <a:pt x="85058" y="-636"/>
                          <a:pt x="94869" y="4507"/>
                        </a:cubicBezTo>
                        <a:lnTo>
                          <a:pt x="94869" y="4507"/>
                        </a:lnTo>
                        <a:lnTo>
                          <a:pt x="93154" y="3555"/>
                        </a:lnTo>
                        <a:cubicBezTo>
                          <a:pt x="83248" y="-2065"/>
                          <a:pt x="69723" y="-1208"/>
                          <a:pt x="54673" y="7460"/>
                        </a:cubicBezTo>
                        <a:cubicBezTo>
                          <a:pt x="24479" y="24891"/>
                          <a:pt x="0" y="67277"/>
                          <a:pt x="0" y="102139"/>
                        </a:cubicBezTo>
                        <a:lnTo>
                          <a:pt x="2381" y="103567"/>
                        </a:lnTo>
                        <a:cubicBezTo>
                          <a:pt x="2381" y="68706"/>
                          <a:pt x="26860"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39" name="Google Shape;3839;p47"/>
                  <p:cNvSpPr/>
                  <p:nvPr/>
                </p:nvSpPr>
                <p:spPr>
                  <a:xfrm>
                    <a:off x="1113723" y="2927022"/>
                    <a:ext cx="94868" cy="103567"/>
                  </a:xfrm>
                  <a:custGeom>
                    <a:avLst/>
                    <a:gdLst/>
                    <a:ahLst/>
                    <a:cxnLst/>
                    <a:rect l="l" t="t" r="r" b="b"/>
                    <a:pathLst>
                      <a:path w="94868" h="103567" extrusionOk="0">
                        <a:moveTo>
                          <a:pt x="57150" y="8793"/>
                        </a:moveTo>
                        <a:cubicBezTo>
                          <a:pt x="71818" y="316"/>
                          <a:pt x="85058" y="-732"/>
                          <a:pt x="94869" y="4507"/>
                        </a:cubicBezTo>
                        <a:lnTo>
                          <a:pt x="94869" y="4507"/>
                        </a:lnTo>
                        <a:lnTo>
                          <a:pt x="93154" y="3555"/>
                        </a:lnTo>
                        <a:cubicBezTo>
                          <a:pt x="83248" y="-2065"/>
                          <a:pt x="69723" y="-1208"/>
                          <a:pt x="54673" y="7460"/>
                        </a:cubicBezTo>
                        <a:cubicBezTo>
                          <a:pt x="24479" y="24891"/>
                          <a:pt x="0" y="67277"/>
                          <a:pt x="0" y="102139"/>
                        </a:cubicBezTo>
                        <a:lnTo>
                          <a:pt x="2381" y="103567"/>
                        </a:lnTo>
                        <a:cubicBezTo>
                          <a:pt x="2381" y="68706"/>
                          <a:pt x="26860"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40" name="Google Shape;3840;p47"/>
                  <p:cNvSpPr/>
                  <p:nvPr/>
                </p:nvSpPr>
                <p:spPr>
                  <a:xfrm>
                    <a:off x="1118105" y="2929499"/>
                    <a:ext cx="94868" cy="103567"/>
                  </a:xfrm>
                  <a:custGeom>
                    <a:avLst/>
                    <a:gdLst/>
                    <a:ahLst/>
                    <a:cxnLst/>
                    <a:rect l="l" t="t" r="r" b="b"/>
                    <a:pathLst>
                      <a:path w="94868" h="103567" extrusionOk="0">
                        <a:moveTo>
                          <a:pt x="57150" y="8794"/>
                        </a:moveTo>
                        <a:cubicBezTo>
                          <a:pt x="71819" y="316"/>
                          <a:pt x="85058" y="-731"/>
                          <a:pt x="94869" y="4507"/>
                        </a:cubicBezTo>
                        <a:lnTo>
                          <a:pt x="94869" y="4507"/>
                        </a:lnTo>
                        <a:lnTo>
                          <a:pt x="93154" y="3555"/>
                        </a:lnTo>
                        <a:cubicBezTo>
                          <a:pt x="83248" y="-2065"/>
                          <a:pt x="69723" y="-1208"/>
                          <a:pt x="54673" y="7460"/>
                        </a:cubicBezTo>
                        <a:cubicBezTo>
                          <a:pt x="24479" y="24891"/>
                          <a:pt x="0" y="67277"/>
                          <a:pt x="0" y="102138"/>
                        </a:cubicBezTo>
                        <a:lnTo>
                          <a:pt x="2381" y="103567"/>
                        </a:lnTo>
                        <a:cubicBezTo>
                          <a:pt x="2381" y="68706"/>
                          <a:pt x="26860" y="26320"/>
                          <a:pt x="57055" y="8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41" name="Google Shape;3841;p47"/>
                  <p:cNvSpPr/>
                  <p:nvPr/>
                </p:nvSpPr>
                <p:spPr>
                  <a:xfrm>
                    <a:off x="1122486" y="2932070"/>
                    <a:ext cx="94868" cy="103472"/>
                  </a:xfrm>
                  <a:custGeom>
                    <a:avLst/>
                    <a:gdLst/>
                    <a:ahLst/>
                    <a:cxnLst/>
                    <a:rect l="l" t="t" r="r" b="b"/>
                    <a:pathLst>
                      <a:path w="94868" h="103472" extrusionOk="0">
                        <a:moveTo>
                          <a:pt x="57150" y="8793"/>
                        </a:moveTo>
                        <a:cubicBezTo>
                          <a:pt x="71819" y="316"/>
                          <a:pt x="85058" y="-732"/>
                          <a:pt x="94869" y="4507"/>
                        </a:cubicBezTo>
                        <a:lnTo>
                          <a:pt x="94869" y="4507"/>
                        </a:lnTo>
                        <a:lnTo>
                          <a:pt x="93154" y="3555"/>
                        </a:lnTo>
                        <a:cubicBezTo>
                          <a:pt x="83248" y="-2065"/>
                          <a:pt x="69723" y="-1208"/>
                          <a:pt x="54673" y="7460"/>
                        </a:cubicBezTo>
                        <a:cubicBezTo>
                          <a:pt x="24479" y="24891"/>
                          <a:pt x="0" y="67277"/>
                          <a:pt x="0" y="102139"/>
                        </a:cubicBezTo>
                        <a:lnTo>
                          <a:pt x="2381" y="103472"/>
                        </a:lnTo>
                        <a:cubicBezTo>
                          <a:pt x="2381" y="68610"/>
                          <a:pt x="26860" y="26224"/>
                          <a:pt x="57055" y="879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42" name="Google Shape;3842;p47"/>
                  <p:cNvSpPr/>
                  <p:nvPr/>
                </p:nvSpPr>
                <p:spPr>
                  <a:xfrm>
                    <a:off x="1131154" y="2937011"/>
                    <a:ext cx="109347" cy="102151"/>
                  </a:xfrm>
                  <a:custGeom>
                    <a:avLst/>
                    <a:gdLst/>
                    <a:ahLst/>
                    <a:cxnLst/>
                    <a:rect l="l" t="t" r="r" b="b"/>
                    <a:pathLst>
                      <a:path w="109347" h="102151" extrusionOk="0">
                        <a:moveTo>
                          <a:pt x="54674" y="7473"/>
                        </a:moveTo>
                        <a:cubicBezTo>
                          <a:pt x="24479" y="24904"/>
                          <a:pt x="0" y="67290"/>
                          <a:pt x="0" y="102151"/>
                        </a:cubicBezTo>
                        <a:lnTo>
                          <a:pt x="109347" y="39001"/>
                        </a:lnTo>
                        <a:cubicBezTo>
                          <a:pt x="109347" y="4139"/>
                          <a:pt x="84868" y="-9958"/>
                          <a:pt x="54674" y="7473"/>
                        </a:cubicBez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843" name="Google Shape;3843;p47"/>
                <p:cNvSpPr/>
                <p:nvPr/>
              </p:nvSpPr>
              <p:spPr>
                <a:xfrm>
                  <a:off x="861597" y="2663669"/>
                  <a:ext cx="349931" cy="270717"/>
                </a:xfrm>
                <a:custGeom>
                  <a:avLst/>
                  <a:gdLst/>
                  <a:ahLst/>
                  <a:cxnLst/>
                  <a:rect l="l" t="t" r="r" b="b"/>
                  <a:pathLst>
                    <a:path w="349931" h="270717" extrusionOk="0">
                      <a:moveTo>
                        <a:pt x="347091" y="270623"/>
                      </a:moveTo>
                      <a:cubicBezTo>
                        <a:pt x="346424" y="270623"/>
                        <a:pt x="345757" y="270432"/>
                        <a:pt x="345281" y="269956"/>
                      </a:cubicBezTo>
                      <a:cubicBezTo>
                        <a:pt x="327184" y="254240"/>
                        <a:pt x="307467" y="245191"/>
                        <a:pt x="286607" y="235571"/>
                      </a:cubicBezTo>
                      <a:cubicBezTo>
                        <a:pt x="248984" y="218330"/>
                        <a:pt x="210026" y="200423"/>
                        <a:pt x="180023" y="140892"/>
                      </a:cubicBezTo>
                      <a:cubicBezTo>
                        <a:pt x="156877" y="94982"/>
                        <a:pt x="129540" y="57739"/>
                        <a:pt x="100870" y="33355"/>
                      </a:cubicBezTo>
                      <a:cubicBezTo>
                        <a:pt x="75914" y="12019"/>
                        <a:pt x="51340" y="2208"/>
                        <a:pt x="33528" y="6494"/>
                      </a:cubicBezTo>
                      <a:cubicBezTo>
                        <a:pt x="15430" y="10781"/>
                        <a:pt x="5524" y="29164"/>
                        <a:pt x="5524" y="58310"/>
                      </a:cubicBezTo>
                      <a:cubicBezTo>
                        <a:pt x="5524" y="59834"/>
                        <a:pt x="4286" y="61073"/>
                        <a:pt x="2762" y="61073"/>
                      </a:cubicBezTo>
                      <a:cubicBezTo>
                        <a:pt x="1238" y="61073"/>
                        <a:pt x="0" y="59834"/>
                        <a:pt x="0" y="58310"/>
                      </a:cubicBezTo>
                      <a:cubicBezTo>
                        <a:pt x="0" y="26402"/>
                        <a:pt x="11525" y="6113"/>
                        <a:pt x="32290" y="1160"/>
                      </a:cubicBezTo>
                      <a:cubicBezTo>
                        <a:pt x="52102" y="-3602"/>
                        <a:pt x="77724" y="6399"/>
                        <a:pt x="104489" y="29259"/>
                      </a:cubicBezTo>
                      <a:cubicBezTo>
                        <a:pt x="133636" y="54119"/>
                        <a:pt x="161449" y="91934"/>
                        <a:pt x="184975" y="138511"/>
                      </a:cubicBezTo>
                      <a:cubicBezTo>
                        <a:pt x="214122" y="196328"/>
                        <a:pt x="252127" y="213854"/>
                        <a:pt x="288988" y="230713"/>
                      </a:cubicBezTo>
                      <a:cubicBezTo>
                        <a:pt x="309277" y="240047"/>
                        <a:pt x="330232" y="249668"/>
                        <a:pt x="348996" y="265860"/>
                      </a:cubicBezTo>
                      <a:cubicBezTo>
                        <a:pt x="350139" y="266908"/>
                        <a:pt x="350234" y="268622"/>
                        <a:pt x="349282" y="269765"/>
                      </a:cubicBezTo>
                      <a:cubicBezTo>
                        <a:pt x="348710" y="270432"/>
                        <a:pt x="347948" y="270718"/>
                        <a:pt x="347186" y="27071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844" name="Google Shape;3844;p47"/>
                <p:cNvGrpSpPr/>
                <p:nvPr/>
              </p:nvGrpSpPr>
              <p:grpSpPr>
                <a:xfrm>
                  <a:off x="1121439" y="2925576"/>
                  <a:ext cx="134492" cy="123301"/>
                  <a:chOff x="1121439" y="2925576"/>
                  <a:chExt cx="134492" cy="123301"/>
                </a:xfrm>
              </p:grpSpPr>
              <p:sp>
                <p:nvSpPr>
                  <p:cNvPr id="3845" name="Google Shape;3845;p47"/>
                  <p:cNvSpPr/>
                  <p:nvPr/>
                </p:nvSpPr>
                <p:spPr>
                  <a:xfrm>
                    <a:off x="1121439" y="2925576"/>
                    <a:ext cx="127635" cy="123301"/>
                  </a:xfrm>
                  <a:custGeom>
                    <a:avLst/>
                    <a:gdLst/>
                    <a:ahLst/>
                    <a:cxnLst/>
                    <a:rect l="l" t="t" r="r" b="b"/>
                    <a:pathLst>
                      <a:path w="127635" h="123301" extrusionOk="0">
                        <a:moveTo>
                          <a:pt x="114300" y="8144"/>
                        </a:moveTo>
                        <a:lnTo>
                          <a:pt x="114871" y="7668"/>
                        </a:lnTo>
                        <a:lnTo>
                          <a:pt x="108680" y="4143"/>
                        </a:lnTo>
                        <a:cubicBezTo>
                          <a:pt x="97155" y="-2429"/>
                          <a:pt x="81248" y="-1381"/>
                          <a:pt x="63817" y="8715"/>
                        </a:cubicBezTo>
                        <a:cubicBezTo>
                          <a:pt x="28575" y="29004"/>
                          <a:pt x="0" y="78534"/>
                          <a:pt x="0" y="119205"/>
                        </a:cubicBezTo>
                        <a:lnTo>
                          <a:pt x="7048" y="123301"/>
                        </a:lnTo>
                        <a:lnTo>
                          <a:pt x="11906" y="112443"/>
                        </a:lnTo>
                        <a:lnTo>
                          <a:pt x="127635" y="45672"/>
                        </a:lnTo>
                        <a:cubicBezTo>
                          <a:pt x="127635" y="28718"/>
                          <a:pt x="122682" y="15954"/>
                          <a:pt x="114300" y="833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46" name="Google Shape;3846;p47"/>
                  <p:cNvSpPr/>
                  <p:nvPr/>
                </p:nvSpPr>
                <p:spPr>
                  <a:xfrm>
                    <a:off x="1128392" y="2929611"/>
                    <a:ext cx="127539" cy="119171"/>
                  </a:xfrm>
                  <a:custGeom>
                    <a:avLst/>
                    <a:gdLst/>
                    <a:ahLst/>
                    <a:cxnLst/>
                    <a:rect l="l" t="t" r="r" b="b"/>
                    <a:pathLst>
                      <a:path w="127539" h="119171" extrusionOk="0">
                        <a:moveTo>
                          <a:pt x="63818" y="8681"/>
                        </a:moveTo>
                        <a:cubicBezTo>
                          <a:pt x="28575" y="29065"/>
                          <a:pt x="0" y="78500"/>
                          <a:pt x="0" y="119171"/>
                        </a:cubicBezTo>
                        <a:lnTo>
                          <a:pt x="127540" y="45543"/>
                        </a:lnTo>
                        <a:cubicBezTo>
                          <a:pt x="127540" y="4871"/>
                          <a:pt x="98965" y="-11607"/>
                          <a:pt x="63722" y="86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47" name="Google Shape;3847;p47"/>
                  <p:cNvSpPr/>
                  <p:nvPr/>
                </p:nvSpPr>
                <p:spPr>
                  <a:xfrm>
                    <a:off x="1175826" y="2990645"/>
                    <a:ext cx="32956" cy="30895"/>
                  </a:xfrm>
                  <a:custGeom>
                    <a:avLst/>
                    <a:gdLst/>
                    <a:ahLst/>
                    <a:cxnLst/>
                    <a:rect l="l" t="t" r="r" b="b"/>
                    <a:pathLst>
                      <a:path w="32956" h="30895" extrusionOk="0">
                        <a:moveTo>
                          <a:pt x="26194" y="320"/>
                        </a:moveTo>
                        <a:cubicBezTo>
                          <a:pt x="23431" y="-442"/>
                          <a:pt x="20098" y="130"/>
                          <a:pt x="16478" y="2320"/>
                        </a:cubicBezTo>
                        <a:cubicBezTo>
                          <a:pt x="8573" y="6892"/>
                          <a:pt x="2000" y="17084"/>
                          <a:pt x="381" y="26514"/>
                        </a:cubicBezTo>
                        <a:cubicBezTo>
                          <a:pt x="95" y="28038"/>
                          <a:pt x="0" y="29467"/>
                          <a:pt x="0" y="30895"/>
                        </a:cubicBezTo>
                        <a:lnTo>
                          <a:pt x="32956" y="11845"/>
                        </a:lnTo>
                        <a:cubicBezTo>
                          <a:pt x="32956" y="5559"/>
                          <a:pt x="30290" y="1463"/>
                          <a:pt x="26194" y="32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48" name="Google Shape;3848;p47"/>
                  <p:cNvSpPr/>
                  <p:nvPr/>
                </p:nvSpPr>
                <p:spPr>
                  <a:xfrm>
                    <a:off x="1202020" y="2990870"/>
                    <a:ext cx="6762" cy="13811"/>
                  </a:xfrm>
                  <a:custGeom>
                    <a:avLst/>
                    <a:gdLst/>
                    <a:ahLst/>
                    <a:cxnLst/>
                    <a:rect l="l" t="t" r="r" b="b"/>
                    <a:pathLst>
                      <a:path w="6762" h="13811" extrusionOk="0">
                        <a:moveTo>
                          <a:pt x="6763" y="11525"/>
                        </a:moveTo>
                        <a:lnTo>
                          <a:pt x="2858" y="13811"/>
                        </a:lnTo>
                        <a:cubicBezTo>
                          <a:pt x="3239" y="12383"/>
                          <a:pt x="3143" y="9430"/>
                          <a:pt x="3143" y="9430"/>
                        </a:cubicBezTo>
                        <a:cubicBezTo>
                          <a:pt x="3143" y="5239"/>
                          <a:pt x="2000" y="2000"/>
                          <a:pt x="0" y="0"/>
                        </a:cubicBezTo>
                        <a:cubicBezTo>
                          <a:pt x="4096" y="1143"/>
                          <a:pt x="6763" y="5144"/>
                          <a:pt x="6763" y="11525"/>
                        </a:cubicBez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grpSp>
        <p:nvGrpSpPr>
          <p:cNvPr id="3849" name="Google Shape;3849;p47"/>
          <p:cNvGrpSpPr/>
          <p:nvPr/>
        </p:nvGrpSpPr>
        <p:grpSpPr>
          <a:xfrm>
            <a:off x="6900546" y="1304036"/>
            <a:ext cx="1434919" cy="1712133"/>
            <a:chOff x="2665060" y="3497315"/>
            <a:chExt cx="637317" cy="760475"/>
          </a:xfrm>
        </p:grpSpPr>
        <p:grpSp>
          <p:nvGrpSpPr>
            <p:cNvPr id="3850" name="Google Shape;3850;p47"/>
            <p:cNvGrpSpPr/>
            <p:nvPr/>
          </p:nvGrpSpPr>
          <p:grpSpPr>
            <a:xfrm>
              <a:off x="2937570" y="3510173"/>
              <a:ext cx="364807" cy="590359"/>
              <a:chOff x="2937570" y="3510173"/>
              <a:chExt cx="364807" cy="590359"/>
            </a:xfrm>
          </p:grpSpPr>
          <p:sp>
            <p:nvSpPr>
              <p:cNvPr id="3851" name="Google Shape;3851;p47"/>
              <p:cNvSpPr/>
              <p:nvPr/>
            </p:nvSpPr>
            <p:spPr>
              <a:xfrm>
                <a:off x="3291329" y="3714389"/>
                <a:ext cx="11048" cy="386143"/>
              </a:xfrm>
              <a:custGeom>
                <a:avLst/>
                <a:gdLst/>
                <a:ahLst/>
                <a:cxnLst/>
                <a:rect l="l" t="t" r="r" b="b"/>
                <a:pathLst>
                  <a:path w="11048" h="386143" extrusionOk="0">
                    <a:moveTo>
                      <a:pt x="0" y="386144"/>
                    </a:moveTo>
                    <a:lnTo>
                      <a:pt x="11049" y="379667"/>
                    </a:lnTo>
                    <a:lnTo>
                      <a:pt x="11049" y="0"/>
                    </a:lnTo>
                    <a:lnTo>
                      <a:pt x="0" y="6477"/>
                    </a:lnTo>
                    <a:lnTo>
                      <a:pt x="0" y="38614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52" name="Google Shape;3852;p47"/>
              <p:cNvSpPr/>
              <p:nvPr/>
            </p:nvSpPr>
            <p:spPr>
              <a:xfrm>
                <a:off x="2937570" y="3510173"/>
                <a:ext cx="364807" cy="210693"/>
              </a:xfrm>
              <a:custGeom>
                <a:avLst/>
                <a:gdLst/>
                <a:ahLst/>
                <a:cxnLst/>
                <a:rect l="l" t="t" r="r" b="b"/>
                <a:pathLst>
                  <a:path w="364807" h="210693" extrusionOk="0">
                    <a:moveTo>
                      <a:pt x="353759" y="210693"/>
                    </a:moveTo>
                    <a:lnTo>
                      <a:pt x="364807" y="204216"/>
                    </a:lnTo>
                    <a:lnTo>
                      <a:pt x="11144" y="0"/>
                    </a:lnTo>
                    <a:lnTo>
                      <a:pt x="0" y="6477"/>
                    </a:lnTo>
                    <a:lnTo>
                      <a:pt x="353759" y="210693"/>
                    </a:lnTo>
                    <a:close/>
                  </a:path>
                </a:pathLst>
              </a:custGeom>
              <a:solidFill>
                <a:srgbClr val="E6E7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53" name="Google Shape;3853;p47"/>
              <p:cNvSpPr/>
              <p:nvPr/>
            </p:nvSpPr>
            <p:spPr>
              <a:xfrm>
                <a:off x="2942237" y="3526080"/>
                <a:ext cx="348900" cy="566070"/>
              </a:xfrm>
              <a:custGeom>
                <a:avLst/>
                <a:gdLst/>
                <a:ahLst/>
                <a:cxnLst/>
                <a:rect l="l" t="t" r="r" b="b"/>
                <a:pathLst>
                  <a:path w="348900" h="566070" extrusionOk="0">
                    <a:moveTo>
                      <a:pt x="476" y="0"/>
                    </a:moveTo>
                    <a:lnTo>
                      <a:pt x="0" y="370904"/>
                    </a:lnTo>
                    <a:lnTo>
                      <a:pt x="343948" y="566071"/>
                    </a:lnTo>
                    <a:lnTo>
                      <a:pt x="345853" y="198311"/>
                    </a:lnTo>
                    <a:lnTo>
                      <a:pt x="571" y="0"/>
                    </a:lnTo>
                    <a:close/>
                    <a:moveTo>
                      <a:pt x="12859" y="54959"/>
                    </a:moveTo>
                    <a:lnTo>
                      <a:pt x="61627" y="31242"/>
                    </a:lnTo>
                    <a:lnTo>
                      <a:pt x="348901" y="197072"/>
                    </a:lnTo>
                    <a:lnTo>
                      <a:pt x="348901" y="448723"/>
                    </a:lnTo>
                    <a:lnTo>
                      <a:pt x="289370" y="477679"/>
                    </a:lnTo>
                    <a:lnTo>
                      <a:pt x="12763" y="318040"/>
                    </a:lnTo>
                    <a:lnTo>
                      <a:pt x="12763" y="54959"/>
                    </a:ln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54" name="Google Shape;3854;p47"/>
              <p:cNvSpPr/>
              <p:nvPr/>
            </p:nvSpPr>
            <p:spPr>
              <a:xfrm>
                <a:off x="2937570" y="3516650"/>
                <a:ext cx="353663" cy="583882"/>
              </a:xfrm>
              <a:custGeom>
                <a:avLst/>
                <a:gdLst/>
                <a:ahLst/>
                <a:cxnLst/>
                <a:rect l="l" t="t" r="r" b="b"/>
                <a:pathLst>
                  <a:path w="353663" h="583882" extrusionOk="0">
                    <a:moveTo>
                      <a:pt x="0" y="0"/>
                    </a:moveTo>
                    <a:lnTo>
                      <a:pt x="0" y="379666"/>
                    </a:lnTo>
                    <a:lnTo>
                      <a:pt x="353663" y="583882"/>
                    </a:lnTo>
                    <a:lnTo>
                      <a:pt x="353663" y="204216"/>
                    </a:lnTo>
                    <a:lnTo>
                      <a:pt x="0" y="0"/>
                    </a:lnTo>
                    <a:close/>
                    <a:moveTo>
                      <a:pt x="8858" y="69342"/>
                    </a:moveTo>
                    <a:lnTo>
                      <a:pt x="57626" y="45625"/>
                    </a:lnTo>
                    <a:lnTo>
                      <a:pt x="344900" y="211455"/>
                    </a:lnTo>
                    <a:lnTo>
                      <a:pt x="344900" y="463105"/>
                    </a:lnTo>
                    <a:lnTo>
                      <a:pt x="285369" y="492062"/>
                    </a:lnTo>
                    <a:lnTo>
                      <a:pt x="8858" y="332422"/>
                    </a:lnTo>
                    <a:lnTo>
                      <a:pt x="8858" y="6934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55" name="Google Shape;3855;p47"/>
              <p:cNvSpPr/>
              <p:nvPr/>
            </p:nvSpPr>
            <p:spPr>
              <a:xfrm>
                <a:off x="2946524" y="3562275"/>
                <a:ext cx="336041" cy="446436"/>
              </a:xfrm>
              <a:custGeom>
                <a:avLst/>
                <a:gdLst/>
                <a:ahLst/>
                <a:cxnLst/>
                <a:rect l="l" t="t" r="r" b="b"/>
                <a:pathLst>
                  <a:path w="336041" h="446436" extrusionOk="0">
                    <a:moveTo>
                      <a:pt x="0" y="23717"/>
                    </a:moveTo>
                    <a:lnTo>
                      <a:pt x="48768" y="0"/>
                    </a:lnTo>
                    <a:lnTo>
                      <a:pt x="336042" y="165830"/>
                    </a:lnTo>
                    <a:lnTo>
                      <a:pt x="336042" y="417481"/>
                    </a:lnTo>
                    <a:lnTo>
                      <a:pt x="276511" y="446437"/>
                    </a:lnTo>
                    <a:lnTo>
                      <a:pt x="0" y="286798"/>
                    </a:lnTo>
                    <a:lnTo>
                      <a:pt x="0" y="23717"/>
                    </a:lnTo>
                    <a:close/>
                  </a:path>
                </a:pathLst>
              </a:custGeom>
              <a:solidFill>
                <a:srgbClr val="24D2C1">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56" name="Google Shape;3856;p47"/>
            <p:cNvGrpSpPr/>
            <p:nvPr/>
          </p:nvGrpSpPr>
          <p:grpSpPr>
            <a:xfrm>
              <a:off x="2676300" y="3516650"/>
              <a:ext cx="272509" cy="537019"/>
              <a:chOff x="2676300" y="3516650"/>
              <a:chExt cx="272509" cy="537019"/>
            </a:xfrm>
          </p:grpSpPr>
          <p:sp>
            <p:nvSpPr>
              <p:cNvPr id="3857" name="Google Shape;3857;p47"/>
              <p:cNvSpPr/>
              <p:nvPr/>
            </p:nvSpPr>
            <p:spPr>
              <a:xfrm>
                <a:off x="2676300" y="3667526"/>
                <a:ext cx="11144" cy="386143"/>
              </a:xfrm>
              <a:custGeom>
                <a:avLst/>
                <a:gdLst/>
                <a:ahLst/>
                <a:cxnLst/>
                <a:rect l="l" t="t" r="r" b="b"/>
                <a:pathLst>
                  <a:path w="11144" h="386143" extrusionOk="0">
                    <a:moveTo>
                      <a:pt x="11144" y="386144"/>
                    </a:moveTo>
                    <a:lnTo>
                      <a:pt x="0" y="379666"/>
                    </a:lnTo>
                    <a:lnTo>
                      <a:pt x="0" y="0"/>
                    </a:lnTo>
                    <a:lnTo>
                      <a:pt x="11144" y="6382"/>
                    </a:lnTo>
                    <a:lnTo>
                      <a:pt x="11144" y="386144"/>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58" name="Google Shape;3858;p47"/>
              <p:cNvSpPr/>
              <p:nvPr/>
            </p:nvSpPr>
            <p:spPr>
              <a:xfrm>
                <a:off x="2676300" y="3516650"/>
                <a:ext cx="272415" cy="157257"/>
              </a:xfrm>
              <a:custGeom>
                <a:avLst/>
                <a:gdLst/>
                <a:ahLst/>
                <a:cxnLst/>
                <a:rect l="l" t="t" r="r" b="b"/>
                <a:pathLst>
                  <a:path w="272415" h="157257" extrusionOk="0">
                    <a:moveTo>
                      <a:pt x="11144" y="157258"/>
                    </a:moveTo>
                    <a:lnTo>
                      <a:pt x="0" y="150876"/>
                    </a:lnTo>
                    <a:lnTo>
                      <a:pt x="261271" y="0"/>
                    </a:lnTo>
                    <a:lnTo>
                      <a:pt x="272415" y="6382"/>
                    </a:lnTo>
                    <a:lnTo>
                      <a:pt x="11144" y="157258"/>
                    </a:lnTo>
                    <a:close/>
                  </a:path>
                </a:pathLst>
              </a:custGeom>
              <a:solidFill>
                <a:srgbClr val="E6E7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59" name="Google Shape;3859;p47"/>
              <p:cNvSpPr/>
              <p:nvPr/>
            </p:nvSpPr>
            <p:spPr>
              <a:xfrm>
                <a:off x="2687539" y="3532557"/>
                <a:ext cx="256603" cy="512730"/>
              </a:xfrm>
              <a:custGeom>
                <a:avLst/>
                <a:gdLst/>
                <a:ahLst/>
                <a:cxnLst/>
                <a:rect l="l" t="t" r="r" b="b"/>
                <a:pathLst>
                  <a:path w="256603" h="512730" extrusionOk="0">
                    <a:moveTo>
                      <a:pt x="3143" y="144971"/>
                    </a:moveTo>
                    <a:lnTo>
                      <a:pt x="5048" y="512731"/>
                    </a:lnTo>
                    <a:lnTo>
                      <a:pt x="256604" y="370903"/>
                    </a:lnTo>
                    <a:lnTo>
                      <a:pt x="256032" y="0"/>
                    </a:lnTo>
                    <a:lnTo>
                      <a:pt x="3048" y="144971"/>
                    </a:lnTo>
                    <a:close/>
                    <a:moveTo>
                      <a:pt x="243649" y="318040"/>
                    </a:moveTo>
                    <a:lnTo>
                      <a:pt x="59531" y="424339"/>
                    </a:lnTo>
                    <a:lnTo>
                      <a:pt x="0" y="395383"/>
                    </a:lnTo>
                    <a:lnTo>
                      <a:pt x="0" y="143732"/>
                    </a:lnTo>
                    <a:lnTo>
                      <a:pt x="194881" y="31242"/>
                    </a:lnTo>
                    <a:lnTo>
                      <a:pt x="243649" y="54959"/>
                    </a:lnTo>
                    <a:lnTo>
                      <a:pt x="243649" y="31804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60" name="Google Shape;3860;p47"/>
              <p:cNvSpPr/>
              <p:nvPr/>
            </p:nvSpPr>
            <p:spPr>
              <a:xfrm>
                <a:off x="2687444" y="3523032"/>
                <a:ext cx="261365" cy="530542"/>
              </a:xfrm>
              <a:custGeom>
                <a:avLst/>
                <a:gdLst/>
                <a:ahLst/>
                <a:cxnLst/>
                <a:rect l="l" t="t" r="r" b="b"/>
                <a:pathLst>
                  <a:path w="261365" h="530542" extrusionOk="0">
                    <a:moveTo>
                      <a:pt x="0" y="150876"/>
                    </a:moveTo>
                    <a:lnTo>
                      <a:pt x="0" y="530543"/>
                    </a:lnTo>
                    <a:lnTo>
                      <a:pt x="261366" y="379667"/>
                    </a:lnTo>
                    <a:lnTo>
                      <a:pt x="261366" y="0"/>
                    </a:lnTo>
                    <a:lnTo>
                      <a:pt x="0" y="150876"/>
                    </a:lnTo>
                    <a:close/>
                    <a:moveTo>
                      <a:pt x="252412" y="332423"/>
                    </a:moveTo>
                    <a:lnTo>
                      <a:pt x="68294" y="438721"/>
                    </a:lnTo>
                    <a:lnTo>
                      <a:pt x="8763" y="409766"/>
                    </a:lnTo>
                    <a:lnTo>
                      <a:pt x="8763" y="158115"/>
                    </a:lnTo>
                    <a:lnTo>
                      <a:pt x="203644" y="45625"/>
                    </a:lnTo>
                    <a:lnTo>
                      <a:pt x="252412" y="69342"/>
                    </a:lnTo>
                    <a:lnTo>
                      <a:pt x="252412" y="33242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61" name="Google Shape;3861;p47"/>
              <p:cNvSpPr/>
              <p:nvPr/>
            </p:nvSpPr>
            <p:spPr>
              <a:xfrm>
                <a:off x="2696207" y="3568752"/>
                <a:ext cx="243649" cy="393096"/>
              </a:xfrm>
              <a:custGeom>
                <a:avLst/>
                <a:gdLst/>
                <a:ahLst/>
                <a:cxnLst/>
                <a:rect l="l" t="t" r="r" b="b"/>
                <a:pathLst>
                  <a:path w="243649" h="393096" extrusionOk="0">
                    <a:moveTo>
                      <a:pt x="243649" y="286798"/>
                    </a:moveTo>
                    <a:lnTo>
                      <a:pt x="59531" y="393097"/>
                    </a:lnTo>
                    <a:lnTo>
                      <a:pt x="0" y="364141"/>
                    </a:lnTo>
                    <a:lnTo>
                      <a:pt x="0" y="112490"/>
                    </a:lnTo>
                    <a:lnTo>
                      <a:pt x="194881" y="0"/>
                    </a:lnTo>
                    <a:lnTo>
                      <a:pt x="243649" y="23717"/>
                    </a:lnTo>
                    <a:lnTo>
                      <a:pt x="243649" y="286798"/>
                    </a:lnTo>
                    <a:close/>
                  </a:path>
                </a:pathLst>
              </a:custGeom>
              <a:solidFill>
                <a:srgbClr val="24D2C1">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62" name="Google Shape;3862;p47"/>
            <p:cNvGrpSpPr/>
            <p:nvPr/>
          </p:nvGrpSpPr>
          <p:grpSpPr>
            <a:xfrm>
              <a:off x="2687444" y="3857359"/>
              <a:ext cx="592740" cy="387573"/>
              <a:chOff x="2687444" y="3857359"/>
              <a:chExt cx="592740" cy="387573"/>
            </a:xfrm>
          </p:grpSpPr>
          <p:grpSp>
            <p:nvGrpSpPr>
              <p:cNvPr id="3863" name="Google Shape;3863;p47"/>
              <p:cNvGrpSpPr/>
              <p:nvPr/>
            </p:nvGrpSpPr>
            <p:grpSpPr>
              <a:xfrm>
                <a:off x="2687444" y="3857359"/>
                <a:ext cx="592740" cy="387573"/>
                <a:chOff x="2687444" y="3857359"/>
                <a:chExt cx="592740" cy="387573"/>
              </a:xfrm>
            </p:grpSpPr>
            <p:sp>
              <p:nvSpPr>
                <p:cNvPr id="3864" name="Google Shape;3864;p47"/>
                <p:cNvSpPr/>
                <p:nvPr/>
              </p:nvSpPr>
              <p:spPr>
                <a:xfrm>
                  <a:off x="2687444" y="4008235"/>
                  <a:ext cx="331374" cy="236696"/>
                </a:xfrm>
                <a:custGeom>
                  <a:avLst/>
                  <a:gdLst/>
                  <a:ahLst/>
                  <a:cxnLst/>
                  <a:rect l="l" t="t" r="r" b="b"/>
                  <a:pathLst>
                    <a:path w="331374" h="236696" extrusionOk="0">
                      <a:moveTo>
                        <a:pt x="331375" y="236696"/>
                      </a:moveTo>
                      <a:lnTo>
                        <a:pt x="0" y="45434"/>
                      </a:lnTo>
                      <a:lnTo>
                        <a:pt x="0" y="0"/>
                      </a:lnTo>
                      <a:lnTo>
                        <a:pt x="331375" y="191357"/>
                      </a:lnTo>
                      <a:lnTo>
                        <a:pt x="331375" y="236696"/>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65" name="Google Shape;3865;p47"/>
                <p:cNvSpPr/>
                <p:nvPr/>
              </p:nvSpPr>
              <p:spPr>
                <a:xfrm>
                  <a:off x="3018818" y="4048717"/>
                  <a:ext cx="261366" cy="196215"/>
                </a:xfrm>
                <a:custGeom>
                  <a:avLst/>
                  <a:gdLst/>
                  <a:ahLst/>
                  <a:cxnLst/>
                  <a:rect l="l" t="t" r="r" b="b"/>
                  <a:pathLst>
                    <a:path w="261366" h="196215" extrusionOk="0">
                      <a:moveTo>
                        <a:pt x="0" y="196215"/>
                      </a:moveTo>
                      <a:lnTo>
                        <a:pt x="0" y="150876"/>
                      </a:lnTo>
                      <a:lnTo>
                        <a:pt x="261366" y="0"/>
                      </a:lnTo>
                      <a:lnTo>
                        <a:pt x="261366" y="45339"/>
                      </a:lnTo>
                      <a:lnTo>
                        <a:pt x="0" y="196215"/>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66" name="Google Shape;3866;p47"/>
                <p:cNvSpPr/>
                <p:nvPr/>
              </p:nvSpPr>
              <p:spPr>
                <a:xfrm>
                  <a:off x="2687444" y="3857359"/>
                  <a:ext cx="592740" cy="342233"/>
                </a:xfrm>
                <a:custGeom>
                  <a:avLst/>
                  <a:gdLst/>
                  <a:ahLst/>
                  <a:cxnLst/>
                  <a:rect l="l" t="t" r="r" b="b"/>
                  <a:pathLst>
                    <a:path w="592740" h="342233" extrusionOk="0">
                      <a:moveTo>
                        <a:pt x="331375" y="342233"/>
                      </a:moveTo>
                      <a:lnTo>
                        <a:pt x="0" y="150876"/>
                      </a:lnTo>
                      <a:lnTo>
                        <a:pt x="261271" y="0"/>
                      </a:lnTo>
                      <a:lnTo>
                        <a:pt x="592741" y="191357"/>
                      </a:lnTo>
                      <a:lnTo>
                        <a:pt x="331375" y="34223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67" name="Google Shape;3867;p47"/>
              <p:cNvGrpSpPr/>
              <p:nvPr/>
            </p:nvGrpSpPr>
            <p:grpSpPr>
              <a:xfrm>
                <a:off x="2717829" y="3873361"/>
                <a:ext cx="531875" cy="305753"/>
                <a:chOff x="2717829" y="3873361"/>
                <a:chExt cx="531875" cy="305753"/>
              </a:xfrm>
            </p:grpSpPr>
            <p:sp>
              <p:nvSpPr>
                <p:cNvPr id="3868" name="Google Shape;3868;p47"/>
                <p:cNvSpPr/>
                <p:nvPr/>
              </p:nvSpPr>
              <p:spPr>
                <a:xfrm>
                  <a:off x="2717829" y="3879553"/>
                  <a:ext cx="531875" cy="299561"/>
                </a:xfrm>
                <a:custGeom>
                  <a:avLst/>
                  <a:gdLst/>
                  <a:ahLst/>
                  <a:cxnLst/>
                  <a:rect l="l" t="t" r="r" b="b"/>
                  <a:pathLst>
                    <a:path w="531875" h="299561" extrusionOk="0">
                      <a:moveTo>
                        <a:pt x="531876" y="161068"/>
                      </a:moveTo>
                      <a:lnTo>
                        <a:pt x="252889" y="0"/>
                      </a:lnTo>
                      <a:lnTo>
                        <a:pt x="208883" y="0"/>
                      </a:lnTo>
                      <a:lnTo>
                        <a:pt x="0" y="120682"/>
                      </a:lnTo>
                      <a:lnTo>
                        <a:pt x="0" y="136779"/>
                      </a:lnTo>
                      <a:lnTo>
                        <a:pt x="282035" y="299561"/>
                      </a:lnTo>
                      <a:lnTo>
                        <a:pt x="319945" y="299561"/>
                      </a:lnTo>
                      <a:lnTo>
                        <a:pt x="531876" y="177260"/>
                      </a:lnTo>
                      <a:lnTo>
                        <a:pt x="531876" y="16106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69" name="Google Shape;3869;p47"/>
                <p:cNvSpPr/>
                <p:nvPr/>
              </p:nvSpPr>
              <p:spPr>
                <a:xfrm>
                  <a:off x="2717829" y="3873361"/>
                  <a:ext cx="531875" cy="299656"/>
                </a:xfrm>
                <a:custGeom>
                  <a:avLst/>
                  <a:gdLst/>
                  <a:ahLst/>
                  <a:cxnLst/>
                  <a:rect l="l" t="t" r="r" b="b"/>
                  <a:pathLst>
                    <a:path w="531875" h="299656" extrusionOk="0">
                      <a:moveTo>
                        <a:pt x="531876" y="161163"/>
                      </a:moveTo>
                      <a:lnTo>
                        <a:pt x="252889" y="0"/>
                      </a:lnTo>
                      <a:lnTo>
                        <a:pt x="208883" y="0"/>
                      </a:lnTo>
                      <a:lnTo>
                        <a:pt x="0" y="120682"/>
                      </a:lnTo>
                      <a:lnTo>
                        <a:pt x="0" y="136779"/>
                      </a:lnTo>
                      <a:lnTo>
                        <a:pt x="282035" y="299657"/>
                      </a:lnTo>
                      <a:lnTo>
                        <a:pt x="319945" y="299657"/>
                      </a:lnTo>
                      <a:lnTo>
                        <a:pt x="531876" y="177260"/>
                      </a:lnTo>
                      <a:lnTo>
                        <a:pt x="531876" y="16116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70" name="Google Shape;3870;p47"/>
                <p:cNvSpPr/>
                <p:nvPr/>
              </p:nvSpPr>
              <p:spPr>
                <a:xfrm>
                  <a:off x="2726877" y="3882410"/>
                  <a:ext cx="513778" cy="281558"/>
                </a:xfrm>
                <a:custGeom>
                  <a:avLst/>
                  <a:gdLst/>
                  <a:ahLst/>
                  <a:cxnLst/>
                  <a:rect l="l" t="t" r="r" b="b"/>
                  <a:pathLst>
                    <a:path w="513778" h="281558" extrusionOk="0">
                      <a:moveTo>
                        <a:pt x="513779" y="157258"/>
                      </a:moveTo>
                      <a:lnTo>
                        <a:pt x="241459" y="0"/>
                      </a:lnTo>
                      <a:lnTo>
                        <a:pt x="202311" y="0"/>
                      </a:lnTo>
                      <a:lnTo>
                        <a:pt x="0" y="116872"/>
                      </a:lnTo>
                      <a:lnTo>
                        <a:pt x="0" y="122491"/>
                      </a:lnTo>
                      <a:lnTo>
                        <a:pt x="275368" y="281559"/>
                      </a:lnTo>
                      <a:lnTo>
                        <a:pt x="308515" y="281559"/>
                      </a:lnTo>
                      <a:lnTo>
                        <a:pt x="513779" y="162973"/>
                      </a:lnTo>
                      <a:lnTo>
                        <a:pt x="513779" y="157258"/>
                      </a:lnTo>
                      <a:close/>
                    </a:path>
                  </a:pathLst>
                </a:custGeom>
                <a:solidFill>
                  <a:srgbClr val="121214">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871" name="Google Shape;3871;p47"/>
            <p:cNvGrpSpPr/>
            <p:nvPr/>
          </p:nvGrpSpPr>
          <p:grpSpPr>
            <a:xfrm>
              <a:off x="2845498" y="3907329"/>
              <a:ext cx="278572" cy="196211"/>
              <a:chOff x="2845498" y="3907329"/>
              <a:chExt cx="278572" cy="196211"/>
            </a:xfrm>
          </p:grpSpPr>
          <p:sp>
            <p:nvSpPr>
              <p:cNvPr id="3872" name="Google Shape;3872;p47"/>
              <p:cNvSpPr/>
              <p:nvPr/>
            </p:nvSpPr>
            <p:spPr>
              <a:xfrm>
                <a:off x="2845498" y="3913557"/>
                <a:ext cx="277717" cy="189983"/>
              </a:xfrm>
              <a:custGeom>
                <a:avLst/>
                <a:gdLst/>
                <a:ahLst/>
                <a:cxnLst/>
                <a:rect l="l" t="t" r="r" b="b"/>
                <a:pathLst>
                  <a:path w="277717" h="189983" extrusionOk="0">
                    <a:moveTo>
                      <a:pt x="276667" y="156496"/>
                    </a:moveTo>
                    <a:lnTo>
                      <a:pt x="263808" y="149066"/>
                    </a:lnTo>
                    <a:cubicBezTo>
                      <a:pt x="263808" y="149066"/>
                      <a:pt x="263808" y="148304"/>
                      <a:pt x="263808" y="147923"/>
                    </a:cubicBezTo>
                    <a:cubicBezTo>
                      <a:pt x="263808" y="140684"/>
                      <a:pt x="258665" y="131921"/>
                      <a:pt x="252474" y="128302"/>
                    </a:cubicBezTo>
                    <a:cubicBezTo>
                      <a:pt x="249330" y="126492"/>
                      <a:pt x="246473" y="126302"/>
                      <a:pt x="244377" y="127540"/>
                    </a:cubicBezTo>
                    <a:lnTo>
                      <a:pt x="241234" y="129350"/>
                    </a:lnTo>
                    <a:lnTo>
                      <a:pt x="241234" y="129350"/>
                    </a:lnTo>
                    <a:cubicBezTo>
                      <a:pt x="241234" y="129350"/>
                      <a:pt x="241044" y="129350"/>
                      <a:pt x="241044" y="129445"/>
                    </a:cubicBezTo>
                    <a:lnTo>
                      <a:pt x="235519" y="132683"/>
                    </a:lnTo>
                    <a:lnTo>
                      <a:pt x="233614" y="131636"/>
                    </a:lnTo>
                    <a:cubicBezTo>
                      <a:pt x="237805" y="128492"/>
                      <a:pt x="241044" y="122492"/>
                      <a:pt x="240948" y="117443"/>
                    </a:cubicBezTo>
                    <a:cubicBezTo>
                      <a:pt x="240948" y="114871"/>
                      <a:pt x="240091" y="113062"/>
                      <a:pt x="238758" y="112109"/>
                    </a:cubicBezTo>
                    <a:lnTo>
                      <a:pt x="168177" y="48768"/>
                    </a:lnTo>
                    <a:cubicBezTo>
                      <a:pt x="166939" y="47816"/>
                      <a:pt x="165415" y="47339"/>
                      <a:pt x="163605" y="47625"/>
                    </a:cubicBezTo>
                    <a:cubicBezTo>
                      <a:pt x="161510" y="45529"/>
                      <a:pt x="158748" y="44291"/>
                      <a:pt x="155700" y="44101"/>
                    </a:cubicBezTo>
                    <a:cubicBezTo>
                      <a:pt x="155509" y="43529"/>
                      <a:pt x="155223" y="43053"/>
                      <a:pt x="154842" y="42672"/>
                    </a:cubicBezTo>
                    <a:cubicBezTo>
                      <a:pt x="154461" y="42196"/>
                      <a:pt x="153985" y="41815"/>
                      <a:pt x="153509" y="41529"/>
                    </a:cubicBezTo>
                    <a:lnTo>
                      <a:pt x="153509" y="41529"/>
                    </a:lnTo>
                    <a:cubicBezTo>
                      <a:pt x="153509" y="41529"/>
                      <a:pt x="125220" y="25146"/>
                      <a:pt x="125220" y="25146"/>
                    </a:cubicBezTo>
                    <a:cubicBezTo>
                      <a:pt x="124648" y="24765"/>
                      <a:pt x="123886" y="24575"/>
                      <a:pt x="123219" y="24479"/>
                    </a:cubicBezTo>
                    <a:cubicBezTo>
                      <a:pt x="121695" y="22955"/>
                      <a:pt x="119886" y="21908"/>
                      <a:pt x="117885" y="21336"/>
                    </a:cubicBezTo>
                    <a:cubicBezTo>
                      <a:pt x="117790" y="20860"/>
                      <a:pt x="117504" y="20384"/>
                      <a:pt x="117219" y="20003"/>
                    </a:cubicBezTo>
                    <a:cubicBezTo>
                      <a:pt x="117219" y="20003"/>
                      <a:pt x="117219" y="19812"/>
                      <a:pt x="117123" y="19812"/>
                    </a:cubicBezTo>
                    <a:lnTo>
                      <a:pt x="100169" y="1143"/>
                    </a:lnTo>
                    <a:cubicBezTo>
                      <a:pt x="99788" y="667"/>
                      <a:pt x="99026" y="0"/>
                      <a:pt x="97502" y="0"/>
                    </a:cubicBezTo>
                    <a:cubicBezTo>
                      <a:pt x="93978" y="0"/>
                      <a:pt x="87977" y="3715"/>
                      <a:pt x="85881" y="7239"/>
                    </a:cubicBezTo>
                    <a:cubicBezTo>
                      <a:pt x="84738" y="9144"/>
                      <a:pt x="84929" y="10382"/>
                      <a:pt x="85310" y="11144"/>
                    </a:cubicBezTo>
                    <a:lnTo>
                      <a:pt x="96073" y="34100"/>
                    </a:lnTo>
                    <a:cubicBezTo>
                      <a:pt x="96073" y="34100"/>
                      <a:pt x="96073" y="34195"/>
                      <a:pt x="96168" y="34290"/>
                    </a:cubicBezTo>
                    <a:cubicBezTo>
                      <a:pt x="97216" y="36100"/>
                      <a:pt x="99121" y="37052"/>
                      <a:pt x="101693" y="37052"/>
                    </a:cubicBezTo>
                    <a:cubicBezTo>
                      <a:pt x="102074" y="37052"/>
                      <a:pt x="102455" y="37052"/>
                      <a:pt x="102836" y="37052"/>
                    </a:cubicBezTo>
                    <a:cubicBezTo>
                      <a:pt x="103026" y="37052"/>
                      <a:pt x="103217" y="37052"/>
                      <a:pt x="103503" y="37052"/>
                    </a:cubicBezTo>
                    <a:cubicBezTo>
                      <a:pt x="103693" y="37719"/>
                      <a:pt x="104074" y="38386"/>
                      <a:pt x="104360" y="39053"/>
                    </a:cubicBezTo>
                    <a:cubicBezTo>
                      <a:pt x="105979" y="41910"/>
                      <a:pt x="108837" y="43910"/>
                      <a:pt x="111980" y="44672"/>
                    </a:cubicBezTo>
                    <a:cubicBezTo>
                      <a:pt x="112361" y="45149"/>
                      <a:pt x="112742" y="45529"/>
                      <a:pt x="113313" y="45815"/>
                    </a:cubicBezTo>
                    <a:lnTo>
                      <a:pt x="139412" y="60960"/>
                    </a:lnTo>
                    <a:lnTo>
                      <a:pt x="136459" y="62675"/>
                    </a:lnTo>
                    <a:cubicBezTo>
                      <a:pt x="134459" y="60960"/>
                      <a:pt x="131887" y="60008"/>
                      <a:pt x="129315" y="60008"/>
                    </a:cubicBezTo>
                    <a:cubicBezTo>
                      <a:pt x="128934" y="58769"/>
                      <a:pt x="128267" y="57817"/>
                      <a:pt x="127315" y="57341"/>
                    </a:cubicBezTo>
                    <a:lnTo>
                      <a:pt x="127315" y="57341"/>
                    </a:lnTo>
                    <a:cubicBezTo>
                      <a:pt x="127315" y="57341"/>
                      <a:pt x="99026" y="40958"/>
                      <a:pt x="99026" y="40958"/>
                    </a:cubicBezTo>
                    <a:cubicBezTo>
                      <a:pt x="98454" y="40577"/>
                      <a:pt x="97788" y="40481"/>
                      <a:pt x="97025" y="40481"/>
                    </a:cubicBezTo>
                    <a:cubicBezTo>
                      <a:pt x="95692" y="39053"/>
                      <a:pt x="93978" y="38005"/>
                      <a:pt x="92073" y="37433"/>
                    </a:cubicBezTo>
                    <a:cubicBezTo>
                      <a:pt x="92073" y="36195"/>
                      <a:pt x="91691" y="35147"/>
                      <a:pt x="91025" y="34385"/>
                    </a:cubicBezTo>
                    <a:lnTo>
                      <a:pt x="91025" y="34385"/>
                    </a:lnTo>
                    <a:lnTo>
                      <a:pt x="65117" y="8192"/>
                    </a:lnTo>
                    <a:cubicBezTo>
                      <a:pt x="62259" y="4953"/>
                      <a:pt x="49972" y="14478"/>
                      <a:pt x="52449" y="18479"/>
                    </a:cubicBezTo>
                    <a:lnTo>
                      <a:pt x="72451" y="49435"/>
                    </a:lnTo>
                    <a:lnTo>
                      <a:pt x="72451" y="49435"/>
                    </a:lnTo>
                    <a:cubicBezTo>
                      <a:pt x="73404" y="50959"/>
                      <a:pt x="75404" y="51816"/>
                      <a:pt x="78071" y="51435"/>
                    </a:cubicBezTo>
                    <a:cubicBezTo>
                      <a:pt x="78357" y="52197"/>
                      <a:pt x="78642" y="52959"/>
                      <a:pt x="79023" y="53721"/>
                    </a:cubicBezTo>
                    <a:cubicBezTo>
                      <a:pt x="80642" y="56579"/>
                      <a:pt x="83405" y="58388"/>
                      <a:pt x="86453" y="59055"/>
                    </a:cubicBezTo>
                    <a:cubicBezTo>
                      <a:pt x="86834" y="59531"/>
                      <a:pt x="87215" y="59912"/>
                      <a:pt x="87691" y="60198"/>
                    </a:cubicBezTo>
                    <a:lnTo>
                      <a:pt x="114171" y="75533"/>
                    </a:lnTo>
                    <a:lnTo>
                      <a:pt x="111504" y="77057"/>
                    </a:lnTo>
                    <a:cubicBezTo>
                      <a:pt x="109503" y="75248"/>
                      <a:pt x="106836" y="74390"/>
                      <a:pt x="104169" y="74295"/>
                    </a:cubicBezTo>
                    <a:cubicBezTo>
                      <a:pt x="103788" y="73057"/>
                      <a:pt x="103122" y="72104"/>
                      <a:pt x="102169" y="71628"/>
                    </a:cubicBezTo>
                    <a:lnTo>
                      <a:pt x="73880" y="55245"/>
                    </a:lnTo>
                    <a:cubicBezTo>
                      <a:pt x="73308" y="54864"/>
                      <a:pt x="72641" y="54769"/>
                      <a:pt x="71880" y="54769"/>
                    </a:cubicBezTo>
                    <a:cubicBezTo>
                      <a:pt x="70641" y="53435"/>
                      <a:pt x="69117" y="52388"/>
                      <a:pt x="67403" y="51816"/>
                    </a:cubicBezTo>
                    <a:cubicBezTo>
                      <a:pt x="67498" y="50483"/>
                      <a:pt x="67212" y="49244"/>
                      <a:pt x="66546" y="48387"/>
                    </a:cubicBezTo>
                    <a:lnTo>
                      <a:pt x="66546" y="48387"/>
                    </a:lnTo>
                    <a:lnTo>
                      <a:pt x="39495" y="16764"/>
                    </a:lnTo>
                    <a:cubicBezTo>
                      <a:pt x="36732" y="13335"/>
                      <a:pt x="24064" y="22288"/>
                      <a:pt x="26255" y="26384"/>
                    </a:cubicBezTo>
                    <a:lnTo>
                      <a:pt x="47115" y="62389"/>
                    </a:lnTo>
                    <a:lnTo>
                      <a:pt x="47115" y="62389"/>
                    </a:lnTo>
                    <a:cubicBezTo>
                      <a:pt x="47972" y="64008"/>
                      <a:pt x="49972" y="64961"/>
                      <a:pt x="52639" y="64675"/>
                    </a:cubicBezTo>
                    <a:cubicBezTo>
                      <a:pt x="52925" y="65818"/>
                      <a:pt x="53306" y="66866"/>
                      <a:pt x="53877" y="67913"/>
                    </a:cubicBezTo>
                    <a:cubicBezTo>
                      <a:pt x="55497" y="70771"/>
                      <a:pt x="58259" y="72581"/>
                      <a:pt x="61307" y="73247"/>
                    </a:cubicBezTo>
                    <a:cubicBezTo>
                      <a:pt x="61688" y="73724"/>
                      <a:pt x="62069" y="74200"/>
                      <a:pt x="62545" y="74486"/>
                    </a:cubicBezTo>
                    <a:lnTo>
                      <a:pt x="89215" y="89916"/>
                    </a:lnTo>
                    <a:lnTo>
                      <a:pt x="86167" y="91631"/>
                    </a:lnTo>
                    <a:cubicBezTo>
                      <a:pt x="84167" y="89916"/>
                      <a:pt x="81595" y="89059"/>
                      <a:pt x="79023" y="88963"/>
                    </a:cubicBezTo>
                    <a:cubicBezTo>
                      <a:pt x="78642" y="87725"/>
                      <a:pt x="77975" y="86773"/>
                      <a:pt x="77023" y="86296"/>
                    </a:cubicBezTo>
                    <a:lnTo>
                      <a:pt x="48734" y="69913"/>
                    </a:lnTo>
                    <a:cubicBezTo>
                      <a:pt x="48162" y="69533"/>
                      <a:pt x="47496" y="69437"/>
                      <a:pt x="46733" y="69437"/>
                    </a:cubicBezTo>
                    <a:cubicBezTo>
                      <a:pt x="45209" y="67723"/>
                      <a:pt x="43209" y="66675"/>
                      <a:pt x="41019" y="66104"/>
                    </a:cubicBezTo>
                    <a:cubicBezTo>
                      <a:pt x="41114" y="64199"/>
                      <a:pt x="40542" y="62675"/>
                      <a:pt x="39495" y="61722"/>
                    </a:cubicBezTo>
                    <a:lnTo>
                      <a:pt x="39495" y="61722"/>
                    </a:lnTo>
                    <a:cubicBezTo>
                      <a:pt x="39495" y="61722"/>
                      <a:pt x="11586" y="40577"/>
                      <a:pt x="11586" y="40577"/>
                    </a:cubicBezTo>
                    <a:cubicBezTo>
                      <a:pt x="8253" y="37814"/>
                      <a:pt x="-2511" y="48959"/>
                      <a:pt x="537" y="52578"/>
                    </a:cubicBezTo>
                    <a:lnTo>
                      <a:pt x="23302" y="79248"/>
                    </a:lnTo>
                    <a:lnTo>
                      <a:pt x="23302" y="79248"/>
                    </a:lnTo>
                    <a:cubicBezTo>
                      <a:pt x="24350" y="80391"/>
                      <a:pt x="25969" y="80963"/>
                      <a:pt x="28065" y="80677"/>
                    </a:cubicBezTo>
                    <a:cubicBezTo>
                      <a:pt x="28255" y="81344"/>
                      <a:pt x="28541" y="82010"/>
                      <a:pt x="28922" y="82677"/>
                    </a:cubicBezTo>
                    <a:cubicBezTo>
                      <a:pt x="30541" y="85535"/>
                      <a:pt x="33303" y="87344"/>
                      <a:pt x="36351" y="88011"/>
                    </a:cubicBezTo>
                    <a:cubicBezTo>
                      <a:pt x="36732" y="88487"/>
                      <a:pt x="37113" y="88868"/>
                      <a:pt x="37590" y="89154"/>
                    </a:cubicBezTo>
                    <a:lnTo>
                      <a:pt x="65879" y="105537"/>
                    </a:lnTo>
                    <a:cubicBezTo>
                      <a:pt x="66831" y="106109"/>
                      <a:pt x="68070" y="106204"/>
                      <a:pt x="69403" y="105918"/>
                    </a:cubicBezTo>
                    <a:cubicBezTo>
                      <a:pt x="70070" y="107061"/>
                      <a:pt x="70927" y="108013"/>
                      <a:pt x="71784" y="108776"/>
                    </a:cubicBezTo>
                    <a:cubicBezTo>
                      <a:pt x="71403" y="110204"/>
                      <a:pt x="71213" y="111633"/>
                      <a:pt x="71213" y="113062"/>
                    </a:cubicBezTo>
                    <a:cubicBezTo>
                      <a:pt x="71213" y="116586"/>
                      <a:pt x="72451" y="118967"/>
                      <a:pt x="74451" y="120110"/>
                    </a:cubicBezTo>
                    <a:lnTo>
                      <a:pt x="115599" y="142399"/>
                    </a:lnTo>
                    <a:lnTo>
                      <a:pt x="94549" y="144209"/>
                    </a:lnTo>
                    <a:lnTo>
                      <a:pt x="94549" y="144209"/>
                    </a:lnTo>
                    <a:cubicBezTo>
                      <a:pt x="93692" y="144209"/>
                      <a:pt x="92834" y="144685"/>
                      <a:pt x="92073" y="145352"/>
                    </a:cubicBezTo>
                    <a:cubicBezTo>
                      <a:pt x="91120" y="145066"/>
                      <a:pt x="90167" y="144971"/>
                      <a:pt x="89120" y="144971"/>
                    </a:cubicBezTo>
                    <a:cubicBezTo>
                      <a:pt x="88644" y="143828"/>
                      <a:pt x="87882" y="142970"/>
                      <a:pt x="86929" y="142494"/>
                    </a:cubicBezTo>
                    <a:lnTo>
                      <a:pt x="86929" y="142494"/>
                    </a:lnTo>
                    <a:cubicBezTo>
                      <a:pt x="86929" y="142494"/>
                      <a:pt x="54449" y="129350"/>
                      <a:pt x="54449" y="129350"/>
                    </a:cubicBezTo>
                    <a:cubicBezTo>
                      <a:pt x="50544" y="127540"/>
                      <a:pt x="43114" y="141161"/>
                      <a:pt x="46924" y="143828"/>
                    </a:cubicBezTo>
                    <a:lnTo>
                      <a:pt x="75880" y="163640"/>
                    </a:lnTo>
                    <a:lnTo>
                      <a:pt x="75880" y="163640"/>
                    </a:lnTo>
                    <a:cubicBezTo>
                      <a:pt x="77214" y="164497"/>
                      <a:pt x="78928" y="164687"/>
                      <a:pt x="80928" y="163735"/>
                    </a:cubicBezTo>
                    <a:cubicBezTo>
                      <a:pt x="84262" y="167354"/>
                      <a:pt x="89787" y="168307"/>
                      <a:pt x="94263" y="165926"/>
                    </a:cubicBezTo>
                    <a:cubicBezTo>
                      <a:pt x="94930" y="166307"/>
                      <a:pt x="95692" y="166402"/>
                      <a:pt x="96359" y="166307"/>
                    </a:cubicBezTo>
                    <a:lnTo>
                      <a:pt x="96359" y="166307"/>
                    </a:lnTo>
                    <a:lnTo>
                      <a:pt x="118647" y="164402"/>
                    </a:lnTo>
                    <a:cubicBezTo>
                      <a:pt x="119695" y="164402"/>
                      <a:pt x="120743" y="163735"/>
                      <a:pt x="121600" y="162782"/>
                    </a:cubicBezTo>
                    <a:cubicBezTo>
                      <a:pt x="124553" y="163830"/>
                      <a:pt x="127982" y="163640"/>
                      <a:pt x="130839" y="161925"/>
                    </a:cubicBezTo>
                    <a:cubicBezTo>
                      <a:pt x="131125" y="161735"/>
                      <a:pt x="131506" y="161544"/>
                      <a:pt x="131792" y="161354"/>
                    </a:cubicBezTo>
                    <a:cubicBezTo>
                      <a:pt x="134459" y="162687"/>
                      <a:pt x="136840" y="162687"/>
                      <a:pt x="138555" y="161639"/>
                    </a:cubicBezTo>
                    <a:lnTo>
                      <a:pt x="144460" y="158210"/>
                    </a:lnTo>
                    <a:lnTo>
                      <a:pt x="164463" y="169069"/>
                    </a:lnTo>
                    <a:lnTo>
                      <a:pt x="164463" y="169069"/>
                    </a:lnTo>
                    <a:cubicBezTo>
                      <a:pt x="165987" y="169926"/>
                      <a:pt x="168177" y="169831"/>
                      <a:pt x="170558" y="168402"/>
                    </a:cubicBezTo>
                    <a:lnTo>
                      <a:pt x="185417" y="159734"/>
                    </a:lnTo>
                    <a:lnTo>
                      <a:pt x="191133" y="162973"/>
                    </a:lnTo>
                    <a:cubicBezTo>
                      <a:pt x="191133" y="162973"/>
                      <a:pt x="191133" y="163640"/>
                      <a:pt x="191133" y="163925"/>
                    </a:cubicBezTo>
                    <a:cubicBezTo>
                      <a:pt x="191133" y="171164"/>
                      <a:pt x="196276" y="179927"/>
                      <a:pt x="202467" y="183547"/>
                    </a:cubicBezTo>
                    <a:cubicBezTo>
                      <a:pt x="205611" y="185357"/>
                      <a:pt x="208468" y="185547"/>
                      <a:pt x="210564" y="184309"/>
                    </a:cubicBezTo>
                    <a:lnTo>
                      <a:pt x="213992" y="182309"/>
                    </a:lnTo>
                    <a:lnTo>
                      <a:pt x="219327" y="179165"/>
                    </a:lnTo>
                    <a:lnTo>
                      <a:pt x="237138" y="189452"/>
                    </a:lnTo>
                    <a:cubicBezTo>
                      <a:pt x="238281" y="190214"/>
                      <a:pt x="239900" y="190214"/>
                      <a:pt x="241710" y="189071"/>
                    </a:cubicBezTo>
                    <a:lnTo>
                      <a:pt x="271524" y="171831"/>
                    </a:lnTo>
                    <a:cubicBezTo>
                      <a:pt x="274953" y="169831"/>
                      <a:pt x="277810" y="164973"/>
                      <a:pt x="277715" y="160973"/>
                    </a:cubicBezTo>
                    <a:cubicBezTo>
                      <a:pt x="277715" y="158972"/>
                      <a:pt x="276953" y="157544"/>
                      <a:pt x="275810" y="156877"/>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73" name="Google Shape;3873;p47"/>
              <p:cNvSpPr/>
              <p:nvPr/>
            </p:nvSpPr>
            <p:spPr>
              <a:xfrm>
                <a:off x="2923233" y="3943035"/>
                <a:ext cx="22264" cy="22359"/>
              </a:xfrm>
              <a:custGeom>
                <a:avLst/>
                <a:gdLst/>
                <a:ahLst/>
                <a:cxnLst/>
                <a:rect l="l" t="t" r="r" b="b"/>
                <a:pathLst>
                  <a:path w="22264" h="22359" extrusionOk="0">
                    <a:moveTo>
                      <a:pt x="5574" y="1574"/>
                    </a:moveTo>
                    <a:cubicBezTo>
                      <a:pt x="240" y="4717"/>
                      <a:pt x="-1570" y="11480"/>
                      <a:pt x="1478" y="16814"/>
                    </a:cubicBezTo>
                    <a:cubicBezTo>
                      <a:pt x="4527" y="22148"/>
                      <a:pt x="11385" y="23957"/>
                      <a:pt x="16719" y="20814"/>
                    </a:cubicBezTo>
                    <a:cubicBezTo>
                      <a:pt x="22053" y="17766"/>
                      <a:pt x="23862" y="10908"/>
                      <a:pt x="20719" y="5574"/>
                    </a:cubicBezTo>
                    <a:cubicBezTo>
                      <a:pt x="17671" y="240"/>
                      <a:pt x="10813" y="-1569"/>
                      <a:pt x="5479" y="14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74" name="Google Shape;3874;p47"/>
              <p:cNvSpPr/>
              <p:nvPr/>
            </p:nvSpPr>
            <p:spPr>
              <a:xfrm>
                <a:off x="2897714" y="3913564"/>
                <a:ext cx="39953" cy="44080"/>
              </a:xfrm>
              <a:custGeom>
                <a:avLst/>
                <a:gdLst/>
                <a:ahLst/>
                <a:cxnLst/>
                <a:rect l="l" t="t" r="r" b="b"/>
                <a:pathLst>
                  <a:path w="39953" h="44080" extrusionOk="0">
                    <a:moveTo>
                      <a:pt x="20330" y="41998"/>
                    </a:moveTo>
                    <a:lnTo>
                      <a:pt x="20330" y="41998"/>
                    </a:lnTo>
                    <a:cubicBezTo>
                      <a:pt x="21378" y="43618"/>
                      <a:pt x="23569" y="44475"/>
                      <a:pt x="26521" y="43903"/>
                    </a:cubicBezTo>
                    <a:cubicBezTo>
                      <a:pt x="31760" y="42951"/>
                      <a:pt x="37570" y="37998"/>
                      <a:pt x="39380" y="32950"/>
                    </a:cubicBezTo>
                    <a:cubicBezTo>
                      <a:pt x="40332" y="30378"/>
                      <a:pt x="40047" y="28282"/>
                      <a:pt x="38904" y="26949"/>
                    </a:cubicBezTo>
                    <a:lnTo>
                      <a:pt x="38904" y="26949"/>
                    </a:lnTo>
                    <a:lnTo>
                      <a:pt x="12996" y="660"/>
                    </a:lnTo>
                    <a:cubicBezTo>
                      <a:pt x="10138" y="-2579"/>
                      <a:pt x="-2149" y="6946"/>
                      <a:pt x="328" y="10947"/>
                    </a:cubicBezTo>
                    <a:lnTo>
                      <a:pt x="20330" y="4190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875" name="Google Shape;3875;p47"/>
              <p:cNvGrpSpPr/>
              <p:nvPr/>
            </p:nvGrpSpPr>
            <p:grpSpPr>
              <a:xfrm>
                <a:off x="2931093" y="3946713"/>
                <a:ext cx="44101" cy="36579"/>
                <a:chOff x="2931093" y="3946713"/>
                <a:chExt cx="44101" cy="36579"/>
              </a:xfrm>
            </p:grpSpPr>
            <p:sp>
              <p:nvSpPr>
                <p:cNvPr id="3876" name="Google Shape;3876;p47"/>
                <p:cNvSpPr/>
                <p:nvPr/>
              </p:nvSpPr>
              <p:spPr>
                <a:xfrm>
                  <a:off x="2931093" y="3946713"/>
                  <a:ext cx="41719" cy="35995"/>
                </a:xfrm>
                <a:custGeom>
                  <a:avLst/>
                  <a:gdLst/>
                  <a:ahLst/>
                  <a:cxnLst/>
                  <a:rect l="l" t="t" r="r" b="b"/>
                  <a:pathLst>
                    <a:path w="41719" h="35995" extrusionOk="0">
                      <a:moveTo>
                        <a:pt x="13430" y="467"/>
                      </a:moveTo>
                      <a:lnTo>
                        <a:pt x="41720" y="16850"/>
                      </a:lnTo>
                      <a:lnTo>
                        <a:pt x="30575" y="35995"/>
                      </a:lnTo>
                      <a:lnTo>
                        <a:pt x="2286" y="19612"/>
                      </a:lnTo>
                      <a:cubicBezTo>
                        <a:pt x="857" y="18850"/>
                        <a:pt x="0" y="17041"/>
                        <a:pt x="0" y="14564"/>
                      </a:cubicBezTo>
                      <a:cubicBezTo>
                        <a:pt x="0" y="9611"/>
                        <a:pt x="3524" y="3515"/>
                        <a:pt x="7906" y="1038"/>
                      </a:cubicBezTo>
                      <a:cubicBezTo>
                        <a:pt x="10096" y="-200"/>
                        <a:pt x="12001" y="-295"/>
                        <a:pt x="13430" y="56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77" name="Google Shape;3877;p47"/>
                <p:cNvSpPr/>
                <p:nvPr/>
              </p:nvSpPr>
              <p:spPr>
                <a:xfrm>
                  <a:off x="2959476" y="3963092"/>
                  <a:ext cx="15718" cy="20200"/>
                </a:xfrm>
                <a:custGeom>
                  <a:avLst/>
                  <a:gdLst/>
                  <a:ahLst/>
                  <a:cxnLst/>
                  <a:rect l="l" t="t" r="r" b="b"/>
                  <a:pathLst>
                    <a:path w="15718" h="20200" extrusionOk="0">
                      <a:moveTo>
                        <a:pt x="7812" y="1043"/>
                      </a:moveTo>
                      <a:cubicBezTo>
                        <a:pt x="3431" y="3519"/>
                        <a:pt x="-93" y="9616"/>
                        <a:pt x="2" y="14569"/>
                      </a:cubicBezTo>
                      <a:cubicBezTo>
                        <a:pt x="2" y="19617"/>
                        <a:pt x="3431" y="21617"/>
                        <a:pt x="7812" y="19141"/>
                      </a:cubicBezTo>
                      <a:cubicBezTo>
                        <a:pt x="12194" y="16664"/>
                        <a:pt x="15718" y="10568"/>
                        <a:pt x="15718" y="5615"/>
                      </a:cubicBezTo>
                      <a:cubicBezTo>
                        <a:pt x="15718" y="662"/>
                        <a:pt x="12194" y="-1433"/>
                        <a:pt x="7908" y="10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878" name="Google Shape;3878;p47"/>
              <p:cNvSpPr/>
              <p:nvPr/>
            </p:nvSpPr>
            <p:spPr>
              <a:xfrm>
                <a:off x="2963619" y="3966276"/>
                <a:ext cx="22263" cy="22292"/>
              </a:xfrm>
              <a:custGeom>
                <a:avLst/>
                <a:gdLst/>
                <a:ahLst/>
                <a:cxnLst/>
                <a:rect l="l" t="t" r="r" b="b"/>
                <a:pathLst>
                  <a:path w="22263" h="22292" extrusionOk="0">
                    <a:moveTo>
                      <a:pt x="5574" y="1478"/>
                    </a:moveTo>
                    <a:cubicBezTo>
                      <a:pt x="240" y="4622"/>
                      <a:pt x="-1570" y="11384"/>
                      <a:pt x="1478" y="16718"/>
                    </a:cubicBezTo>
                    <a:cubicBezTo>
                      <a:pt x="4526" y="22052"/>
                      <a:pt x="11384" y="23862"/>
                      <a:pt x="16718" y="20814"/>
                    </a:cubicBezTo>
                    <a:cubicBezTo>
                      <a:pt x="22052" y="17671"/>
                      <a:pt x="23862" y="10908"/>
                      <a:pt x="20719" y="5574"/>
                    </a:cubicBezTo>
                    <a:cubicBezTo>
                      <a:pt x="17671" y="240"/>
                      <a:pt x="10813" y="-1569"/>
                      <a:pt x="5479" y="14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79" name="Google Shape;3879;p47"/>
              <p:cNvSpPr/>
              <p:nvPr/>
            </p:nvSpPr>
            <p:spPr>
              <a:xfrm>
                <a:off x="2949141" y="3928176"/>
                <a:ext cx="22264" cy="22292"/>
              </a:xfrm>
              <a:custGeom>
                <a:avLst/>
                <a:gdLst/>
                <a:ahLst/>
                <a:cxnLst/>
                <a:rect l="l" t="t" r="r" b="b"/>
                <a:pathLst>
                  <a:path w="22264" h="22292" extrusionOk="0">
                    <a:moveTo>
                      <a:pt x="5574" y="1478"/>
                    </a:moveTo>
                    <a:cubicBezTo>
                      <a:pt x="240" y="4526"/>
                      <a:pt x="-1570" y="11384"/>
                      <a:pt x="1478" y="16718"/>
                    </a:cubicBezTo>
                    <a:cubicBezTo>
                      <a:pt x="4527" y="22052"/>
                      <a:pt x="11385" y="23862"/>
                      <a:pt x="16719" y="20814"/>
                    </a:cubicBezTo>
                    <a:cubicBezTo>
                      <a:pt x="22053" y="17766"/>
                      <a:pt x="23862" y="10908"/>
                      <a:pt x="20719" y="5574"/>
                    </a:cubicBezTo>
                    <a:cubicBezTo>
                      <a:pt x="17671" y="240"/>
                      <a:pt x="10813" y="-1569"/>
                      <a:pt x="5479" y="14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80" name="Google Shape;3880;p47"/>
              <p:cNvSpPr/>
              <p:nvPr/>
            </p:nvSpPr>
            <p:spPr>
              <a:xfrm>
                <a:off x="2931246" y="3907329"/>
                <a:ext cx="31625" cy="35325"/>
              </a:xfrm>
              <a:custGeom>
                <a:avLst/>
                <a:gdLst/>
                <a:ahLst/>
                <a:cxnLst/>
                <a:rect l="l" t="t" r="r" b="b"/>
                <a:pathLst>
                  <a:path w="31625" h="35325" extrusionOk="0">
                    <a:moveTo>
                      <a:pt x="11087" y="32802"/>
                    </a:moveTo>
                    <a:lnTo>
                      <a:pt x="11087" y="32802"/>
                    </a:lnTo>
                    <a:cubicBezTo>
                      <a:pt x="11944" y="34517"/>
                      <a:pt x="14039" y="35565"/>
                      <a:pt x="17087" y="35279"/>
                    </a:cubicBezTo>
                    <a:cubicBezTo>
                      <a:pt x="22421" y="34802"/>
                      <a:pt x="28613" y="30326"/>
                      <a:pt x="30803" y="25468"/>
                    </a:cubicBezTo>
                    <a:cubicBezTo>
                      <a:pt x="31946" y="22992"/>
                      <a:pt x="31851" y="20896"/>
                      <a:pt x="30803" y="19467"/>
                    </a:cubicBezTo>
                    <a:lnTo>
                      <a:pt x="30803" y="19467"/>
                    </a:lnTo>
                    <a:cubicBezTo>
                      <a:pt x="30803" y="19467"/>
                      <a:pt x="13754" y="798"/>
                      <a:pt x="13754" y="798"/>
                    </a:cubicBezTo>
                    <a:cubicBezTo>
                      <a:pt x="11087" y="-2631"/>
                      <a:pt x="-1867" y="5847"/>
                      <a:pt x="228" y="9942"/>
                    </a:cubicBezTo>
                    <a:lnTo>
                      <a:pt x="10991" y="3289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881" name="Google Shape;3881;p47"/>
              <p:cNvGrpSpPr/>
              <p:nvPr/>
            </p:nvGrpSpPr>
            <p:grpSpPr>
              <a:xfrm>
                <a:off x="2957001" y="3931664"/>
                <a:ext cx="44006" cy="36578"/>
                <a:chOff x="2957001" y="3931664"/>
                <a:chExt cx="44006" cy="36578"/>
              </a:xfrm>
            </p:grpSpPr>
            <p:sp>
              <p:nvSpPr>
                <p:cNvPr id="3882" name="Google Shape;3882;p47"/>
                <p:cNvSpPr/>
                <p:nvPr/>
              </p:nvSpPr>
              <p:spPr>
                <a:xfrm>
                  <a:off x="2957001" y="3931664"/>
                  <a:ext cx="41719" cy="36090"/>
                </a:xfrm>
                <a:custGeom>
                  <a:avLst/>
                  <a:gdLst/>
                  <a:ahLst/>
                  <a:cxnLst/>
                  <a:rect l="l" t="t" r="r" b="b"/>
                  <a:pathLst>
                    <a:path w="41719" h="36090" extrusionOk="0">
                      <a:moveTo>
                        <a:pt x="30575" y="36090"/>
                      </a:moveTo>
                      <a:lnTo>
                        <a:pt x="2286" y="19707"/>
                      </a:lnTo>
                      <a:cubicBezTo>
                        <a:pt x="857" y="18850"/>
                        <a:pt x="0" y="17136"/>
                        <a:pt x="0" y="14564"/>
                      </a:cubicBezTo>
                      <a:cubicBezTo>
                        <a:pt x="0" y="9611"/>
                        <a:pt x="3524" y="3515"/>
                        <a:pt x="7906" y="1039"/>
                      </a:cubicBezTo>
                      <a:cubicBezTo>
                        <a:pt x="10096" y="-200"/>
                        <a:pt x="12001" y="-295"/>
                        <a:pt x="13430" y="562"/>
                      </a:cubicBezTo>
                      <a:lnTo>
                        <a:pt x="41720" y="16945"/>
                      </a:lnTo>
                      <a:lnTo>
                        <a:pt x="30575" y="3609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83" name="Google Shape;3883;p47"/>
                <p:cNvSpPr/>
                <p:nvPr/>
              </p:nvSpPr>
              <p:spPr>
                <a:xfrm>
                  <a:off x="2985291" y="3948025"/>
                  <a:ext cx="15716" cy="20217"/>
                </a:xfrm>
                <a:custGeom>
                  <a:avLst/>
                  <a:gdLst/>
                  <a:ahLst/>
                  <a:cxnLst/>
                  <a:rect l="l" t="t" r="r" b="b"/>
                  <a:pathLst>
                    <a:path w="15716" h="20217" extrusionOk="0">
                      <a:moveTo>
                        <a:pt x="7906" y="1060"/>
                      </a:moveTo>
                      <a:cubicBezTo>
                        <a:pt x="3524" y="3537"/>
                        <a:pt x="0" y="9632"/>
                        <a:pt x="0" y="14586"/>
                      </a:cubicBezTo>
                      <a:cubicBezTo>
                        <a:pt x="0" y="19634"/>
                        <a:pt x="3524" y="21634"/>
                        <a:pt x="7810" y="19157"/>
                      </a:cubicBezTo>
                      <a:cubicBezTo>
                        <a:pt x="12192" y="16681"/>
                        <a:pt x="15716" y="10585"/>
                        <a:pt x="15716" y="5632"/>
                      </a:cubicBezTo>
                      <a:cubicBezTo>
                        <a:pt x="15716" y="584"/>
                        <a:pt x="12192" y="-1417"/>
                        <a:pt x="7906" y="106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884" name="Google Shape;3884;p47"/>
              <p:cNvSpPr/>
              <p:nvPr/>
            </p:nvSpPr>
            <p:spPr>
              <a:xfrm>
                <a:off x="2989527" y="3951322"/>
                <a:ext cx="22263" cy="22292"/>
              </a:xfrm>
              <a:custGeom>
                <a:avLst/>
                <a:gdLst/>
                <a:ahLst/>
                <a:cxnLst/>
                <a:rect l="l" t="t" r="r" b="b"/>
                <a:pathLst>
                  <a:path w="22263" h="22292" extrusionOk="0">
                    <a:moveTo>
                      <a:pt x="5574" y="1478"/>
                    </a:moveTo>
                    <a:cubicBezTo>
                      <a:pt x="240" y="4622"/>
                      <a:pt x="-1570" y="11384"/>
                      <a:pt x="1478" y="16718"/>
                    </a:cubicBezTo>
                    <a:cubicBezTo>
                      <a:pt x="4622" y="22052"/>
                      <a:pt x="11384" y="23862"/>
                      <a:pt x="16718" y="20814"/>
                    </a:cubicBezTo>
                    <a:cubicBezTo>
                      <a:pt x="22052" y="17766"/>
                      <a:pt x="23862" y="10908"/>
                      <a:pt x="20719" y="5574"/>
                    </a:cubicBezTo>
                    <a:cubicBezTo>
                      <a:pt x="17575" y="240"/>
                      <a:pt x="10813" y="-1570"/>
                      <a:pt x="5479" y="14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85" name="Google Shape;3885;p47"/>
              <p:cNvSpPr/>
              <p:nvPr/>
            </p:nvSpPr>
            <p:spPr>
              <a:xfrm>
                <a:off x="2898373" y="3957322"/>
                <a:ext cx="22264" cy="22292"/>
              </a:xfrm>
              <a:custGeom>
                <a:avLst/>
                <a:gdLst/>
                <a:ahLst/>
                <a:cxnLst/>
                <a:rect l="l" t="t" r="r" b="b"/>
                <a:pathLst>
                  <a:path w="22264" h="22292" extrusionOk="0">
                    <a:moveTo>
                      <a:pt x="5574" y="1478"/>
                    </a:moveTo>
                    <a:cubicBezTo>
                      <a:pt x="240" y="4622"/>
                      <a:pt x="-1570" y="11384"/>
                      <a:pt x="1478" y="16718"/>
                    </a:cubicBezTo>
                    <a:cubicBezTo>
                      <a:pt x="4527" y="22052"/>
                      <a:pt x="11384" y="23862"/>
                      <a:pt x="16719" y="20814"/>
                    </a:cubicBezTo>
                    <a:cubicBezTo>
                      <a:pt x="22053" y="17766"/>
                      <a:pt x="23862" y="10908"/>
                      <a:pt x="20719" y="5574"/>
                    </a:cubicBezTo>
                    <a:cubicBezTo>
                      <a:pt x="17576" y="240"/>
                      <a:pt x="10813" y="-1569"/>
                      <a:pt x="5479" y="14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86" name="Google Shape;3886;p47"/>
              <p:cNvSpPr/>
              <p:nvPr/>
            </p:nvSpPr>
            <p:spPr>
              <a:xfrm>
                <a:off x="2871785" y="3922214"/>
                <a:ext cx="41464" cy="48671"/>
              </a:xfrm>
              <a:custGeom>
                <a:avLst/>
                <a:gdLst/>
                <a:ahLst/>
                <a:cxnLst/>
                <a:rect l="l" t="t" r="r" b="b"/>
                <a:pathLst>
                  <a:path w="41464" h="48671" extrusionOk="0">
                    <a:moveTo>
                      <a:pt x="21303" y="46302"/>
                    </a:moveTo>
                    <a:lnTo>
                      <a:pt x="21303" y="46302"/>
                    </a:lnTo>
                    <a:cubicBezTo>
                      <a:pt x="22256" y="48016"/>
                      <a:pt x="24351" y="48969"/>
                      <a:pt x="27304" y="48588"/>
                    </a:cubicBezTo>
                    <a:cubicBezTo>
                      <a:pt x="32638" y="47921"/>
                      <a:pt x="38734" y="43349"/>
                      <a:pt x="40734" y="38396"/>
                    </a:cubicBezTo>
                    <a:cubicBezTo>
                      <a:pt x="41782" y="35920"/>
                      <a:pt x="41687" y="33824"/>
                      <a:pt x="40544" y="32395"/>
                    </a:cubicBezTo>
                    <a:lnTo>
                      <a:pt x="40544" y="32395"/>
                    </a:lnTo>
                    <a:cubicBezTo>
                      <a:pt x="40544" y="32395"/>
                      <a:pt x="13493" y="773"/>
                      <a:pt x="13493" y="773"/>
                    </a:cubicBezTo>
                    <a:cubicBezTo>
                      <a:pt x="10731" y="-2657"/>
                      <a:pt x="-1937" y="6202"/>
                      <a:pt x="253" y="10298"/>
                    </a:cubicBezTo>
                    <a:lnTo>
                      <a:pt x="21113" y="4630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887" name="Google Shape;3887;p47"/>
              <p:cNvGrpSpPr/>
              <p:nvPr/>
            </p:nvGrpSpPr>
            <p:grpSpPr>
              <a:xfrm>
                <a:off x="2906233" y="3960887"/>
                <a:ext cx="44101" cy="36597"/>
                <a:chOff x="2906233" y="3960887"/>
                <a:chExt cx="44101" cy="36597"/>
              </a:xfrm>
            </p:grpSpPr>
            <p:sp>
              <p:nvSpPr>
                <p:cNvPr id="3888" name="Google Shape;3888;p47"/>
                <p:cNvSpPr/>
                <p:nvPr/>
              </p:nvSpPr>
              <p:spPr>
                <a:xfrm>
                  <a:off x="2906233" y="3960887"/>
                  <a:ext cx="41719" cy="36013"/>
                </a:xfrm>
                <a:custGeom>
                  <a:avLst/>
                  <a:gdLst/>
                  <a:ahLst/>
                  <a:cxnLst/>
                  <a:rect l="l" t="t" r="r" b="b"/>
                  <a:pathLst>
                    <a:path w="41719" h="36013" extrusionOk="0">
                      <a:moveTo>
                        <a:pt x="13430" y="485"/>
                      </a:moveTo>
                      <a:lnTo>
                        <a:pt x="41720" y="16868"/>
                      </a:lnTo>
                      <a:lnTo>
                        <a:pt x="30575" y="36014"/>
                      </a:lnTo>
                      <a:lnTo>
                        <a:pt x="2286" y="19630"/>
                      </a:lnTo>
                      <a:cubicBezTo>
                        <a:pt x="857" y="18773"/>
                        <a:pt x="0" y="17059"/>
                        <a:pt x="0" y="14582"/>
                      </a:cubicBezTo>
                      <a:cubicBezTo>
                        <a:pt x="0" y="9629"/>
                        <a:pt x="3524" y="3533"/>
                        <a:pt x="7906" y="1057"/>
                      </a:cubicBezTo>
                      <a:cubicBezTo>
                        <a:pt x="10096" y="-181"/>
                        <a:pt x="12002" y="-277"/>
                        <a:pt x="13430" y="48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89" name="Google Shape;3889;p47"/>
                <p:cNvSpPr/>
                <p:nvPr/>
              </p:nvSpPr>
              <p:spPr>
                <a:xfrm>
                  <a:off x="2934618" y="3977267"/>
                  <a:ext cx="15716" cy="20217"/>
                </a:xfrm>
                <a:custGeom>
                  <a:avLst/>
                  <a:gdLst/>
                  <a:ahLst/>
                  <a:cxnLst/>
                  <a:rect l="l" t="t" r="r" b="b"/>
                  <a:pathLst>
                    <a:path w="15716" h="20217" extrusionOk="0">
                      <a:moveTo>
                        <a:pt x="7906" y="1060"/>
                      </a:moveTo>
                      <a:cubicBezTo>
                        <a:pt x="3524" y="3536"/>
                        <a:pt x="0" y="9632"/>
                        <a:pt x="0" y="14585"/>
                      </a:cubicBezTo>
                      <a:cubicBezTo>
                        <a:pt x="0" y="19634"/>
                        <a:pt x="3524" y="21634"/>
                        <a:pt x="7811" y="19157"/>
                      </a:cubicBezTo>
                      <a:cubicBezTo>
                        <a:pt x="12097" y="16681"/>
                        <a:pt x="15716" y="10585"/>
                        <a:pt x="15716" y="5632"/>
                      </a:cubicBezTo>
                      <a:cubicBezTo>
                        <a:pt x="15716" y="584"/>
                        <a:pt x="12192" y="-1417"/>
                        <a:pt x="7906" y="106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890" name="Google Shape;3890;p47"/>
              <p:cNvSpPr/>
              <p:nvPr/>
            </p:nvSpPr>
            <p:spPr>
              <a:xfrm>
                <a:off x="2938854" y="3980468"/>
                <a:ext cx="22264" cy="22292"/>
              </a:xfrm>
              <a:custGeom>
                <a:avLst/>
                <a:gdLst/>
                <a:ahLst/>
                <a:cxnLst/>
                <a:rect l="l" t="t" r="r" b="b"/>
                <a:pathLst>
                  <a:path w="22264" h="22292" extrusionOk="0">
                    <a:moveTo>
                      <a:pt x="5574" y="1478"/>
                    </a:moveTo>
                    <a:cubicBezTo>
                      <a:pt x="240" y="4526"/>
                      <a:pt x="-1570" y="11384"/>
                      <a:pt x="1478" y="16718"/>
                    </a:cubicBezTo>
                    <a:cubicBezTo>
                      <a:pt x="4527" y="22052"/>
                      <a:pt x="11384" y="23862"/>
                      <a:pt x="16719" y="20814"/>
                    </a:cubicBezTo>
                    <a:cubicBezTo>
                      <a:pt x="22053" y="17766"/>
                      <a:pt x="23862" y="10908"/>
                      <a:pt x="20719" y="5574"/>
                    </a:cubicBezTo>
                    <a:cubicBezTo>
                      <a:pt x="17576" y="240"/>
                      <a:pt x="10813" y="-1570"/>
                      <a:pt x="5479" y="14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91" name="Google Shape;3891;p47"/>
              <p:cNvSpPr/>
              <p:nvPr/>
            </p:nvSpPr>
            <p:spPr>
              <a:xfrm>
                <a:off x="2873513" y="3971896"/>
                <a:ext cx="22264" cy="22359"/>
              </a:xfrm>
              <a:custGeom>
                <a:avLst/>
                <a:gdLst/>
                <a:ahLst/>
                <a:cxnLst/>
                <a:rect l="l" t="t" r="r" b="b"/>
                <a:pathLst>
                  <a:path w="22264" h="22359" extrusionOk="0">
                    <a:moveTo>
                      <a:pt x="5574" y="1574"/>
                    </a:moveTo>
                    <a:cubicBezTo>
                      <a:pt x="240" y="4622"/>
                      <a:pt x="-1569" y="11480"/>
                      <a:pt x="1478" y="16814"/>
                    </a:cubicBezTo>
                    <a:cubicBezTo>
                      <a:pt x="4622" y="22148"/>
                      <a:pt x="11384" y="23957"/>
                      <a:pt x="16718" y="20814"/>
                    </a:cubicBezTo>
                    <a:cubicBezTo>
                      <a:pt x="22052" y="17766"/>
                      <a:pt x="23862" y="10908"/>
                      <a:pt x="20719" y="5574"/>
                    </a:cubicBezTo>
                    <a:cubicBezTo>
                      <a:pt x="17671" y="240"/>
                      <a:pt x="10813" y="-1569"/>
                      <a:pt x="5479" y="14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92" name="Google Shape;3892;p47"/>
              <p:cNvSpPr/>
              <p:nvPr/>
            </p:nvSpPr>
            <p:spPr>
              <a:xfrm>
                <a:off x="2845974" y="3946244"/>
                <a:ext cx="41048" cy="40575"/>
              </a:xfrm>
              <a:custGeom>
                <a:avLst/>
                <a:gdLst/>
                <a:ahLst/>
                <a:cxnLst/>
                <a:rect l="l" t="t" r="r" b="b"/>
                <a:pathLst>
                  <a:path w="41048" h="40575" extrusionOk="0">
                    <a:moveTo>
                      <a:pt x="537" y="12366"/>
                    </a:moveTo>
                    <a:lnTo>
                      <a:pt x="23302" y="39036"/>
                    </a:lnTo>
                    <a:lnTo>
                      <a:pt x="23302" y="39036"/>
                    </a:lnTo>
                    <a:cubicBezTo>
                      <a:pt x="24636" y="40560"/>
                      <a:pt x="26827" y="41037"/>
                      <a:pt x="29684" y="40084"/>
                    </a:cubicBezTo>
                    <a:cubicBezTo>
                      <a:pt x="34732" y="38370"/>
                      <a:pt x="39780" y="32655"/>
                      <a:pt x="40828" y="27416"/>
                    </a:cubicBezTo>
                    <a:cubicBezTo>
                      <a:pt x="41400" y="24749"/>
                      <a:pt x="40828" y="22749"/>
                      <a:pt x="39495" y="21606"/>
                    </a:cubicBezTo>
                    <a:lnTo>
                      <a:pt x="39495" y="21606"/>
                    </a:lnTo>
                    <a:cubicBezTo>
                      <a:pt x="39495" y="21606"/>
                      <a:pt x="11586" y="460"/>
                      <a:pt x="11586" y="460"/>
                    </a:cubicBezTo>
                    <a:cubicBezTo>
                      <a:pt x="8253" y="-2397"/>
                      <a:pt x="-2511" y="8842"/>
                      <a:pt x="537" y="1246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893" name="Google Shape;3893;p47"/>
              <p:cNvGrpSpPr/>
              <p:nvPr/>
            </p:nvGrpSpPr>
            <p:grpSpPr>
              <a:xfrm>
                <a:off x="2881373" y="3975574"/>
                <a:ext cx="44100" cy="36579"/>
                <a:chOff x="2881373" y="3975574"/>
                <a:chExt cx="44100" cy="36579"/>
              </a:xfrm>
            </p:grpSpPr>
            <p:sp>
              <p:nvSpPr>
                <p:cNvPr id="3894" name="Google Shape;3894;p47"/>
                <p:cNvSpPr/>
                <p:nvPr/>
              </p:nvSpPr>
              <p:spPr>
                <a:xfrm>
                  <a:off x="2881373" y="3975574"/>
                  <a:ext cx="41719" cy="35995"/>
                </a:xfrm>
                <a:custGeom>
                  <a:avLst/>
                  <a:gdLst/>
                  <a:ahLst/>
                  <a:cxnLst/>
                  <a:rect l="l" t="t" r="r" b="b"/>
                  <a:pathLst>
                    <a:path w="41719" h="35995" extrusionOk="0">
                      <a:moveTo>
                        <a:pt x="13430" y="467"/>
                      </a:moveTo>
                      <a:lnTo>
                        <a:pt x="41720" y="16850"/>
                      </a:lnTo>
                      <a:lnTo>
                        <a:pt x="30575" y="35995"/>
                      </a:lnTo>
                      <a:lnTo>
                        <a:pt x="2286" y="19612"/>
                      </a:lnTo>
                      <a:cubicBezTo>
                        <a:pt x="857" y="18755"/>
                        <a:pt x="0" y="17041"/>
                        <a:pt x="0" y="14564"/>
                      </a:cubicBezTo>
                      <a:cubicBezTo>
                        <a:pt x="0" y="9516"/>
                        <a:pt x="3620" y="3515"/>
                        <a:pt x="7906" y="1039"/>
                      </a:cubicBezTo>
                      <a:cubicBezTo>
                        <a:pt x="10096" y="-200"/>
                        <a:pt x="12002" y="-295"/>
                        <a:pt x="13430" y="56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95" name="Google Shape;3895;p47"/>
                <p:cNvSpPr/>
                <p:nvPr/>
              </p:nvSpPr>
              <p:spPr>
                <a:xfrm>
                  <a:off x="2909757" y="3991936"/>
                  <a:ext cx="15716" cy="20217"/>
                </a:xfrm>
                <a:custGeom>
                  <a:avLst/>
                  <a:gdLst/>
                  <a:ahLst/>
                  <a:cxnLst/>
                  <a:rect l="l" t="t" r="r" b="b"/>
                  <a:pathLst>
                    <a:path w="15716" h="20217" extrusionOk="0">
                      <a:moveTo>
                        <a:pt x="7811" y="1060"/>
                      </a:moveTo>
                      <a:cubicBezTo>
                        <a:pt x="3429" y="3536"/>
                        <a:pt x="0" y="9633"/>
                        <a:pt x="0" y="14585"/>
                      </a:cubicBezTo>
                      <a:cubicBezTo>
                        <a:pt x="0" y="19634"/>
                        <a:pt x="3524" y="21634"/>
                        <a:pt x="7811" y="19158"/>
                      </a:cubicBezTo>
                      <a:cubicBezTo>
                        <a:pt x="12192" y="16681"/>
                        <a:pt x="15716" y="10585"/>
                        <a:pt x="15716" y="5632"/>
                      </a:cubicBezTo>
                      <a:cubicBezTo>
                        <a:pt x="15716" y="584"/>
                        <a:pt x="12192" y="-1416"/>
                        <a:pt x="7906" y="106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896" name="Google Shape;3896;p47"/>
              <p:cNvSpPr/>
              <p:nvPr/>
            </p:nvSpPr>
            <p:spPr>
              <a:xfrm>
                <a:off x="2913899" y="3995137"/>
                <a:ext cx="22263" cy="22292"/>
              </a:xfrm>
              <a:custGeom>
                <a:avLst/>
                <a:gdLst/>
                <a:ahLst/>
                <a:cxnLst/>
                <a:rect l="l" t="t" r="r" b="b"/>
                <a:pathLst>
                  <a:path w="22263" h="22292" extrusionOk="0">
                    <a:moveTo>
                      <a:pt x="5574" y="1478"/>
                    </a:moveTo>
                    <a:cubicBezTo>
                      <a:pt x="240" y="4622"/>
                      <a:pt x="-1570" y="11384"/>
                      <a:pt x="1478" y="16718"/>
                    </a:cubicBezTo>
                    <a:cubicBezTo>
                      <a:pt x="4622" y="22052"/>
                      <a:pt x="11384" y="23862"/>
                      <a:pt x="16718" y="20814"/>
                    </a:cubicBezTo>
                    <a:cubicBezTo>
                      <a:pt x="22052" y="17671"/>
                      <a:pt x="23862" y="10908"/>
                      <a:pt x="20719" y="5574"/>
                    </a:cubicBezTo>
                    <a:cubicBezTo>
                      <a:pt x="17576" y="240"/>
                      <a:pt x="10813" y="-1569"/>
                      <a:pt x="5479" y="14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897" name="Google Shape;3897;p47"/>
              <p:cNvGrpSpPr/>
              <p:nvPr/>
            </p:nvGrpSpPr>
            <p:grpSpPr>
              <a:xfrm>
                <a:off x="2917282" y="3953859"/>
                <a:ext cx="169164" cy="121578"/>
                <a:chOff x="2917282" y="3953859"/>
                <a:chExt cx="169164" cy="121578"/>
              </a:xfrm>
            </p:grpSpPr>
            <p:sp>
              <p:nvSpPr>
                <p:cNvPr id="3898" name="Google Shape;3898;p47"/>
                <p:cNvSpPr/>
                <p:nvPr/>
              </p:nvSpPr>
              <p:spPr>
                <a:xfrm>
                  <a:off x="2917282" y="3953859"/>
                  <a:ext cx="167163" cy="120955"/>
                </a:xfrm>
                <a:custGeom>
                  <a:avLst/>
                  <a:gdLst/>
                  <a:ahLst/>
                  <a:cxnLst/>
                  <a:rect l="l" t="t" r="r" b="b"/>
                  <a:pathLst>
                    <a:path w="167163" h="120955" extrusionOk="0">
                      <a:moveTo>
                        <a:pt x="3238" y="72188"/>
                      </a:moveTo>
                      <a:lnTo>
                        <a:pt x="93345" y="120956"/>
                      </a:lnTo>
                      <a:lnTo>
                        <a:pt x="167164" y="64758"/>
                      </a:lnTo>
                      <a:lnTo>
                        <a:pt x="96393" y="1227"/>
                      </a:lnTo>
                      <a:cubicBezTo>
                        <a:pt x="94393" y="-393"/>
                        <a:pt x="91345" y="-488"/>
                        <a:pt x="88011" y="1417"/>
                      </a:cubicBezTo>
                      <a:lnTo>
                        <a:pt x="10859" y="46089"/>
                      </a:lnTo>
                      <a:cubicBezTo>
                        <a:pt x="4858" y="49613"/>
                        <a:pt x="0" y="58091"/>
                        <a:pt x="0" y="65044"/>
                      </a:cubicBezTo>
                      <a:cubicBezTo>
                        <a:pt x="0" y="68473"/>
                        <a:pt x="1238" y="70950"/>
                        <a:pt x="3238" y="7209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99" name="Google Shape;3899;p47"/>
                <p:cNvSpPr/>
                <p:nvPr/>
              </p:nvSpPr>
              <p:spPr>
                <a:xfrm>
                  <a:off x="3008151" y="4017728"/>
                  <a:ext cx="78295" cy="57709"/>
                </a:xfrm>
                <a:custGeom>
                  <a:avLst/>
                  <a:gdLst/>
                  <a:ahLst/>
                  <a:cxnLst/>
                  <a:rect l="l" t="t" r="r" b="b"/>
                  <a:pathLst>
                    <a:path w="78295" h="57709" extrusionOk="0">
                      <a:moveTo>
                        <a:pt x="78296" y="6129"/>
                      </a:moveTo>
                      <a:cubicBezTo>
                        <a:pt x="78296" y="11653"/>
                        <a:pt x="74486" y="18321"/>
                        <a:pt x="69723" y="21083"/>
                      </a:cubicBezTo>
                      <a:lnTo>
                        <a:pt x="8668" y="56516"/>
                      </a:lnTo>
                      <a:cubicBezTo>
                        <a:pt x="3905" y="59278"/>
                        <a:pt x="0" y="57088"/>
                        <a:pt x="0" y="51563"/>
                      </a:cubicBezTo>
                      <a:cubicBezTo>
                        <a:pt x="0" y="46039"/>
                        <a:pt x="3810" y="39371"/>
                        <a:pt x="8572" y="36609"/>
                      </a:cubicBezTo>
                      <a:lnTo>
                        <a:pt x="69628" y="1176"/>
                      </a:lnTo>
                      <a:cubicBezTo>
                        <a:pt x="74390" y="-1586"/>
                        <a:pt x="78296" y="700"/>
                        <a:pt x="78296" y="612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00" name="Google Shape;3900;p47"/>
              <p:cNvGrpSpPr/>
              <p:nvPr/>
            </p:nvGrpSpPr>
            <p:grpSpPr>
              <a:xfrm>
                <a:off x="2966526" y="4037138"/>
                <a:ext cx="27527" cy="31150"/>
                <a:chOff x="2966526" y="4037138"/>
                <a:chExt cx="27527" cy="31150"/>
              </a:xfrm>
            </p:grpSpPr>
            <p:sp>
              <p:nvSpPr>
                <p:cNvPr id="3901" name="Google Shape;3901;p47"/>
                <p:cNvSpPr/>
                <p:nvPr/>
              </p:nvSpPr>
              <p:spPr>
                <a:xfrm>
                  <a:off x="2969574" y="4037138"/>
                  <a:ext cx="24479" cy="30343"/>
                </a:xfrm>
                <a:custGeom>
                  <a:avLst/>
                  <a:gdLst/>
                  <a:ahLst/>
                  <a:cxnLst/>
                  <a:rect l="l" t="t" r="r" b="b"/>
                  <a:pathLst>
                    <a:path w="24479" h="30343" extrusionOk="0">
                      <a:moveTo>
                        <a:pt x="11430" y="24152"/>
                      </a:moveTo>
                      <a:cubicBezTo>
                        <a:pt x="7525" y="20913"/>
                        <a:pt x="4572" y="15675"/>
                        <a:pt x="3619" y="10626"/>
                      </a:cubicBezTo>
                      <a:lnTo>
                        <a:pt x="0" y="4435"/>
                      </a:lnTo>
                      <a:lnTo>
                        <a:pt x="6382" y="720"/>
                      </a:lnTo>
                      <a:cubicBezTo>
                        <a:pt x="8287" y="-423"/>
                        <a:pt x="10954" y="-232"/>
                        <a:pt x="13906" y="1482"/>
                      </a:cubicBezTo>
                      <a:cubicBezTo>
                        <a:pt x="19717" y="4816"/>
                        <a:pt x="24479" y="13007"/>
                        <a:pt x="24479" y="19770"/>
                      </a:cubicBezTo>
                      <a:cubicBezTo>
                        <a:pt x="24479" y="23104"/>
                        <a:pt x="23336" y="25486"/>
                        <a:pt x="21336" y="26628"/>
                      </a:cubicBezTo>
                      <a:lnTo>
                        <a:pt x="21336" y="26628"/>
                      </a:lnTo>
                      <a:lnTo>
                        <a:pt x="14954" y="30343"/>
                      </a:lnTo>
                      <a:lnTo>
                        <a:pt x="11334" y="2415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02" name="Google Shape;3902;p47"/>
                <p:cNvSpPr/>
                <p:nvPr/>
              </p:nvSpPr>
              <p:spPr>
                <a:xfrm>
                  <a:off x="2966526" y="4040997"/>
                  <a:ext cx="21240" cy="27291"/>
                </a:xfrm>
                <a:custGeom>
                  <a:avLst/>
                  <a:gdLst/>
                  <a:ahLst/>
                  <a:cxnLst/>
                  <a:rect l="l" t="t" r="r" b="b"/>
                  <a:pathLst>
                    <a:path w="21240" h="27291" extrusionOk="0">
                      <a:moveTo>
                        <a:pt x="21146" y="19721"/>
                      </a:moveTo>
                      <a:cubicBezTo>
                        <a:pt x="21146" y="12958"/>
                        <a:pt x="16383" y="4767"/>
                        <a:pt x="10573" y="1433"/>
                      </a:cubicBezTo>
                      <a:cubicBezTo>
                        <a:pt x="4763" y="-1901"/>
                        <a:pt x="0" y="766"/>
                        <a:pt x="0" y="7529"/>
                      </a:cubicBezTo>
                      <a:cubicBezTo>
                        <a:pt x="0" y="14292"/>
                        <a:pt x="4763" y="22483"/>
                        <a:pt x="10668" y="25817"/>
                      </a:cubicBezTo>
                      <a:cubicBezTo>
                        <a:pt x="16478" y="29246"/>
                        <a:pt x="21241" y="26484"/>
                        <a:pt x="21241" y="1972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903" name="Google Shape;3903;p47"/>
              <p:cNvSpPr/>
              <p:nvPr/>
            </p:nvSpPr>
            <p:spPr>
              <a:xfrm>
                <a:off x="2960190" y="4046952"/>
                <a:ext cx="22264" cy="22359"/>
              </a:xfrm>
              <a:custGeom>
                <a:avLst/>
                <a:gdLst/>
                <a:ahLst/>
                <a:cxnLst/>
                <a:rect l="l" t="t" r="r" b="b"/>
                <a:pathLst>
                  <a:path w="22264" h="22359" extrusionOk="0">
                    <a:moveTo>
                      <a:pt x="5574" y="1574"/>
                    </a:moveTo>
                    <a:cubicBezTo>
                      <a:pt x="240" y="4622"/>
                      <a:pt x="-1570" y="11480"/>
                      <a:pt x="1478" y="16814"/>
                    </a:cubicBezTo>
                    <a:cubicBezTo>
                      <a:pt x="4527" y="22148"/>
                      <a:pt x="11385" y="23958"/>
                      <a:pt x="16719" y="20814"/>
                    </a:cubicBezTo>
                    <a:cubicBezTo>
                      <a:pt x="22053" y="17671"/>
                      <a:pt x="23862" y="10908"/>
                      <a:pt x="20719" y="5574"/>
                    </a:cubicBezTo>
                    <a:cubicBezTo>
                      <a:pt x="17671" y="240"/>
                      <a:pt x="10813" y="-1570"/>
                      <a:pt x="5479" y="14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904" name="Google Shape;3904;p47"/>
              <p:cNvGrpSpPr/>
              <p:nvPr/>
            </p:nvGrpSpPr>
            <p:grpSpPr>
              <a:xfrm>
                <a:off x="2934978" y="4048217"/>
                <a:ext cx="35188" cy="24026"/>
                <a:chOff x="2934978" y="4048217"/>
                <a:chExt cx="35188" cy="24026"/>
              </a:xfrm>
            </p:grpSpPr>
            <p:sp>
              <p:nvSpPr>
                <p:cNvPr id="3905" name="Google Shape;3905;p47"/>
                <p:cNvSpPr/>
                <p:nvPr/>
              </p:nvSpPr>
              <p:spPr>
                <a:xfrm>
                  <a:off x="2940523" y="4048217"/>
                  <a:ext cx="29643" cy="24026"/>
                </a:xfrm>
                <a:custGeom>
                  <a:avLst/>
                  <a:gdLst/>
                  <a:ahLst/>
                  <a:cxnLst/>
                  <a:rect l="l" t="t" r="r" b="b"/>
                  <a:pathLst>
                    <a:path w="29643" h="24026" extrusionOk="0">
                      <a:moveTo>
                        <a:pt x="24194" y="22122"/>
                      </a:moveTo>
                      <a:lnTo>
                        <a:pt x="1905" y="24027"/>
                      </a:lnTo>
                      <a:lnTo>
                        <a:pt x="0" y="1929"/>
                      </a:lnTo>
                      <a:lnTo>
                        <a:pt x="22288" y="24"/>
                      </a:lnTo>
                      <a:cubicBezTo>
                        <a:pt x="23908" y="-167"/>
                        <a:pt x="25622" y="786"/>
                        <a:pt x="27051" y="2881"/>
                      </a:cubicBezTo>
                      <a:cubicBezTo>
                        <a:pt x="29909" y="6977"/>
                        <a:pt x="30480" y="13930"/>
                        <a:pt x="28385" y="18502"/>
                      </a:cubicBezTo>
                      <a:cubicBezTo>
                        <a:pt x="27337" y="20788"/>
                        <a:pt x="25813" y="22027"/>
                        <a:pt x="24098" y="2212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06" name="Google Shape;3906;p47"/>
                <p:cNvSpPr/>
                <p:nvPr/>
              </p:nvSpPr>
              <p:spPr>
                <a:xfrm>
                  <a:off x="2934978" y="4050155"/>
                  <a:ext cx="12900" cy="22078"/>
                </a:xfrm>
                <a:custGeom>
                  <a:avLst/>
                  <a:gdLst/>
                  <a:ahLst/>
                  <a:cxnLst/>
                  <a:rect l="l" t="t" r="r" b="b"/>
                  <a:pathLst>
                    <a:path w="12900" h="22078" extrusionOk="0">
                      <a:moveTo>
                        <a:pt x="11641" y="18469"/>
                      </a:moveTo>
                      <a:cubicBezTo>
                        <a:pt x="13737" y="13992"/>
                        <a:pt x="13165" y="6944"/>
                        <a:pt x="10308" y="2848"/>
                      </a:cubicBezTo>
                      <a:cubicBezTo>
                        <a:pt x="7450" y="-1248"/>
                        <a:pt x="3450" y="-867"/>
                        <a:pt x="1259" y="3610"/>
                      </a:cubicBezTo>
                      <a:cubicBezTo>
                        <a:pt x="-837" y="8182"/>
                        <a:pt x="-265" y="15135"/>
                        <a:pt x="2592" y="19231"/>
                      </a:cubicBezTo>
                      <a:cubicBezTo>
                        <a:pt x="5450" y="23327"/>
                        <a:pt x="9450" y="22946"/>
                        <a:pt x="11641" y="1846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907" name="Google Shape;3907;p47"/>
              <p:cNvSpPr/>
              <p:nvPr/>
            </p:nvSpPr>
            <p:spPr>
              <a:xfrm>
                <a:off x="2923900" y="4050858"/>
                <a:ext cx="22292" cy="22292"/>
              </a:xfrm>
              <a:custGeom>
                <a:avLst/>
                <a:gdLst/>
                <a:ahLst/>
                <a:cxnLst/>
                <a:rect l="l" t="t" r="r" b="b"/>
                <a:pathLst>
                  <a:path w="22292" h="22292" extrusionOk="0">
                    <a:moveTo>
                      <a:pt x="5574" y="1478"/>
                    </a:moveTo>
                    <a:cubicBezTo>
                      <a:pt x="240" y="4527"/>
                      <a:pt x="-1570" y="11385"/>
                      <a:pt x="1478" y="16719"/>
                    </a:cubicBezTo>
                    <a:cubicBezTo>
                      <a:pt x="4527" y="22053"/>
                      <a:pt x="11385" y="23862"/>
                      <a:pt x="16719" y="20814"/>
                    </a:cubicBezTo>
                    <a:cubicBezTo>
                      <a:pt x="22053" y="17671"/>
                      <a:pt x="23862" y="10908"/>
                      <a:pt x="20814" y="5574"/>
                    </a:cubicBezTo>
                    <a:cubicBezTo>
                      <a:pt x="17671" y="240"/>
                      <a:pt x="10908" y="-1570"/>
                      <a:pt x="5574" y="14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08" name="Google Shape;3908;p47"/>
              <p:cNvSpPr/>
              <p:nvPr/>
            </p:nvSpPr>
            <p:spPr>
              <a:xfrm>
                <a:off x="2891746" y="4035026"/>
                <a:ext cx="43948" cy="35212"/>
              </a:xfrm>
              <a:custGeom>
                <a:avLst/>
                <a:gdLst/>
                <a:ahLst/>
                <a:cxnLst/>
                <a:rect l="l" t="t" r="r" b="b"/>
                <a:pathLst>
                  <a:path w="43948" h="35212" extrusionOk="0">
                    <a:moveTo>
                      <a:pt x="30108" y="34455"/>
                    </a:moveTo>
                    <a:lnTo>
                      <a:pt x="30108" y="34455"/>
                    </a:lnTo>
                    <a:cubicBezTo>
                      <a:pt x="31727" y="35598"/>
                      <a:pt x="34013" y="35503"/>
                      <a:pt x="36489" y="33788"/>
                    </a:cubicBezTo>
                    <a:cubicBezTo>
                      <a:pt x="40966" y="30835"/>
                      <a:pt x="44300" y="23977"/>
                      <a:pt x="43919" y="18643"/>
                    </a:cubicBezTo>
                    <a:cubicBezTo>
                      <a:pt x="43728" y="15976"/>
                      <a:pt x="42681" y="14167"/>
                      <a:pt x="41061" y="13310"/>
                    </a:cubicBezTo>
                    <a:lnTo>
                      <a:pt x="41061" y="13310"/>
                    </a:lnTo>
                    <a:cubicBezTo>
                      <a:pt x="41061" y="13310"/>
                      <a:pt x="8581" y="165"/>
                      <a:pt x="8581" y="165"/>
                    </a:cubicBezTo>
                    <a:cubicBezTo>
                      <a:pt x="4676" y="-1645"/>
                      <a:pt x="-2754" y="11976"/>
                      <a:pt x="1056" y="14643"/>
                    </a:cubicBezTo>
                    <a:lnTo>
                      <a:pt x="30012" y="3445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909" name="Google Shape;3909;p47"/>
              <p:cNvGrpSpPr/>
              <p:nvPr/>
            </p:nvGrpSpPr>
            <p:grpSpPr>
              <a:xfrm>
                <a:off x="3025676" y="4030244"/>
                <a:ext cx="60675" cy="43999"/>
                <a:chOff x="3025676" y="4030244"/>
                <a:chExt cx="60675" cy="43999"/>
              </a:xfrm>
            </p:grpSpPr>
            <p:sp>
              <p:nvSpPr>
                <p:cNvPr id="3910" name="Google Shape;3910;p47"/>
                <p:cNvSpPr/>
                <p:nvPr/>
              </p:nvSpPr>
              <p:spPr>
                <a:xfrm>
                  <a:off x="3025676" y="4030244"/>
                  <a:ext cx="58864" cy="43618"/>
                </a:xfrm>
                <a:custGeom>
                  <a:avLst/>
                  <a:gdLst/>
                  <a:ahLst/>
                  <a:cxnLst/>
                  <a:rect l="l" t="t" r="r" b="b"/>
                  <a:pathLst>
                    <a:path w="58864" h="43618" extrusionOk="0">
                      <a:moveTo>
                        <a:pt x="58769" y="10948"/>
                      </a:moveTo>
                      <a:lnTo>
                        <a:pt x="20193" y="43618"/>
                      </a:lnTo>
                      <a:lnTo>
                        <a:pt x="1810" y="33046"/>
                      </a:lnTo>
                      <a:cubicBezTo>
                        <a:pt x="667" y="32379"/>
                        <a:pt x="0" y="30950"/>
                        <a:pt x="0" y="28950"/>
                      </a:cubicBezTo>
                      <a:cubicBezTo>
                        <a:pt x="0" y="24950"/>
                        <a:pt x="2762" y="20092"/>
                        <a:pt x="6287" y="18092"/>
                      </a:cubicBezTo>
                      <a:lnTo>
                        <a:pt x="36100" y="851"/>
                      </a:lnTo>
                      <a:cubicBezTo>
                        <a:pt x="37719" y="-101"/>
                        <a:pt x="39243" y="-197"/>
                        <a:pt x="40386" y="280"/>
                      </a:cubicBezTo>
                      <a:lnTo>
                        <a:pt x="58864" y="1085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11" name="Google Shape;3911;p47"/>
                <p:cNvSpPr/>
                <p:nvPr/>
              </p:nvSpPr>
              <p:spPr>
                <a:xfrm>
                  <a:off x="3043965" y="4040811"/>
                  <a:ext cx="42386" cy="33432"/>
                </a:xfrm>
                <a:custGeom>
                  <a:avLst/>
                  <a:gdLst/>
                  <a:ahLst/>
                  <a:cxnLst/>
                  <a:rect l="l" t="t" r="r" b="b"/>
                  <a:pathLst>
                    <a:path w="42386" h="33432" extrusionOk="0">
                      <a:moveTo>
                        <a:pt x="0" y="28956"/>
                      </a:moveTo>
                      <a:cubicBezTo>
                        <a:pt x="0" y="24955"/>
                        <a:pt x="2762" y="20098"/>
                        <a:pt x="6286" y="18097"/>
                      </a:cubicBezTo>
                      <a:lnTo>
                        <a:pt x="36100" y="857"/>
                      </a:lnTo>
                      <a:cubicBezTo>
                        <a:pt x="39529" y="-1143"/>
                        <a:pt x="42386" y="476"/>
                        <a:pt x="42386" y="4477"/>
                      </a:cubicBezTo>
                      <a:cubicBezTo>
                        <a:pt x="42386" y="8477"/>
                        <a:pt x="39624" y="13335"/>
                        <a:pt x="36100" y="15335"/>
                      </a:cubicBezTo>
                      <a:lnTo>
                        <a:pt x="6286" y="32575"/>
                      </a:lnTo>
                      <a:cubicBezTo>
                        <a:pt x="2857" y="34576"/>
                        <a:pt x="0" y="32956"/>
                        <a:pt x="0" y="28956"/>
                      </a:cubicBez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12" name="Google Shape;3912;p47"/>
              <p:cNvGrpSpPr/>
              <p:nvPr/>
            </p:nvGrpSpPr>
            <p:grpSpPr>
              <a:xfrm>
                <a:off x="3037202" y="4033258"/>
                <a:ext cx="72103" cy="57771"/>
                <a:chOff x="3037202" y="4033258"/>
                <a:chExt cx="72103" cy="57771"/>
              </a:xfrm>
            </p:grpSpPr>
            <p:sp>
              <p:nvSpPr>
                <p:cNvPr id="3913" name="Google Shape;3913;p47"/>
                <p:cNvSpPr/>
                <p:nvPr/>
              </p:nvSpPr>
              <p:spPr>
                <a:xfrm>
                  <a:off x="3086827" y="4033258"/>
                  <a:ext cx="22478" cy="30412"/>
                </a:xfrm>
                <a:custGeom>
                  <a:avLst/>
                  <a:gdLst/>
                  <a:ahLst/>
                  <a:cxnLst/>
                  <a:rect l="l" t="t" r="r" b="b"/>
                  <a:pathLst>
                    <a:path w="22478" h="30412" extrusionOk="0">
                      <a:moveTo>
                        <a:pt x="11144" y="1457"/>
                      </a:moveTo>
                      <a:cubicBezTo>
                        <a:pt x="17431" y="5076"/>
                        <a:pt x="22479" y="13839"/>
                        <a:pt x="22479" y="21078"/>
                      </a:cubicBezTo>
                      <a:cubicBezTo>
                        <a:pt x="22479" y="24698"/>
                        <a:pt x="21241" y="27174"/>
                        <a:pt x="19240" y="28413"/>
                      </a:cubicBezTo>
                      <a:lnTo>
                        <a:pt x="15811" y="30413"/>
                      </a:lnTo>
                      <a:lnTo>
                        <a:pt x="0" y="2600"/>
                      </a:lnTo>
                      <a:lnTo>
                        <a:pt x="3143" y="790"/>
                      </a:lnTo>
                      <a:cubicBezTo>
                        <a:pt x="5239" y="-448"/>
                        <a:pt x="8096" y="-258"/>
                        <a:pt x="11239" y="155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14" name="Google Shape;3914;p47"/>
                <p:cNvSpPr/>
                <p:nvPr/>
              </p:nvSpPr>
              <p:spPr>
                <a:xfrm>
                  <a:off x="3043869" y="4035163"/>
                  <a:ext cx="62007" cy="53082"/>
                </a:xfrm>
                <a:custGeom>
                  <a:avLst/>
                  <a:gdLst/>
                  <a:ahLst/>
                  <a:cxnLst/>
                  <a:rect l="l" t="t" r="r" b="b"/>
                  <a:pathLst>
                    <a:path w="62007" h="53082" extrusionOk="0">
                      <a:moveTo>
                        <a:pt x="50673" y="1457"/>
                      </a:moveTo>
                      <a:cubicBezTo>
                        <a:pt x="56960" y="5076"/>
                        <a:pt x="62008" y="13839"/>
                        <a:pt x="62008" y="21078"/>
                      </a:cubicBezTo>
                      <a:cubicBezTo>
                        <a:pt x="62008" y="24698"/>
                        <a:pt x="60770" y="27174"/>
                        <a:pt x="58769" y="28412"/>
                      </a:cubicBezTo>
                      <a:lnTo>
                        <a:pt x="16193" y="53082"/>
                      </a:lnTo>
                      <a:lnTo>
                        <a:pt x="0" y="25460"/>
                      </a:lnTo>
                      <a:lnTo>
                        <a:pt x="42577" y="790"/>
                      </a:lnTo>
                      <a:cubicBezTo>
                        <a:pt x="44577" y="-448"/>
                        <a:pt x="47530" y="-258"/>
                        <a:pt x="50673" y="155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15" name="Google Shape;3915;p47"/>
                <p:cNvSpPr/>
                <p:nvPr/>
              </p:nvSpPr>
              <p:spPr>
                <a:xfrm>
                  <a:off x="3040821" y="4059833"/>
                  <a:ext cx="22574" cy="30412"/>
                </a:xfrm>
                <a:custGeom>
                  <a:avLst/>
                  <a:gdLst/>
                  <a:ahLst/>
                  <a:cxnLst/>
                  <a:rect l="l" t="t" r="r" b="b"/>
                  <a:pathLst>
                    <a:path w="22574" h="30412" extrusionOk="0">
                      <a:moveTo>
                        <a:pt x="11239" y="1457"/>
                      </a:moveTo>
                      <a:cubicBezTo>
                        <a:pt x="17526" y="5076"/>
                        <a:pt x="22574" y="13839"/>
                        <a:pt x="22574" y="21078"/>
                      </a:cubicBezTo>
                      <a:cubicBezTo>
                        <a:pt x="22574" y="24698"/>
                        <a:pt x="21336" y="27174"/>
                        <a:pt x="19336" y="28412"/>
                      </a:cubicBezTo>
                      <a:lnTo>
                        <a:pt x="15812" y="30413"/>
                      </a:lnTo>
                      <a:lnTo>
                        <a:pt x="0" y="2600"/>
                      </a:lnTo>
                      <a:lnTo>
                        <a:pt x="3143" y="790"/>
                      </a:lnTo>
                      <a:cubicBezTo>
                        <a:pt x="5144" y="-448"/>
                        <a:pt x="8001" y="-258"/>
                        <a:pt x="11239" y="155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16" name="Google Shape;3916;p47"/>
                <p:cNvSpPr/>
                <p:nvPr/>
              </p:nvSpPr>
              <p:spPr>
                <a:xfrm>
                  <a:off x="3037202" y="4061743"/>
                  <a:ext cx="22669" cy="29286"/>
                </a:xfrm>
                <a:custGeom>
                  <a:avLst/>
                  <a:gdLst/>
                  <a:ahLst/>
                  <a:cxnLst/>
                  <a:rect l="l" t="t" r="r" b="b"/>
                  <a:pathLst>
                    <a:path w="22669" h="29286" extrusionOk="0">
                      <a:moveTo>
                        <a:pt x="11335" y="1547"/>
                      </a:moveTo>
                      <a:cubicBezTo>
                        <a:pt x="5048" y="-2073"/>
                        <a:pt x="0" y="880"/>
                        <a:pt x="0" y="8119"/>
                      </a:cubicBezTo>
                      <a:cubicBezTo>
                        <a:pt x="0" y="15358"/>
                        <a:pt x="5144" y="24121"/>
                        <a:pt x="11335" y="27740"/>
                      </a:cubicBezTo>
                      <a:cubicBezTo>
                        <a:pt x="17621" y="31360"/>
                        <a:pt x="22670" y="28407"/>
                        <a:pt x="22670" y="21168"/>
                      </a:cubicBezTo>
                      <a:cubicBezTo>
                        <a:pt x="22670" y="13929"/>
                        <a:pt x="17526" y="5166"/>
                        <a:pt x="11335" y="154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17" name="Google Shape;3917;p47"/>
                <p:cNvSpPr/>
                <p:nvPr/>
              </p:nvSpPr>
              <p:spPr>
                <a:xfrm>
                  <a:off x="3041583" y="4067386"/>
                  <a:ext cx="13049" cy="18411"/>
                </a:xfrm>
                <a:custGeom>
                  <a:avLst/>
                  <a:gdLst/>
                  <a:ahLst/>
                  <a:cxnLst/>
                  <a:rect l="l" t="t" r="r" b="b"/>
                  <a:pathLst>
                    <a:path w="13049" h="18411" extrusionOk="0">
                      <a:moveTo>
                        <a:pt x="3048" y="0"/>
                      </a:moveTo>
                      <a:cubicBezTo>
                        <a:pt x="1238" y="381"/>
                        <a:pt x="0" y="2191"/>
                        <a:pt x="0" y="5048"/>
                      </a:cubicBezTo>
                      <a:cubicBezTo>
                        <a:pt x="0" y="9620"/>
                        <a:pt x="3238" y="15145"/>
                        <a:pt x="7144" y="17431"/>
                      </a:cubicBezTo>
                      <a:cubicBezTo>
                        <a:pt x="9620" y="18859"/>
                        <a:pt x="11716" y="18669"/>
                        <a:pt x="13049" y="17240"/>
                      </a:cubicBezTo>
                      <a:cubicBezTo>
                        <a:pt x="11906" y="17526"/>
                        <a:pt x="10477" y="17240"/>
                        <a:pt x="8954" y="16383"/>
                      </a:cubicBezTo>
                      <a:cubicBezTo>
                        <a:pt x="4953" y="14097"/>
                        <a:pt x="1810" y="8572"/>
                        <a:pt x="1810" y="4000"/>
                      </a:cubicBezTo>
                      <a:cubicBezTo>
                        <a:pt x="1810" y="2286"/>
                        <a:pt x="2286" y="857"/>
                        <a:pt x="3048"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18" name="Google Shape;3918;p47"/>
                <p:cNvSpPr/>
                <p:nvPr/>
              </p:nvSpPr>
              <p:spPr>
                <a:xfrm>
                  <a:off x="3043393" y="4067279"/>
                  <a:ext cx="12477" cy="17454"/>
                </a:xfrm>
                <a:custGeom>
                  <a:avLst/>
                  <a:gdLst/>
                  <a:ahLst/>
                  <a:cxnLst/>
                  <a:rect l="l" t="t" r="r" b="b"/>
                  <a:pathLst>
                    <a:path w="12477" h="17454" extrusionOk="0">
                      <a:moveTo>
                        <a:pt x="5334" y="964"/>
                      </a:moveTo>
                      <a:cubicBezTo>
                        <a:pt x="3810" y="107"/>
                        <a:pt x="2381" y="-179"/>
                        <a:pt x="1238" y="107"/>
                      </a:cubicBezTo>
                      <a:cubicBezTo>
                        <a:pt x="476" y="964"/>
                        <a:pt x="0" y="2393"/>
                        <a:pt x="0" y="4107"/>
                      </a:cubicBezTo>
                      <a:cubicBezTo>
                        <a:pt x="0" y="8680"/>
                        <a:pt x="3143" y="14204"/>
                        <a:pt x="7144" y="16490"/>
                      </a:cubicBezTo>
                      <a:cubicBezTo>
                        <a:pt x="8667" y="17347"/>
                        <a:pt x="10096" y="17633"/>
                        <a:pt x="11239" y="17347"/>
                      </a:cubicBezTo>
                      <a:cubicBezTo>
                        <a:pt x="12097" y="16490"/>
                        <a:pt x="12478" y="15157"/>
                        <a:pt x="12478" y="13347"/>
                      </a:cubicBezTo>
                      <a:cubicBezTo>
                        <a:pt x="12478" y="8775"/>
                        <a:pt x="9239" y="3250"/>
                        <a:pt x="5334" y="96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19" name="Google Shape;3919;p47"/>
              <p:cNvGrpSpPr/>
              <p:nvPr/>
            </p:nvGrpSpPr>
            <p:grpSpPr>
              <a:xfrm>
                <a:off x="3063395" y="4051919"/>
                <a:ext cx="60675" cy="43946"/>
                <a:chOff x="3063395" y="4051919"/>
                <a:chExt cx="60675" cy="43946"/>
              </a:xfrm>
            </p:grpSpPr>
            <p:sp>
              <p:nvSpPr>
                <p:cNvPr id="3920" name="Google Shape;3920;p47"/>
                <p:cNvSpPr/>
                <p:nvPr/>
              </p:nvSpPr>
              <p:spPr>
                <a:xfrm>
                  <a:off x="3063395" y="4051919"/>
                  <a:ext cx="58864" cy="43564"/>
                </a:xfrm>
                <a:custGeom>
                  <a:avLst/>
                  <a:gdLst/>
                  <a:ahLst/>
                  <a:cxnLst/>
                  <a:rect l="l" t="t" r="r" b="b"/>
                  <a:pathLst>
                    <a:path w="58864" h="43564" extrusionOk="0">
                      <a:moveTo>
                        <a:pt x="58769" y="10894"/>
                      </a:moveTo>
                      <a:lnTo>
                        <a:pt x="20288" y="43565"/>
                      </a:lnTo>
                      <a:lnTo>
                        <a:pt x="1905" y="32992"/>
                      </a:lnTo>
                      <a:cubicBezTo>
                        <a:pt x="762" y="32326"/>
                        <a:pt x="95" y="30897"/>
                        <a:pt x="0" y="28992"/>
                      </a:cubicBezTo>
                      <a:cubicBezTo>
                        <a:pt x="0" y="24991"/>
                        <a:pt x="2762" y="20134"/>
                        <a:pt x="6287" y="18133"/>
                      </a:cubicBezTo>
                      <a:lnTo>
                        <a:pt x="36100" y="893"/>
                      </a:lnTo>
                      <a:cubicBezTo>
                        <a:pt x="37719" y="-59"/>
                        <a:pt x="39243" y="-250"/>
                        <a:pt x="40386" y="321"/>
                      </a:cubicBezTo>
                      <a:lnTo>
                        <a:pt x="58865" y="10894"/>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21" name="Google Shape;3921;p47"/>
                <p:cNvSpPr/>
                <p:nvPr/>
              </p:nvSpPr>
              <p:spPr>
                <a:xfrm>
                  <a:off x="3081684" y="4062433"/>
                  <a:ext cx="42386" cy="33432"/>
                </a:xfrm>
                <a:custGeom>
                  <a:avLst/>
                  <a:gdLst/>
                  <a:ahLst/>
                  <a:cxnLst/>
                  <a:rect l="l" t="t" r="r" b="b"/>
                  <a:pathLst>
                    <a:path w="42386" h="33432" extrusionOk="0">
                      <a:moveTo>
                        <a:pt x="0" y="28956"/>
                      </a:moveTo>
                      <a:cubicBezTo>
                        <a:pt x="0" y="24955"/>
                        <a:pt x="2762" y="20098"/>
                        <a:pt x="6287" y="18097"/>
                      </a:cubicBezTo>
                      <a:lnTo>
                        <a:pt x="36100" y="857"/>
                      </a:lnTo>
                      <a:cubicBezTo>
                        <a:pt x="39529" y="-1143"/>
                        <a:pt x="42386" y="476"/>
                        <a:pt x="42386" y="4477"/>
                      </a:cubicBezTo>
                      <a:cubicBezTo>
                        <a:pt x="42386" y="8477"/>
                        <a:pt x="39624" y="13335"/>
                        <a:pt x="36195" y="15335"/>
                      </a:cubicBezTo>
                      <a:lnTo>
                        <a:pt x="6382" y="32576"/>
                      </a:lnTo>
                      <a:cubicBezTo>
                        <a:pt x="2953" y="34576"/>
                        <a:pt x="95" y="32956"/>
                        <a:pt x="95" y="2895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22" name="Google Shape;3922;p47"/>
              <p:cNvGrpSpPr/>
              <p:nvPr/>
            </p:nvGrpSpPr>
            <p:grpSpPr>
              <a:xfrm>
                <a:off x="2950390" y="3973525"/>
                <a:ext cx="74905" cy="46655"/>
                <a:chOff x="2950390" y="3973525"/>
                <a:chExt cx="74905" cy="46655"/>
              </a:xfrm>
            </p:grpSpPr>
            <p:sp>
              <p:nvSpPr>
                <p:cNvPr id="3923" name="Google Shape;3923;p47"/>
                <p:cNvSpPr/>
                <p:nvPr/>
              </p:nvSpPr>
              <p:spPr>
                <a:xfrm>
                  <a:off x="2950429" y="3976859"/>
                  <a:ext cx="74866" cy="43321"/>
                </a:xfrm>
                <a:custGeom>
                  <a:avLst/>
                  <a:gdLst/>
                  <a:ahLst/>
                  <a:cxnLst/>
                  <a:rect l="l" t="t" r="r" b="b"/>
                  <a:pathLst>
                    <a:path w="74866" h="43321" extrusionOk="0">
                      <a:moveTo>
                        <a:pt x="7525" y="38996"/>
                      </a:moveTo>
                      <a:cubicBezTo>
                        <a:pt x="2762" y="36234"/>
                        <a:pt x="95" y="32900"/>
                        <a:pt x="0" y="30138"/>
                      </a:cubicBezTo>
                      <a:lnTo>
                        <a:pt x="0" y="26995"/>
                      </a:lnTo>
                      <a:cubicBezTo>
                        <a:pt x="0" y="26995"/>
                        <a:pt x="1524" y="26804"/>
                        <a:pt x="1524" y="26804"/>
                      </a:cubicBezTo>
                      <a:cubicBezTo>
                        <a:pt x="1810" y="26519"/>
                        <a:pt x="2096" y="26328"/>
                        <a:pt x="2477" y="26138"/>
                      </a:cubicBezTo>
                      <a:lnTo>
                        <a:pt x="45053" y="1468"/>
                      </a:lnTo>
                      <a:cubicBezTo>
                        <a:pt x="49816" y="-1294"/>
                        <a:pt x="59817" y="-56"/>
                        <a:pt x="67342" y="4325"/>
                      </a:cubicBezTo>
                      <a:cubicBezTo>
                        <a:pt x="70485" y="6135"/>
                        <a:pt x="72676" y="8231"/>
                        <a:pt x="73914" y="10231"/>
                      </a:cubicBezTo>
                      <a:lnTo>
                        <a:pt x="74866" y="10040"/>
                      </a:lnTo>
                      <a:lnTo>
                        <a:pt x="74866" y="13183"/>
                      </a:lnTo>
                      <a:cubicBezTo>
                        <a:pt x="74866" y="14803"/>
                        <a:pt x="74104" y="16136"/>
                        <a:pt x="72390" y="17184"/>
                      </a:cubicBezTo>
                      <a:lnTo>
                        <a:pt x="29813" y="41854"/>
                      </a:lnTo>
                      <a:cubicBezTo>
                        <a:pt x="25051" y="44616"/>
                        <a:pt x="15049" y="43378"/>
                        <a:pt x="7525" y="3899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24" name="Google Shape;3924;p47"/>
                <p:cNvSpPr/>
                <p:nvPr/>
              </p:nvSpPr>
              <p:spPr>
                <a:xfrm>
                  <a:off x="2950390" y="3973525"/>
                  <a:ext cx="74891" cy="43321"/>
                </a:xfrm>
                <a:custGeom>
                  <a:avLst/>
                  <a:gdLst/>
                  <a:ahLst/>
                  <a:cxnLst/>
                  <a:rect l="l" t="t" r="r" b="b"/>
                  <a:pathLst>
                    <a:path w="74891" h="43321" extrusionOk="0">
                      <a:moveTo>
                        <a:pt x="7469" y="38996"/>
                      </a:moveTo>
                      <a:cubicBezTo>
                        <a:pt x="-56" y="34615"/>
                        <a:pt x="-2247" y="28900"/>
                        <a:pt x="2516" y="26138"/>
                      </a:cubicBezTo>
                      <a:lnTo>
                        <a:pt x="45092" y="1468"/>
                      </a:lnTo>
                      <a:cubicBezTo>
                        <a:pt x="49855" y="-1294"/>
                        <a:pt x="59856" y="-56"/>
                        <a:pt x="67381" y="4325"/>
                      </a:cubicBezTo>
                      <a:cubicBezTo>
                        <a:pt x="74906" y="8707"/>
                        <a:pt x="77192" y="14422"/>
                        <a:pt x="72334" y="17184"/>
                      </a:cubicBezTo>
                      <a:lnTo>
                        <a:pt x="29757" y="41854"/>
                      </a:lnTo>
                      <a:cubicBezTo>
                        <a:pt x="24995" y="44616"/>
                        <a:pt x="14994" y="43378"/>
                        <a:pt x="7469" y="3899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25" name="Google Shape;3925;p47"/>
              <p:cNvGrpSpPr/>
              <p:nvPr/>
            </p:nvGrpSpPr>
            <p:grpSpPr>
              <a:xfrm>
                <a:off x="3026780" y="3995623"/>
                <a:ext cx="37091" cy="24629"/>
                <a:chOff x="3026780" y="3995623"/>
                <a:chExt cx="37091" cy="24629"/>
              </a:xfrm>
            </p:grpSpPr>
            <p:sp>
              <p:nvSpPr>
                <p:cNvPr id="3926" name="Google Shape;3926;p47"/>
                <p:cNvSpPr/>
                <p:nvPr/>
              </p:nvSpPr>
              <p:spPr>
                <a:xfrm>
                  <a:off x="3026819" y="3998957"/>
                  <a:ext cx="37052" cy="21295"/>
                </a:xfrm>
                <a:custGeom>
                  <a:avLst/>
                  <a:gdLst/>
                  <a:ahLst/>
                  <a:cxnLst/>
                  <a:rect l="l" t="t" r="r" b="b"/>
                  <a:pathLst>
                    <a:path w="37052" h="21295" extrusionOk="0">
                      <a:moveTo>
                        <a:pt x="7525" y="17089"/>
                      </a:moveTo>
                      <a:cubicBezTo>
                        <a:pt x="2762" y="14326"/>
                        <a:pt x="95" y="10993"/>
                        <a:pt x="0" y="8231"/>
                      </a:cubicBezTo>
                      <a:lnTo>
                        <a:pt x="0" y="5087"/>
                      </a:lnTo>
                      <a:cubicBezTo>
                        <a:pt x="0" y="5087"/>
                        <a:pt x="1619" y="4897"/>
                        <a:pt x="1619" y="4897"/>
                      </a:cubicBezTo>
                      <a:cubicBezTo>
                        <a:pt x="1905" y="4611"/>
                        <a:pt x="2191" y="4421"/>
                        <a:pt x="2572" y="4230"/>
                      </a:cubicBezTo>
                      <a:lnTo>
                        <a:pt x="7239" y="1468"/>
                      </a:lnTo>
                      <a:cubicBezTo>
                        <a:pt x="12002" y="-1294"/>
                        <a:pt x="22003" y="-56"/>
                        <a:pt x="29528" y="4325"/>
                      </a:cubicBezTo>
                      <a:cubicBezTo>
                        <a:pt x="32671" y="6135"/>
                        <a:pt x="34862" y="8231"/>
                        <a:pt x="36100" y="10231"/>
                      </a:cubicBezTo>
                      <a:lnTo>
                        <a:pt x="37052" y="10040"/>
                      </a:lnTo>
                      <a:lnTo>
                        <a:pt x="37052" y="13183"/>
                      </a:lnTo>
                      <a:cubicBezTo>
                        <a:pt x="37052" y="14707"/>
                        <a:pt x="36290" y="16136"/>
                        <a:pt x="34576" y="17089"/>
                      </a:cubicBezTo>
                      <a:lnTo>
                        <a:pt x="29909" y="19851"/>
                      </a:lnTo>
                      <a:cubicBezTo>
                        <a:pt x="25146" y="22613"/>
                        <a:pt x="15145" y="21280"/>
                        <a:pt x="7620" y="1699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27" name="Google Shape;3927;p47"/>
                <p:cNvSpPr/>
                <p:nvPr/>
              </p:nvSpPr>
              <p:spPr>
                <a:xfrm>
                  <a:off x="3026780" y="3995623"/>
                  <a:ext cx="36940" cy="21414"/>
                </a:xfrm>
                <a:custGeom>
                  <a:avLst/>
                  <a:gdLst/>
                  <a:ahLst/>
                  <a:cxnLst/>
                  <a:rect l="l" t="t" r="r" b="b"/>
                  <a:pathLst>
                    <a:path w="36940" h="21414" extrusionOk="0">
                      <a:moveTo>
                        <a:pt x="7469" y="17089"/>
                      </a:moveTo>
                      <a:cubicBezTo>
                        <a:pt x="-56" y="12707"/>
                        <a:pt x="-2247" y="6992"/>
                        <a:pt x="2516" y="4230"/>
                      </a:cubicBezTo>
                      <a:lnTo>
                        <a:pt x="7183" y="1468"/>
                      </a:lnTo>
                      <a:cubicBezTo>
                        <a:pt x="11945" y="-1294"/>
                        <a:pt x="21947" y="-56"/>
                        <a:pt x="29471" y="4325"/>
                      </a:cubicBezTo>
                      <a:cubicBezTo>
                        <a:pt x="36996" y="8707"/>
                        <a:pt x="39187" y="14422"/>
                        <a:pt x="34425" y="17184"/>
                      </a:cubicBezTo>
                      <a:lnTo>
                        <a:pt x="29757" y="19946"/>
                      </a:lnTo>
                      <a:cubicBezTo>
                        <a:pt x="24995" y="22708"/>
                        <a:pt x="14993" y="21470"/>
                        <a:pt x="7469" y="1708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28" name="Google Shape;3928;p47"/>
              <p:cNvGrpSpPr/>
              <p:nvPr/>
            </p:nvGrpSpPr>
            <p:grpSpPr>
              <a:xfrm>
                <a:off x="2988910" y="4009244"/>
                <a:ext cx="51379" cy="33106"/>
                <a:chOff x="2988910" y="4009244"/>
                <a:chExt cx="51379" cy="33106"/>
              </a:xfrm>
            </p:grpSpPr>
            <p:sp>
              <p:nvSpPr>
                <p:cNvPr id="3929" name="Google Shape;3929;p47"/>
                <p:cNvSpPr/>
                <p:nvPr/>
              </p:nvSpPr>
              <p:spPr>
                <a:xfrm>
                  <a:off x="2988910" y="4012673"/>
                  <a:ext cx="51339" cy="29677"/>
                </a:xfrm>
                <a:custGeom>
                  <a:avLst/>
                  <a:gdLst/>
                  <a:ahLst/>
                  <a:cxnLst/>
                  <a:rect l="l" t="t" r="r" b="b"/>
                  <a:pathLst>
                    <a:path w="51339" h="29677" extrusionOk="0">
                      <a:moveTo>
                        <a:pt x="7525" y="25376"/>
                      </a:moveTo>
                      <a:cubicBezTo>
                        <a:pt x="2762" y="22613"/>
                        <a:pt x="95" y="19280"/>
                        <a:pt x="0" y="16517"/>
                      </a:cubicBezTo>
                      <a:lnTo>
                        <a:pt x="0" y="13374"/>
                      </a:lnTo>
                      <a:lnTo>
                        <a:pt x="1524" y="13184"/>
                      </a:lnTo>
                      <a:cubicBezTo>
                        <a:pt x="1524" y="13184"/>
                        <a:pt x="2096" y="12707"/>
                        <a:pt x="2476" y="12517"/>
                      </a:cubicBezTo>
                      <a:lnTo>
                        <a:pt x="21526" y="1468"/>
                      </a:lnTo>
                      <a:cubicBezTo>
                        <a:pt x="26289" y="-1294"/>
                        <a:pt x="36290" y="-56"/>
                        <a:pt x="43815" y="4325"/>
                      </a:cubicBezTo>
                      <a:cubicBezTo>
                        <a:pt x="46958" y="6135"/>
                        <a:pt x="49149" y="8231"/>
                        <a:pt x="50387" y="10231"/>
                      </a:cubicBezTo>
                      <a:lnTo>
                        <a:pt x="51340" y="10040"/>
                      </a:lnTo>
                      <a:lnTo>
                        <a:pt x="51340" y="13184"/>
                      </a:lnTo>
                      <a:cubicBezTo>
                        <a:pt x="51340" y="14708"/>
                        <a:pt x="50578" y="16136"/>
                        <a:pt x="48768" y="17184"/>
                      </a:cubicBezTo>
                      <a:lnTo>
                        <a:pt x="29718" y="28233"/>
                      </a:lnTo>
                      <a:cubicBezTo>
                        <a:pt x="24955" y="30995"/>
                        <a:pt x="14954" y="29662"/>
                        <a:pt x="7429" y="2537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30" name="Google Shape;3930;p47"/>
                <p:cNvSpPr/>
                <p:nvPr/>
              </p:nvSpPr>
              <p:spPr>
                <a:xfrm>
                  <a:off x="2988924" y="4009244"/>
                  <a:ext cx="51365" cy="29701"/>
                </a:xfrm>
                <a:custGeom>
                  <a:avLst/>
                  <a:gdLst/>
                  <a:ahLst/>
                  <a:cxnLst/>
                  <a:rect l="l" t="t" r="r" b="b"/>
                  <a:pathLst>
                    <a:path w="51365" h="29701" extrusionOk="0">
                      <a:moveTo>
                        <a:pt x="7511" y="25376"/>
                      </a:moveTo>
                      <a:cubicBezTo>
                        <a:pt x="-14" y="20994"/>
                        <a:pt x="-2300" y="15279"/>
                        <a:pt x="2558" y="12517"/>
                      </a:cubicBezTo>
                      <a:lnTo>
                        <a:pt x="21608" y="1468"/>
                      </a:lnTo>
                      <a:cubicBezTo>
                        <a:pt x="26370" y="-1294"/>
                        <a:pt x="36372" y="-56"/>
                        <a:pt x="43896" y="4325"/>
                      </a:cubicBezTo>
                      <a:cubicBezTo>
                        <a:pt x="51421" y="8707"/>
                        <a:pt x="53612" y="14422"/>
                        <a:pt x="48849" y="17184"/>
                      </a:cubicBezTo>
                      <a:lnTo>
                        <a:pt x="29799" y="28233"/>
                      </a:lnTo>
                      <a:cubicBezTo>
                        <a:pt x="25037" y="30995"/>
                        <a:pt x="15036" y="29757"/>
                        <a:pt x="7511" y="2537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931" name="Google Shape;3931;p47"/>
            <p:cNvGrpSpPr/>
            <p:nvPr/>
          </p:nvGrpSpPr>
          <p:grpSpPr>
            <a:xfrm>
              <a:off x="2881277" y="3523032"/>
              <a:ext cx="82487" cy="345567"/>
              <a:chOff x="2881277" y="3523032"/>
              <a:chExt cx="82487" cy="345567"/>
            </a:xfrm>
          </p:grpSpPr>
          <p:grpSp>
            <p:nvGrpSpPr>
              <p:cNvPr id="3932" name="Google Shape;3932;p47"/>
              <p:cNvGrpSpPr/>
              <p:nvPr/>
            </p:nvGrpSpPr>
            <p:grpSpPr>
              <a:xfrm>
                <a:off x="2940237" y="3763824"/>
                <a:ext cx="19431" cy="104775"/>
                <a:chOff x="2940237" y="3763824"/>
                <a:chExt cx="19431" cy="104775"/>
              </a:xfrm>
            </p:grpSpPr>
            <p:sp>
              <p:nvSpPr>
                <p:cNvPr id="3933" name="Google Shape;3933;p47"/>
                <p:cNvSpPr/>
                <p:nvPr/>
              </p:nvSpPr>
              <p:spPr>
                <a:xfrm>
                  <a:off x="2940237" y="3768777"/>
                  <a:ext cx="10953" cy="99821"/>
                </a:xfrm>
                <a:custGeom>
                  <a:avLst/>
                  <a:gdLst/>
                  <a:ahLst/>
                  <a:cxnLst/>
                  <a:rect l="l" t="t" r="r" b="b"/>
                  <a:pathLst>
                    <a:path w="10953" h="99821" extrusionOk="0">
                      <a:moveTo>
                        <a:pt x="10954" y="99822"/>
                      </a:moveTo>
                      <a:lnTo>
                        <a:pt x="0" y="93536"/>
                      </a:lnTo>
                      <a:lnTo>
                        <a:pt x="0" y="0"/>
                      </a:lnTo>
                      <a:lnTo>
                        <a:pt x="10954" y="6287"/>
                      </a:lnTo>
                      <a:lnTo>
                        <a:pt x="10954" y="9982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34" name="Google Shape;3934;p47"/>
                <p:cNvSpPr/>
                <p:nvPr/>
              </p:nvSpPr>
              <p:spPr>
                <a:xfrm>
                  <a:off x="2951191" y="3770206"/>
                  <a:ext cx="8477" cy="98393"/>
                </a:xfrm>
                <a:custGeom>
                  <a:avLst/>
                  <a:gdLst/>
                  <a:ahLst/>
                  <a:cxnLst/>
                  <a:rect l="l" t="t" r="r" b="b"/>
                  <a:pathLst>
                    <a:path w="8477" h="98393" extrusionOk="0">
                      <a:moveTo>
                        <a:pt x="0" y="98393"/>
                      </a:moveTo>
                      <a:lnTo>
                        <a:pt x="8477" y="93536"/>
                      </a:lnTo>
                      <a:lnTo>
                        <a:pt x="8477" y="0"/>
                      </a:lnTo>
                      <a:lnTo>
                        <a:pt x="0" y="4858"/>
                      </a:lnTo>
                      <a:lnTo>
                        <a:pt x="0" y="9839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35" name="Google Shape;3935;p47"/>
                <p:cNvSpPr/>
                <p:nvPr/>
              </p:nvSpPr>
              <p:spPr>
                <a:xfrm>
                  <a:off x="2940237" y="3763824"/>
                  <a:ext cx="19431" cy="11239"/>
                </a:xfrm>
                <a:custGeom>
                  <a:avLst/>
                  <a:gdLst/>
                  <a:ahLst/>
                  <a:cxnLst/>
                  <a:rect l="l" t="t" r="r" b="b"/>
                  <a:pathLst>
                    <a:path w="19431" h="11239" extrusionOk="0">
                      <a:moveTo>
                        <a:pt x="10954" y="11240"/>
                      </a:moveTo>
                      <a:lnTo>
                        <a:pt x="19431" y="6382"/>
                      </a:lnTo>
                      <a:lnTo>
                        <a:pt x="8477" y="0"/>
                      </a:lnTo>
                      <a:lnTo>
                        <a:pt x="0" y="4953"/>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36" name="Google Shape;3936;p47"/>
              <p:cNvGrpSpPr/>
              <p:nvPr/>
            </p:nvGrpSpPr>
            <p:grpSpPr>
              <a:xfrm>
                <a:off x="2936142" y="3720866"/>
                <a:ext cx="27622" cy="56769"/>
                <a:chOff x="2936142" y="3720866"/>
                <a:chExt cx="27622" cy="56769"/>
              </a:xfrm>
            </p:grpSpPr>
            <p:sp>
              <p:nvSpPr>
                <p:cNvPr id="3937" name="Google Shape;3937;p47"/>
                <p:cNvSpPr/>
                <p:nvPr/>
              </p:nvSpPr>
              <p:spPr>
                <a:xfrm>
                  <a:off x="2936142" y="3727819"/>
                  <a:ext cx="15525" cy="49815"/>
                </a:xfrm>
                <a:custGeom>
                  <a:avLst/>
                  <a:gdLst/>
                  <a:ahLst/>
                  <a:cxnLst/>
                  <a:rect l="l" t="t" r="r" b="b"/>
                  <a:pathLst>
                    <a:path w="15525" h="49815" extrusionOk="0">
                      <a:moveTo>
                        <a:pt x="15526" y="49816"/>
                      </a:moveTo>
                      <a:lnTo>
                        <a:pt x="0" y="40862"/>
                      </a:lnTo>
                      <a:lnTo>
                        <a:pt x="0" y="0"/>
                      </a:lnTo>
                      <a:lnTo>
                        <a:pt x="15526" y="8954"/>
                      </a:lnTo>
                      <a:lnTo>
                        <a:pt x="15526" y="4981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38" name="Google Shape;3938;p47"/>
                <p:cNvSpPr/>
                <p:nvPr/>
              </p:nvSpPr>
              <p:spPr>
                <a:xfrm>
                  <a:off x="2951667" y="3729820"/>
                  <a:ext cx="12096" cy="47815"/>
                </a:xfrm>
                <a:custGeom>
                  <a:avLst/>
                  <a:gdLst/>
                  <a:ahLst/>
                  <a:cxnLst/>
                  <a:rect l="l" t="t" r="r" b="b"/>
                  <a:pathLst>
                    <a:path w="12096" h="47815" extrusionOk="0">
                      <a:moveTo>
                        <a:pt x="0" y="47815"/>
                      </a:moveTo>
                      <a:lnTo>
                        <a:pt x="12097" y="40862"/>
                      </a:lnTo>
                      <a:lnTo>
                        <a:pt x="12097" y="0"/>
                      </a:lnTo>
                      <a:lnTo>
                        <a:pt x="0" y="6953"/>
                      </a:lnTo>
                      <a:lnTo>
                        <a:pt x="0" y="4781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39" name="Google Shape;3939;p47"/>
                <p:cNvSpPr/>
                <p:nvPr/>
              </p:nvSpPr>
              <p:spPr>
                <a:xfrm>
                  <a:off x="2936142" y="3720866"/>
                  <a:ext cx="27622" cy="15906"/>
                </a:xfrm>
                <a:custGeom>
                  <a:avLst/>
                  <a:gdLst/>
                  <a:ahLst/>
                  <a:cxnLst/>
                  <a:rect l="l" t="t" r="r" b="b"/>
                  <a:pathLst>
                    <a:path w="27622" h="15906" extrusionOk="0">
                      <a:moveTo>
                        <a:pt x="15526" y="15907"/>
                      </a:moveTo>
                      <a:lnTo>
                        <a:pt x="27622" y="8954"/>
                      </a:lnTo>
                      <a:lnTo>
                        <a:pt x="12097" y="0"/>
                      </a:lnTo>
                      <a:lnTo>
                        <a:pt x="0" y="6953"/>
                      </a:lnTo>
                      <a:lnTo>
                        <a:pt x="15526" y="1590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40" name="Google Shape;3940;p47"/>
              <p:cNvGrpSpPr/>
              <p:nvPr/>
            </p:nvGrpSpPr>
            <p:grpSpPr>
              <a:xfrm>
                <a:off x="2922330" y="3740297"/>
                <a:ext cx="27622" cy="33814"/>
                <a:chOff x="2922330" y="3740297"/>
                <a:chExt cx="27622" cy="33814"/>
              </a:xfrm>
            </p:grpSpPr>
            <p:sp>
              <p:nvSpPr>
                <p:cNvPr id="3941" name="Google Shape;3941;p47"/>
                <p:cNvSpPr/>
                <p:nvPr/>
              </p:nvSpPr>
              <p:spPr>
                <a:xfrm>
                  <a:off x="2934427" y="3747250"/>
                  <a:ext cx="15525" cy="26860"/>
                </a:xfrm>
                <a:custGeom>
                  <a:avLst/>
                  <a:gdLst/>
                  <a:ahLst/>
                  <a:cxnLst/>
                  <a:rect l="l" t="t" r="r" b="b"/>
                  <a:pathLst>
                    <a:path w="15525" h="26860" extrusionOk="0">
                      <a:moveTo>
                        <a:pt x="15526" y="0"/>
                      </a:moveTo>
                      <a:lnTo>
                        <a:pt x="15526" y="17907"/>
                      </a:lnTo>
                      <a:lnTo>
                        <a:pt x="0" y="26861"/>
                      </a:lnTo>
                      <a:lnTo>
                        <a:pt x="0" y="8954"/>
                      </a:lnTo>
                      <a:lnTo>
                        <a:pt x="15526"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42" name="Google Shape;3942;p47"/>
                <p:cNvSpPr/>
                <p:nvPr/>
              </p:nvSpPr>
              <p:spPr>
                <a:xfrm>
                  <a:off x="2922330" y="3740297"/>
                  <a:ext cx="27622" cy="15906"/>
                </a:xfrm>
                <a:custGeom>
                  <a:avLst/>
                  <a:gdLst/>
                  <a:ahLst/>
                  <a:cxnLst/>
                  <a:rect l="l" t="t" r="r" b="b"/>
                  <a:pathLst>
                    <a:path w="27622" h="15906" extrusionOk="0">
                      <a:moveTo>
                        <a:pt x="27622" y="6953"/>
                      </a:moveTo>
                      <a:lnTo>
                        <a:pt x="15621" y="0"/>
                      </a:lnTo>
                      <a:lnTo>
                        <a:pt x="0" y="8954"/>
                      </a:lnTo>
                      <a:lnTo>
                        <a:pt x="12097" y="15907"/>
                      </a:lnTo>
                      <a:lnTo>
                        <a:pt x="27622" y="695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43" name="Google Shape;3943;p47"/>
                <p:cNvSpPr/>
                <p:nvPr/>
              </p:nvSpPr>
              <p:spPr>
                <a:xfrm>
                  <a:off x="2922330" y="3749251"/>
                  <a:ext cx="12096" cy="24860"/>
                </a:xfrm>
                <a:custGeom>
                  <a:avLst/>
                  <a:gdLst/>
                  <a:ahLst/>
                  <a:cxnLst/>
                  <a:rect l="l" t="t" r="r" b="b"/>
                  <a:pathLst>
                    <a:path w="12096" h="24860" extrusionOk="0">
                      <a:moveTo>
                        <a:pt x="12097" y="6953"/>
                      </a:moveTo>
                      <a:lnTo>
                        <a:pt x="0" y="0"/>
                      </a:lnTo>
                      <a:lnTo>
                        <a:pt x="0" y="17907"/>
                      </a:lnTo>
                      <a:lnTo>
                        <a:pt x="12097" y="24860"/>
                      </a:lnTo>
                      <a:lnTo>
                        <a:pt x="12097" y="69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44" name="Google Shape;3944;p47"/>
              <p:cNvGrpSpPr/>
              <p:nvPr/>
            </p:nvGrpSpPr>
            <p:grpSpPr>
              <a:xfrm>
                <a:off x="2881277" y="3751442"/>
                <a:ext cx="52006" cy="45053"/>
                <a:chOff x="2881277" y="3751442"/>
                <a:chExt cx="52006" cy="45053"/>
              </a:xfrm>
            </p:grpSpPr>
            <p:sp>
              <p:nvSpPr>
                <p:cNvPr id="3945" name="Google Shape;3945;p47"/>
                <p:cNvSpPr/>
                <p:nvPr/>
              </p:nvSpPr>
              <p:spPr>
                <a:xfrm>
                  <a:off x="2891374" y="3757252"/>
                  <a:ext cx="41909" cy="39243"/>
                </a:xfrm>
                <a:custGeom>
                  <a:avLst/>
                  <a:gdLst/>
                  <a:ahLst/>
                  <a:cxnLst/>
                  <a:rect l="l" t="t" r="r" b="b"/>
                  <a:pathLst>
                    <a:path w="41909" h="39243" extrusionOk="0">
                      <a:moveTo>
                        <a:pt x="41910" y="0"/>
                      </a:moveTo>
                      <a:lnTo>
                        <a:pt x="41910" y="15050"/>
                      </a:lnTo>
                      <a:lnTo>
                        <a:pt x="0" y="39243"/>
                      </a:lnTo>
                      <a:lnTo>
                        <a:pt x="0" y="24289"/>
                      </a:lnTo>
                      <a:lnTo>
                        <a:pt x="4191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46" name="Google Shape;3946;p47"/>
                <p:cNvSpPr/>
                <p:nvPr/>
              </p:nvSpPr>
              <p:spPr>
                <a:xfrm>
                  <a:off x="2881277" y="3751442"/>
                  <a:ext cx="52006" cy="30099"/>
                </a:xfrm>
                <a:custGeom>
                  <a:avLst/>
                  <a:gdLst/>
                  <a:ahLst/>
                  <a:cxnLst/>
                  <a:rect l="l" t="t" r="r" b="b"/>
                  <a:pathLst>
                    <a:path w="52006" h="30099" extrusionOk="0">
                      <a:moveTo>
                        <a:pt x="52006" y="5810"/>
                      </a:moveTo>
                      <a:lnTo>
                        <a:pt x="42005" y="0"/>
                      </a:lnTo>
                      <a:lnTo>
                        <a:pt x="0" y="24194"/>
                      </a:lnTo>
                      <a:lnTo>
                        <a:pt x="10096" y="30099"/>
                      </a:lnTo>
                      <a:lnTo>
                        <a:pt x="52006" y="581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47" name="Google Shape;3947;p47"/>
                <p:cNvSpPr/>
                <p:nvPr/>
              </p:nvSpPr>
              <p:spPr>
                <a:xfrm>
                  <a:off x="2881277" y="3775635"/>
                  <a:ext cx="10096" cy="20859"/>
                </a:xfrm>
                <a:custGeom>
                  <a:avLst/>
                  <a:gdLst/>
                  <a:ahLst/>
                  <a:cxnLst/>
                  <a:rect l="l" t="t" r="r" b="b"/>
                  <a:pathLst>
                    <a:path w="10096" h="20859" extrusionOk="0">
                      <a:moveTo>
                        <a:pt x="10096" y="5905"/>
                      </a:moveTo>
                      <a:lnTo>
                        <a:pt x="0" y="0"/>
                      </a:lnTo>
                      <a:lnTo>
                        <a:pt x="0" y="15049"/>
                      </a:lnTo>
                      <a:lnTo>
                        <a:pt x="10096" y="20860"/>
                      </a:lnTo>
                      <a:lnTo>
                        <a:pt x="10096" y="5905"/>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48" name="Google Shape;3948;p47"/>
              <p:cNvGrpSpPr/>
              <p:nvPr/>
            </p:nvGrpSpPr>
            <p:grpSpPr>
              <a:xfrm>
                <a:off x="2940237" y="3523032"/>
                <a:ext cx="19431" cy="211359"/>
                <a:chOff x="2940237" y="3523032"/>
                <a:chExt cx="19431" cy="211359"/>
              </a:xfrm>
            </p:grpSpPr>
            <p:sp>
              <p:nvSpPr>
                <p:cNvPr id="3949" name="Google Shape;3949;p47"/>
                <p:cNvSpPr/>
                <p:nvPr/>
              </p:nvSpPr>
              <p:spPr>
                <a:xfrm>
                  <a:off x="2940237" y="3527985"/>
                  <a:ext cx="10953" cy="206406"/>
                </a:xfrm>
                <a:custGeom>
                  <a:avLst/>
                  <a:gdLst/>
                  <a:ahLst/>
                  <a:cxnLst/>
                  <a:rect l="l" t="t" r="r" b="b"/>
                  <a:pathLst>
                    <a:path w="10953" h="206406" extrusionOk="0">
                      <a:moveTo>
                        <a:pt x="10954" y="206407"/>
                      </a:moveTo>
                      <a:lnTo>
                        <a:pt x="0" y="200120"/>
                      </a:lnTo>
                      <a:lnTo>
                        <a:pt x="0" y="0"/>
                      </a:lnTo>
                      <a:lnTo>
                        <a:pt x="10954" y="6287"/>
                      </a:lnTo>
                      <a:lnTo>
                        <a:pt x="10954" y="20640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50" name="Google Shape;3950;p47"/>
                <p:cNvSpPr/>
                <p:nvPr/>
              </p:nvSpPr>
              <p:spPr>
                <a:xfrm>
                  <a:off x="2951191" y="3529414"/>
                  <a:ext cx="8477" cy="204977"/>
                </a:xfrm>
                <a:custGeom>
                  <a:avLst/>
                  <a:gdLst/>
                  <a:ahLst/>
                  <a:cxnLst/>
                  <a:rect l="l" t="t" r="r" b="b"/>
                  <a:pathLst>
                    <a:path w="8477" h="204977" extrusionOk="0">
                      <a:moveTo>
                        <a:pt x="0" y="204978"/>
                      </a:moveTo>
                      <a:lnTo>
                        <a:pt x="8477" y="200120"/>
                      </a:lnTo>
                      <a:lnTo>
                        <a:pt x="8477" y="0"/>
                      </a:lnTo>
                      <a:lnTo>
                        <a:pt x="0" y="4858"/>
                      </a:lnTo>
                      <a:lnTo>
                        <a:pt x="0" y="20497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51" name="Google Shape;3951;p47"/>
                <p:cNvSpPr/>
                <p:nvPr/>
              </p:nvSpPr>
              <p:spPr>
                <a:xfrm>
                  <a:off x="2940237" y="3523032"/>
                  <a:ext cx="19431" cy="11239"/>
                </a:xfrm>
                <a:custGeom>
                  <a:avLst/>
                  <a:gdLst/>
                  <a:ahLst/>
                  <a:cxnLst/>
                  <a:rect l="l" t="t" r="r" b="b"/>
                  <a:pathLst>
                    <a:path w="19431" h="11239" extrusionOk="0">
                      <a:moveTo>
                        <a:pt x="10954" y="11239"/>
                      </a:moveTo>
                      <a:lnTo>
                        <a:pt x="19431" y="6382"/>
                      </a:lnTo>
                      <a:lnTo>
                        <a:pt x="8477" y="0"/>
                      </a:lnTo>
                      <a:lnTo>
                        <a:pt x="0" y="4953"/>
                      </a:lnTo>
                      <a:lnTo>
                        <a:pt x="10954" y="1123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952" name="Google Shape;3952;p47"/>
            <p:cNvGrpSpPr/>
            <p:nvPr/>
          </p:nvGrpSpPr>
          <p:grpSpPr>
            <a:xfrm>
              <a:off x="3201699" y="3708103"/>
              <a:ext cx="82486" cy="345566"/>
              <a:chOff x="3201699" y="3708103"/>
              <a:chExt cx="82486" cy="345566"/>
            </a:xfrm>
          </p:grpSpPr>
          <p:grpSp>
            <p:nvGrpSpPr>
              <p:cNvPr id="3953" name="Google Shape;3953;p47"/>
              <p:cNvGrpSpPr/>
              <p:nvPr/>
            </p:nvGrpSpPr>
            <p:grpSpPr>
              <a:xfrm>
                <a:off x="3260658" y="3948895"/>
                <a:ext cx="19526" cy="104774"/>
                <a:chOff x="3260658" y="3948895"/>
                <a:chExt cx="19526" cy="104774"/>
              </a:xfrm>
            </p:grpSpPr>
            <p:sp>
              <p:nvSpPr>
                <p:cNvPr id="3954" name="Google Shape;3954;p47"/>
                <p:cNvSpPr/>
                <p:nvPr/>
              </p:nvSpPr>
              <p:spPr>
                <a:xfrm>
                  <a:off x="3260658" y="3953752"/>
                  <a:ext cx="10953" cy="99917"/>
                </a:xfrm>
                <a:custGeom>
                  <a:avLst/>
                  <a:gdLst/>
                  <a:ahLst/>
                  <a:cxnLst/>
                  <a:rect l="l" t="t" r="r" b="b"/>
                  <a:pathLst>
                    <a:path w="10953" h="99917" extrusionOk="0">
                      <a:moveTo>
                        <a:pt x="10954" y="99917"/>
                      </a:moveTo>
                      <a:lnTo>
                        <a:pt x="0" y="93536"/>
                      </a:lnTo>
                      <a:lnTo>
                        <a:pt x="0" y="0"/>
                      </a:lnTo>
                      <a:lnTo>
                        <a:pt x="10954" y="6382"/>
                      </a:lnTo>
                      <a:lnTo>
                        <a:pt x="10954" y="9991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55" name="Google Shape;3955;p47"/>
                <p:cNvSpPr/>
                <p:nvPr/>
              </p:nvSpPr>
              <p:spPr>
                <a:xfrm>
                  <a:off x="3271612" y="3955181"/>
                  <a:ext cx="8572" cy="98488"/>
                </a:xfrm>
                <a:custGeom>
                  <a:avLst/>
                  <a:gdLst/>
                  <a:ahLst/>
                  <a:cxnLst/>
                  <a:rect l="l" t="t" r="r" b="b"/>
                  <a:pathLst>
                    <a:path w="8572" h="98488" extrusionOk="0">
                      <a:moveTo>
                        <a:pt x="0" y="98488"/>
                      </a:moveTo>
                      <a:lnTo>
                        <a:pt x="8572" y="93535"/>
                      </a:lnTo>
                      <a:lnTo>
                        <a:pt x="8572" y="0"/>
                      </a:lnTo>
                      <a:lnTo>
                        <a:pt x="0" y="4953"/>
                      </a:lnTo>
                      <a:lnTo>
                        <a:pt x="0" y="98488"/>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56" name="Google Shape;3956;p47"/>
                <p:cNvSpPr/>
                <p:nvPr/>
              </p:nvSpPr>
              <p:spPr>
                <a:xfrm>
                  <a:off x="3260658" y="3948895"/>
                  <a:ext cx="19526" cy="11239"/>
                </a:xfrm>
                <a:custGeom>
                  <a:avLst/>
                  <a:gdLst/>
                  <a:ahLst/>
                  <a:cxnLst/>
                  <a:rect l="l" t="t" r="r" b="b"/>
                  <a:pathLst>
                    <a:path w="19526" h="11239" extrusionOk="0">
                      <a:moveTo>
                        <a:pt x="10954" y="11239"/>
                      </a:moveTo>
                      <a:lnTo>
                        <a:pt x="19526" y="6287"/>
                      </a:lnTo>
                      <a:lnTo>
                        <a:pt x="8477" y="0"/>
                      </a:lnTo>
                      <a:lnTo>
                        <a:pt x="0" y="4858"/>
                      </a:lnTo>
                      <a:lnTo>
                        <a:pt x="10954" y="1123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57" name="Google Shape;3957;p47"/>
              <p:cNvGrpSpPr/>
              <p:nvPr/>
            </p:nvGrpSpPr>
            <p:grpSpPr>
              <a:xfrm>
                <a:off x="3256658" y="3905842"/>
                <a:ext cx="27527" cy="56768"/>
                <a:chOff x="3256658" y="3905842"/>
                <a:chExt cx="27527" cy="56768"/>
              </a:xfrm>
            </p:grpSpPr>
            <p:sp>
              <p:nvSpPr>
                <p:cNvPr id="3958" name="Google Shape;3958;p47"/>
                <p:cNvSpPr/>
                <p:nvPr/>
              </p:nvSpPr>
              <p:spPr>
                <a:xfrm>
                  <a:off x="3256658" y="3912795"/>
                  <a:ext cx="15525" cy="49815"/>
                </a:xfrm>
                <a:custGeom>
                  <a:avLst/>
                  <a:gdLst/>
                  <a:ahLst/>
                  <a:cxnLst/>
                  <a:rect l="l" t="t" r="r" b="b"/>
                  <a:pathLst>
                    <a:path w="15525" h="49815" extrusionOk="0">
                      <a:moveTo>
                        <a:pt x="15526" y="49816"/>
                      </a:moveTo>
                      <a:lnTo>
                        <a:pt x="0" y="40862"/>
                      </a:lnTo>
                      <a:lnTo>
                        <a:pt x="0" y="0"/>
                      </a:lnTo>
                      <a:lnTo>
                        <a:pt x="15526" y="8954"/>
                      </a:lnTo>
                      <a:lnTo>
                        <a:pt x="15526" y="4981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59" name="Google Shape;3959;p47"/>
                <p:cNvSpPr/>
                <p:nvPr/>
              </p:nvSpPr>
              <p:spPr>
                <a:xfrm>
                  <a:off x="3272184" y="3914795"/>
                  <a:ext cx="12001" cy="47815"/>
                </a:xfrm>
                <a:custGeom>
                  <a:avLst/>
                  <a:gdLst/>
                  <a:ahLst/>
                  <a:cxnLst/>
                  <a:rect l="l" t="t" r="r" b="b"/>
                  <a:pathLst>
                    <a:path w="12001" h="47815" extrusionOk="0">
                      <a:moveTo>
                        <a:pt x="0" y="47816"/>
                      </a:moveTo>
                      <a:lnTo>
                        <a:pt x="12002" y="40862"/>
                      </a:lnTo>
                      <a:lnTo>
                        <a:pt x="12002" y="0"/>
                      </a:lnTo>
                      <a:lnTo>
                        <a:pt x="0" y="6953"/>
                      </a:lnTo>
                      <a:lnTo>
                        <a:pt x="0" y="478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60" name="Google Shape;3960;p47"/>
                <p:cNvSpPr/>
                <p:nvPr/>
              </p:nvSpPr>
              <p:spPr>
                <a:xfrm>
                  <a:off x="3256658" y="3905842"/>
                  <a:ext cx="27527" cy="15906"/>
                </a:xfrm>
                <a:custGeom>
                  <a:avLst/>
                  <a:gdLst/>
                  <a:ahLst/>
                  <a:cxnLst/>
                  <a:rect l="l" t="t" r="r" b="b"/>
                  <a:pathLst>
                    <a:path w="27527" h="15906" extrusionOk="0">
                      <a:moveTo>
                        <a:pt x="15526" y="15907"/>
                      </a:moveTo>
                      <a:lnTo>
                        <a:pt x="27527" y="8954"/>
                      </a:lnTo>
                      <a:lnTo>
                        <a:pt x="12002" y="0"/>
                      </a:lnTo>
                      <a:lnTo>
                        <a:pt x="0" y="6953"/>
                      </a:lnTo>
                      <a:lnTo>
                        <a:pt x="15526" y="1590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61" name="Google Shape;3961;p47"/>
              <p:cNvGrpSpPr/>
              <p:nvPr/>
            </p:nvGrpSpPr>
            <p:grpSpPr>
              <a:xfrm>
                <a:off x="3242846" y="3925273"/>
                <a:ext cx="27623" cy="33909"/>
                <a:chOff x="3242846" y="3925273"/>
                <a:chExt cx="27623" cy="33909"/>
              </a:xfrm>
            </p:grpSpPr>
            <p:sp>
              <p:nvSpPr>
                <p:cNvPr id="3962" name="Google Shape;3962;p47"/>
                <p:cNvSpPr/>
                <p:nvPr/>
              </p:nvSpPr>
              <p:spPr>
                <a:xfrm>
                  <a:off x="3254848" y="3932226"/>
                  <a:ext cx="15621" cy="26955"/>
                </a:xfrm>
                <a:custGeom>
                  <a:avLst/>
                  <a:gdLst/>
                  <a:ahLst/>
                  <a:cxnLst/>
                  <a:rect l="l" t="t" r="r" b="b"/>
                  <a:pathLst>
                    <a:path w="15621" h="26955" extrusionOk="0">
                      <a:moveTo>
                        <a:pt x="15621" y="0"/>
                      </a:moveTo>
                      <a:lnTo>
                        <a:pt x="15621" y="17907"/>
                      </a:lnTo>
                      <a:lnTo>
                        <a:pt x="0" y="26956"/>
                      </a:lnTo>
                      <a:lnTo>
                        <a:pt x="0" y="9049"/>
                      </a:lnTo>
                      <a:lnTo>
                        <a:pt x="1562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63" name="Google Shape;3963;p47"/>
                <p:cNvSpPr/>
                <p:nvPr/>
              </p:nvSpPr>
              <p:spPr>
                <a:xfrm>
                  <a:off x="3242846" y="3925273"/>
                  <a:ext cx="27622" cy="16001"/>
                </a:xfrm>
                <a:custGeom>
                  <a:avLst/>
                  <a:gdLst/>
                  <a:ahLst/>
                  <a:cxnLst/>
                  <a:rect l="l" t="t" r="r" b="b"/>
                  <a:pathLst>
                    <a:path w="27622" h="16001" extrusionOk="0">
                      <a:moveTo>
                        <a:pt x="27623" y="6953"/>
                      </a:moveTo>
                      <a:lnTo>
                        <a:pt x="15526" y="0"/>
                      </a:lnTo>
                      <a:lnTo>
                        <a:pt x="0" y="9049"/>
                      </a:lnTo>
                      <a:lnTo>
                        <a:pt x="12002" y="16002"/>
                      </a:lnTo>
                      <a:lnTo>
                        <a:pt x="27623" y="695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64" name="Google Shape;3964;p47"/>
                <p:cNvSpPr/>
                <p:nvPr/>
              </p:nvSpPr>
              <p:spPr>
                <a:xfrm>
                  <a:off x="3242846" y="3934322"/>
                  <a:ext cx="12001" cy="24860"/>
                </a:xfrm>
                <a:custGeom>
                  <a:avLst/>
                  <a:gdLst/>
                  <a:ahLst/>
                  <a:cxnLst/>
                  <a:rect l="l" t="t" r="r" b="b"/>
                  <a:pathLst>
                    <a:path w="12001" h="24860" extrusionOk="0">
                      <a:moveTo>
                        <a:pt x="12002" y="6953"/>
                      </a:moveTo>
                      <a:lnTo>
                        <a:pt x="0" y="0"/>
                      </a:lnTo>
                      <a:lnTo>
                        <a:pt x="0" y="17907"/>
                      </a:lnTo>
                      <a:lnTo>
                        <a:pt x="12002" y="24860"/>
                      </a:lnTo>
                      <a:lnTo>
                        <a:pt x="12002" y="69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65" name="Google Shape;3965;p47"/>
              <p:cNvGrpSpPr/>
              <p:nvPr/>
            </p:nvGrpSpPr>
            <p:grpSpPr>
              <a:xfrm>
                <a:off x="3201699" y="3936417"/>
                <a:ext cx="52101" cy="45148"/>
                <a:chOff x="3201699" y="3936417"/>
                <a:chExt cx="52101" cy="45148"/>
              </a:xfrm>
            </p:grpSpPr>
            <p:sp>
              <p:nvSpPr>
                <p:cNvPr id="3966" name="Google Shape;3966;p47"/>
                <p:cNvSpPr/>
                <p:nvPr/>
              </p:nvSpPr>
              <p:spPr>
                <a:xfrm>
                  <a:off x="3211795" y="3942323"/>
                  <a:ext cx="42005" cy="39242"/>
                </a:xfrm>
                <a:custGeom>
                  <a:avLst/>
                  <a:gdLst/>
                  <a:ahLst/>
                  <a:cxnLst/>
                  <a:rect l="l" t="t" r="r" b="b"/>
                  <a:pathLst>
                    <a:path w="42005" h="39242" extrusionOk="0">
                      <a:moveTo>
                        <a:pt x="42005" y="0"/>
                      </a:moveTo>
                      <a:lnTo>
                        <a:pt x="42005" y="14954"/>
                      </a:lnTo>
                      <a:lnTo>
                        <a:pt x="0" y="39243"/>
                      </a:lnTo>
                      <a:lnTo>
                        <a:pt x="0" y="24193"/>
                      </a:lnTo>
                      <a:lnTo>
                        <a:pt x="42005"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67" name="Google Shape;3967;p47"/>
                <p:cNvSpPr/>
                <p:nvPr/>
              </p:nvSpPr>
              <p:spPr>
                <a:xfrm>
                  <a:off x="3201699" y="3936417"/>
                  <a:ext cx="52101" cy="30098"/>
                </a:xfrm>
                <a:custGeom>
                  <a:avLst/>
                  <a:gdLst/>
                  <a:ahLst/>
                  <a:cxnLst/>
                  <a:rect l="l" t="t" r="r" b="b"/>
                  <a:pathLst>
                    <a:path w="52101" h="30098" extrusionOk="0">
                      <a:moveTo>
                        <a:pt x="52102" y="5905"/>
                      </a:moveTo>
                      <a:lnTo>
                        <a:pt x="42005" y="0"/>
                      </a:lnTo>
                      <a:lnTo>
                        <a:pt x="0" y="24289"/>
                      </a:lnTo>
                      <a:lnTo>
                        <a:pt x="10096" y="30099"/>
                      </a:lnTo>
                      <a:lnTo>
                        <a:pt x="52102" y="590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68" name="Google Shape;3968;p47"/>
                <p:cNvSpPr/>
                <p:nvPr/>
              </p:nvSpPr>
              <p:spPr>
                <a:xfrm>
                  <a:off x="3201699" y="3960706"/>
                  <a:ext cx="10096" cy="20859"/>
                </a:xfrm>
                <a:custGeom>
                  <a:avLst/>
                  <a:gdLst/>
                  <a:ahLst/>
                  <a:cxnLst/>
                  <a:rect l="l" t="t" r="r" b="b"/>
                  <a:pathLst>
                    <a:path w="10096" h="20859" extrusionOk="0">
                      <a:moveTo>
                        <a:pt x="10096" y="5810"/>
                      </a:moveTo>
                      <a:lnTo>
                        <a:pt x="0" y="0"/>
                      </a:lnTo>
                      <a:lnTo>
                        <a:pt x="0" y="14954"/>
                      </a:lnTo>
                      <a:lnTo>
                        <a:pt x="10096" y="20860"/>
                      </a:lnTo>
                      <a:lnTo>
                        <a:pt x="10096" y="581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69" name="Google Shape;3969;p47"/>
              <p:cNvGrpSpPr/>
              <p:nvPr/>
            </p:nvGrpSpPr>
            <p:grpSpPr>
              <a:xfrm>
                <a:off x="3260658" y="3708103"/>
                <a:ext cx="19526" cy="211360"/>
                <a:chOff x="3260658" y="3708103"/>
                <a:chExt cx="19526" cy="211360"/>
              </a:xfrm>
            </p:grpSpPr>
            <p:sp>
              <p:nvSpPr>
                <p:cNvPr id="3970" name="Google Shape;3970;p47"/>
                <p:cNvSpPr/>
                <p:nvPr/>
              </p:nvSpPr>
              <p:spPr>
                <a:xfrm>
                  <a:off x="3260658" y="3712961"/>
                  <a:ext cx="10953" cy="206502"/>
                </a:xfrm>
                <a:custGeom>
                  <a:avLst/>
                  <a:gdLst/>
                  <a:ahLst/>
                  <a:cxnLst/>
                  <a:rect l="l" t="t" r="r" b="b"/>
                  <a:pathLst>
                    <a:path w="10953" h="206502" extrusionOk="0">
                      <a:moveTo>
                        <a:pt x="10954" y="206502"/>
                      </a:moveTo>
                      <a:lnTo>
                        <a:pt x="0" y="200120"/>
                      </a:lnTo>
                      <a:lnTo>
                        <a:pt x="0" y="0"/>
                      </a:lnTo>
                      <a:lnTo>
                        <a:pt x="10954" y="6382"/>
                      </a:lnTo>
                      <a:lnTo>
                        <a:pt x="10954" y="20650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71" name="Google Shape;3971;p47"/>
                <p:cNvSpPr/>
                <p:nvPr/>
              </p:nvSpPr>
              <p:spPr>
                <a:xfrm>
                  <a:off x="3271612" y="3714389"/>
                  <a:ext cx="8572" cy="205073"/>
                </a:xfrm>
                <a:custGeom>
                  <a:avLst/>
                  <a:gdLst/>
                  <a:ahLst/>
                  <a:cxnLst/>
                  <a:rect l="l" t="t" r="r" b="b"/>
                  <a:pathLst>
                    <a:path w="8572" h="205073" extrusionOk="0">
                      <a:moveTo>
                        <a:pt x="0" y="205074"/>
                      </a:moveTo>
                      <a:lnTo>
                        <a:pt x="8572" y="200120"/>
                      </a:lnTo>
                      <a:lnTo>
                        <a:pt x="8572" y="0"/>
                      </a:lnTo>
                      <a:lnTo>
                        <a:pt x="0" y="4953"/>
                      </a:lnTo>
                      <a:lnTo>
                        <a:pt x="0" y="20507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72" name="Google Shape;3972;p47"/>
                <p:cNvSpPr/>
                <p:nvPr/>
              </p:nvSpPr>
              <p:spPr>
                <a:xfrm>
                  <a:off x="3260658" y="3708103"/>
                  <a:ext cx="19526" cy="11239"/>
                </a:xfrm>
                <a:custGeom>
                  <a:avLst/>
                  <a:gdLst/>
                  <a:ahLst/>
                  <a:cxnLst/>
                  <a:rect l="l" t="t" r="r" b="b"/>
                  <a:pathLst>
                    <a:path w="19526" h="11239" extrusionOk="0">
                      <a:moveTo>
                        <a:pt x="10954" y="11240"/>
                      </a:moveTo>
                      <a:lnTo>
                        <a:pt x="19526" y="6286"/>
                      </a:lnTo>
                      <a:lnTo>
                        <a:pt x="8477" y="0"/>
                      </a:lnTo>
                      <a:lnTo>
                        <a:pt x="0" y="4858"/>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973" name="Google Shape;3973;p47"/>
            <p:cNvGrpSpPr/>
            <p:nvPr/>
          </p:nvGrpSpPr>
          <p:grpSpPr>
            <a:xfrm>
              <a:off x="2836891" y="3772016"/>
              <a:ext cx="376713" cy="237839"/>
              <a:chOff x="2836891" y="3772016"/>
              <a:chExt cx="376713" cy="237839"/>
            </a:xfrm>
          </p:grpSpPr>
          <p:grpSp>
            <p:nvGrpSpPr>
              <p:cNvPr id="3974" name="Google Shape;3974;p47"/>
              <p:cNvGrpSpPr/>
              <p:nvPr/>
            </p:nvGrpSpPr>
            <p:grpSpPr>
              <a:xfrm>
                <a:off x="2836891" y="3772016"/>
                <a:ext cx="56197" cy="52768"/>
                <a:chOff x="2836891" y="3772016"/>
                <a:chExt cx="56197" cy="52768"/>
              </a:xfrm>
            </p:grpSpPr>
            <p:sp>
              <p:nvSpPr>
                <p:cNvPr id="3975" name="Google Shape;3975;p47"/>
                <p:cNvSpPr/>
                <p:nvPr/>
              </p:nvSpPr>
              <p:spPr>
                <a:xfrm>
                  <a:off x="2850607" y="3779826"/>
                  <a:ext cx="42481" cy="44958"/>
                </a:xfrm>
                <a:custGeom>
                  <a:avLst/>
                  <a:gdLst/>
                  <a:ahLst/>
                  <a:cxnLst/>
                  <a:rect l="l" t="t" r="r" b="b"/>
                  <a:pathLst>
                    <a:path w="42481" h="44958" extrusionOk="0">
                      <a:moveTo>
                        <a:pt x="42481" y="0"/>
                      </a:moveTo>
                      <a:lnTo>
                        <a:pt x="42481" y="20383"/>
                      </a:lnTo>
                      <a:lnTo>
                        <a:pt x="0" y="44958"/>
                      </a:lnTo>
                      <a:lnTo>
                        <a:pt x="0" y="24574"/>
                      </a:lnTo>
                      <a:lnTo>
                        <a:pt x="4248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76" name="Google Shape;3976;p47"/>
                <p:cNvSpPr/>
                <p:nvPr/>
              </p:nvSpPr>
              <p:spPr>
                <a:xfrm>
                  <a:off x="2836891" y="3772016"/>
                  <a:ext cx="56197" cy="32384"/>
                </a:xfrm>
                <a:custGeom>
                  <a:avLst/>
                  <a:gdLst/>
                  <a:ahLst/>
                  <a:cxnLst/>
                  <a:rect l="l" t="t" r="r" b="b"/>
                  <a:pathLst>
                    <a:path w="56197" h="32384" extrusionOk="0">
                      <a:moveTo>
                        <a:pt x="56197" y="7811"/>
                      </a:moveTo>
                      <a:lnTo>
                        <a:pt x="42577" y="0"/>
                      </a:lnTo>
                      <a:lnTo>
                        <a:pt x="0" y="24479"/>
                      </a:lnTo>
                      <a:lnTo>
                        <a:pt x="13716" y="32385"/>
                      </a:lnTo>
                      <a:lnTo>
                        <a:pt x="56197" y="781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77" name="Google Shape;3977;p47"/>
                <p:cNvSpPr/>
                <p:nvPr/>
              </p:nvSpPr>
              <p:spPr>
                <a:xfrm>
                  <a:off x="2836891" y="3796495"/>
                  <a:ext cx="13716" cy="28289"/>
                </a:xfrm>
                <a:custGeom>
                  <a:avLst/>
                  <a:gdLst/>
                  <a:ahLst/>
                  <a:cxnLst/>
                  <a:rect l="l" t="t" r="r" b="b"/>
                  <a:pathLst>
                    <a:path w="13716" h="28289" extrusionOk="0">
                      <a:moveTo>
                        <a:pt x="13716" y="7906"/>
                      </a:moveTo>
                      <a:lnTo>
                        <a:pt x="0" y="0"/>
                      </a:lnTo>
                      <a:lnTo>
                        <a:pt x="0" y="20383"/>
                      </a:lnTo>
                      <a:lnTo>
                        <a:pt x="13716" y="28289"/>
                      </a:lnTo>
                      <a:lnTo>
                        <a:pt x="13716" y="790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78" name="Google Shape;3978;p47"/>
              <p:cNvGrpSpPr/>
              <p:nvPr/>
            </p:nvGrpSpPr>
            <p:grpSpPr>
              <a:xfrm>
                <a:off x="2875658" y="3788303"/>
                <a:ext cx="103917" cy="70485"/>
                <a:chOff x="2875658" y="3788303"/>
                <a:chExt cx="103917" cy="70485"/>
              </a:xfrm>
            </p:grpSpPr>
            <p:sp>
              <p:nvSpPr>
                <p:cNvPr id="3979" name="Google Shape;3979;p47"/>
                <p:cNvSpPr/>
                <p:nvPr/>
              </p:nvSpPr>
              <p:spPr>
                <a:xfrm>
                  <a:off x="2875658" y="3788303"/>
                  <a:ext cx="103917" cy="60007"/>
                </a:xfrm>
                <a:custGeom>
                  <a:avLst/>
                  <a:gdLst/>
                  <a:ahLst/>
                  <a:cxnLst/>
                  <a:rect l="l" t="t" r="r" b="b"/>
                  <a:pathLst>
                    <a:path w="103917" h="60007" extrusionOk="0">
                      <a:moveTo>
                        <a:pt x="0" y="6763"/>
                      </a:moveTo>
                      <a:lnTo>
                        <a:pt x="11621" y="0"/>
                      </a:lnTo>
                      <a:lnTo>
                        <a:pt x="103918" y="53245"/>
                      </a:lnTo>
                      <a:lnTo>
                        <a:pt x="92202" y="60008"/>
                      </a:lnTo>
                      <a:lnTo>
                        <a:pt x="0" y="6763"/>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80" name="Google Shape;3980;p47"/>
                <p:cNvSpPr/>
                <p:nvPr/>
              </p:nvSpPr>
              <p:spPr>
                <a:xfrm>
                  <a:off x="2875658" y="3795066"/>
                  <a:ext cx="92201" cy="63722"/>
                </a:xfrm>
                <a:custGeom>
                  <a:avLst/>
                  <a:gdLst/>
                  <a:ahLst/>
                  <a:cxnLst/>
                  <a:rect l="l" t="t" r="r" b="b"/>
                  <a:pathLst>
                    <a:path w="92201" h="63722" extrusionOk="0">
                      <a:moveTo>
                        <a:pt x="0" y="0"/>
                      </a:moveTo>
                      <a:lnTo>
                        <a:pt x="0" y="10478"/>
                      </a:lnTo>
                      <a:lnTo>
                        <a:pt x="92202" y="63722"/>
                      </a:lnTo>
                      <a:lnTo>
                        <a:pt x="92202" y="53245"/>
                      </a:lnTo>
                      <a:lnTo>
                        <a:pt x="0" y="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81" name="Google Shape;3981;p47"/>
                <p:cNvSpPr/>
                <p:nvPr/>
              </p:nvSpPr>
              <p:spPr>
                <a:xfrm>
                  <a:off x="2967860" y="3841548"/>
                  <a:ext cx="11715" cy="17240"/>
                </a:xfrm>
                <a:custGeom>
                  <a:avLst/>
                  <a:gdLst/>
                  <a:ahLst/>
                  <a:cxnLst/>
                  <a:rect l="l" t="t" r="r" b="b"/>
                  <a:pathLst>
                    <a:path w="11715" h="17240" extrusionOk="0">
                      <a:moveTo>
                        <a:pt x="0" y="6763"/>
                      </a:moveTo>
                      <a:lnTo>
                        <a:pt x="0" y="17240"/>
                      </a:lnTo>
                      <a:lnTo>
                        <a:pt x="11716" y="10478"/>
                      </a:lnTo>
                      <a:lnTo>
                        <a:pt x="11716" y="0"/>
                      </a:lnTo>
                      <a:lnTo>
                        <a:pt x="0" y="6763"/>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82" name="Google Shape;3982;p47"/>
              <p:cNvGrpSpPr/>
              <p:nvPr/>
            </p:nvGrpSpPr>
            <p:grpSpPr>
              <a:xfrm>
                <a:off x="2856417" y="3799448"/>
                <a:ext cx="103917" cy="70388"/>
                <a:chOff x="2856417" y="3799448"/>
                <a:chExt cx="103917" cy="70388"/>
              </a:xfrm>
            </p:grpSpPr>
            <p:sp>
              <p:nvSpPr>
                <p:cNvPr id="3983" name="Google Shape;3983;p47"/>
                <p:cNvSpPr/>
                <p:nvPr/>
              </p:nvSpPr>
              <p:spPr>
                <a:xfrm>
                  <a:off x="2856417" y="3799448"/>
                  <a:ext cx="103917" cy="60007"/>
                </a:xfrm>
                <a:custGeom>
                  <a:avLst/>
                  <a:gdLst/>
                  <a:ahLst/>
                  <a:cxnLst/>
                  <a:rect l="l" t="t" r="r" b="b"/>
                  <a:pathLst>
                    <a:path w="103917" h="60007" extrusionOk="0">
                      <a:moveTo>
                        <a:pt x="0" y="6763"/>
                      </a:moveTo>
                      <a:lnTo>
                        <a:pt x="11716" y="0"/>
                      </a:lnTo>
                      <a:lnTo>
                        <a:pt x="103918" y="53245"/>
                      </a:lnTo>
                      <a:lnTo>
                        <a:pt x="92202" y="60007"/>
                      </a:lnTo>
                      <a:lnTo>
                        <a:pt x="0" y="676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84" name="Google Shape;3984;p47"/>
                <p:cNvSpPr/>
                <p:nvPr/>
              </p:nvSpPr>
              <p:spPr>
                <a:xfrm>
                  <a:off x="2856417" y="3806210"/>
                  <a:ext cx="92201" cy="63626"/>
                </a:xfrm>
                <a:custGeom>
                  <a:avLst/>
                  <a:gdLst/>
                  <a:ahLst/>
                  <a:cxnLst/>
                  <a:rect l="l" t="t" r="r" b="b"/>
                  <a:pathLst>
                    <a:path w="92201" h="63626" extrusionOk="0">
                      <a:moveTo>
                        <a:pt x="0" y="0"/>
                      </a:moveTo>
                      <a:lnTo>
                        <a:pt x="0" y="10382"/>
                      </a:lnTo>
                      <a:lnTo>
                        <a:pt x="92202" y="63627"/>
                      </a:lnTo>
                      <a:lnTo>
                        <a:pt x="92202" y="53245"/>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85" name="Google Shape;3985;p47"/>
                <p:cNvSpPr/>
                <p:nvPr/>
              </p:nvSpPr>
              <p:spPr>
                <a:xfrm>
                  <a:off x="2948619" y="3852692"/>
                  <a:ext cx="11715" cy="17144"/>
                </a:xfrm>
                <a:custGeom>
                  <a:avLst/>
                  <a:gdLst/>
                  <a:ahLst/>
                  <a:cxnLst/>
                  <a:rect l="l" t="t" r="r" b="b"/>
                  <a:pathLst>
                    <a:path w="11715" h="17144" extrusionOk="0">
                      <a:moveTo>
                        <a:pt x="0" y="6763"/>
                      </a:moveTo>
                      <a:lnTo>
                        <a:pt x="0" y="17145"/>
                      </a:lnTo>
                      <a:lnTo>
                        <a:pt x="11716" y="10478"/>
                      </a:lnTo>
                      <a:lnTo>
                        <a:pt x="11716" y="0"/>
                      </a:lnTo>
                      <a:lnTo>
                        <a:pt x="0" y="6763"/>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86" name="Google Shape;3986;p47"/>
              <p:cNvGrpSpPr/>
              <p:nvPr/>
            </p:nvGrpSpPr>
            <p:grpSpPr>
              <a:xfrm>
                <a:off x="2974980" y="3861312"/>
                <a:ext cx="38694" cy="80629"/>
                <a:chOff x="2974980" y="3861312"/>
                <a:chExt cx="38694" cy="80629"/>
              </a:xfrm>
            </p:grpSpPr>
            <p:grpSp>
              <p:nvGrpSpPr>
                <p:cNvPr id="3987" name="Google Shape;3987;p47"/>
                <p:cNvGrpSpPr/>
                <p:nvPr/>
              </p:nvGrpSpPr>
              <p:grpSpPr>
                <a:xfrm>
                  <a:off x="2990863" y="3925273"/>
                  <a:ext cx="6905" cy="16668"/>
                  <a:chOff x="2990863" y="3925273"/>
                  <a:chExt cx="6905" cy="16668"/>
                </a:xfrm>
              </p:grpSpPr>
              <p:sp>
                <p:nvSpPr>
                  <p:cNvPr id="3988" name="Google Shape;3988;p47"/>
                  <p:cNvSpPr/>
                  <p:nvPr/>
                </p:nvSpPr>
                <p:spPr>
                  <a:xfrm>
                    <a:off x="2992244" y="3937965"/>
                    <a:ext cx="3810" cy="2166"/>
                  </a:xfrm>
                  <a:custGeom>
                    <a:avLst/>
                    <a:gdLst/>
                    <a:ahLst/>
                    <a:cxnLst/>
                    <a:rect l="l" t="t" r="r" b="b"/>
                    <a:pathLst>
                      <a:path w="3810" h="2166" extrusionOk="0">
                        <a:moveTo>
                          <a:pt x="571" y="1881"/>
                        </a:moveTo>
                        <a:cubicBezTo>
                          <a:pt x="1334" y="2262"/>
                          <a:pt x="2477" y="2262"/>
                          <a:pt x="3238" y="1881"/>
                        </a:cubicBezTo>
                        <a:cubicBezTo>
                          <a:pt x="4001" y="1500"/>
                          <a:pt x="4001" y="738"/>
                          <a:pt x="3238" y="357"/>
                        </a:cubicBezTo>
                        <a:cubicBezTo>
                          <a:pt x="2477" y="-119"/>
                          <a:pt x="1334" y="-119"/>
                          <a:pt x="571" y="357"/>
                        </a:cubicBezTo>
                        <a:cubicBezTo>
                          <a:pt x="-190" y="738"/>
                          <a:pt x="-190" y="1500"/>
                          <a:pt x="571" y="1881"/>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89" name="Google Shape;3989;p47"/>
                  <p:cNvSpPr/>
                  <p:nvPr/>
                </p:nvSpPr>
                <p:spPr>
                  <a:xfrm>
                    <a:off x="2991006" y="3927178"/>
                    <a:ext cx="6762" cy="14763"/>
                  </a:xfrm>
                  <a:custGeom>
                    <a:avLst/>
                    <a:gdLst/>
                    <a:ahLst/>
                    <a:cxnLst/>
                    <a:rect l="l" t="t" r="r" b="b"/>
                    <a:pathLst>
                      <a:path w="6762" h="14763" extrusionOk="0">
                        <a:moveTo>
                          <a:pt x="6667" y="0"/>
                        </a:moveTo>
                        <a:lnTo>
                          <a:pt x="6667" y="12763"/>
                        </a:lnTo>
                        <a:lnTo>
                          <a:pt x="6667" y="12763"/>
                        </a:lnTo>
                        <a:cubicBezTo>
                          <a:pt x="6667" y="12763"/>
                          <a:pt x="6382" y="13716"/>
                          <a:pt x="5715" y="14192"/>
                        </a:cubicBezTo>
                        <a:cubicBezTo>
                          <a:pt x="4381" y="14954"/>
                          <a:pt x="2286" y="14954"/>
                          <a:pt x="952" y="14192"/>
                        </a:cubicBezTo>
                        <a:cubicBezTo>
                          <a:pt x="286" y="13811"/>
                          <a:pt x="0" y="13240"/>
                          <a:pt x="0" y="12763"/>
                        </a:cubicBezTo>
                        <a:lnTo>
                          <a:pt x="0" y="0"/>
                        </a:lnTo>
                        <a:lnTo>
                          <a:pt x="676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90" name="Google Shape;3990;p47"/>
                  <p:cNvSpPr/>
                  <p:nvPr/>
                </p:nvSpPr>
                <p:spPr>
                  <a:xfrm>
                    <a:off x="2990863" y="3925273"/>
                    <a:ext cx="6762" cy="3905"/>
                  </a:xfrm>
                  <a:custGeom>
                    <a:avLst/>
                    <a:gdLst/>
                    <a:ahLst/>
                    <a:cxnLst/>
                    <a:rect l="l" t="t" r="r" b="b"/>
                    <a:pathLst>
                      <a:path w="6762" h="3905" extrusionOk="0">
                        <a:moveTo>
                          <a:pt x="1000" y="3334"/>
                        </a:moveTo>
                        <a:cubicBezTo>
                          <a:pt x="2334" y="4096"/>
                          <a:pt x="4524" y="4096"/>
                          <a:pt x="5763" y="3334"/>
                        </a:cubicBezTo>
                        <a:cubicBezTo>
                          <a:pt x="7096" y="2572"/>
                          <a:pt x="7096" y="1334"/>
                          <a:pt x="5763" y="571"/>
                        </a:cubicBezTo>
                        <a:cubicBezTo>
                          <a:pt x="4429" y="-190"/>
                          <a:pt x="2334" y="-190"/>
                          <a:pt x="1000" y="571"/>
                        </a:cubicBezTo>
                        <a:cubicBezTo>
                          <a:pt x="-333" y="1334"/>
                          <a:pt x="-333" y="2572"/>
                          <a:pt x="1000" y="3334"/>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91" name="Google Shape;3991;p47"/>
                <p:cNvGrpSpPr/>
                <p:nvPr/>
              </p:nvGrpSpPr>
              <p:grpSpPr>
                <a:xfrm>
                  <a:off x="2984362" y="3918129"/>
                  <a:ext cx="19882" cy="14287"/>
                  <a:chOff x="2984362" y="3918129"/>
                  <a:chExt cx="19882" cy="14287"/>
                </a:xfrm>
              </p:grpSpPr>
              <p:sp>
                <p:nvSpPr>
                  <p:cNvPr id="3992" name="Google Shape;3992;p47"/>
                  <p:cNvSpPr/>
                  <p:nvPr/>
                </p:nvSpPr>
                <p:spPr>
                  <a:xfrm>
                    <a:off x="2984433" y="3923844"/>
                    <a:ext cx="19811" cy="8572"/>
                  </a:xfrm>
                  <a:custGeom>
                    <a:avLst/>
                    <a:gdLst/>
                    <a:ahLst/>
                    <a:cxnLst/>
                    <a:rect l="l" t="t" r="r" b="b"/>
                    <a:pathLst>
                      <a:path w="19811" h="8572" extrusionOk="0">
                        <a:moveTo>
                          <a:pt x="19717" y="0"/>
                        </a:moveTo>
                        <a:lnTo>
                          <a:pt x="19717" y="2857"/>
                        </a:lnTo>
                        <a:lnTo>
                          <a:pt x="19717" y="2857"/>
                        </a:lnTo>
                        <a:cubicBezTo>
                          <a:pt x="19717" y="4286"/>
                          <a:pt x="18764" y="5715"/>
                          <a:pt x="16859" y="6858"/>
                        </a:cubicBezTo>
                        <a:cubicBezTo>
                          <a:pt x="13049" y="9144"/>
                          <a:pt x="6763" y="9144"/>
                          <a:pt x="2857" y="6858"/>
                        </a:cubicBezTo>
                        <a:cubicBezTo>
                          <a:pt x="952" y="5715"/>
                          <a:pt x="0" y="4286"/>
                          <a:pt x="0" y="2857"/>
                        </a:cubicBezTo>
                        <a:lnTo>
                          <a:pt x="0" y="0"/>
                        </a:lnTo>
                        <a:lnTo>
                          <a:pt x="198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93" name="Google Shape;3993;p47"/>
                  <p:cNvSpPr/>
                  <p:nvPr/>
                </p:nvSpPr>
                <p:spPr>
                  <a:xfrm>
                    <a:off x="2984362" y="3918129"/>
                    <a:ext cx="19788" cy="11453"/>
                  </a:xfrm>
                  <a:custGeom>
                    <a:avLst/>
                    <a:gdLst/>
                    <a:ahLst/>
                    <a:cxnLst/>
                    <a:rect l="l" t="t" r="r" b="b"/>
                    <a:pathLst>
                      <a:path w="19788" h="11453" extrusionOk="0">
                        <a:moveTo>
                          <a:pt x="2929" y="9811"/>
                        </a:moveTo>
                        <a:cubicBezTo>
                          <a:pt x="6834" y="12002"/>
                          <a:pt x="13025" y="12002"/>
                          <a:pt x="16931" y="9811"/>
                        </a:cubicBezTo>
                        <a:cubicBezTo>
                          <a:pt x="20741" y="7525"/>
                          <a:pt x="20741" y="3905"/>
                          <a:pt x="16931" y="1714"/>
                        </a:cubicBezTo>
                        <a:cubicBezTo>
                          <a:pt x="13121" y="-571"/>
                          <a:pt x="6834" y="-571"/>
                          <a:pt x="2929" y="1714"/>
                        </a:cubicBezTo>
                        <a:cubicBezTo>
                          <a:pt x="-976" y="3905"/>
                          <a:pt x="-976" y="7525"/>
                          <a:pt x="2929" y="981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94" name="Google Shape;3994;p47"/>
                <p:cNvGrpSpPr/>
                <p:nvPr/>
              </p:nvGrpSpPr>
              <p:grpSpPr>
                <a:xfrm>
                  <a:off x="2987088" y="3903389"/>
                  <a:ext cx="14489" cy="23955"/>
                  <a:chOff x="2987088" y="3903389"/>
                  <a:chExt cx="14489" cy="23955"/>
                </a:xfrm>
              </p:grpSpPr>
              <p:sp>
                <p:nvSpPr>
                  <p:cNvPr id="3995" name="Google Shape;3995;p47"/>
                  <p:cNvSpPr/>
                  <p:nvPr/>
                </p:nvSpPr>
                <p:spPr>
                  <a:xfrm>
                    <a:off x="2987195" y="3907556"/>
                    <a:ext cx="14382" cy="19788"/>
                  </a:xfrm>
                  <a:custGeom>
                    <a:avLst/>
                    <a:gdLst/>
                    <a:ahLst/>
                    <a:cxnLst/>
                    <a:rect l="l" t="t" r="r" b="b"/>
                    <a:pathLst>
                      <a:path w="14382" h="19788" extrusionOk="0">
                        <a:moveTo>
                          <a:pt x="14288" y="0"/>
                        </a:moveTo>
                        <a:lnTo>
                          <a:pt x="14288" y="15716"/>
                        </a:lnTo>
                        <a:lnTo>
                          <a:pt x="14288" y="15716"/>
                        </a:lnTo>
                        <a:cubicBezTo>
                          <a:pt x="14288" y="16764"/>
                          <a:pt x="13621" y="17812"/>
                          <a:pt x="12192" y="18574"/>
                        </a:cubicBezTo>
                        <a:cubicBezTo>
                          <a:pt x="9430" y="20193"/>
                          <a:pt x="4858" y="20193"/>
                          <a:pt x="2096" y="18574"/>
                        </a:cubicBezTo>
                        <a:cubicBezTo>
                          <a:pt x="667" y="17716"/>
                          <a:pt x="0" y="16669"/>
                          <a:pt x="0" y="15716"/>
                        </a:cubicBezTo>
                        <a:lnTo>
                          <a:pt x="0" y="0"/>
                        </a:lnTo>
                        <a:lnTo>
                          <a:pt x="1438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96" name="Google Shape;3996;p47"/>
                  <p:cNvSpPr/>
                  <p:nvPr/>
                </p:nvSpPr>
                <p:spPr>
                  <a:xfrm>
                    <a:off x="2987088" y="3903389"/>
                    <a:ext cx="14275" cy="8239"/>
                  </a:xfrm>
                  <a:custGeom>
                    <a:avLst/>
                    <a:gdLst/>
                    <a:ahLst/>
                    <a:cxnLst/>
                    <a:rect l="l" t="t" r="r" b="b"/>
                    <a:pathLst>
                      <a:path w="14275" h="8239" extrusionOk="0">
                        <a:moveTo>
                          <a:pt x="2108" y="7025"/>
                        </a:moveTo>
                        <a:cubicBezTo>
                          <a:pt x="4870" y="8644"/>
                          <a:pt x="9442" y="8644"/>
                          <a:pt x="12204" y="7025"/>
                        </a:cubicBezTo>
                        <a:cubicBezTo>
                          <a:pt x="14966" y="5405"/>
                          <a:pt x="14966" y="2834"/>
                          <a:pt x="12204" y="1214"/>
                        </a:cubicBezTo>
                        <a:cubicBezTo>
                          <a:pt x="9442" y="-405"/>
                          <a:pt x="4870" y="-405"/>
                          <a:pt x="2108" y="1214"/>
                        </a:cubicBezTo>
                        <a:cubicBezTo>
                          <a:pt x="-750" y="2834"/>
                          <a:pt x="-655" y="5405"/>
                          <a:pt x="2108" y="7025"/>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97" name="Google Shape;3997;p47"/>
                <p:cNvGrpSpPr/>
                <p:nvPr/>
              </p:nvGrpSpPr>
              <p:grpSpPr>
                <a:xfrm>
                  <a:off x="2979016" y="3897745"/>
                  <a:ext cx="30658" cy="22002"/>
                  <a:chOff x="2979016" y="3897745"/>
                  <a:chExt cx="30658" cy="22002"/>
                </a:xfrm>
              </p:grpSpPr>
              <p:sp>
                <p:nvSpPr>
                  <p:cNvPr id="3998" name="Google Shape;3998;p47"/>
                  <p:cNvSpPr/>
                  <p:nvPr/>
                </p:nvSpPr>
                <p:spPr>
                  <a:xfrm>
                    <a:off x="2979099" y="3906508"/>
                    <a:ext cx="30575" cy="13239"/>
                  </a:xfrm>
                  <a:custGeom>
                    <a:avLst/>
                    <a:gdLst/>
                    <a:ahLst/>
                    <a:cxnLst/>
                    <a:rect l="l" t="t" r="r" b="b"/>
                    <a:pathLst>
                      <a:path w="30575" h="13239" extrusionOk="0">
                        <a:moveTo>
                          <a:pt x="30480" y="0"/>
                        </a:moveTo>
                        <a:lnTo>
                          <a:pt x="30480" y="4381"/>
                        </a:lnTo>
                        <a:lnTo>
                          <a:pt x="30480" y="4381"/>
                        </a:lnTo>
                        <a:cubicBezTo>
                          <a:pt x="30480" y="6668"/>
                          <a:pt x="28956" y="8858"/>
                          <a:pt x="26003" y="10668"/>
                        </a:cubicBezTo>
                        <a:cubicBezTo>
                          <a:pt x="20002" y="14097"/>
                          <a:pt x="10382" y="14097"/>
                          <a:pt x="4476" y="10668"/>
                        </a:cubicBezTo>
                        <a:cubicBezTo>
                          <a:pt x="1524" y="8954"/>
                          <a:pt x="0" y="6668"/>
                          <a:pt x="0" y="4381"/>
                        </a:cubicBezTo>
                        <a:lnTo>
                          <a:pt x="0" y="0"/>
                        </a:lnTo>
                        <a:lnTo>
                          <a:pt x="30575"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99" name="Google Shape;3999;p47"/>
                  <p:cNvSpPr/>
                  <p:nvPr/>
                </p:nvSpPr>
                <p:spPr>
                  <a:xfrm>
                    <a:off x="2979016" y="3897745"/>
                    <a:ext cx="30420" cy="17621"/>
                  </a:xfrm>
                  <a:custGeom>
                    <a:avLst/>
                    <a:gdLst/>
                    <a:ahLst/>
                    <a:cxnLst/>
                    <a:rect l="l" t="t" r="r" b="b"/>
                    <a:pathLst>
                      <a:path w="30420" h="17621" extrusionOk="0">
                        <a:moveTo>
                          <a:pt x="4465" y="15050"/>
                        </a:moveTo>
                        <a:cubicBezTo>
                          <a:pt x="10466" y="18478"/>
                          <a:pt x="20086" y="18478"/>
                          <a:pt x="25991" y="15050"/>
                        </a:cubicBezTo>
                        <a:cubicBezTo>
                          <a:pt x="31897" y="11620"/>
                          <a:pt x="31897" y="6096"/>
                          <a:pt x="25991" y="2572"/>
                        </a:cubicBezTo>
                        <a:cubicBezTo>
                          <a:pt x="19991" y="-857"/>
                          <a:pt x="10370" y="-857"/>
                          <a:pt x="4465" y="2572"/>
                        </a:cubicBezTo>
                        <a:cubicBezTo>
                          <a:pt x="-1536" y="6001"/>
                          <a:pt x="-1441" y="11525"/>
                          <a:pt x="4465" y="1505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00" name="Google Shape;4000;p47"/>
                <p:cNvGrpSpPr/>
                <p:nvPr/>
              </p:nvGrpSpPr>
              <p:grpSpPr>
                <a:xfrm>
                  <a:off x="2982790" y="3886101"/>
                  <a:ext cx="23074" cy="25955"/>
                  <a:chOff x="2982790" y="3886101"/>
                  <a:chExt cx="23074" cy="25955"/>
                </a:xfrm>
              </p:grpSpPr>
              <p:sp>
                <p:nvSpPr>
                  <p:cNvPr id="4001" name="Google Shape;4001;p47"/>
                  <p:cNvSpPr/>
                  <p:nvPr/>
                </p:nvSpPr>
                <p:spPr>
                  <a:xfrm>
                    <a:off x="2982909" y="3892792"/>
                    <a:ext cx="22955" cy="19264"/>
                  </a:xfrm>
                  <a:custGeom>
                    <a:avLst/>
                    <a:gdLst/>
                    <a:ahLst/>
                    <a:cxnLst/>
                    <a:rect l="l" t="t" r="r" b="b"/>
                    <a:pathLst>
                      <a:path w="22955" h="19264" extrusionOk="0">
                        <a:moveTo>
                          <a:pt x="22860" y="0"/>
                        </a:moveTo>
                        <a:lnTo>
                          <a:pt x="22860" y="12668"/>
                        </a:lnTo>
                        <a:lnTo>
                          <a:pt x="22860" y="12668"/>
                        </a:lnTo>
                        <a:cubicBezTo>
                          <a:pt x="22860" y="14383"/>
                          <a:pt x="21717" y="16002"/>
                          <a:pt x="19526" y="17336"/>
                        </a:cubicBezTo>
                        <a:cubicBezTo>
                          <a:pt x="15049" y="19907"/>
                          <a:pt x="7810" y="19907"/>
                          <a:pt x="3334" y="17336"/>
                        </a:cubicBezTo>
                        <a:cubicBezTo>
                          <a:pt x="1143" y="16002"/>
                          <a:pt x="0" y="14383"/>
                          <a:pt x="0" y="12668"/>
                        </a:cubicBezTo>
                        <a:lnTo>
                          <a:pt x="0" y="0"/>
                        </a:lnTo>
                        <a:lnTo>
                          <a:pt x="22955"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02" name="Google Shape;4002;p47"/>
                  <p:cNvSpPr/>
                  <p:nvPr/>
                </p:nvSpPr>
                <p:spPr>
                  <a:xfrm>
                    <a:off x="2982790" y="3886101"/>
                    <a:ext cx="22907" cy="13287"/>
                  </a:xfrm>
                  <a:custGeom>
                    <a:avLst/>
                    <a:gdLst/>
                    <a:ahLst/>
                    <a:cxnLst/>
                    <a:rect l="l" t="t" r="r" b="b"/>
                    <a:pathLst>
                      <a:path w="22907" h="13287" extrusionOk="0">
                        <a:moveTo>
                          <a:pt x="3358" y="11358"/>
                        </a:moveTo>
                        <a:cubicBezTo>
                          <a:pt x="7834" y="13930"/>
                          <a:pt x="15073" y="13930"/>
                          <a:pt x="19550" y="11358"/>
                        </a:cubicBezTo>
                        <a:cubicBezTo>
                          <a:pt x="24027" y="8787"/>
                          <a:pt x="24027" y="4596"/>
                          <a:pt x="19550" y="1929"/>
                        </a:cubicBezTo>
                        <a:cubicBezTo>
                          <a:pt x="15073" y="-643"/>
                          <a:pt x="7834" y="-643"/>
                          <a:pt x="3358" y="1929"/>
                        </a:cubicBezTo>
                        <a:cubicBezTo>
                          <a:pt x="-1119" y="4500"/>
                          <a:pt x="-1119" y="8691"/>
                          <a:pt x="3358" y="11358"/>
                        </a:cubicBezTo>
                        <a:close/>
                      </a:path>
                    </a:pathLst>
                  </a:custGeom>
                  <a:solidFill>
                    <a:srgbClr val="5C5C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03" name="Google Shape;4003;p47"/>
                <p:cNvGrpSpPr/>
                <p:nvPr/>
              </p:nvGrpSpPr>
              <p:grpSpPr>
                <a:xfrm>
                  <a:off x="2974980" y="3873790"/>
                  <a:ext cx="38694" cy="27813"/>
                  <a:chOff x="2974980" y="3873790"/>
                  <a:chExt cx="38694" cy="27813"/>
                </a:xfrm>
              </p:grpSpPr>
              <p:sp>
                <p:nvSpPr>
                  <p:cNvPr id="4004" name="Google Shape;4004;p47"/>
                  <p:cNvSpPr/>
                  <p:nvPr/>
                </p:nvSpPr>
                <p:spPr>
                  <a:xfrm>
                    <a:off x="2975003" y="3884887"/>
                    <a:ext cx="38671" cy="16716"/>
                  </a:xfrm>
                  <a:custGeom>
                    <a:avLst/>
                    <a:gdLst/>
                    <a:ahLst/>
                    <a:cxnLst/>
                    <a:rect l="l" t="t" r="r" b="b"/>
                    <a:pathLst>
                      <a:path w="38671" h="16716" extrusionOk="0">
                        <a:moveTo>
                          <a:pt x="38576" y="0"/>
                        </a:moveTo>
                        <a:lnTo>
                          <a:pt x="38576" y="5620"/>
                        </a:lnTo>
                        <a:lnTo>
                          <a:pt x="38576" y="5620"/>
                        </a:lnTo>
                        <a:cubicBezTo>
                          <a:pt x="38576" y="8477"/>
                          <a:pt x="36671" y="11335"/>
                          <a:pt x="32957" y="13430"/>
                        </a:cubicBezTo>
                        <a:cubicBezTo>
                          <a:pt x="25432" y="17812"/>
                          <a:pt x="13240" y="17812"/>
                          <a:pt x="5715" y="13430"/>
                        </a:cubicBezTo>
                        <a:cubicBezTo>
                          <a:pt x="2000" y="11239"/>
                          <a:pt x="0" y="8382"/>
                          <a:pt x="0" y="5620"/>
                        </a:cubicBezTo>
                        <a:lnTo>
                          <a:pt x="0" y="0"/>
                        </a:lnTo>
                        <a:lnTo>
                          <a:pt x="38671"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05" name="Google Shape;4005;p47"/>
                  <p:cNvSpPr/>
                  <p:nvPr/>
                </p:nvSpPr>
                <p:spPr>
                  <a:xfrm>
                    <a:off x="2974980" y="3873790"/>
                    <a:ext cx="38528" cy="22288"/>
                  </a:xfrm>
                  <a:custGeom>
                    <a:avLst/>
                    <a:gdLst/>
                    <a:ahLst/>
                    <a:cxnLst/>
                    <a:rect l="l" t="t" r="r" b="b"/>
                    <a:pathLst>
                      <a:path w="38528" h="22288" extrusionOk="0">
                        <a:moveTo>
                          <a:pt x="5643" y="19002"/>
                        </a:moveTo>
                        <a:cubicBezTo>
                          <a:pt x="13168" y="23384"/>
                          <a:pt x="25360" y="23384"/>
                          <a:pt x="32885" y="19002"/>
                        </a:cubicBezTo>
                        <a:cubicBezTo>
                          <a:pt x="40410" y="14621"/>
                          <a:pt x="40410" y="7572"/>
                          <a:pt x="32885" y="3286"/>
                        </a:cubicBezTo>
                        <a:cubicBezTo>
                          <a:pt x="25360" y="-1095"/>
                          <a:pt x="13168" y="-1095"/>
                          <a:pt x="5643" y="3286"/>
                        </a:cubicBezTo>
                        <a:cubicBezTo>
                          <a:pt x="-1881" y="7667"/>
                          <a:pt x="-1881" y="14716"/>
                          <a:pt x="5643" y="19002"/>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06" name="Google Shape;4006;p47"/>
                <p:cNvGrpSpPr/>
                <p:nvPr/>
              </p:nvGrpSpPr>
              <p:grpSpPr>
                <a:xfrm>
                  <a:off x="2979290" y="3864384"/>
                  <a:ext cx="30003" cy="27670"/>
                  <a:chOff x="2979290" y="3864384"/>
                  <a:chExt cx="30003" cy="27670"/>
                </a:xfrm>
              </p:grpSpPr>
              <p:sp>
                <p:nvSpPr>
                  <p:cNvPr id="4007" name="Google Shape;4007;p47"/>
                  <p:cNvSpPr/>
                  <p:nvPr/>
                </p:nvSpPr>
                <p:spPr>
                  <a:xfrm>
                    <a:off x="2979290" y="3872981"/>
                    <a:ext cx="30003" cy="19073"/>
                  </a:xfrm>
                  <a:custGeom>
                    <a:avLst/>
                    <a:gdLst/>
                    <a:ahLst/>
                    <a:cxnLst/>
                    <a:rect l="l" t="t" r="r" b="b"/>
                    <a:pathLst>
                      <a:path w="30003" h="19073" extrusionOk="0">
                        <a:moveTo>
                          <a:pt x="30004" y="0"/>
                        </a:moveTo>
                        <a:lnTo>
                          <a:pt x="30004" y="10477"/>
                        </a:lnTo>
                        <a:lnTo>
                          <a:pt x="30004" y="10477"/>
                        </a:lnTo>
                        <a:cubicBezTo>
                          <a:pt x="30004" y="12668"/>
                          <a:pt x="28575" y="14859"/>
                          <a:pt x="25622" y="16573"/>
                        </a:cubicBezTo>
                        <a:cubicBezTo>
                          <a:pt x="19717" y="19907"/>
                          <a:pt x="10287" y="19907"/>
                          <a:pt x="4381" y="16573"/>
                        </a:cubicBezTo>
                        <a:cubicBezTo>
                          <a:pt x="1429" y="14859"/>
                          <a:pt x="0" y="12668"/>
                          <a:pt x="0" y="10477"/>
                        </a:cubicBezTo>
                        <a:lnTo>
                          <a:pt x="0" y="0"/>
                        </a:lnTo>
                        <a:lnTo>
                          <a:pt x="30004"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08" name="Google Shape;4008;p47"/>
                  <p:cNvSpPr/>
                  <p:nvPr/>
                </p:nvSpPr>
                <p:spPr>
                  <a:xfrm>
                    <a:off x="2979314" y="3864384"/>
                    <a:ext cx="29956" cy="17192"/>
                  </a:xfrm>
                  <a:custGeom>
                    <a:avLst/>
                    <a:gdLst/>
                    <a:ahLst/>
                    <a:cxnLst/>
                    <a:rect l="l" t="t" r="r" b="b"/>
                    <a:pathLst>
                      <a:path w="29956" h="17192" extrusionOk="0">
                        <a:moveTo>
                          <a:pt x="4358" y="14692"/>
                        </a:moveTo>
                        <a:cubicBezTo>
                          <a:pt x="10263" y="18026"/>
                          <a:pt x="19693" y="18026"/>
                          <a:pt x="25598" y="14692"/>
                        </a:cubicBezTo>
                        <a:cubicBezTo>
                          <a:pt x="31409" y="11263"/>
                          <a:pt x="31409" y="5834"/>
                          <a:pt x="25598" y="2500"/>
                        </a:cubicBezTo>
                        <a:cubicBezTo>
                          <a:pt x="19693" y="-833"/>
                          <a:pt x="10263" y="-833"/>
                          <a:pt x="4358" y="2500"/>
                        </a:cubicBezTo>
                        <a:cubicBezTo>
                          <a:pt x="-1453" y="5834"/>
                          <a:pt x="-1453" y="11359"/>
                          <a:pt x="4358" y="14692"/>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09" name="Google Shape;4009;p47"/>
                <p:cNvGrpSpPr/>
                <p:nvPr/>
              </p:nvGrpSpPr>
              <p:grpSpPr>
                <a:xfrm>
                  <a:off x="2981576" y="3861312"/>
                  <a:ext cx="25431" cy="18193"/>
                  <a:chOff x="2981576" y="3861312"/>
                  <a:chExt cx="25431" cy="18193"/>
                </a:xfrm>
              </p:grpSpPr>
              <p:sp>
                <p:nvSpPr>
                  <p:cNvPr id="4010" name="Google Shape;4010;p47"/>
                  <p:cNvSpPr/>
                  <p:nvPr/>
                </p:nvSpPr>
                <p:spPr>
                  <a:xfrm>
                    <a:off x="2981671" y="3868599"/>
                    <a:ext cx="25336" cy="10906"/>
                  </a:xfrm>
                  <a:custGeom>
                    <a:avLst/>
                    <a:gdLst/>
                    <a:ahLst/>
                    <a:cxnLst/>
                    <a:rect l="l" t="t" r="r" b="b"/>
                    <a:pathLst>
                      <a:path w="25336" h="10906" extrusionOk="0">
                        <a:moveTo>
                          <a:pt x="25241" y="0"/>
                        </a:moveTo>
                        <a:lnTo>
                          <a:pt x="25241" y="3620"/>
                        </a:lnTo>
                        <a:lnTo>
                          <a:pt x="25241" y="3620"/>
                        </a:lnTo>
                        <a:cubicBezTo>
                          <a:pt x="25241" y="5525"/>
                          <a:pt x="24003" y="7334"/>
                          <a:pt x="21527" y="8763"/>
                        </a:cubicBezTo>
                        <a:cubicBezTo>
                          <a:pt x="16573" y="11621"/>
                          <a:pt x="8572" y="11621"/>
                          <a:pt x="3715" y="8763"/>
                        </a:cubicBezTo>
                        <a:cubicBezTo>
                          <a:pt x="1238" y="7334"/>
                          <a:pt x="0" y="5525"/>
                          <a:pt x="0" y="3620"/>
                        </a:cubicBezTo>
                        <a:lnTo>
                          <a:pt x="0" y="0"/>
                        </a:lnTo>
                        <a:lnTo>
                          <a:pt x="25337" y="0"/>
                        </a:ln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11" name="Google Shape;4011;p47"/>
                  <p:cNvSpPr/>
                  <p:nvPr/>
                </p:nvSpPr>
                <p:spPr>
                  <a:xfrm>
                    <a:off x="2981576" y="3861312"/>
                    <a:ext cx="25241" cy="14573"/>
                  </a:xfrm>
                  <a:custGeom>
                    <a:avLst/>
                    <a:gdLst/>
                    <a:ahLst/>
                    <a:cxnLst/>
                    <a:rect l="l" t="t" r="r" b="b"/>
                    <a:pathLst>
                      <a:path w="25241" h="14573" extrusionOk="0">
                        <a:moveTo>
                          <a:pt x="3715" y="12430"/>
                        </a:moveTo>
                        <a:cubicBezTo>
                          <a:pt x="8668" y="15288"/>
                          <a:pt x="16669" y="15288"/>
                          <a:pt x="21527" y="12430"/>
                        </a:cubicBezTo>
                        <a:cubicBezTo>
                          <a:pt x="26479" y="9573"/>
                          <a:pt x="26479" y="5001"/>
                          <a:pt x="21527" y="2143"/>
                        </a:cubicBezTo>
                        <a:cubicBezTo>
                          <a:pt x="16574" y="-714"/>
                          <a:pt x="8572" y="-714"/>
                          <a:pt x="3715" y="2143"/>
                        </a:cubicBezTo>
                        <a:cubicBezTo>
                          <a:pt x="-1238" y="5001"/>
                          <a:pt x="-1238" y="9668"/>
                          <a:pt x="3715" y="12430"/>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012" name="Google Shape;4012;p47"/>
              <p:cNvGrpSpPr/>
              <p:nvPr/>
            </p:nvGrpSpPr>
            <p:grpSpPr>
              <a:xfrm>
                <a:off x="2941952" y="3832594"/>
                <a:ext cx="104394" cy="80677"/>
                <a:chOff x="2941952" y="3832594"/>
                <a:chExt cx="104394" cy="80677"/>
              </a:xfrm>
            </p:grpSpPr>
            <p:sp>
              <p:nvSpPr>
                <p:cNvPr id="4013" name="Google Shape;4013;p47"/>
                <p:cNvSpPr/>
                <p:nvPr/>
              </p:nvSpPr>
              <p:spPr>
                <a:xfrm>
                  <a:off x="3003864" y="3868313"/>
                  <a:ext cx="42481" cy="44958"/>
                </a:xfrm>
                <a:custGeom>
                  <a:avLst/>
                  <a:gdLst/>
                  <a:ahLst/>
                  <a:cxnLst/>
                  <a:rect l="l" t="t" r="r" b="b"/>
                  <a:pathLst>
                    <a:path w="42481" h="44958" extrusionOk="0">
                      <a:moveTo>
                        <a:pt x="42482" y="0"/>
                      </a:moveTo>
                      <a:lnTo>
                        <a:pt x="42482" y="20384"/>
                      </a:lnTo>
                      <a:lnTo>
                        <a:pt x="0" y="44958"/>
                      </a:lnTo>
                      <a:lnTo>
                        <a:pt x="0" y="24575"/>
                      </a:lnTo>
                      <a:lnTo>
                        <a:pt x="42482"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14" name="Google Shape;4014;p47"/>
                <p:cNvSpPr/>
                <p:nvPr/>
              </p:nvSpPr>
              <p:spPr>
                <a:xfrm>
                  <a:off x="2941952" y="3832594"/>
                  <a:ext cx="104394" cy="60293"/>
                </a:xfrm>
                <a:custGeom>
                  <a:avLst/>
                  <a:gdLst/>
                  <a:ahLst/>
                  <a:cxnLst/>
                  <a:rect l="l" t="t" r="r" b="b"/>
                  <a:pathLst>
                    <a:path w="104394" h="60293" extrusionOk="0">
                      <a:moveTo>
                        <a:pt x="104394" y="35719"/>
                      </a:moveTo>
                      <a:lnTo>
                        <a:pt x="42577" y="0"/>
                      </a:lnTo>
                      <a:lnTo>
                        <a:pt x="0" y="24575"/>
                      </a:lnTo>
                      <a:lnTo>
                        <a:pt x="61913" y="60293"/>
                      </a:lnTo>
                      <a:lnTo>
                        <a:pt x="104394" y="3571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15" name="Google Shape;4015;p47"/>
                <p:cNvSpPr/>
                <p:nvPr/>
              </p:nvSpPr>
              <p:spPr>
                <a:xfrm>
                  <a:off x="2941952" y="3857169"/>
                  <a:ext cx="61912" cy="56102"/>
                </a:xfrm>
                <a:custGeom>
                  <a:avLst/>
                  <a:gdLst/>
                  <a:ahLst/>
                  <a:cxnLst/>
                  <a:rect l="l" t="t" r="r" b="b"/>
                  <a:pathLst>
                    <a:path w="61912" h="56102" extrusionOk="0">
                      <a:moveTo>
                        <a:pt x="61913" y="35719"/>
                      </a:moveTo>
                      <a:lnTo>
                        <a:pt x="0" y="0"/>
                      </a:lnTo>
                      <a:lnTo>
                        <a:pt x="0" y="20383"/>
                      </a:lnTo>
                      <a:lnTo>
                        <a:pt x="61913" y="56102"/>
                      </a:lnTo>
                      <a:lnTo>
                        <a:pt x="61913" y="3571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16" name="Google Shape;4016;p47"/>
              <p:cNvGrpSpPr/>
              <p:nvPr/>
            </p:nvGrpSpPr>
            <p:grpSpPr>
              <a:xfrm>
                <a:off x="3028820" y="3876791"/>
                <a:ext cx="174021" cy="110870"/>
                <a:chOff x="3028820" y="3876791"/>
                <a:chExt cx="174021" cy="110870"/>
              </a:xfrm>
            </p:grpSpPr>
            <p:sp>
              <p:nvSpPr>
                <p:cNvPr id="4017" name="Google Shape;4017;p47"/>
                <p:cNvSpPr/>
                <p:nvPr/>
              </p:nvSpPr>
              <p:spPr>
                <a:xfrm>
                  <a:off x="3028820" y="3876791"/>
                  <a:ext cx="174021" cy="100488"/>
                </a:xfrm>
                <a:custGeom>
                  <a:avLst/>
                  <a:gdLst/>
                  <a:ahLst/>
                  <a:cxnLst/>
                  <a:rect l="l" t="t" r="r" b="b"/>
                  <a:pathLst>
                    <a:path w="174021" h="100488" extrusionOk="0">
                      <a:moveTo>
                        <a:pt x="0" y="6763"/>
                      </a:moveTo>
                      <a:lnTo>
                        <a:pt x="11716" y="0"/>
                      </a:lnTo>
                      <a:lnTo>
                        <a:pt x="174022" y="93726"/>
                      </a:lnTo>
                      <a:lnTo>
                        <a:pt x="162401" y="100489"/>
                      </a:lnTo>
                      <a:lnTo>
                        <a:pt x="0" y="676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18" name="Google Shape;4018;p47"/>
                <p:cNvSpPr/>
                <p:nvPr/>
              </p:nvSpPr>
              <p:spPr>
                <a:xfrm>
                  <a:off x="3028820" y="3883553"/>
                  <a:ext cx="162401" cy="104108"/>
                </a:xfrm>
                <a:custGeom>
                  <a:avLst/>
                  <a:gdLst/>
                  <a:ahLst/>
                  <a:cxnLst/>
                  <a:rect l="l" t="t" r="r" b="b"/>
                  <a:pathLst>
                    <a:path w="162401" h="104108" extrusionOk="0">
                      <a:moveTo>
                        <a:pt x="0" y="0"/>
                      </a:moveTo>
                      <a:lnTo>
                        <a:pt x="0" y="10478"/>
                      </a:lnTo>
                      <a:lnTo>
                        <a:pt x="162401" y="104108"/>
                      </a:lnTo>
                      <a:lnTo>
                        <a:pt x="162401" y="9372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19" name="Google Shape;4019;p47"/>
                <p:cNvSpPr/>
                <p:nvPr/>
              </p:nvSpPr>
              <p:spPr>
                <a:xfrm>
                  <a:off x="3191221" y="3970517"/>
                  <a:ext cx="11620" cy="17144"/>
                </a:xfrm>
                <a:custGeom>
                  <a:avLst/>
                  <a:gdLst/>
                  <a:ahLst/>
                  <a:cxnLst/>
                  <a:rect l="l" t="t" r="r" b="b"/>
                  <a:pathLst>
                    <a:path w="11620" h="17144" extrusionOk="0">
                      <a:moveTo>
                        <a:pt x="0" y="6763"/>
                      </a:moveTo>
                      <a:lnTo>
                        <a:pt x="0" y="17145"/>
                      </a:lnTo>
                      <a:lnTo>
                        <a:pt x="11621" y="10478"/>
                      </a:lnTo>
                      <a:lnTo>
                        <a:pt x="11621" y="0"/>
                      </a:lnTo>
                      <a:lnTo>
                        <a:pt x="0" y="6763"/>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20" name="Google Shape;4020;p47"/>
              <p:cNvGrpSpPr/>
              <p:nvPr/>
            </p:nvGrpSpPr>
            <p:grpSpPr>
              <a:xfrm>
                <a:off x="3009675" y="3887935"/>
                <a:ext cx="174021" cy="110870"/>
                <a:chOff x="3009675" y="3887935"/>
                <a:chExt cx="174021" cy="110870"/>
              </a:xfrm>
            </p:grpSpPr>
            <p:sp>
              <p:nvSpPr>
                <p:cNvPr id="4021" name="Google Shape;4021;p47"/>
                <p:cNvSpPr/>
                <p:nvPr/>
              </p:nvSpPr>
              <p:spPr>
                <a:xfrm>
                  <a:off x="3009675" y="3887935"/>
                  <a:ext cx="174021" cy="100393"/>
                </a:xfrm>
                <a:custGeom>
                  <a:avLst/>
                  <a:gdLst/>
                  <a:ahLst/>
                  <a:cxnLst/>
                  <a:rect l="l" t="t" r="r" b="b"/>
                  <a:pathLst>
                    <a:path w="174021" h="100393" extrusionOk="0">
                      <a:moveTo>
                        <a:pt x="0" y="6668"/>
                      </a:moveTo>
                      <a:lnTo>
                        <a:pt x="11621" y="0"/>
                      </a:lnTo>
                      <a:lnTo>
                        <a:pt x="174022" y="93726"/>
                      </a:lnTo>
                      <a:lnTo>
                        <a:pt x="162306" y="100394"/>
                      </a:lnTo>
                      <a:lnTo>
                        <a:pt x="0" y="666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22" name="Google Shape;4022;p47"/>
                <p:cNvSpPr/>
                <p:nvPr/>
              </p:nvSpPr>
              <p:spPr>
                <a:xfrm>
                  <a:off x="3009675" y="3894602"/>
                  <a:ext cx="162306" cy="104203"/>
                </a:xfrm>
                <a:custGeom>
                  <a:avLst/>
                  <a:gdLst/>
                  <a:ahLst/>
                  <a:cxnLst/>
                  <a:rect l="l" t="t" r="r" b="b"/>
                  <a:pathLst>
                    <a:path w="162306" h="104203" extrusionOk="0">
                      <a:moveTo>
                        <a:pt x="0" y="0"/>
                      </a:moveTo>
                      <a:lnTo>
                        <a:pt x="0" y="10478"/>
                      </a:lnTo>
                      <a:lnTo>
                        <a:pt x="162306" y="104204"/>
                      </a:lnTo>
                      <a:lnTo>
                        <a:pt x="162306" y="9372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23" name="Google Shape;4023;p47"/>
                <p:cNvSpPr/>
                <p:nvPr/>
              </p:nvSpPr>
              <p:spPr>
                <a:xfrm>
                  <a:off x="3171981" y="3981661"/>
                  <a:ext cx="11715" cy="17144"/>
                </a:xfrm>
                <a:custGeom>
                  <a:avLst/>
                  <a:gdLst/>
                  <a:ahLst/>
                  <a:cxnLst/>
                  <a:rect l="l" t="t" r="r" b="b"/>
                  <a:pathLst>
                    <a:path w="11715" h="17144" extrusionOk="0">
                      <a:moveTo>
                        <a:pt x="0" y="6667"/>
                      </a:moveTo>
                      <a:lnTo>
                        <a:pt x="0" y="17145"/>
                      </a:lnTo>
                      <a:lnTo>
                        <a:pt x="11716" y="10382"/>
                      </a:lnTo>
                      <a:lnTo>
                        <a:pt x="11716" y="0"/>
                      </a:lnTo>
                      <a:lnTo>
                        <a:pt x="0" y="6667"/>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24" name="Google Shape;4024;p47"/>
              <p:cNvGrpSpPr/>
              <p:nvPr/>
            </p:nvGrpSpPr>
            <p:grpSpPr>
              <a:xfrm>
                <a:off x="3157407" y="3956991"/>
                <a:ext cx="56197" cy="52864"/>
                <a:chOff x="3157407" y="3956991"/>
                <a:chExt cx="56197" cy="52864"/>
              </a:xfrm>
            </p:grpSpPr>
            <p:sp>
              <p:nvSpPr>
                <p:cNvPr id="4025" name="Google Shape;4025;p47"/>
                <p:cNvSpPr/>
                <p:nvPr/>
              </p:nvSpPr>
              <p:spPr>
                <a:xfrm>
                  <a:off x="3171028" y="3964897"/>
                  <a:ext cx="42576" cy="44958"/>
                </a:xfrm>
                <a:custGeom>
                  <a:avLst/>
                  <a:gdLst/>
                  <a:ahLst/>
                  <a:cxnLst/>
                  <a:rect l="l" t="t" r="r" b="b"/>
                  <a:pathLst>
                    <a:path w="42576" h="44958" extrusionOk="0">
                      <a:moveTo>
                        <a:pt x="42577" y="0"/>
                      </a:moveTo>
                      <a:lnTo>
                        <a:pt x="42577" y="20383"/>
                      </a:lnTo>
                      <a:lnTo>
                        <a:pt x="0" y="44958"/>
                      </a:lnTo>
                      <a:lnTo>
                        <a:pt x="0" y="24574"/>
                      </a:lnTo>
                      <a:lnTo>
                        <a:pt x="4257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26" name="Google Shape;4026;p47"/>
                <p:cNvSpPr/>
                <p:nvPr/>
              </p:nvSpPr>
              <p:spPr>
                <a:xfrm>
                  <a:off x="3157407" y="3956991"/>
                  <a:ext cx="56197" cy="32480"/>
                </a:xfrm>
                <a:custGeom>
                  <a:avLst/>
                  <a:gdLst/>
                  <a:ahLst/>
                  <a:cxnLst/>
                  <a:rect l="l" t="t" r="r" b="b"/>
                  <a:pathLst>
                    <a:path w="56197" h="32480" extrusionOk="0">
                      <a:moveTo>
                        <a:pt x="56198" y="7906"/>
                      </a:moveTo>
                      <a:lnTo>
                        <a:pt x="42482" y="0"/>
                      </a:lnTo>
                      <a:lnTo>
                        <a:pt x="0" y="24575"/>
                      </a:lnTo>
                      <a:lnTo>
                        <a:pt x="13621" y="32480"/>
                      </a:lnTo>
                      <a:lnTo>
                        <a:pt x="56198" y="790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27" name="Google Shape;4027;p47"/>
                <p:cNvSpPr/>
                <p:nvPr/>
              </p:nvSpPr>
              <p:spPr>
                <a:xfrm>
                  <a:off x="3157407" y="3981566"/>
                  <a:ext cx="13620" cy="28289"/>
                </a:xfrm>
                <a:custGeom>
                  <a:avLst/>
                  <a:gdLst/>
                  <a:ahLst/>
                  <a:cxnLst/>
                  <a:rect l="l" t="t" r="r" b="b"/>
                  <a:pathLst>
                    <a:path w="13620" h="28289" extrusionOk="0">
                      <a:moveTo>
                        <a:pt x="13621" y="7906"/>
                      </a:moveTo>
                      <a:lnTo>
                        <a:pt x="0" y="0"/>
                      </a:lnTo>
                      <a:lnTo>
                        <a:pt x="0" y="20383"/>
                      </a:lnTo>
                      <a:lnTo>
                        <a:pt x="13621" y="28289"/>
                      </a:lnTo>
                      <a:lnTo>
                        <a:pt x="13621" y="790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28" name="Google Shape;4028;p47"/>
              <p:cNvGrpSpPr/>
              <p:nvPr/>
            </p:nvGrpSpPr>
            <p:grpSpPr>
              <a:xfrm>
                <a:off x="2974718" y="3822617"/>
                <a:ext cx="39052" cy="51554"/>
                <a:chOff x="2974718" y="3822617"/>
                <a:chExt cx="39052" cy="51554"/>
              </a:xfrm>
            </p:grpSpPr>
            <p:grpSp>
              <p:nvGrpSpPr>
                <p:cNvPr id="4029" name="Google Shape;4029;p47"/>
                <p:cNvGrpSpPr/>
                <p:nvPr/>
              </p:nvGrpSpPr>
              <p:grpSpPr>
                <a:xfrm>
                  <a:off x="2974718" y="3840167"/>
                  <a:ext cx="39052" cy="34004"/>
                  <a:chOff x="2974718" y="3840167"/>
                  <a:chExt cx="39052" cy="34004"/>
                </a:xfrm>
              </p:grpSpPr>
              <p:sp>
                <p:nvSpPr>
                  <p:cNvPr id="4030" name="Google Shape;4030;p47"/>
                  <p:cNvSpPr/>
                  <p:nvPr/>
                </p:nvSpPr>
                <p:spPr>
                  <a:xfrm>
                    <a:off x="2974718" y="3851454"/>
                    <a:ext cx="39052" cy="22717"/>
                  </a:xfrm>
                  <a:custGeom>
                    <a:avLst/>
                    <a:gdLst/>
                    <a:ahLst/>
                    <a:cxnLst/>
                    <a:rect l="l" t="t" r="r" b="b"/>
                    <a:pathLst>
                      <a:path w="39052" h="22717" extrusionOk="0">
                        <a:moveTo>
                          <a:pt x="39053" y="0"/>
                        </a:moveTo>
                        <a:lnTo>
                          <a:pt x="39053" y="11430"/>
                        </a:lnTo>
                        <a:cubicBezTo>
                          <a:pt x="39053" y="14288"/>
                          <a:pt x="37147" y="17145"/>
                          <a:pt x="33338" y="19431"/>
                        </a:cubicBezTo>
                        <a:cubicBezTo>
                          <a:pt x="25718" y="23813"/>
                          <a:pt x="13335" y="23813"/>
                          <a:pt x="5715" y="19431"/>
                        </a:cubicBezTo>
                        <a:cubicBezTo>
                          <a:pt x="1905" y="17240"/>
                          <a:pt x="0" y="14383"/>
                          <a:pt x="0" y="11430"/>
                        </a:cubicBezTo>
                        <a:lnTo>
                          <a:pt x="0" y="0"/>
                        </a:lnTo>
                        <a:lnTo>
                          <a:pt x="38957" y="0"/>
                        </a:ln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31" name="Google Shape;4031;p47"/>
                  <p:cNvSpPr/>
                  <p:nvPr/>
                </p:nvSpPr>
                <p:spPr>
                  <a:xfrm>
                    <a:off x="2974718" y="3840167"/>
                    <a:ext cx="39052" cy="22478"/>
                  </a:xfrm>
                  <a:custGeom>
                    <a:avLst/>
                    <a:gdLst/>
                    <a:ahLst/>
                    <a:cxnLst/>
                    <a:rect l="l" t="t" r="r" b="b"/>
                    <a:pathLst>
                      <a:path w="39052" h="22478" extrusionOk="0">
                        <a:moveTo>
                          <a:pt x="5715" y="19193"/>
                        </a:moveTo>
                        <a:cubicBezTo>
                          <a:pt x="13335" y="23574"/>
                          <a:pt x="25717" y="23574"/>
                          <a:pt x="33337" y="19193"/>
                        </a:cubicBezTo>
                        <a:cubicBezTo>
                          <a:pt x="40958" y="14811"/>
                          <a:pt x="40958" y="7667"/>
                          <a:pt x="33337" y="3286"/>
                        </a:cubicBezTo>
                        <a:cubicBezTo>
                          <a:pt x="25717" y="-1095"/>
                          <a:pt x="13335" y="-1095"/>
                          <a:pt x="5715" y="3286"/>
                        </a:cubicBezTo>
                        <a:cubicBezTo>
                          <a:pt x="-1905" y="7667"/>
                          <a:pt x="-1905" y="14811"/>
                          <a:pt x="5715" y="19193"/>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32" name="Google Shape;4032;p47"/>
                <p:cNvGrpSpPr/>
                <p:nvPr/>
              </p:nvGrpSpPr>
              <p:grpSpPr>
                <a:xfrm>
                  <a:off x="2976980" y="3822617"/>
                  <a:ext cx="34718" cy="37862"/>
                  <a:chOff x="2976980" y="3822617"/>
                  <a:chExt cx="34718" cy="37862"/>
                </a:xfrm>
              </p:grpSpPr>
              <p:sp>
                <p:nvSpPr>
                  <p:cNvPr id="4033" name="Google Shape;4033;p47"/>
                  <p:cNvSpPr/>
                  <p:nvPr/>
                </p:nvSpPr>
                <p:spPr>
                  <a:xfrm>
                    <a:off x="2977004" y="3832690"/>
                    <a:ext cx="34670" cy="27789"/>
                  </a:xfrm>
                  <a:custGeom>
                    <a:avLst/>
                    <a:gdLst/>
                    <a:ahLst/>
                    <a:cxnLst/>
                    <a:rect l="l" t="t" r="r" b="b"/>
                    <a:pathLst>
                      <a:path w="34670" h="27789" extrusionOk="0">
                        <a:moveTo>
                          <a:pt x="34671" y="0"/>
                        </a:moveTo>
                        <a:lnTo>
                          <a:pt x="34671" y="17717"/>
                        </a:lnTo>
                        <a:cubicBezTo>
                          <a:pt x="34671" y="20288"/>
                          <a:pt x="32956" y="22860"/>
                          <a:pt x="29623" y="24860"/>
                        </a:cubicBezTo>
                        <a:cubicBezTo>
                          <a:pt x="22860" y="28765"/>
                          <a:pt x="11811" y="28765"/>
                          <a:pt x="5048" y="24860"/>
                        </a:cubicBezTo>
                        <a:cubicBezTo>
                          <a:pt x="1619" y="22955"/>
                          <a:pt x="0" y="20288"/>
                          <a:pt x="0" y="17717"/>
                        </a:cubicBezTo>
                        <a:lnTo>
                          <a:pt x="0" y="0"/>
                        </a:lnTo>
                        <a:lnTo>
                          <a:pt x="34671"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34" name="Google Shape;4034;p47"/>
                  <p:cNvSpPr/>
                  <p:nvPr/>
                </p:nvSpPr>
                <p:spPr>
                  <a:xfrm>
                    <a:off x="2976980" y="3822617"/>
                    <a:ext cx="34718" cy="20050"/>
                  </a:xfrm>
                  <a:custGeom>
                    <a:avLst/>
                    <a:gdLst/>
                    <a:ahLst/>
                    <a:cxnLst/>
                    <a:rect l="l" t="t" r="r" b="b"/>
                    <a:pathLst>
                      <a:path w="34718" h="20050" extrusionOk="0">
                        <a:moveTo>
                          <a:pt x="5072" y="17121"/>
                        </a:moveTo>
                        <a:cubicBezTo>
                          <a:pt x="11835" y="21026"/>
                          <a:pt x="22884" y="21026"/>
                          <a:pt x="29647" y="17121"/>
                        </a:cubicBezTo>
                        <a:cubicBezTo>
                          <a:pt x="36409" y="13216"/>
                          <a:pt x="36409" y="6834"/>
                          <a:pt x="29647" y="2929"/>
                        </a:cubicBezTo>
                        <a:cubicBezTo>
                          <a:pt x="22884" y="-976"/>
                          <a:pt x="11835" y="-976"/>
                          <a:pt x="5072" y="2929"/>
                        </a:cubicBezTo>
                        <a:cubicBezTo>
                          <a:pt x="-1691" y="6834"/>
                          <a:pt x="-1691" y="13216"/>
                          <a:pt x="5072" y="1712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4035" name="Google Shape;4035;p47"/>
            <p:cNvGrpSpPr/>
            <p:nvPr/>
          </p:nvGrpSpPr>
          <p:grpSpPr>
            <a:xfrm>
              <a:off x="2683348" y="3669050"/>
              <a:ext cx="165449" cy="345567"/>
              <a:chOff x="2683348" y="3669050"/>
              <a:chExt cx="165449" cy="345567"/>
            </a:xfrm>
          </p:grpSpPr>
          <p:grpSp>
            <p:nvGrpSpPr>
              <p:cNvPr id="4036" name="Google Shape;4036;p47"/>
              <p:cNvGrpSpPr/>
              <p:nvPr/>
            </p:nvGrpSpPr>
            <p:grpSpPr>
              <a:xfrm>
                <a:off x="2687444" y="3909842"/>
                <a:ext cx="19430" cy="104775"/>
                <a:chOff x="2687444" y="3909842"/>
                <a:chExt cx="19430" cy="104775"/>
              </a:xfrm>
            </p:grpSpPr>
            <p:sp>
              <p:nvSpPr>
                <p:cNvPr id="4037" name="Google Shape;4037;p47"/>
                <p:cNvSpPr/>
                <p:nvPr/>
              </p:nvSpPr>
              <p:spPr>
                <a:xfrm>
                  <a:off x="2687444" y="3914700"/>
                  <a:ext cx="10953" cy="99917"/>
                </a:xfrm>
                <a:custGeom>
                  <a:avLst/>
                  <a:gdLst/>
                  <a:ahLst/>
                  <a:cxnLst/>
                  <a:rect l="l" t="t" r="r" b="b"/>
                  <a:pathLst>
                    <a:path w="10953" h="99917" extrusionOk="0">
                      <a:moveTo>
                        <a:pt x="10954" y="99917"/>
                      </a:moveTo>
                      <a:lnTo>
                        <a:pt x="0" y="93535"/>
                      </a:lnTo>
                      <a:lnTo>
                        <a:pt x="0" y="0"/>
                      </a:lnTo>
                      <a:lnTo>
                        <a:pt x="10954" y="6286"/>
                      </a:lnTo>
                      <a:lnTo>
                        <a:pt x="10954" y="99917"/>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38" name="Google Shape;4038;p47"/>
                <p:cNvSpPr/>
                <p:nvPr/>
              </p:nvSpPr>
              <p:spPr>
                <a:xfrm>
                  <a:off x="2698397" y="3916129"/>
                  <a:ext cx="8477" cy="98488"/>
                </a:xfrm>
                <a:custGeom>
                  <a:avLst/>
                  <a:gdLst/>
                  <a:ahLst/>
                  <a:cxnLst/>
                  <a:rect l="l" t="t" r="r" b="b"/>
                  <a:pathLst>
                    <a:path w="8477" h="98488" extrusionOk="0">
                      <a:moveTo>
                        <a:pt x="0" y="98488"/>
                      </a:moveTo>
                      <a:lnTo>
                        <a:pt x="8477" y="93535"/>
                      </a:lnTo>
                      <a:lnTo>
                        <a:pt x="8477" y="0"/>
                      </a:lnTo>
                      <a:lnTo>
                        <a:pt x="0" y="4858"/>
                      </a:lnTo>
                      <a:lnTo>
                        <a:pt x="0" y="98488"/>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39" name="Google Shape;4039;p47"/>
                <p:cNvSpPr/>
                <p:nvPr/>
              </p:nvSpPr>
              <p:spPr>
                <a:xfrm>
                  <a:off x="2687444" y="3909842"/>
                  <a:ext cx="19430" cy="11144"/>
                </a:xfrm>
                <a:custGeom>
                  <a:avLst/>
                  <a:gdLst/>
                  <a:ahLst/>
                  <a:cxnLst/>
                  <a:rect l="l" t="t" r="r" b="b"/>
                  <a:pathLst>
                    <a:path w="19430" h="11144" extrusionOk="0">
                      <a:moveTo>
                        <a:pt x="10954" y="11144"/>
                      </a:moveTo>
                      <a:lnTo>
                        <a:pt x="19431" y="6287"/>
                      </a:lnTo>
                      <a:lnTo>
                        <a:pt x="8477" y="0"/>
                      </a:lnTo>
                      <a:lnTo>
                        <a:pt x="0" y="4858"/>
                      </a:lnTo>
                      <a:lnTo>
                        <a:pt x="10954" y="11144"/>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40" name="Google Shape;4040;p47"/>
              <p:cNvGrpSpPr/>
              <p:nvPr/>
            </p:nvGrpSpPr>
            <p:grpSpPr>
              <a:xfrm>
                <a:off x="2713733" y="3800209"/>
                <a:ext cx="135064" cy="93059"/>
                <a:chOff x="2713733" y="3800209"/>
                <a:chExt cx="135064" cy="93059"/>
              </a:xfrm>
            </p:grpSpPr>
            <p:sp>
              <p:nvSpPr>
                <p:cNvPr id="4041" name="Google Shape;4041;p47"/>
                <p:cNvSpPr/>
                <p:nvPr/>
              </p:nvSpPr>
              <p:spPr>
                <a:xfrm>
                  <a:off x="2723829" y="3806115"/>
                  <a:ext cx="124967" cy="87153"/>
                </a:xfrm>
                <a:custGeom>
                  <a:avLst/>
                  <a:gdLst/>
                  <a:ahLst/>
                  <a:cxnLst/>
                  <a:rect l="l" t="t" r="r" b="b"/>
                  <a:pathLst>
                    <a:path w="124967" h="87153" extrusionOk="0">
                      <a:moveTo>
                        <a:pt x="124968" y="0"/>
                      </a:moveTo>
                      <a:lnTo>
                        <a:pt x="124968" y="14954"/>
                      </a:lnTo>
                      <a:lnTo>
                        <a:pt x="0" y="87154"/>
                      </a:lnTo>
                      <a:lnTo>
                        <a:pt x="0" y="72104"/>
                      </a:lnTo>
                      <a:lnTo>
                        <a:pt x="124968"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42" name="Google Shape;4042;p47"/>
                <p:cNvSpPr/>
                <p:nvPr/>
              </p:nvSpPr>
              <p:spPr>
                <a:xfrm>
                  <a:off x="2713733" y="3800209"/>
                  <a:ext cx="135064" cy="78009"/>
                </a:xfrm>
                <a:custGeom>
                  <a:avLst/>
                  <a:gdLst/>
                  <a:ahLst/>
                  <a:cxnLst/>
                  <a:rect l="l" t="t" r="r" b="b"/>
                  <a:pathLst>
                    <a:path w="135064" h="78009" extrusionOk="0">
                      <a:moveTo>
                        <a:pt x="135064" y="5905"/>
                      </a:moveTo>
                      <a:lnTo>
                        <a:pt x="124968" y="0"/>
                      </a:lnTo>
                      <a:lnTo>
                        <a:pt x="0" y="72200"/>
                      </a:lnTo>
                      <a:lnTo>
                        <a:pt x="10096" y="78010"/>
                      </a:lnTo>
                      <a:lnTo>
                        <a:pt x="135064" y="590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43" name="Google Shape;4043;p47"/>
                <p:cNvSpPr/>
                <p:nvPr/>
              </p:nvSpPr>
              <p:spPr>
                <a:xfrm>
                  <a:off x="2713733" y="3872409"/>
                  <a:ext cx="10096" cy="20859"/>
                </a:xfrm>
                <a:custGeom>
                  <a:avLst/>
                  <a:gdLst/>
                  <a:ahLst/>
                  <a:cxnLst/>
                  <a:rect l="l" t="t" r="r" b="b"/>
                  <a:pathLst>
                    <a:path w="10096" h="20859" extrusionOk="0">
                      <a:moveTo>
                        <a:pt x="10096" y="5810"/>
                      </a:moveTo>
                      <a:lnTo>
                        <a:pt x="0" y="0"/>
                      </a:lnTo>
                      <a:lnTo>
                        <a:pt x="0" y="15049"/>
                      </a:lnTo>
                      <a:lnTo>
                        <a:pt x="10096" y="20860"/>
                      </a:lnTo>
                      <a:lnTo>
                        <a:pt x="10096" y="5810"/>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44" name="Google Shape;4044;p47"/>
              <p:cNvGrpSpPr/>
              <p:nvPr/>
            </p:nvGrpSpPr>
            <p:grpSpPr>
              <a:xfrm>
                <a:off x="2697159" y="3870314"/>
                <a:ext cx="27622" cy="33813"/>
                <a:chOff x="2697159" y="3870314"/>
                <a:chExt cx="27622" cy="33813"/>
              </a:xfrm>
            </p:grpSpPr>
            <p:sp>
              <p:nvSpPr>
                <p:cNvPr id="4045" name="Google Shape;4045;p47"/>
                <p:cNvSpPr/>
                <p:nvPr/>
              </p:nvSpPr>
              <p:spPr>
                <a:xfrm>
                  <a:off x="2709161" y="3877267"/>
                  <a:ext cx="15620" cy="26860"/>
                </a:xfrm>
                <a:custGeom>
                  <a:avLst/>
                  <a:gdLst/>
                  <a:ahLst/>
                  <a:cxnLst/>
                  <a:rect l="l" t="t" r="r" b="b"/>
                  <a:pathLst>
                    <a:path w="15620" h="26860" extrusionOk="0">
                      <a:moveTo>
                        <a:pt x="15621" y="0"/>
                      </a:moveTo>
                      <a:lnTo>
                        <a:pt x="15621" y="17907"/>
                      </a:lnTo>
                      <a:lnTo>
                        <a:pt x="0" y="26861"/>
                      </a:lnTo>
                      <a:lnTo>
                        <a:pt x="0" y="8954"/>
                      </a:lnTo>
                      <a:lnTo>
                        <a:pt x="15621" y="0"/>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46" name="Google Shape;4046;p47"/>
                <p:cNvSpPr/>
                <p:nvPr/>
              </p:nvSpPr>
              <p:spPr>
                <a:xfrm>
                  <a:off x="2697159" y="3870314"/>
                  <a:ext cx="27622" cy="15906"/>
                </a:xfrm>
                <a:custGeom>
                  <a:avLst/>
                  <a:gdLst/>
                  <a:ahLst/>
                  <a:cxnLst/>
                  <a:rect l="l" t="t" r="r" b="b"/>
                  <a:pathLst>
                    <a:path w="27622" h="15906" extrusionOk="0">
                      <a:moveTo>
                        <a:pt x="27623" y="6953"/>
                      </a:moveTo>
                      <a:lnTo>
                        <a:pt x="15526" y="0"/>
                      </a:lnTo>
                      <a:lnTo>
                        <a:pt x="0" y="8954"/>
                      </a:lnTo>
                      <a:lnTo>
                        <a:pt x="12002" y="15907"/>
                      </a:lnTo>
                      <a:lnTo>
                        <a:pt x="27623" y="6953"/>
                      </a:lnTo>
                      <a:close/>
                    </a:path>
                  </a:pathLst>
                </a:custGeom>
                <a:solidFill>
                  <a:srgbClr val="2A4E6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47" name="Google Shape;4047;p47"/>
                <p:cNvSpPr/>
                <p:nvPr/>
              </p:nvSpPr>
              <p:spPr>
                <a:xfrm>
                  <a:off x="2697159" y="3879267"/>
                  <a:ext cx="12001" cy="24860"/>
                </a:xfrm>
                <a:custGeom>
                  <a:avLst/>
                  <a:gdLst/>
                  <a:ahLst/>
                  <a:cxnLst/>
                  <a:rect l="l" t="t" r="r" b="b"/>
                  <a:pathLst>
                    <a:path w="12001" h="24860" extrusionOk="0">
                      <a:moveTo>
                        <a:pt x="12002" y="6953"/>
                      </a:moveTo>
                      <a:lnTo>
                        <a:pt x="0" y="0"/>
                      </a:lnTo>
                      <a:lnTo>
                        <a:pt x="0" y="17907"/>
                      </a:lnTo>
                      <a:lnTo>
                        <a:pt x="12002" y="24860"/>
                      </a:lnTo>
                      <a:lnTo>
                        <a:pt x="12002" y="6953"/>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48" name="Google Shape;4048;p47"/>
              <p:cNvGrpSpPr/>
              <p:nvPr/>
            </p:nvGrpSpPr>
            <p:grpSpPr>
              <a:xfrm>
                <a:off x="2683348" y="3866789"/>
                <a:ext cx="27527" cy="56769"/>
                <a:chOff x="2683348" y="3866789"/>
                <a:chExt cx="27527" cy="56769"/>
              </a:xfrm>
            </p:grpSpPr>
            <p:sp>
              <p:nvSpPr>
                <p:cNvPr id="4049" name="Google Shape;4049;p47"/>
                <p:cNvSpPr/>
                <p:nvPr/>
              </p:nvSpPr>
              <p:spPr>
                <a:xfrm>
                  <a:off x="2683348" y="3873742"/>
                  <a:ext cx="15525" cy="49815"/>
                </a:xfrm>
                <a:custGeom>
                  <a:avLst/>
                  <a:gdLst/>
                  <a:ahLst/>
                  <a:cxnLst/>
                  <a:rect l="l" t="t" r="r" b="b"/>
                  <a:pathLst>
                    <a:path w="15525" h="49815" extrusionOk="0">
                      <a:moveTo>
                        <a:pt x="15526" y="49816"/>
                      </a:moveTo>
                      <a:lnTo>
                        <a:pt x="0" y="40862"/>
                      </a:lnTo>
                      <a:lnTo>
                        <a:pt x="0" y="0"/>
                      </a:lnTo>
                      <a:lnTo>
                        <a:pt x="15526" y="8954"/>
                      </a:lnTo>
                      <a:lnTo>
                        <a:pt x="15526" y="49816"/>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50" name="Google Shape;4050;p47"/>
                <p:cNvSpPr/>
                <p:nvPr/>
              </p:nvSpPr>
              <p:spPr>
                <a:xfrm>
                  <a:off x="2698874" y="3875743"/>
                  <a:ext cx="12001" cy="47815"/>
                </a:xfrm>
                <a:custGeom>
                  <a:avLst/>
                  <a:gdLst/>
                  <a:ahLst/>
                  <a:cxnLst/>
                  <a:rect l="l" t="t" r="r" b="b"/>
                  <a:pathLst>
                    <a:path w="12001" h="47815" extrusionOk="0">
                      <a:moveTo>
                        <a:pt x="0" y="47816"/>
                      </a:moveTo>
                      <a:lnTo>
                        <a:pt x="12001" y="40862"/>
                      </a:lnTo>
                      <a:lnTo>
                        <a:pt x="12001" y="0"/>
                      </a:lnTo>
                      <a:lnTo>
                        <a:pt x="0" y="6953"/>
                      </a:lnTo>
                      <a:lnTo>
                        <a:pt x="0" y="47816"/>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51" name="Google Shape;4051;p47"/>
                <p:cNvSpPr/>
                <p:nvPr/>
              </p:nvSpPr>
              <p:spPr>
                <a:xfrm>
                  <a:off x="2683348" y="3866789"/>
                  <a:ext cx="27527" cy="15906"/>
                </a:xfrm>
                <a:custGeom>
                  <a:avLst/>
                  <a:gdLst/>
                  <a:ahLst/>
                  <a:cxnLst/>
                  <a:rect l="l" t="t" r="r" b="b"/>
                  <a:pathLst>
                    <a:path w="27527" h="15906" extrusionOk="0">
                      <a:moveTo>
                        <a:pt x="15526" y="15907"/>
                      </a:moveTo>
                      <a:lnTo>
                        <a:pt x="27527" y="8954"/>
                      </a:lnTo>
                      <a:lnTo>
                        <a:pt x="12097" y="0"/>
                      </a:lnTo>
                      <a:lnTo>
                        <a:pt x="0" y="6953"/>
                      </a:lnTo>
                      <a:lnTo>
                        <a:pt x="15526" y="15907"/>
                      </a:lnTo>
                      <a:close/>
                    </a:path>
                  </a:pathLst>
                </a:custGeom>
                <a:solidFill>
                  <a:srgbClr val="2A4E6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52" name="Google Shape;4052;p47"/>
              <p:cNvGrpSpPr/>
              <p:nvPr/>
            </p:nvGrpSpPr>
            <p:grpSpPr>
              <a:xfrm>
                <a:off x="2687444" y="3669050"/>
                <a:ext cx="19430" cy="211360"/>
                <a:chOff x="2687444" y="3669050"/>
                <a:chExt cx="19430" cy="211360"/>
              </a:xfrm>
            </p:grpSpPr>
            <p:sp>
              <p:nvSpPr>
                <p:cNvPr id="4053" name="Google Shape;4053;p47"/>
                <p:cNvSpPr/>
                <p:nvPr/>
              </p:nvSpPr>
              <p:spPr>
                <a:xfrm>
                  <a:off x="2687444" y="3673908"/>
                  <a:ext cx="10953" cy="206502"/>
                </a:xfrm>
                <a:custGeom>
                  <a:avLst/>
                  <a:gdLst/>
                  <a:ahLst/>
                  <a:cxnLst/>
                  <a:rect l="l" t="t" r="r" b="b"/>
                  <a:pathLst>
                    <a:path w="10953" h="206502" extrusionOk="0">
                      <a:moveTo>
                        <a:pt x="10954" y="206502"/>
                      </a:moveTo>
                      <a:lnTo>
                        <a:pt x="0" y="200120"/>
                      </a:lnTo>
                      <a:lnTo>
                        <a:pt x="0" y="0"/>
                      </a:lnTo>
                      <a:lnTo>
                        <a:pt x="10954" y="6382"/>
                      </a:lnTo>
                      <a:lnTo>
                        <a:pt x="10954" y="206502"/>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54" name="Google Shape;4054;p47"/>
                <p:cNvSpPr/>
                <p:nvPr/>
              </p:nvSpPr>
              <p:spPr>
                <a:xfrm>
                  <a:off x="2698397" y="3675337"/>
                  <a:ext cx="8477" cy="205073"/>
                </a:xfrm>
                <a:custGeom>
                  <a:avLst/>
                  <a:gdLst/>
                  <a:ahLst/>
                  <a:cxnLst/>
                  <a:rect l="l" t="t" r="r" b="b"/>
                  <a:pathLst>
                    <a:path w="8477" h="205073" extrusionOk="0">
                      <a:moveTo>
                        <a:pt x="0" y="205073"/>
                      </a:moveTo>
                      <a:lnTo>
                        <a:pt x="8477" y="200120"/>
                      </a:lnTo>
                      <a:lnTo>
                        <a:pt x="8477" y="0"/>
                      </a:lnTo>
                      <a:lnTo>
                        <a:pt x="0" y="4953"/>
                      </a:lnTo>
                      <a:lnTo>
                        <a:pt x="0" y="205073"/>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55" name="Google Shape;4055;p47"/>
                <p:cNvSpPr/>
                <p:nvPr/>
              </p:nvSpPr>
              <p:spPr>
                <a:xfrm>
                  <a:off x="2687444" y="3669050"/>
                  <a:ext cx="19430" cy="11239"/>
                </a:xfrm>
                <a:custGeom>
                  <a:avLst/>
                  <a:gdLst/>
                  <a:ahLst/>
                  <a:cxnLst/>
                  <a:rect l="l" t="t" r="r" b="b"/>
                  <a:pathLst>
                    <a:path w="19430" h="11239" extrusionOk="0">
                      <a:moveTo>
                        <a:pt x="10954" y="11239"/>
                      </a:moveTo>
                      <a:lnTo>
                        <a:pt x="19431" y="6286"/>
                      </a:lnTo>
                      <a:lnTo>
                        <a:pt x="8477" y="0"/>
                      </a:lnTo>
                      <a:lnTo>
                        <a:pt x="0" y="4858"/>
                      </a:lnTo>
                      <a:lnTo>
                        <a:pt x="10954" y="11239"/>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056" name="Google Shape;4056;p47"/>
            <p:cNvGrpSpPr/>
            <p:nvPr/>
          </p:nvGrpSpPr>
          <p:grpSpPr>
            <a:xfrm>
              <a:off x="3003864" y="3854026"/>
              <a:ext cx="165354" cy="345566"/>
              <a:chOff x="3003864" y="3854026"/>
              <a:chExt cx="165354" cy="345566"/>
            </a:xfrm>
          </p:grpSpPr>
          <p:grpSp>
            <p:nvGrpSpPr>
              <p:cNvPr id="4057" name="Google Shape;4057;p47"/>
              <p:cNvGrpSpPr/>
              <p:nvPr/>
            </p:nvGrpSpPr>
            <p:grpSpPr>
              <a:xfrm>
                <a:off x="3007865" y="4094818"/>
                <a:ext cx="19431" cy="104774"/>
                <a:chOff x="3007865" y="4094818"/>
                <a:chExt cx="19431" cy="104774"/>
              </a:xfrm>
            </p:grpSpPr>
            <p:sp>
              <p:nvSpPr>
                <p:cNvPr id="4058" name="Google Shape;4058;p47"/>
                <p:cNvSpPr/>
                <p:nvPr/>
              </p:nvSpPr>
              <p:spPr>
                <a:xfrm>
                  <a:off x="3007865" y="4099771"/>
                  <a:ext cx="10953" cy="99821"/>
                </a:xfrm>
                <a:custGeom>
                  <a:avLst/>
                  <a:gdLst/>
                  <a:ahLst/>
                  <a:cxnLst/>
                  <a:rect l="l" t="t" r="r" b="b"/>
                  <a:pathLst>
                    <a:path w="10953" h="99821" extrusionOk="0">
                      <a:moveTo>
                        <a:pt x="10954" y="99822"/>
                      </a:moveTo>
                      <a:lnTo>
                        <a:pt x="0" y="93536"/>
                      </a:lnTo>
                      <a:lnTo>
                        <a:pt x="0" y="0"/>
                      </a:lnTo>
                      <a:lnTo>
                        <a:pt x="10954" y="6287"/>
                      </a:lnTo>
                      <a:lnTo>
                        <a:pt x="10954" y="99822"/>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59" name="Google Shape;4059;p47"/>
                <p:cNvSpPr/>
                <p:nvPr/>
              </p:nvSpPr>
              <p:spPr>
                <a:xfrm>
                  <a:off x="3018818" y="4101104"/>
                  <a:ext cx="8477" cy="98488"/>
                </a:xfrm>
                <a:custGeom>
                  <a:avLst/>
                  <a:gdLst/>
                  <a:ahLst/>
                  <a:cxnLst/>
                  <a:rect l="l" t="t" r="r" b="b"/>
                  <a:pathLst>
                    <a:path w="8477" h="98488" extrusionOk="0">
                      <a:moveTo>
                        <a:pt x="0" y="98488"/>
                      </a:moveTo>
                      <a:lnTo>
                        <a:pt x="8477" y="93536"/>
                      </a:lnTo>
                      <a:lnTo>
                        <a:pt x="8477" y="0"/>
                      </a:lnTo>
                      <a:lnTo>
                        <a:pt x="0" y="4953"/>
                      </a:lnTo>
                      <a:lnTo>
                        <a:pt x="0" y="98488"/>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60" name="Google Shape;4060;p47"/>
                <p:cNvSpPr/>
                <p:nvPr/>
              </p:nvSpPr>
              <p:spPr>
                <a:xfrm>
                  <a:off x="3007865" y="4094818"/>
                  <a:ext cx="19431" cy="11239"/>
                </a:xfrm>
                <a:custGeom>
                  <a:avLst/>
                  <a:gdLst/>
                  <a:ahLst/>
                  <a:cxnLst/>
                  <a:rect l="l" t="t" r="r" b="b"/>
                  <a:pathLst>
                    <a:path w="19431" h="11239" extrusionOk="0">
                      <a:moveTo>
                        <a:pt x="10954" y="11240"/>
                      </a:moveTo>
                      <a:lnTo>
                        <a:pt x="19431" y="6287"/>
                      </a:lnTo>
                      <a:lnTo>
                        <a:pt x="8477" y="0"/>
                      </a:lnTo>
                      <a:lnTo>
                        <a:pt x="0" y="4953"/>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61" name="Google Shape;4061;p47"/>
              <p:cNvGrpSpPr/>
              <p:nvPr/>
            </p:nvGrpSpPr>
            <p:grpSpPr>
              <a:xfrm>
                <a:off x="3034154" y="3985280"/>
                <a:ext cx="135064" cy="92964"/>
                <a:chOff x="3034154" y="3985280"/>
                <a:chExt cx="135064" cy="92964"/>
              </a:xfrm>
            </p:grpSpPr>
            <p:sp>
              <p:nvSpPr>
                <p:cNvPr id="4062" name="Google Shape;4062;p47"/>
                <p:cNvSpPr/>
                <p:nvPr/>
              </p:nvSpPr>
              <p:spPr>
                <a:xfrm>
                  <a:off x="3044250" y="3991091"/>
                  <a:ext cx="124967" cy="87153"/>
                </a:xfrm>
                <a:custGeom>
                  <a:avLst/>
                  <a:gdLst/>
                  <a:ahLst/>
                  <a:cxnLst/>
                  <a:rect l="l" t="t" r="r" b="b"/>
                  <a:pathLst>
                    <a:path w="124967" h="87153" extrusionOk="0">
                      <a:moveTo>
                        <a:pt x="124968" y="0"/>
                      </a:moveTo>
                      <a:lnTo>
                        <a:pt x="124968" y="15049"/>
                      </a:lnTo>
                      <a:lnTo>
                        <a:pt x="0" y="87154"/>
                      </a:lnTo>
                      <a:lnTo>
                        <a:pt x="0" y="72199"/>
                      </a:lnTo>
                      <a:lnTo>
                        <a:pt x="124968"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63" name="Google Shape;4063;p47"/>
                <p:cNvSpPr/>
                <p:nvPr/>
              </p:nvSpPr>
              <p:spPr>
                <a:xfrm>
                  <a:off x="3034154" y="3985280"/>
                  <a:ext cx="135064" cy="78009"/>
                </a:xfrm>
                <a:custGeom>
                  <a:avLst/>
                  <a:gdLst/>
                  <a:ahLst/>
                  <a:cxnLst/>
                  <a:rect l="l" t="t" r="r" b="b"/>
                  <a:pathLst>
                    <a:path w="135064" h="78009" extrusionOk="0">
                      <a:moveTo>
                        <a:pt x="135064" y="5810"/>
                      </a:moveTo>
                      <a:lnTo>
                        <a:pt x="124968" y="0"/>
                      </a:lnTo>
                      <a:lnTo>
                        <a:pt x="0" y="72104"/>
                      </a:lnTo>
                      <a:lnTo>
                        <a:pt x="10096" y="78010"/>
                      </a:lnTo>
                      <a:lnTo>
                        <a:pt x="135064" y="581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64" name="Google Shape;4064;p47"/>
                <p:cNvSpPr/>
                <p:nvPr/>
              </p:nvSpPr>
              <p:spPr>
                <a:xfrm>
                  <a:off x="3034154" y="4057384"/>
                  <a:ext cx="10096" cy="20859"/>
                </a:xfrm>
                <a:custGeom>
                  <a:avLst/>
                  <a:gdLst/>
                  <a:ahLst/>
                  <a:cxnLst/>
                  <a:rect l="l" t="t" r="r" b="b"/>
                  <a:pathLst>
                    <a:path w="10096" h="20859" extrusionOk="0">
                      <a:moveTo>
                        <a:pt x="10096" y="5905"/>
                      </a:moveTo>
                      <a:lnTo>
                        <a:pt x="0" y="0"/>
                      </a:lnTo>
                      <a:lnTo>
                        <a:pt x="0" y="15050"/>
                      </a:lnTo>
                      <a:lnTo>
                        <a:pt x="10096" y="20860"/>
                      </a:lnTo>
                      <a:lnTo>
                        <a:pt x="10096" y="5905"/>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65" name="Google Shape;4065;p47"/>
              <p:cNvGrpSpPr/>
              <p:nvPr/>
            </p:nvGrpSpPr>
            <p:grpSpPr>
              <a:xfrm>
                <a:off x="3017580" y="4055289"/>
                <a:ext cx="27622" cy="33908"/>
                <a:chOff x="3017580" y="4055289"/>
                <a:chExt cx="27622" cy="33908"/>
              </a:xfrm>
            </p:grpSpPr>
            <p:sp>
              <p:nvSpPr>
                <p:cNvPr id="4066" name="Google Shape;4066;p47"/>
                <p:cNvSpPr/>
                <p:nvPr/>
              </p:nvSpPr>
              <p:spPr>
                <a:xfrm>
                  <a:off x="3029677" y="4062242"/>
                  <a:ext cx="15525" cy="26955"/>
                </a:xfrm>
                <a:custGeom>
                  <a:avLst/>
                  <a:gdLst/>
                  <a:ahLst/>
                  <a:cxnLst/>
                  <a:rect l="l" t="t" r="r" b="b"/>
                  <a:pathLst>
                    <a:path w="15525" h="26955" extrusionOk="0">
                      <a:moveTo>
                        <a:pt x="15526" y="0"/>
                      </a:moveTo>
                      <a:lnTo>
                        <a:pt x="15526" y="17907"/>
                      </a:lnTo>
                      <a:lnTo>
                        <a:pt x="0" y="26956"/>
                      </a:lnTo>
                      <a:lnTo>
                        <a:pt x="0" y="9049"/>
                      </a:lnTo>
                      <a:lnTo>
                        <a:pt x="15526"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67" name="Google Shape;4067;p47"/>
                <p:cNvSpPr/>
                <p:nvPr/>
              </p:nvSpPr>
              <p:spPr>
                <a:xfrm>
                  <a:off x="3017580" y="4055289"/>
                  <a:ext cx="27622" cy="16001"/>
                </a:xfrm>
                <a:custGeom>
                  <a:avLst/>
                  <a:gdLst/>
                  <a:ahLst/>
                  <a:cxnLst/>
                  <a:rect l="l" t="t" r="r" b="b"/>
                  <a:pathLst>
                    <a:path w="27622" h="16001" extrusionOk="0">
                      <a:moveTo>
                        <a:pt x="27622" y="6953"/>
                      </a:moveTo>
                      <a:lnTo>
                        <a:pt x="15621" y="0"/>
                      </a:lnTo>
                      <a:lnTo>
                        <a:pt x="0" y="8954"/>
                      </a:lnTo>
                      <a:lnTo>
                        <a:pt x="12097" y="16002"/>
                      </a:lnTo>
                      <a:lnTo>
                        <a:pt x="27622" y="695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68" name="Google Shape;4068;p47"/>
                <p:cNvSpPr/>
                <p:nvPr/>
              </p:nvSpPr>
              <p:spPr>
                <a:xfrm>
                  <a:off x="3017580" y="4064242"/>
                  <a:ext cx="12096" cy="24955"/>
                </a:xfrm>
                <a:custGeom>
                  <a:avLst/>
                  <a:gdLst/>
                  <a:ahLst/>
                  <a:cxnLst/>
                  <a:rect l="l" t="t" r="r" b="b"/>
                  <a:pathLst>
                    <a:path w="12096" h="24955" extrusionOk="0">
                      <a:moveTo>
                        <a:pt x="12097" y="7048"/>
                      </a:moveTo>
                      <a:lnTo>
                        <a:pt x="0" y="0"/>
                      </a:lnTo>
                      <a:lnTo>
                        <a:pt x="0" y="18002"/>
                      </a:lnTo>
                      <a:lnTo>
                        <a:pt x="12097" y="24955"/>
                      </a:lnTo>
                      <a:lnTo>
                        <a:pt x="12097" y="7048"/>
                      </a:lnTo>
                      <a:close/>
                    </a:path>
                  </a:pathLst>
                </a:custGeom>
                <a:solidFill>
                  <a:srgbClr val="1D37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69" name="Google Shape;4069;p47"/>
              <p:cNvGrpSpPr/>
              <p:nvPr/>
            </p:nvGrpSpPr>
            <p:grpSpPr>
              <a:xfrm>
                <a:off x="3003864" y="4051765"/>
                <a:ext cx="27527" cy="56863"/>
                <a:chOff x="3003864" y="4051765"/>
                <a:chExt cx="27527" cy="56863"/>
              </a:xfrm>
            </p:grpSpPr>
            <p:sp>
              <p:nvSpPr>
                <p:cNvPr id="4070" name="Google Shape;4070;p47"/>
                <p:cNvSpPr/>
                <p:nvPr/>
              </p:nvSpPr>
              <p:spPr>
                <a:xfrm>
                  <a:off x="3003864" y="4058718"/>
                  <a:ext cx="15430" cy="49910"/>
                </a:xfrm>
                <a:custGeom>
                  <a:avLst/>
                  <a:gdLst/>
                  <a:ahLst/>
                  <a:cxnLst/>
                  <a:rect l="l" t="t" r="r" b="b"/>
                  <a:pathLst>
                    <a:path w="15430" h="49910" extrusionOk="0">
                      <a:moveTo>
                        <a:pt x="15430" y="49911"/>
                      </a:moveTo>
                      <a:lnTo>
                        <a:pt x="0" y="40862"/>
                      </a:lnTo>
                      <a:lnTo>
                        <a:pt x="0" y="0"/>
                      </a:lnTo>
                      <a:lnTo>
                        <a:pt x="15430" y="8954"/>
                      </a:lnTo>
                      <a:lnTo>
                        <a:pt x="15430" y="4991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71" name="Google Shape;4071;p47"/>
                <p:cNvSpPr/>
                <p:nvPr/>
              </p:nvSpPr>
              <p:spPr>
                <a:xfrm>
                  <a:off x="3019295" y="4060718"/>
                  <a:ext cx="12096" cy="47910"/>
                </a:xfrm>
                <a:custGeom>
                  <a:avLst/>
                  <a:gdLst/>
                  <a:ahLst/>
                  <a:cxnLst/>
                  <a:rect l="l" t="t" r="r" b="b"/>
                  <a:pathLst>
                    <a:path w="12096" h="47910" extrusionOk="0">
                      <a:moveTo>
                        <a:pt x="0" y="47911"/>
                      </a:moveTo>
                      <a:lnTo>
                        <a:pt x="12097" y="40862"/>
                      </a:lnTo>
                      <a:lnTo>
                        <a:pt x="12097" y="0"/>
                      </a:lnTo>
                      <a:lnTo>
                        <a:pt x="0" y="6953"/>
                      </a:lnTo>
                      <a:lnTo>
                        <a:pt x="0" y="47911"/>
                      </a:lnTo>
                      <a:close/>
                    </a:path>
                  </a:pathLst>
                </a:custGeom>
                <a:solidFill>
                  <a:srgbClr val="0F2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72" name="Google Shape;4072;p47"/>
                <p:cNvSpPr/>
                <p:nvPr/>
              </p:nvSpPr>
              <p:spPr>
                <a:xfrm>
                  <a:off x="3003864" y="4051765"/>
                  <a:ext cx="27527" cy="15906"/>
                </a:xfrm>
                <a:custGeom>
                  <a:avLst/>
                  <a:gdLst/>
                  <a:ahLst/>
                  <a:cxnLst/>
                  <a:rect l="l" t="t" r="r" b="b"/>
                  <a:pathLst>
                    <a:path w="27527" h="15906" extrusionOk="0">
                      <a:moveTo>
                        <a:pt x="15430" y="15907"/>
                      </a:moveTo>
                      <a:lnTo>
                        <a:pt x="27527" y="8954"/>
                      </a:lnTo>
                      <a:lnTo>
                        <a:pt x="12002" y="0"/>
                      </a:lnTo>
                      <a:lnTo>
                        <a:pt x="0" y="6953"/>
                      </a:lnTo>
                      <a:lnTo>
                        <a:pt x="15430" y="1590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73" name="Google Shape;4073;p47"/>
              <p:cNvGrpSpPr/>
              <p:nvPr/>
            </p:nvGrpSpPr>
            <p:grpSpPr>
              <a:xfrm>
                <a:off x="3007865" y="3854026"/>
                <a:ext cx="19431" cy="211359"/>
                <a:chOff x="3007865" y="3854026"/>
                <a:chExt cx="19431" cy="211359"/>
              </a:xfrm>
            </p:grpSpPr>
            <p:sp>
              <p:nvSpPr>
                <p:cNvPr id="4074" name="Google Shape;4074;p47"/>
                <p:cNvSpPr/>
                <p:nvPr/>
              </p:nvSpPr>
              <p:spPr>
                <a:xfrm>
                  <a:off x="3007865" y="3858979"/>
                  <a:ext cx="10953" cy="206406"/>
                </a:xfrm>
                <a:custGeom>
                  <a:avLst/>
                  <a:gdLst/>
                  <a:ahLst/>
                  <a:cxnLst/>
                  <a:rect l="l" t="t" r="r" b="b"/>
                  <a:pathLst>
                    <a:path w="10953" h="206406" extrusionOk="0">
                      <a:moveTo>
                        <a:pt x="10954" y="206407"/>
                      </a:moveTo>
                      <a:lnTo>
                        <a:pt x="0" y="200120"/>
                      </a:lnTo>
                      <a:lnTo>
                        <a:pt x="0" y="0"/>
                      </a:lnTo>
                      <a:lnTo>
                        <a:pt x="10954" y="6287"/>
                      </a:lnTo>
                      <a:lnTo>
                        <a:pt x="10954" y="206407"/>
                      </a:lnTo>
                      <a:close/>
                    </a:path>
                  </a:pathLst>
                </a:custGeom>
                <a:solidFill>
                  <a:srgbClr val="A7A9A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75" name="Google Shape;4075;p47"/>
                <p:cNvSpPr/>
                <p:nvPr/>
              </p:nvSpPr>
              <p:spPr>
                <a:xfrm>
                  <a:off x="3018818" y="3860408"/>
                  <a:ext cx="8477" cy="204977"/>
                </a:xfrm>
                <a:custGeom>
                  <a:avLst/>
                  <a:gdLst/>
                  <a:ahLst/>
                  <a:cxnLst/>
                  <a:rect l="l" t="t" r="r" b="b"/>
                  <a:pathLst>
                    <a:path w="8477" h="204977" extrusionOk="0">
                      <a:moveTo>
                        <a:pt x="0" y="204978"/>
                      </a:moveTo>
                      <a:lnTo>
                        <a:pt x="8477" y="200120"/>
                      </a:lnTo>
                      <a:lnTo>
                        <a:pt x="8477" y="0"/>
                      </a:lnTo>
                      <a:lnTo>
                        <a:pt x="0" y="4858"/>
                      </a:lnTo>
                      <a:lnTo>
                        <a:pt x="0" y="204978"/>
                      </a:lnTo>
                      <a:close/>
                    </a:path>
                  </a:pathLst>
                </a:custGeom>
                <a:solidFill>
                  <a:srgbClr val="9395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76" name="Google Shape;4076;p47"/>
                <p:cNvSpPr/>
                <p:nvPr/>
              </p:nvSpPr>
              <p:spPr>
                <a:xfrm>
                  <a:off x="3007865" y="3854026"/>
                  <a:ext cx="19431" cy="11239"/>
                </a:xfrm>
                <a:custGeom>
                  <a:avLst/>
                  <a:gdLst/>
                  <a:ahLst/>
                  <a:cxnLst/>
                  <a:rect l="l" t="t" r="r" b="b"/>
                  <a:pathLst>
                    <a:path w="19431" h="11239" extrusionOk="0">
                      <a:moveTo>
                        <a:pt x="10954" y="11240"/>
                      </a:moveTo>
                      <a:lnTo>
                        <a:pt x="19431" y="6382"/>
                      </a:lnTo>
                      <a:lnTo>
                        <a:pt x="8477" y="0"/>
                      </a:lnTo>
                      <a:lnTo>
                        <a:pt x="0" y="4953"/>
                      </a:lnTo>
                      <a:lnTo>
                        <a:pt x="10954" y="11240"/>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077" name="Google Shape;4077;p47"/>
            <p:cNvGrpSpPr/>
            <p:nvPr/>
          </p:nvGrpSpPr>
          <p:grpSpPr>
            <a:xfrm>
              <a:off x="3018818" y="3714389"/>
              <a:ext cx="278035" cy="537019"/>
              <a:chOff x="3018818" y="3714389"/>
              <a:chExt cx="278035" cy="537019"/>
            </a:xfrm>
          </p:grpSpPr>
          <p:sp>
            <p:nvSpPr>
              <p:cNvPr id="4078" name="Google Shape;4078;p47"/>
              <p:cNvSpPr/>
              <p:nvPr/>
            </p:nvSpPr>
            <p:spPr>
              <a:xfrm>
                <a:off x="3018818" y="3865265"/>
                <a:ext cx="11144" cy="386143"/>
              </a:xfrm>
              <a:custGeom>
                <a:avLst/>
                <a:gdLst/>
                <a:ahLst/>
                <a:cxnLst/>
                <a:rect l="l" t="t" r="r" b="b"/>
                <a:pathLst>
                  <a:path w="11144" h="386143" extrusionOk="0">
                    <a:moveTo>
                      <a:pt x="11144" y="386143"/>
                    </a:moveTo>
                    <a:lnTo>
                      <a:pt x="0" y="379666"/>
                    </a:lnTo>
                    <a:lnTo>
                      <a:pt x="0" y="0"/>
                    </a:lnTo>
                    <a:lnTo>
                      <a:pt x="11144" y="6477"/>
                    </a:lnTo>
                    <a:lnTo>
                      <a:pt x="11144" y="386143"/>
                    </a:lnTo>
                    <a:close/>
                  </a:path>
                </a:pathLst>
              </a:custGeom>
              <a:solidFill>
                <a:srgbClr val="BCBE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79" name="Google Shape;4079;p47"/>
              <p:cNvSpPr/>
              <p:nvPr/>
            </p:nvSpPr>
            <p:spPr>
              <a:xfrm>
                <a:off x="3018818" y="3714389"/>
                <a:ext cx="272510" cy="157353"/>
              </a:xfrm>
              <a:custGeom>
                <a:avLst/>
                <a:gdLst/>
                <a:ahLst/>
                <a:cxnLst/>
                <a:rect l="l" t="t" r="r" b="b"/>
                <a:pathLst>
                  <a:path w="272510" h="157353" extrusionOk="0">
                    <a:moveTo>
                      <a:pt x="11144" y="157353"/>
                    </a:moveTo>
                    <a:lnTo>
                      <a:pt x="0" y="150876"/>
                    </a:lnTo>
                    <a:lnTo>
                      <a:pt x="261366" y="0"/>
                    </a:lnTo>
                    <a:lnTo>
                      <a:pt x="272510" y="6477"/>
                    </a:lnTo>
                    <a:lnTo>
                      <a:pt x="11144" y="157353"/>
                    </a:lnTo>
                    <a:close/>
                  </a:path>
                </a:pathLst>
              </a:custGeom>
              <a:solidFill>
                <a:srgbClr val="E6E7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80" name="Google Shape;4080;p47"/>
              <p:cNvSpPr/>
              <p:nvPr/>
            </p:nvSpPr>
            <p:spPr>
              <a:xfrm>
                <a:off x="3021390" y="3733725"/>
                <a:ext cx="261270" cy="512730"/>
              </a:xfrm>
              <a:custGeom>
                <a:avLst/>
                <a:gdLst/>
                <a:ahLst/>
                <a:cxnLst/>
                <a:rect l="l" t="t" r="r" b="b"/>
                <a:pathLst>
                  <a:path w="261270" h="512730" extrusionOk="0">
                    <a:moveTo>
                      <a:pt x="261271" y="0"/>
                    </a:moveTo>
                    <a:lnTo>
                      <a:pt x="0" y="150876"/>
                    </a:lnTo>
                    <a:lnTo>
                      <a:pt x="0" y="512731"/>
                    </a:lnTo>
                    <a:lnTo>
                      <a:pt x="261271" y="361855"/>
                    </a:lnTo>
                    <a:lnTo>
                      <a:pt x="261271" y="0"/>
                    </a:lnTo>
                    <a:close/>
                    <a:moveTo>
                      <a:pt x="252317" y="314611"/>
                    </a:moveTo>
                    <a:lnTo>
                      <a:pt x="73819" y="417671"/>
                    </a:lnTo>
                    <a:lnTo>
                      <a:pt x="47911" y="384905"/>
                    </a:lnTo>
                    <a:lnTo>
                      <a:pt x="48101" y="379190"/>
                    </a:lnTo>
                    <a:lnTo>
                      <a:pt x="39529" y="374237"/>
                    </a:lnTo>
                    <a:lnTo>
                      <a:pt x="8668" y="392049"/>
                    </a:lnTo>
                    <a:lnTo>
                      <a:pt x="8668" y="140398"/>
                    </a:lnTo>
                    <a:lnTo>
                      <a:pt x="203550" y="27908"/>
                    </a:lnTo>
                    <a:lnTo>
                      <a:pt x="252317" y="51625"/>
                    </a:lnTo>
                    <a:lnTo>
                      <a:pt x="252317" y="31470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81" name="Google Shape;4081;p47"/>
              <p:cNvSpPr/>
              <p:nvPr/>
            </p:nvSpPr>
            <p:spPr>
              <a:xfrm>
                <a:off x="3029963" y="3720771"/>
                <a:ext cx="266890" cy="530637"/>
              </a:xfrm>
              <a:custGeom>
                <a:avLst/>
                <a:gdLst/>
                <a:ahLst/>
                <a:cxnLst/>
                <a:rect l="l" t="t" r="r" b="b"/>
                <a:pathLst>
                  <a:path w="266890" h="530637" extrusionOk="0">
                    <a:moveTo>
                      <a:pt x="261366" y="95"/>
                    </a:moveTo>
                    <a:lnTo>
                      <a:pt x="0" y="150971"/>
                    </a:lnTo>
                    <a:lnTo>
                      <a:pt x="0" y="530638"/>
                    </a:lnTo>
                    <a:lnTo>
                      <a:pt x="261366" y="379762"/>
                    </a:lnTo>
                    <a:lnTo>
                      <a:pt x="266890" y="297752"/>
                    </a:lnTo>
                    <a:lnTo>
                      <a:pt x="266890" y="29718"/>
                    </a:lnTo>
                    <a:lnTo>
                      <a:pt x="261366" y="0"/>
                    </a:lnTo>
                    <a:close/>
                    <a:moveTo>
                      <a:pt x="252413" y="332518"/>
                    </a:moveTo>
                    <a:lnTo>
                      <a:pt x="73819" y="435578"/>
                    </a:lnTo>
                    <a:lnTo>
                      <a:pt x="39529" y="392049"/>
                    </a:lnTo>
                    <a:lnTo>
                      <a:pt x="8763" y="409861"/>
                    </a:lnTo>
                    <a:lnTo>
                      <a:pt x="8763" y="158210"/>
                    </a:lnTo>
                    <a:lnTo>
                      <a:pt x="203644" y="45625"/>
                    </a:lnTo>
                    <a:lnTo>
                      <a:pt x="252413" y="69342"/>
                    </a:lnTo>
                    <a:lnTo>
                      <a:pt x="252413" y="33242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82" name="Google Shape;4082;p47"/>
              <p:cNvSpPr/>
              <p:nvPr/>
            </p:nvSpPr>
            <p:spPr>
              <a:xfrm>
                <a:off x="3038726" y="3766396"/>
                <a:ext cx="243649" cy="389953"/>
              </a:xfrm>
              <a:custGeom>
                <a:avLst/>
                <a:gdLst/>
                <a:ahLst/>
                <a:cxnLst/>
                <a:rect l="l" t="t" r="r" b="b"/>
                <a:pathLst>
                  <a:path w="243649" h="389953" extrusionOk="0">
                    <a:moveTo>
                      <a:pt x="243650" y="286893"/>
                    </a:moveTo>
                    <a:lnTo>
                      <a:pt x="65056" y="389954"/>
                    </a:lnTo>
                    <a:lnTo>
                      <a:pt x="30766" y="346424"/>
                    </a:lnTo>
                    <a:lnTo>
                      <a:pt x="0" y="364236"/>
                    </a:lnTo>
                    <a:lnTo>
                      <a:pt x="0" y="112586"/>
                    </a:lnTo>
                    <a:lnTo>
                      <a:pt x="194881" y="0"/>
                    </a:lnTo>
                    <a:lnTo>
                      <a:pt x="243650" y="23717"/>
                    </a:lnTo>
                    <a:lnTo>
                      <a:pt x="243650" y="286798"/>
                    </a:lnTo>
                    <a:close/>
                  </a:path>
                </a:pathLst>
              </a:custGeom>
              <a:solidFill>
                <a:srgbClr val="24D2C1">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83" name="Google Shape;4083;p47"/>
            <p:cNvGrpSpPr/>
            <p:nvPr/>
          </p:nvGrpSpPr>
          <p:grpSpPr>
            <a:xfrm>
              <a:off x="2665155" y="3667526"/>
              <a:ext cx="364807" cy="590264"/>
              <a:chOff x="2665155" y="3667526"/>
              <a:chExt cx="364807" cy="590264"/>
            </a:xfrm>
          </p:grpSpPr>
          <p:sp>
            <p:nvSpPr>
              <p:cNvPr id="4084" name="Google Shape;4084;p47"/>
              <p:cNvSpPr/>
              <p:nvPr/>
            </p:nvSpPr>
            <p:spPr>
              <a:xfrm>
                <a:off x="3018818" y="3871742"/>
                <a:ext cx="11144" cy="386048"/>
              </a:xfrm>
              <a:custGeom>
                <a:avLst/>
                <a:gdLst/>
                <a:ahLst/>
                <a:cxnLst/>
                <a:rect l="l" t="t" r="r" b="b"/>
                <a:pathLst>
                  <a:path w="11144" h="386048" extrusionOk="0">
                    <a:moveTo>
                      <a:pt x="0" y="386048"/>
                    </a:moveTo>
                    <a:lnTo>
                      <a:pt x="11144" y="379666"/>
                    </a:lnTo>
                    <a:lnTo>
                      <a:pt x="11144" y="0"/>
                    </a:lnTo>
                    <a:lnTo>
                      <a:pt x="0" y="6382"/>
                    </a:lnTo>
                    <a:lnTo>
                      <a:pt x="0" y="38604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85" name="Google Shape;4085;p47"/>
              <p:cNvSpPr/>
              <p:nvPr/>
            </p:nvSpPr>
            <p:spPr>
              <a:xfrm>
                <a:off x="2665155" y="3667526"/>
                <a:ext cx="364807" cy="210597"/>
              </a:xfrm>
              <a:custGeom>
                <a:avLst/>
                <a:gdLst/>
                <a:ahLst/>
                <a:cxnLst/>
                <a:rect l="l" t="t" r="r" b="b"/>
                <a:pathLst>
                  <a:path w="364807" h="210597" extrusionOk="0">
                    <a:moveTo>
                      <a:pt x="353663" y="210598"/>
                    </a:moveTo>
                    <a:lnTo>
                      <a:pt x="364808" y="204216"/>
                    </a:lnTo>
                    <a:lnTo>
                      <a:pt x="11144" y="0"/>
                    </a:lnTo>
                    <a:lnTo>
                      <a:pt x="0" y="6382"/>
                    </a:lnTo>
                    <a:lnTo>
                      <a:pt x="353663" y="210598"/>
                    </a:lnTo>
                    <a:close/>
                  </a:path>
                </a:pathLst>
              </a:custGeom>
              <a:solidFill>
                <a:srgbClr val="E6E7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86" name="Google Shape;4086;p47"/>
              <p:cNvSpPr/>
              <p:nvPr/>
            </p:nvSpPr>
            <p:spPr>
              <a:xfrm>
                <a:off x="2669727" y="3683433"/>
                <a:ext cx="348900" cy="566070"/>
              </a:xfrm>
              <a:custGeom>
                <a:avLst/>
                <a:gdLst/>
                <a:ahLst/>
                <a:cxnLst/>
                <a:rect l="l" t="t" r="r" b="b"/>
                <a:pathLst>
                  <a:path w="348900" h="566070" extrusionOk="0">
                    <a:moveTo>
                      <a:pt x="476" y="0"/>
                    </a:moveTo>
                    <a:lnTo>
                      <a:pt x="0" y="370903"/>
                    </a:lnTo>
                    <a:lnTo>
                      <a:pt x="343948" y="566071"/>
                    </a:lnTo>
                    <a:lnTo>
                      <a:pt x="345853" y="198310"/>
                    </a:lnTo>
                    <a:lnTo>
                      <a:pt x="571" y="0"/>
                    </a:lnTo>
                    <a:close/>
                    <a:moveTo>
                      <a:pt x="12859" y="54864"/>
                    </a:moveTo>
                    <a:lnTo>
                      <a:pt x="61627" y="31147"/>
                    </a:lnTo>
                    <a:lnTo>
                      <a:pt x="348901" y="197072"/>
                    </a:lnTo>
                    <a:lnTo>
                      <a:pt x="348901" y="448723"/>
                    </a:lnTo>
                    <a:lnTo>
                      <a:pt x="289370" y="477679"/>
                    </a:lnTo>
                    <a:lnTo>
                      <a:pt x="81058" y="357473"/>
                    </a:lnTo>
                    <a:lnTo>
                      <a:pt x="81058" y="194024"/>
                    </a:lnTo>
                    <a:lnTo>
                      <a:pt x="12859" y="99632"/>
                    </a:lnTo>
                    <a:lnTo>
                      <a:pt x="12859" y="5495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87" name="Google Shape;4087;p47"/>
              <p:cNvSpPr/>
              <p:nvPr/>
            </p:nvSpPr>
            <p:spPr>
              <a:xfrm>
                <a:off x="2665155" y="3673908"/>
                <a:ext cx="353663" cy="583882"/>
              </a:xfrm>
              <a:custGeom>
                <a:avLst/>
                <a:gdLst/>
                <a:ahLst/>
                <a:cxnLst/>
                <a:rect l="l" t="t" r="r" b="b"/>
                <a:pathLst>
                  <a:path w="353663" h="583882" extrusionOk="0">
                    <a:moveTo>
                      <a:pt x="0" y="0"/>
                    </a:moveTo>
                    <a:lnTo>
                      <a:pt x="0" y="379667"/>
                    </a:lnTo>
                    <a:lnTo>
                      <a:pt x="353663" y="583883"/>
                    </a:lnTo>
                    <a:lnTo>
                      <a:pt x="353663" y="204216"/>
                    </a:lnTo>
                    <a:lnTo>
                      <a:pt x="0" y="0"/>
                    </a:lnTo>
                    <a:close/>
                    <a:moveTo>
                      <a:pt x="8954" y="69342"/>
                    </a:moveTo>
                    <a:lnTo>
                      <a:pt x="57722" y="45625"/>
                    </a:lnTo>
                    <a:lnTo>
                      <a:pt x="344996" y="211455"/>
                    </a:lnTo>
                    <a:lnTo>
                      <a:pt x="344996" y="463106"/>
                    </a:lnTo>
                    <a:lnTo>
                      <a:pt x="285464" y="492061"/>
                    </a:lnTo>
                    <a:lnTo>
                      <a:pt x="77153" y="371761"/>
                    </a:lnTo>
                    <a:lnTo>
                      <a:pt x="76962" y="208407"/>
                    </a:lnTo>
                    <a:lnTo>
                      <a:pt x="8858" y="113919"/>
                    </a:lnTo>
                    <a:lnTo>
                      <a:pt x="8858" y="6924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088" name="Google Shape;4088;p47"/>
              <p:cNvGrpSpPr/>
              <p:nvPr/>
            </p:nvGrpSpPr>
            <p:grpSpPr>
              <a:xfrm>
                <a:off x="2681062" y="3885268"/>
                <a:ext cx="47720" cy="137922"/>
                <a:chOff x="2681062" y="3885268"/>
                <a:chExt cx="47720" cy="137922"/>
              </a:xfrm>
            </p:grpSpPr>
            <p:sp>
              <p:nvSpPr>
                <p:cNvPr id="4089" name="Google Shape;4089;p47"/>
                <p:cNvSpPr/>
                <p:nvPr/>
              </p:nvSpPr>
              <p:spPr>
                <a:xfrm>
                  <a:off x="2681062" y="3885268"/>
                  <a:ext cx="47720" cy="137922"/>
                </a:xfrm>
                <a:custGeom>
                  <a:avLst/>
                  <a:gdLst/>
                  <a:ahLst/>
                  <a:cxnLst/>
                  <a:rect l="l" t="t" r="r" b="b"/>
                  <a:pathLst>
                    <a:path w="47720" h="137922" extrusionOk="0">
                      <a:moveTo>
                        <a:pt x="47720" y="137922"/>
                      </a:moveTo>
                      <a:lnTo>
                        <a:pt x="0" y="110395"/>
                      </a:lnTo>
                      <a:lnTo>
                        <a:pt x="0" y="0"/>
                      </a:lnTo>
                      <a:lnTo>
                        <a:pt x="47720" y="27527"/>
                      </a:lnTo>
                      <a:lnTo>
                        <a:pt x="47720" y="13792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0" name="Google Shape;4090;p47"/>
                <p:cNvSpPr/>
                <p:nvPr/>
              </p:nvSpPr>
              <p:spPr>
                <a:xfrm>
                  <a:off x="2688015" y="3899650"/>
                  <a:ext cx="33718" cy="57721"/>
                </a:xfrm>
                <a:custGeom>
                  <a:avLst/>
                  <a:gdLst/>
                  <a:ahLst/>
                  <a:cxnLst/>
                  <a:rect l="l" t="t" r="r" b="b"/>
                  <a:pathLst>
                    <a:path w="33718" h="57721" extrusionOk="0">
                      <a:moveTo>
                        <a:pt x="33718" y="57721"/>
                      </a:moveTo>
                      <a:lnTo>
                        <a:pt x="0" y="38290"/>
                      </a:lnTo>
                      <a:lnTo>
                        <a:pt x="0" y="0"/>
                      </a:lnTo>
                      <a:lnTo>
                        <a:pt x="33718" y="19431"/>
                      </a:lnTo>
                      <a:lnTo>
                        <a:pt x="33718" y="577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1" name="Google Shape;4091;p47"/>
                <p:cNvSpPr/>
                <p:nvPr/>
              </p:nvSpPr>
              <p:spPr>
                <a:xfrm>
                  <a:off x="2688015" y="3947466"/>
                  <a:ext cx="7810" cy="13335"/>
                </a:xfrm>
                <a:custGeom>
                  <a:avLst/>
                  <a:gdLst/>
                  <a:ahLst/>
                  <a:cxnLst/>
                  <a:rect l="l" t="t" r="r" b="b"/>
                  <a:pathLst>
                    <a:path w="7810" h="13335" extrusionOk="0">
                      <a:moveTo>
                        <a:pt x="7810" y="13335"/>
                      </a:moveTo>
                      <a:lnTo>
                        <a:pt x="0" y="8858"/>
                      </a:lnTo>
                      <a:lnTo>
                        <a:pt x="0" y="0"/>
                      </a:lnTo>
                      <a:lnTo>
                        <a:pt x="7810" y="4477"/>
                      </a:lnTo>
                      <a:lnTo>
                        <a:pt x="7810" y="1333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2" name="Google Shape;4092;p47"/>
                <p:cNvSpPr/>
                <p:nvPr/>
              </p:nvSpPr>
              <p:spPr>
                <a:xfrm>
                  <a:off x="2688015" y="3963373"/>
                  <a:ext cx="7810" cy="13334"/>
                </a:xfrm>
                <a:custGeom>
                  <a:avLst/>
                  <a:gdLst/>
                  <a:ahLst/>
                  <a:cxnLst/>
                  <a:rect l="l" t="t" r="r" b="b"/>
                  <a:pathLst>
                    <a:path w="7810" h="13334" extrusionOk="0">
                      <a:moveTo>
                        <a:pt x="7810" y="13335"/>
                      </a:moveTo>
                      <a:lnTo>
                        <a:pt x="0" y="8858"/>
                      </a:lnTo>
                      <a:lnTo>
                        <a:pt x="0" y="0"/>
                      </a:lnTo>
                      <a:lnTo>
                        <a:pt x="7810" y="4477"/>
                      </a:lnTo>
                      <a:lnTo>
                        <a:pt x="7810" y="1333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3" name="Google Shape;4093;p47"/>
                <p:cNvSpPr/>
                <p:nvPr/>
              </p:nvSpPr>
              <p:spPr>
                <a:xfrm>
                  <a:off x="2688015" y="3979280"/>
                  <a:ext cx="7810" cy="13334"/>
                </a:xfrm>
                <a:custGeom>
                  <a:avLst/>
                  <a:gdLst/>
                  <a:ahLst/>
                  <a:cxnLst/>
                  <a:rect l="l" t="t" r="r" b="b"/>
                  <a:pathLst>
                    <a:path w="7810" h="13334" extrusionOk="0">
                      <a:moveTo>
                        <a:pt x="7810" y="13335"/>
                      </a:moveTo>
                      <a:lnTo>
                        <a:pt x="0" y="8858"/>
                      </a:lnTo>
                      <a:lnTo>
                        <a:pt x="0" y="0"/>
                      </a:lnTo>
                      <a:lnTo>
                        <a:pt x="7810" y="4477"/>
                      </a:lnTo>
                      <a:lnTo>
                        <a:pt x="7810" y="1333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4" name="Google Shape;4094;p47"/>
                <p:cNvSpPr/>
                <p:nvPr/>
              </p:nvSpPr>
              <p:spPr>
                <a:xfrm>
                  <a:off x="2700779" y="3954895"/>
                  <a:ext cx="7810" cy="13239"/>
                </a:xfrm>
                <a:custGeom>
                  <a:avLst/>
                  <a:gdLst/>
                  <a:ahLst/>
                  <a:cxnLst/>
                  <a:rect l="l" t="t" r="r" b="b"/>
                  <a:pathLst>
                    <a:path w="7810" h="13239" extrusionOk="0">
                      <a:moveTo>
                        <a:pt x="7811" y="13240"/>
                      </a:moveTo>
                      <a:lnTo>
                        <a:pt x="0" y="8763"/>
                      </a:lnTo>
                      <a:lnTo>
                        <a:pt x="0" y="0"/>
                      </a:lnTo>
                      <a:lnTo>
                        <a:pt x="7811" y="4477"/>
                      </a:lnTo>
                      <a:lnTo>
                        <a:pt x="7811" y="1324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5" name="Google Shape;4095;p47"/>
                <p:cNvSpPr/>
                <p:nvPr/>
              </p:nvSpPr>
              <p:spPr>
                <a:xfrm>
                  <a:off x="2700779" y="3970707"/>
                  <a:ext cx="7810" cy="13335"/>
                </a:xfrm>
                <a:custGeom>
                  <a:avLst/>
                  <a:gdLst/>
                  <a:ahLst/>
                  <a:cxnLst/>
                  <a:rect l="l" t="t" r="r" b="b"/>
                  <a:pathLst>
                    <a:path w="7810" h="13335" extrusionOk="0">
                      <a:moveTo>
                        <a:pt x="7811" y="13335"/>
                      </a:moveTo>
                      <a:lnTo>
                        <a:pt x="0" y="8858"/>
                      </a:lnTo>
                      <a:lnTo>
                        <a:pt x="0" y="0"/>
                      </a:lnTo>
                      <a:lnTo>
                        <a:pt x="7811" y="4572"/>
                      </a:lnTo>
                      <a:lnTo>
                        <a:pt x="7811" y="1333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6" name="Google Shape;4096;p47"/>
                <p:cNvSpPr/>
                <p:nvPr/>
              </p:nvSpPr>
              <p:spPr>
                <a:xfrm>
                  <a:off x="2700779" y="3986614"/>
                  <a:ext cx="7810" cy="13334"/>
                </a:xfrm>
                <a:custGeom>
                  <a:avLst/>
                  <a:gdLst/>
                  <a:ahLst/>
                  <a:cxnLst/>
                  <a:rect l="l" t="t" r="r" b="b"/>
                  <a:pathLst>
                    <a:path w="7810" h="13334" extrusionOk="0">
                      <a:moveTo>
                        <a:pt x="7811" y="13335"/>
                      </a:moveTo>
                      <a:lnTo>
                        <a:pt x="0" y="8858"/>
                      </a:lnTo>
                      <a:lnTo>
                        <a:pt x="0" y="0"/>
                      </a:lnTo>
                      <a:lnTo>
                        <a:pt x="7811" y="4572"/>
                      </a:lnTo>
                      <a:lnTo>
                        <a:pt x="7811" y="1333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7" name="Google Shape;4097;p47"/>
                <p:cNvSpPr/>
                <p:nvPr/>
              </p:nvSpPr>
              <p:spPr>
                <a:xfrm>
                  <a:off x="2714018" y="3962420"/>
                  <a:ext cx="7715" cy="13334"/>
                </a:xfrm>
                <a:custGeom>
                  <a:avLst/>
                  <a:gdLst/>
                  <a:ahLst/>
                  <a:cxnLst/>
                  <a:rect l="l" t="t" r="r" b="b"/>
                  <a:pathLst>
                    <a:path w="7715" h="13334" extrusionOk="0">
                      <a:moveTo>
                        <a:pt x="7715" y="13335"/>
                      </a:moveTo>
                      <a:lnTo>
                        <a:pt x="0" y="8858"/>
                      </a:lnTo>
                      <a:lnTo>
                        <a:pt x="0" y="0"/>
                      </a:lnTo>
                      <a:lnTo>
                        <a:pt x="7715" y="4477"/>
                      </a:lnTo>
                      <a:lnTo>
                        <a:pt x="7715" y="1333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8" name="Google Shape;4098;p47"/>
                <p:cNvSpPr/>
                <p:nvPr/>
              </p:nvSpPr>
              <p:spPr>
                <a:xfrm>
                  <a:off x="2714018" y="3978327"/>
                  <a:ext cx="7715" cy="13334"/>
                </a:xfrm>
                <a:custGeom>
                  <a:avLst/>
                  <a:gdLst/>
                  <a:ahLst/>
                  <a:cxnLst/>
                  <a:rect l="l" t="t" r="r" b="b"/>
                  <a:pathLst>
                    <a:path w="7715" h="13334" extrusionOk="0">
                      <a:moveTo>
                        <a:pt x="7715" y="13335"/>
                      </a:moveTo>
                      <a:lnTo>
                        <a:pt x="0" y="8858"/>
                      </a:lnTo>
                      <a:lnTo>
                        <a:pt x="0" y="0"/>
                      </a:lnTo>
                      <a:lnTo>
                        <a:pt x="7715" y="4477"/>
                      </a:lnTo>
                      <a:lnTo>
                        <a:pt x="7715" y="1333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9" name="Google Shape;4099;p47"/>
                <p:cNvSpPr/>
                <p:nvPr/>
              </p:nvSpPr>
              <p:spPr>
                <a:xfrm>
                  <a:off x="2714018" y="3994234"/>
                  <a:ext cx="7715" cy="13335"/>
                </a:xfrm>
                <a:custGeom>
                  <a:avLst/>
                  <a:gdLst/>
                  <a:ahLst/>
                  <a:cxnLst/>
                  <a:rect l="l" t="t" r="r" b="b"/>
                  <a:pathLst>
                    <a:path w="7715" h="13335" extrusionOk="0">
                      <a:moveTo>
                        <a:pt x="7715" y="13335"/>
                      </a:moveTo>
                      <a:lnTo>
                        <a:pt x="0" y="8858"/>
                      </a:lnTo>
                      <a:lnTo>
                        <a:pt x="0" y="0"/>
                      </a:lnTo>
                      <a:lnTo>
                        <a:pt x="7715" y="4477"/>
                      </a:lnTo>
                      <a:lnTo>
                        <a:pt x="7715" y="13335"/>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100" name="Google Shape;4100;p47"/>
            <p:cNvGrpSpPr/>
            <p:nvPr/>
          </p:nvGrpSpPr>
          <p:grpSpPr>
            <a:xfrm>
              <a:off x="2665060" y="3497315"/>
              <a:ext cx="637317" cy="380808"/>
              <a:chOff x="2665060" y="3497315"/>
              <a:chExt cx="637317" cy="380808"/>
            </a:xfrm>
          </p:grpSpPr>
          <p:sp>
            <p:nvSpPr>
              <p:cNvPr id="4101" name="Google Shape;4101;p47"/>
              <p:cNvSpPr/>
              <p:nvPr/>
            </p:nvSpPr>
            <p:spPr>
              <a:xfrm>
                <a:off x="2665155" y="3661049"/>
                <a:ext cx="353663" cy="217074"/>
              </a:xfrm>
              <a:custGeom>
                <a:avLst/>
                <a:gdLst/>
                <a:ahLst/>
                <a:cxnLst/>
                <a:rect l="l" t="t" r="r" b="b"/>
                <a:pathLst>
                  <a:path w="353663" h="217074" extrusionOk="0">
                    <a:moveTo>
                      <a:pt x="0" y="0"/>
                    </a:moveTo>
                    <a:lnTo>
                      <a:pt x="0" y="12859"/>
                    </a:lnTo>
                    <a:lnTo>
                      <a:pt x="353663" y="217075"/>
                    </a:lnTo>
                    <a:lnTo>
                      <a:pt x="353663" y="204216"/>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02" name="Google Shape;4102;p47"/>
              <p:cNvSpPr/>
              <p:nvPr/>
            </p:nvSpPr>
            <p:spPr>
              <a:xfrm>
                <a:off x="3018818" y="3701530"/>
                <a:ext cx="283559" cy="176593"/>
              </a:xfrm>
              <a:custGeom>
                <a:avLst/>
                <a:gdLst/>
                <a:ahLst/>
                <a:cxnLst/>
                <a:rect l="l" t="t" r="r" b="b"/>
                <a:pathLst>
                  <a:path w="283559" h="176593" extrusionOk="0">
                    <a:moveTo>
                      <a:pt x="0" y="163735"/>
                    </a:moveTo>
                    <a:lnTo>
                      <a:pt x="0" y="176593"/>
                    </a:lnTo>
                    <a:lnTo>
                      <a:pt x="283559" y="12859"/>
                    </a:lnTo>
                    <a:lnTo>
                      <a:pt x="283559" y="0"/>
                    </a:lnTo>
                    <a:lnTo>
                      <a:pt x="0" y="16373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03" name="Google Shape;4103;p47"/>
              <p:cNvSpPr/>
              <p:nvPr/>
            </p:nvSpPr>
            <p:spPr>
              <a:xfrm>
                <a:off x="2674966" y="3501029"/>
                <a:ext cx="616743" cy="363092"/>
              </a:xfrm>
              <a:custGeom>
                <a:avLst/>
                <a:gdLst/>
                <a:ahLst/>
                <a:cxnLst/>
                <a:rect l="l" t="t" r="r" b="b"/>
                <a:pathLst>
                  <a:path w="616743" h="363092" extrusionOk="0">
                    <a:moveTo>
                      <a:pt x="616744" y="200215"/>
                    </a:moveTo>
                    <a:lnTo>
                      <a:pt x="270891" y="0"/>
                    </a:lnTo>
                    <a:lnTo>
                      <a:pt x="0" y="159829"/>
                    </a:lnTo>
                    <a:lnTo>
                      <a:pt x="342424" y="359664"/>
                    </a:lnTo>
                    <a:lnTo>
                      <a:pt x="616744" y="200215"/>
                    </a:lnTo>
                    <a:close/>
                    <a:moveTo>
                      <a:pt x="558260" y="186309"/>
                    </a:moveTo>
                    <a:lnTo>
                      <a:pt x="554450" y="240411"/>
                    </a:lnTo>
                    <a:lnTo>
                      <a:pt x="341947" y="363093"/>
                    </a:lnTo>
                    <a:lnTo>
                      <a:pt x="181261" y="270319"/>
                    </a:lnTo>
                    <a:lnTo>
                      <a:pt x="185928" y="204311"/>
                    </a:lnTo>
                    <a:lnTo>
                      <a:pt x="387667" y="87916"/>
                    </a:lnTo>
                    <a:lnTo>
                      <a:pt x="558260" y="18640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04" name="Google Shape;4104;p47"/>
              <p:cNvSpPr/>
              <p:nvPr/>
            </p:nvSpPr>
            <p:spPr>
              <a:xfrm>
                <a:off x="2665060" y="3497315"/>
                <a:ext cx="637317" cy="367950"/>
              </a:xfrm>
              <a:custGeom>
                <a:avLst/>
                <a:gdLst/>
                <a:ahLst/>
                <a:cxnLst/>
                <a:rect l="l" t="t" r="r" b="b"/>
                <a:pathLst>
                  <a:path w="637317" h="367950" extrusionOk="0">
                    <a:moveTo>
                      <a:pt x="637318" y="204216"/>
                    </a:moveTo>
                    <a:lnTo>
                      <a:pt x="283655" y="0"/>
                    </a:lnTo>
                    <a:lnTo>
                      <a:pt x="0" y="163735"/>
                    </a:lnTo>
                    <a:lnTo>
                      <a:pt x="353663" y="367951"/>
                    </a:lnTo>
                    <a:lnTo>
                      <a:pt x="637223" y="204216"/>
                    </a:lnTo>
                    <a:close/>
                    <a:moveTo>
                      <a:pt x="568071" y="180022"/>
                    </a:moveTo>
                    <a:lnTo>
                      <a:pt x="564261" y="234124"/>
                    </a:lnTo>
                    <a:lnTo>
                      <a:pt x="351758" y="356806"/>
                    </a:lnTo>
                    <a:lnTo>
                      <a:pt x="190691" y="263842"/>
                    </a:lnTo>
                    <a:lnTo>
                      <a:pt x="195358" y="197834"/>
                    </a:lnTo>
                    <a:lnTo>
                      <a:pt x="397097" y="81439"/>
                    </a:lnTo>
                    <a:lnTo>
                      <a:pt x="568071" y="1801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05" name="Google Shape;4105;p47"/>
              <p:cNvSpPr/>
              <p:nvPr/>
            </p:nvSpPr>
            <p:spPr>
              <a:xfrm>
                <a:off x="2855846" y="3578753"/>
                <a:ext cx="377380" cy="275367"/>
              </a:xfrm>
              <a:custGeom>
                <a:avLst/>
                <a:gdLst/>
                <a:ahLst/>
                <a:cxnLst/>
                <a:rect l="l" t="t" r="r" b="b"/>
                <a:pathLst>
                  <a:path w="377380" h="275367" extrusionOk="0">
                    <a:moveTo>
                      <a:pt x="377380" y="98584"/>
                    </a:moveTo>
                    <a:lnTo>
                      <a:pt x="373571" y="152686"/>
                    </a:lnTo>
                    <a:lnTo>
                      <a:pt x="161068" y="275368"/>
                    </a:lnTo>
                    <a:lnTo>
                      <a:pt x="0" y="182404"/>
                    </a:lnTo>
                    <a:lnTo>
                      <a:pt x="4667" y="116396"/>
                    </a:lnTo>
                    <a:lnTo>
                      <a:pt x="206407" y="0"/>
                    </a:lnTo>
                    <a:lnTo>
                      <a:pt x="377380" y="98679"/>
                    </a:lnTo>
                    <a:close/>
                  </a:path>
                </a:pathLst>
              </a:custGeom>
              <a:solidFill>
                <a:srgbClr val="24D2C1">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106" name="Google Shape;4106;p47"/>
          <p:cNvGrpSpPr/>
          <p:nvPr/>
        </p:nvGrpSpPr>
        <p:grpSpPr>
          <a:xfrm flipH="1">
            <a:off x="6721506" y="3375053"/>
            <a:ext cx="1532146" cy="918971"/>
            <a:chOff x="5827631" y="4169628"/>
            <a:chExt cx="1532146" cy="918971"/>
          </a:xfrm>
        </p:grpSpPr>
        <p:grpSp>
          <p:nvGrpSpPr>
            <p:cNvPr id="4107" name="Google Shape;4107;p47"/>
            <p:cNvGrpSpPr/>
            <p:nvPr/>
          </p:nvGrpSpPr>
          <p:grpSpPr>
            <a:xfrm>
              <a:off x="5827631" y="4169628"/>
              <a:ext cx="1319282" cy="877909"/>
              <a:chOff x="7468856" y="4194453"/>
              <a:chExt cx="1319282" cy="877909"/>
            </a:xfrm>
          </p:grpSpPr>
          <p:grpSp>
            <p:nvGrpSpPr>
              <p:cNvPr id="4108" name="Google Shape;4108;p47"/>
              <p:cNvGrpSpPr/>
              <p:nvPr/>
            </p:nvGrpSpPr>
            <p:grpSpPr>
              <a:xfrm>
                <a:off x="8148186" y="4194453"/>
                <a:ext cx="639951" cy="559831"/>
                <a:chOff x="3638372" y="4678414"/>
                <a:chExt cx="422243" cy="369379"/>
              </a:xfrm>
            </p:grpSpPr>
            <p:sp>
              <p:nvSpPr>
                <p:cNvPr id="4109" name="Google Shape;4109;p47"/>
                <p:cNvSpPr/>
                <p:nvPr/>
              </p:nvSpPr>
              <p:spPr>
                <a:xfrm>
                  <a:off x="3638372" y="4804049"/>
                  <a:ext cx="422243" cy="243744"/>
                </a:xfrm>
                <a:custGeom>
                  <a:avLst/>
                  <a:gdLst/>
                  <a:ahLst/>
                  <a:cxnLst/>
                  <a:rect l="l" t="t" r="r" b="b"/>
                  <a:pathLst>
                    <a:path w="422243" h="243744" extrusionOk="0">
                      <a:moveTo>
                        <a:pt x="360378" y="208026"/>
                      </a:moveTo>
                      <a:cubicBezTo>
                        <a:pt x="277987" y="255651"/>
                        <a:pt x="144351" y="255651"/>
                        <a:pt x="61865" y="208026"/>
                      </a:cubicBezTo>
                      <a:cubicBezTo>
                        <a:pt x="-20622" y="160401"/>
                        <a:pt x="-20622" y="83248"/>
                        <a:pt x="61865" y="35719"/>
                      </a:cubicBezTo>
                      <a:cubicBezTo>
                        <a:pt x="144256" y="-11906"/>
                        <a:pt x="277987" y="-11906"/>
                        <a:pt x="360378" y="35719"/>
                      </a:cubicBezTo>
                      <a:cubicBezTo>
                        <a:pt x="442865" y="83344"/>
                        <a:pt x="442865"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110" name="Google Shape;4110;p47"/>
                <p:cNvGrpSpPr/>
                <p:nvPr/>
              </p:nvGrpSpPr>
              <p:grpSpPr>
                <a:xfrm>
                  <a:off x="3646611" y="4791857"/>
                  <a:ext cx="405669" cy="247459"/>
                  <a:chOff x="3646611" y="4791857"/>
                  <a:chExt cx="405669" cy="247459"/>
                </a:xfrm>
              </p:grpSpPr>
              <p:sp>
                <p:nvSpPr>
                  <p:cNvPr id="4111" name="Google Shape;4111;p47"/>
                  <p:cNvSpPr/>
                  <p:nvPr/>
                </p:nvSpPr>
                <p:spPr>
                  <a:xfrm>
                    <a:off x="3646611" y="4805192"/>
                    <a:ext cx="405574" cy="234124"/>
                  </a:xfrm>
                  <a:custGeom>
                    <a:avLst/>
                    <a:gdLst/>
                    <a:ahLst/>
                    <a:cxnLst/>
                    <a:rect l="l" t="t" r="r" b="b"/>
                    <a:pathLst>
                      <a:path w="405574" h="234124" extrusionOk="0">
                        <a:moveTo>
                          <a:pt x="404336" y="103727"/>
                        </a:moveTo>
                        <a:cubicBezTo>
                          <a:pt x="399288" y="78296"/>
                          <a:pt x="379952" y="53721"/>
                          <a:pt x="346234" y="34290"/>
                        </a:cubicBezTo>
                        <a:cubicBezTo>
                          <a:pt x="267081" y="-11430"/>
                          <a:pt x="138684" y="-11430"/>
                          <a:pt x="59436" y="34290"/>
                        </a:cubicBezTo>
                        <a:cubicBezTo>
                          <a:pt x="25527" y="53912"/>
                          <a:pt x="6096" y="78677"/>
                          <a:pt x="1238" y="104299"/>
                        </a:cubicBezTo>
                        <a:lnTo>
                          <a:pt x="0" y="103823"/>
                        </a:lnTo>
                        <a:lnTo>
                          <a:pt x="0" y="117824"/>
                        </a:lnTo>
                        <a:lnTo>
                          <a:pt x="0" y="117824"/>
                        </a:lnTo>
                        <a:cubicBezTo>
                          <a:pt x="286" y="147542"/>
                          <a:pt x="20098" y="177165"/>
                          <a:pt x="59341" y="199834"/>
                        </a:cubicBezTo>
                        <a:cubicBezTo>
                          <a:pt x="138589" y="245555"/>
                          <a:pt x="266986" y="245555"/>
                          <a:pt x="346138" y="199834"/>
                        </a:cubicBezTo>
                        <a:cubicBezTo>
                          <a:pt x="385763" y="176974"/>
                          <a:pt x="405574" y="146971"/>
                          <a:pt x="405574" y="117062"/>
                        </a:cubicBezTo>
                        <a:lnTo>
                          <a:pt x="405574" y="103727"/>
                        </a:lnTo>
                        <a:lnTo>
                          <a:pt x="404241" y="103727"/>
                        </a:lnTo>
                        <a:close/>
                        <a:moveTo>
                          <a:pt x="76295" y="43910"/>
                        </a:moveTo>
                        <a:cubicBezTo>
                          <a:pt x="83058" y="40005"/>
                          <a:pt x="93916"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1053" y="126968"/>
                        </a:moveTo>
                        <a:cubicBezTo>
                          <a:pt x="31528" y="126968"/>
                          <a:pt x="23813" y="122491"/>
                          <a:pt x="23813" y="117062"/>
                        </a:cubicBezTo>
                        <a:cubicBezTo>
                          <a:pt x="23813" y="111633"/>
                          <a:pt x="31528" y="107156"/>
                          <a:pt x="41053" y="107156"/>
                        </a:cubicBezTo>
                        <a:lnTo>
                          <a:pt x="111252" y="107156"/>
                        </a:lnTo>
                        <a:cubicBezTo>
                          <a:pt x="120777" y="107156"/>
                          <a:pt x="128492" y="111633"/>
                          <a:pt x="128492" y="117062"/>
                        </a:cubicBezTo>
                        <a:cubicBezTo>
                          <a:pt x="128492" y="122491"/>
                          <a:pt x="120777" y="126968"/>
                          <a:pt x="111252" y="126968"/>
                        </a:cubicBezTo>
                        <a:lnTo>
                          <a:pt x="41148" y="126968"/>
                        </a:lnTo>
                        <a:close/>
                        <a:moveTo>
                          <a:pt x="150209" y="161449"/>
                        </a:moveTo>
                        <a:lnTo>
                          <a:pt x="100584" y="190119"/>
                        </a:lnTo>
                        <a:cubicBezTo>
                          <a:pt x="93916" y="194024"/>
                          <a:pt x="82963" y="194024"/>
                          <a:pt x="76295" y="190119"/>
                        </a:cubicBezTo>
                        <a:cubicBezTo>
                          <a:pt x="69532" y="186214"/>
                          <a:pt x="69532" y="179927"/>
                          <a:pt x="76295" y="176117"/>
                        </a:cubicBezTo>
                        <a:lnTo>
                          <a:pt x="125921" y="147447"/>
                        </a:lnTo>
                        <a:cubicBezTo>
                          <a:pt x="132588" y="143542"/>
                          <a:pt x="143542" y="143542"/>
                          <a:pt x="150209" y="147447"/>
                        </a:cubicBezTo>
                        <a:cubicBezTo>
                          <a:pt x="156972" y="151352"/>
                          <a:pt x="156972" y="157639"/>
                          <a:pt x="150209" y="161544"/>
                        </a:cubicBezTo>
                        <a:close/>
                        <a:moveTo>
                          <a:pt x="185642" y="23527"/>
                        </a:moveTo>
                        <a:cubicBezTo>
                          <a:pt x="185642" y="18002"/>
                          <a:pt x="193357" y="13621"/>
                          <a:pt x="202882" y="13621"/>
                        </a:cubicBezTo>
                        <a:cubicBezTo>
                          <a:pt x="212407" y="13621"/>
                          <a:pt x="220123" y="18098"/>
                          <a:pt x="220123" y="23527"/>
                        </a:cubicBezTo>
                        <a:lnTo>
                          <a:pt x="220123" y="64008"/>
                        </a:lnTo>
                        <a:cubicBezTo>
                          <a:pt x="220123" y="69532"/>
                          <a:pt x="212407" y="73914"/>
                          <a:pt x="202882" y="73914"/>
                        </a:cubicBezTo>
                        <a:cubicBezTo>
                          <a:pt x="193357" y="73914"/>
                          <a:pt x="185642" y="69437"/>
                          <a:pt x="185642" y="64008"/>
                        </a:cubicBezTo>
                        <a:lnTo>
                          <a:pt x="185642" y="23527"/>
                        </a:lnTo>
                        <a:close/>
                        <a:moveTo>
                          <a:pt x="202882" y="220313"/>
                        </a:moveTo>
                        <a:cubicBezTo>
                          <a:pt x="193357" y="220313"/>
                          <a:pt x="185642" y="215837"/>
                          <a:pt x="185642" y="210407"/>
                        </a:cubicBezTo>
                        <a:lnTo>
                          <a:pt x="185642" y="169926"/>
                        </a:lnTo>
                        <a:cubicBezTo>
                          <a:pt x="185642" y="164497"/>
                          <a:pt x="193357" y="160020"/>
                          <a:pt x="202882" y="160020"/>
                        </a:cubicBezTo>
                        <a:cubicBezTo>
                          <a:pt x="212407" y="160020"/>
                          <a:pt x="220123" y="164497"/>
                          <a:pt x="220123" y="169926"/>
                        </a:cubicBezTo>
                        <a:lnTo>
                          <a:pt x="220123" y="210407"/>
                        </a:lnTo>
                        <a:cubicBezTo>
                          <a:pt x="220123" y="215932"/>
                          <a:pt x="212407" y="220313"/>
                          <a:pt x="202882" y="220313"/>
                        </a:cubicBezTo>
                        <a:close/>
                        <a:moveTo>
                          <a:pt x="255556" y="72485"/>
                        </a:moveTo>
                        <a:lnTo>
                          <a:pt x="305181" y="43815"/>
                        </a:lnTo>
                        <a:cubicBezTo>
                          <a:pt x="311944" y="39910"/>
                          <a:pt x="322802" y="39910"/>
                          <a:pt x="329470" y="43815"/>
                        </a:cubicBezTo>
                        <a:cubicBezTo>
                          <a:pt x="336232" y="47720"/>
                          <a:pt x="336232" y="54007"/>
                          <a:pt x="329470" y="57912"/>
                        </a:cubicBezTo>
                        <a:lnTo>
                          <a:pt x="279845" y="86582"/>
                        </a:lnTo>
                        <a:cubicBezTo>
                          <a:pt x="273082" y="90488"/>
                          <a:pt x="262223" y="90488"/>
                          <a:pt x="255461" y="86582"/>
                        </a:cubicBezTo>
                        <a:cubicBezTo>
                          <a:pt x="248698" y="82677"/>
                          <a:pt x="248698" y="76390"/>
                          <a:pt x="255461" y="72581"/>
                        </a:cubicBezTo>
                        <a:close/>
                        <a:moveTo>
                          <a:pt x="329470" y="190024"/>
                        </a:moveTo>
                        <a:cubicBezTo>
                          <a:pt x="322802" y="193929"/>
                          <a:pt x="311848" y="193929"/>
                          <a:pt x="305181" y="190024"/>
                        </a:cubicBezTo>
                        <a:lnTo>
                          <a:pt x="255556" y="161354"/>
                        </a:lnTo>
                        <a:cubicBezTo>
                          <a:pt x="248793" y="157448"/>
                          <a:pt x="248793" y="151162"/>
                          <a:pt x="255556" y="147256"/>
                        </a:cubicBezTo>
                        <a:cubicBezTo>
                          <a:pt x="262319" y="143351"/>
                          <a:pt x="273177" y="143351"/>
                          <a:pt x="279940" y="147256"/>
                        </a:cubicBezTo>
                        <a:lnTo>
                          <a:pt x="329565" y="175927"/>
                        </a:lnTo>
                        <a:cubicBezTo>
                          <a:pt x="336328" y="179832"/>
                          <a:pt x="336328" y="186119"/>
                          <a:pt x="329565" y="189929"/>
                        </a:cubicBezTo>
                        <a:close/>
                        <a:moveTo>
                          <a:pt x="364712" y="126873"/>
                        </a:moveTo>
                        <a:lnTo>
                          <a:pt x="294513" y="126873"/>
                        </a:lnTo>
                        <a:cubicBezTo>
                          <a:pt x="284988" y="126873"/>
                          <a:pt x="277368" y="122396"/>
                          <a:pt x="277368" y="116967"/>
                        </a:cubicBezTo>
                        <a:cubicBezTo>
                          <a:pt x="277368" y="111538"/>
                          <a:pt x="285083" y="107061"/>
                          <a:pt x="294513" y="107061"/>
                        </a:cubicBezTo>
                        <a:lnTo>
                          <a:pt x="364712" y="107061"/>
                        </a:lnTo>
                        <a:cubicBezTo>
                          <a:pt x="374237" y="107061"/>
                          <a:pt x="381953" y="111538"/>
                          <a:pt x="381953" y="116967"/>
                        </a:cubicBezTo>
                        <a:cubicBezTo>
                          <a:pt x="381953" y="122396"/>
                          <a:pt x="374237" y="126873"/>
                          <a:pt x="364712"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2" name="Google Shape;4112;p47"/>
                  <p:cNvSpPr/>
                  <p:nvPr/>
                </p:nvSpPr>
                <p:spPr>
                  <a:xfrm>
                    <a:off x="3646611" y="4791857"/>
                    <a:ext cx="405669" cy="234219"/>
                  </a:xfrm>
                  <a:custGeom>
                    <a:avLst/>
                    <a:gdLst/>
                    <a:ahLst/>
                    <a:cxnLst/>
                    <a:rect l="l" t="t" r="r" b="b"/>
                    <a:pathLst>
                      <a:path w="405669" h="234219" extrusionOk="0">
                        <a:moveTo>
                          <a:pt x="346234" y="34290"/>
                        </a:moveTo>
                        <a:cubicBezTo>
                          <a:pt x="267081" y="-11430"/>
                          <a:pt x="138684" y="-11430"/>
                          <a:pt x="59436" y="34290"/>
                        </a:cubicBezTo>
                        <a:cubicBezTo>
                          <a:pt x="-19812" y="80010"/>
                          <a:pt x="-19812" y="154115"/>
                          <a:pt x="59436" y="199930"/>
                        </a:cubicBezTo>
                        <a:cubicBezTo>
                          <a:pt x="138684" y="245650"/>
                          <a:pt x="267081" y="245650"/>
                          <a:pt x="346234" y="199930"/>
                        </a:cubicBezTo>
                        <a:cubicBezTo>
                          <a:pt x="425482" y="154210"/>
                          <a:pt x="425482" y="80010"/>
                          <a:pt x="346234" y="34290"/>
                        </a:cubicBezTo>
                        <a:close/>
                        <a:moveTo>
                          <a:pt x="76200" y="58007"/>
                        </a:moveTo>
                        <a:cubicBezTo>
                          <a:pt x="69437" y="54102"/>
                          <a:pt x="69437" y="47816"/>
                          <a:pt x="76200" y="44006"/>
                        </a:cubicBezTo>
                        <a:cubicBezTo>
                          <a:pt x="82963" y="40100"/>
                          <a:pt x="93821" y="40100"/>
                          <a:pt x="100489" y="44006"/>
                        </a:cubicBezTo>
                        <a:lnTo>
                          <a:pt x="150114" y="72676"/>
                        </a:lnTo>
                        <a:cubicBezTo>
                          <a:pt x="156877" y="76581"/>
                          <a:pt x="156877" y="82867"/>
                          <a:pt x="150114" y="86773"/>
                        </a:cubicBezTo>
                        <a:cubicBezTo>
                          <a:pt x="143351" y="90678"/>
                          <a:pt x="132493" y="90678"/>
                          <a:pt x="125825" y="86773"/>
                        </a:cubicBezTo>
                        <a:lnTo>
                          <a:pt x="76200" y="58102"/>
                        </a:lnTo>
                        <a:close/>
                        <a:moveTo>
                          <a:pt x="111061" y="126968"/>
                        </a:moveTo>
                        <a:lnTo>
                          <a:pt x="40957" y="126968"/>
                        </a:lnTo>
                        <a:cubicBezTo>
                          <a:pt x="31432" y="126968"/>
                          <a:pt x="23717" y="122492"/>
                          <a:pt x="23717" y="117062"/>
                        </a:cubicBezTo>
                        <a:cubicBezTo>
                          <a:pt x="23717" y="111633"/>
                          <a:pt x="31432" y="107156"/>
                          <a:pt x="40957" y="107156"/>
                        </a:cubicBezTo>
                        <a:lnTo>
                          <a:pt x="111157" y="107156"/>
                        </a:lnTo>
                        <a:cubicBezTo>
                          <a:pt x="120682" y="107156"/>
                          <a:pt x="128397" y="111633"/>
                          <a:pt x="128397" y="117062"/>
                        </a:cubicBezTo>
                        <a:cubicBezTo>
                          <a:pt x="128397" y="122492"/>
                          <a:pt x="120682" y="126968"/>
                          <a:pt x="111157" y="126968"/>
                        </a:cubicBezTo>
                        <a:close/>
                        <a:moveTo>
                          <a:pt x="202787" y="74009"/>
                        </a:moveTo>
                        <a:cubicBezTo>
                          <a:pt x="193262" y="74009"/>
                          <a:pt x="185547" y="69533"/>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628"/>
                          <a:pt x="212312" y="74009"/>
                          <a:pt x="202787" y="74009"/>
                        </a:cubicBezTo>
                        <a:close/>
                        <a:moveTo>
                          <a:pt x="100489" y="190119"/>
                        </a:moveTo>
                        <a:cubicBezTo>
                          <a:pt x="93821" y="194024"/>
                          <a:pt x="82868" y="194024"/>
                          <a:pt x="76200" y="190119"/>
                        </a:cubicBezTo>
                        <a:cubicBezTo>
                          <a:pt x="69437" y="186214"/>
                          <a:pt x="69437" y="179927"/>
                          <a:pt x="76200" y="176117"/>
                        </a:cubicBezTo>
                        <a:lnTo>
                          <a:pt x="125825" y="147447"/>
                        </a:lnTo>
                        <a:cubicBezTo>
                          <a:pt x="132493" y="143542"/>
                          <a:pt x="143446" y="143542"/>
                          <a:pt x="150114" y="147447"/>
                        </a:cubicBezTo>
                        <a:cubicBezTo>
                          <a:pt x="156877" y="151352"/>
                          <a:pt x="156877" y="157639"/>
                          <a:pt x="150114" y="161544"/>
                        </a:cubicBezTo>
                        <a:lnTo>
                          <a:pt x="100489" y="190214"/>
                        </a:lnTo>
                        <a:close/>
                        <a:moveTo>
                          <a:pt x="279749" y="86582"/>
                        </a:moveTo>
                        <a:cubicBezTo>
                          <a:pt x="272986" y="90488"/>
                          <a:pt x="262128" y="90488"/>
                          <a:pt x="255365" y="86582"/>
                        </a:cubicBezTo>
                        <a:cubicBezTo>
                          <a:pt x="248602" y="82677"/>
                          <a:pt x="248602" y="76391"/>
                          <a:pt x="255365" y="72485"/>
                        </a:cubicBezTo>
                        <a:lnTo>
                          <a:pt x="304990" y="43815"/>
                        </a:lnTo>
                        <a:cubicBezTo>
                          <a:pt x="311753" y="39910"/>
                          <a:pt x="322612" y="39910"/>
                          <a:pt x="329279" y="43815"/>
                        </a:cubicBezTo>
                        <a:cubicBezTo>
                          <a:pt x="336042" y="47720"/>
                          <a:pt x="336042" y="54007"/>
                          <a:pt x="329279" y="57817"/>
                        </a:cubicBezTo>
                        <a:lnTo>
                          <a:pt x="279654" y="86487"/>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9"/>
                        </a:moveTo>
                        <a:cubicBezTo>
                          <a:pt x="193167" y="220409"/>
                          <a:pt x="185452" y="215932"/>
                          <a:pt x="185452" y="210502"/>
                        </a:cubicBezTo>
                        <a:lnTo>
                          <a:pt x="185452" y="170021"/>
                        </a:lnTo>
                        <a:cubicBezTo>
                          <a:pt x="185452" y="164497"/>
                          <a:pt x="193167" y="160115"/>
                          <a:pt x="202692" y="160115"/>
                        </a:cubicBezTo>
                        <a:cubicBezTo>
                          <a:pt x="212217" y="160115"/>
                          <a:pt x="219932" y="164592"/>
                          <a:pt x="219932" y="170021"/>
                        </a:cubicBezTo>
                        <a:lnTo>
                          <a:pt x="219932" y="210502"/>
                        </a:lnTo>
                        <a:cubicBezTo>
                          <a:pt x="219932" y="216027"/>
                          <a:pt x="212217" y="220409"/>
                          <a:pt x="202692" y="220409"/>
                        </a:cubicBezTo>
                        <a:close/>
                        <a:moveTo>
                          <a:pt x="304990" y="190119"/>
                        </a:moveTo>
                        <a:lnTo>
                          <a:pt x="255365" y="161449"/>
                        </a:lnTo>
                        <a:cubicBezTo>
                          <a:pt x="248602" y="157543"/>
                          <a:pt x="248602" y="151257"/>
                          <a:pt x="255365" y="147352"/>
                        </a:cubicBezTo>
                        <a:cubicBezTo>
                          <a:pt x="262128" y="143447"/>
                          <a:pt x="272986" y="143447"/>
                          <a:pt x="279749" y="147352"/>
                        </a:cubicBezTo>
                        <a:lnTo>
                          <a:pt x="329374" y="176022"/>
                        </a:lnTo>
                        <a:cubicBezTo>
                          <a:pt x="336137" y="179927"/>
                          <a:pt x="336137" y="186214"/>
                          <a:pt x="329374" y="190024"/>
                        </a:cubicBezTo>
                        <a:cubicBezTo>
                          <a:pt x="322707" y="193929"/>
                          <a:pt x="311753" y="193929"/>
                          <a:pt x="305086"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3" name="Google Shape;4113;p47"/>
                  <p:cNvSpPr/>
                  <p:nvPr/>
                </p:nvSpPr>
                <p:spPr>
                  <a:xfrm>
                    <a:off x="3792266" y="4875939"/>
                    <a:ext cx="114454" cy="46315"/>
                  </a:xfrm>
                  <a:custGeom>
                    <a:avLst/>
                    <a:gdLst/>
                    <a:ahLst/>
                    <a:cxnLst/>
                    <a:rect l="l" t="t" r="r" b="b"/>
                    <a:pathLst>
                      <a:path w="114454" h="46315" extrusionOk="0">
                        <a:moveTo>
                          <a:pt x="109615" y="46315"/>
                        </a:moveTo>
                        <a:cubicBezTo>
                          <a:pt x="106853" y="42696"/>
                          <a:pt x="102852" y="39267"/>
                          <a:pt x="97708" y="36314"/>
                        </a:cubicBezTo>
                        <a:cubicBezTo>
                          <a:pt x="75325" y="23360"/>
                          <a:pt x="39130" y="23360"/>
                          <a:pt x="16746" y="36314"/>
                        </a:cubicBezTo>
                        <a:cubicBezTo>
                          <a:pt x="11603" y="39267"/>
                          <a:pt x="7602" y="42696"/>
                          <a:pt x="4840" y="46315"/>
                        </a:cubicBezTo>
                        <a:cubicBezTo>
                          <a:pt x="-4400" y="34218"/>
                          <a:pt x="-399" y="19550"/>
                          <a:pt x="16746" y="9644"/>
                        </a:cubicBezTo>
                        <a:cubicBezTo>
                          <a:pt x="39130" y="-3215"/>
                          <a:pt x="75325" y="-3215"/>
                          <a:pt x="97708" y="9644"/>
                        </a:cubicBezTo>
                        <a:cubicBezTo>
                          <a:pt x="114854"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4" name="Google Shape;4114;p47"/>
                  <p:cNvSpPr/>
                  <p:nvPr/>
                </p:nvSpPr>
                <p:spPr>
                  <a:xfrm>
                    <a:off x="3797106" y="4902538"/>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115" name="Google Shape;4115;p47"/>
                <p:cNvGrpSpPr/>
                <p:nvPr/>
              </p:nvGrpSpPr>
              <p:grpSpPr>
                <a:xfrm>
                  <a:off x="3670114" y="4704608"/>
                  <a:ext cx="358735" cy="305800"/>
                  <a:chOff x="3670114" y="4704608"/>
                  <a:chExt cx="358735" cy="305800"/>
                </a:xfrm>
              </p:grpSpPr>
              <p:sp>
                <p:nvSpPr>
                  <p:cNvPr id="4116" name="Google Shape;4116;p47"/>
                  <p:cNvSpPr/>
                  <p:nvPr/>
                </p:nvSpPr>
                <p:spPr>
                  <a:xfrm>
                    <a:off x="3670138" y="4808145"/>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1" y="212407"/>
                          <a:pt x="52388" y="171831"/>
                        </a:cubicBezTo>
                        <a:cubicBezTo>
                          <a:pt x="17336" y="151733"/>
                          <a:pt x="0" y="125063"/>
                          <a:pt x="0" y="98393"/>
                        </a:cubicBezTo>
                        <a:lnTo>
                          <a:pt x="0" y="0"/>
                        </a:lnTo>
                        <a:lnTo>
                          <a:pt x="35871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7" name="Google Shape;4117;p47"/>
                  <p:cNvSpPr/>
                  <p:nvPr/>
                </p:nvSpPr>
                <p:spPr>
                  <a:xfrm>
                    <a:off x="3670138" y="4820908"/>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622"/>
                          <a:pt x="0" y="1714"/>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8" name="Google Shape;4118;p47"/>
                  <p:cNvSpPr/>
                  <p:nvPr/>
                </p:nvSpPr>
                <p:spPr>
                  <a:xfrm>
                    <a:off x="3670138" y="4838053"/>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9" name="Google Shape;4119;p47"/>
                  <p:cNvSpPr/>
                  <p:nvPr/>
                </p:nvSpPr>
                <p:spPr>
                  <a:xfrm>
                    <a:off x="3670138" y="4855294"/>
                    <a:ext cx="358711" cy="110632"/>
                  </a:xfrm>
                  <a:custGeom>
                    <a:avLst/>
                    <a:gdLst/>
                    <a:ahLst/>
                    <a:cxnLst/>
                    <a:rect l="l" t="t" r="r" b="b"/>
                    <a:pathLst>
                      <a:path w="358711" h="110632" extrusionOk="0">
                        <a:moveTo>
                          <a:pt x="358712" y="0"/>
                        </a:moveTo>
                        <a:cubicBezTo>
                          <a:pt x="358712" y="26479"/>
                          <a:pt x="341090" y="52864"/>
                          <a:pt x="306133" y="73057"/>
                        </a:cubicBezTo>
                        <a:cubicBezTo>
                          <a:pt x="236220" y="113728"/>
                          <a:pt x="122587" y="113728"/>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95"/>
                        </a:lnTo>
                        <a:lnTo>
                          <a:pt x="358712"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0" name="Google Shape;4120;p47"/>
                  <p:cNvSpPr/>
                  <p:nvPr/>
                </p:nvSpPr>
                <p:spPr>
                  <a:xfrm>
                    <a:off x="3670138" y="4872439"/>
                    <a:ext cx="358711" cy="110632"/>
                  </a:xfrm>
                  <a:custGeom>
                    <a:avLst/>
                    <a:gdLst/>
                    <a:ahLst/>
                    <a:cxnLst/>
                    <a:rect l="l" t="t" r="r" b="b"/>
                    <a:pathLst>
                      <a:path w="358711" h="110632" extrusionOk="0">
                        <a:moveTo>
                          <a:pt x="358712" y="0"/>
                        </a:moveTo>
                        <a:cubicBezTo>
                          <a:pt x="358712" y="26479"/>
                          <a:pt x="341090" y="52864"/>
                          <a:pt x="306133" y="73057"/>
                        </a:cubicBezTo>
                        <a:cubicBezTo>
                          <a:pt x="236220" y="113824"/>
                          <a:pt x="122587" y="113824"/>
                          <a:pt x="52483" y="73057"/>
                        </a:cubicBezTo>
                        <a:cubicBezTo>
                          <a:pt x="18288" y="53340"/>
                          <a:pt x="857" y="27527"/>
                          <a:pt x="0" y="1714"/>
                        </a:cubicBezTo>
                        <a:lnTo>
                          <a:pt x="0" y="6763"/>
                        </a:lnTo>
                        <a:cubicBezTo>
                          <a:pt x="0" y="33433"/>
                          <a:pt x="17336" y="60103"/>
                          <a:pt x="52388" y="80200"/>
                        </a:cubicBezTo>
                        <a:cubicBezTo>
                          <a:pt x="122491" y="120777"/>
                          <a:pt x="236125" y="120777"/>
                          <a:pt x="306038" y="80200"/>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1" name="Google Shape;4121;p47"/>
                  <p:cNvSpPr/>
                  <p:nvPr/>
                </p:nvSpPr>
                <p:spPr>
                  <a:xfrm>
                    <a:off x="3670138" y="4889584"/>
                    <a:ext cx="358711" cy="110633"/>
                  </a:xfrm>
                  <a:custGeom>
                    <a:avLst/>
                    <a:gdLst/>
                    <a:ahLst/>
                    <a:cxnLst/>
                    <a:rect l="l" t="t" r="r" b="b"/>
                    <a:pathLst>
                      <a:path w="358711" h="110633" extrusionOk="0">
                        <a:moveTo>
                          <a:pt x="358712" y="0"/>
                        </a:moveTo>
                        <a:cubicBezTo>
                          <a:pt x="358712" y="26479"/>
                          <a:pt x="341090" y="52864"/>
                          <a:pt x="306133" y="73057"/>
                        </a:cubicBezTo>
                        <a:cubicBezTo>
                          <a:pt x="236220" y="113729"/>
                          <a:pt x="122587" y="113729"/>
                          <a:pt x="52483" y="73057"/>
                        </a:cubicBezTo>
                        <a:cubicBezTo>
                          <a:pt x="18288" y="53340"/>
                          <a:pt x="857" y="27623"/>
                          <a:pt x="0" y="1715"/>
                        </a:cubicBezTo>
                        <a:lnTo>
                          <a:pt x="0" y="6763"/>
                        </a:lnTo>
                        <a:cubicBezTo>
                          <a:pt x="0" y="33433"/>
                          <a:pt x="17336" y="60103"/>
                          <a:pt x="52388" y="80201"/>
                        </a:cubicBezTo>
                        <a:cubicBezTo>
                          <a:pt x="122491" y="120777"/>
                          <a:pt x="236125" y="120777"/>
                          <a:pt x="306038" y="80201"/>
                        </a:cubicBezTo>
                        <a:cubicBezTo>
                          <a:pt x="341090" y="60103"/>
                          <a:pt x="358712" y="33433"/>
                          <a:pt x="358712" y="6763"/>
                        </a:cubicBezTo>
                        <a:lnTo>
                          <a:pt x="358712" y="0"/>
                        </a:lnTo>
                        <a:lnTo>
                          <a:pt x="358712"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2" name="Google Shape;4122;p47"/>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3" name="Google Shape;4123;p47"/>
                  <p:cNvSpPr/>
                  <p:nvPr/>
                </p:nvSpPr>
                <p:spPr>
                  <a:xfrm>
                    <a:off x="3684259" y="4712752"/>
                    <a:ext cx="330445" cy="190881"/>
                  </a:xfrm>
                  <a:custGeom>
                    <a:avLst/>
                    <a:gdLst/>
                    <a:ahLst/>
                    <a:cxnLst/>
                    <a:rect l="l" t="t" r="r" b="b"/>
                    <a:pathLst>
                      <a:path w="330445" h="190881" extrusionOk="0">
                        <a:moveTo>
                          <a:pt x="48363" y="162735"/>
                        </a:moveTo>
                        <a:cubicBezTo>
                          <a:pt x="112943" y="200263"/>
                          <a:pt x="217622" y="200263"/>
                          <a:pt x="282011" y="162735"/>
                        </a:cubicBezTo>
                        <a:cubicBezTo>
                          <a:pt x="346591" y="125492"/>
                          <a:pt x="346591" y="65103"/>
                          <a:pt x="282011" y="27861"/>
                        </a:cubicBezTo>
                        <a:cubicBezTo>
                          <a:pt x="217622" y="-9287"/>
                          <a:pt x="112943" y="-9287"/>
                          <a:pt x="48363" y="27861"/>
                        </a:cubicBezTo>
                        <a:cubicBezTo>
                          <a:pt x="-16121" y="65008"/>
                          <a:pt x="-16121" y="125492"/>
                          <a:pt x="48363" y="16273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4" name="Google Shape;4124;p47"/>
                  <p:cNvSpPr/>
                  <p:nvPr/>
                </p:nvSpPr>
                <p:spPr>
                  <a:xfrm>
                    <a:off x="3694927" y="4718920"/>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5" name="Google Shape;4125;p47"/>
                  <p:cNvSpPr/>
                  <p:nvPr/>
                </p:nvSpPr>
                <p:spPr>
                  <a:xfrm>
                    <a:off x="3703523" y="4724253"/>
                    <a:ext cx="291917" cy="168568"/>
                  </a:xfrm>
                  <a:custGeom>
                    <a:avLst/>
                    <a:gdLst/>
                    <a:ahLst/>
                    <a:cxnLst/>
                    <a:rect l="l" t="t" r="r" b="b"/>
                    <a:pathLst>
                      <a:path w="291917" h="168568" extrusionOk="0">
                        <a:moveTo>
                          <a:pt x="42719" y="143709"/>
                        </a:moveTo>
                        <a:cubicBezTo>
                          <a:pt x="99774" y="176856"/>
                          <a:pt x="192262" y="176856"/>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6" name="Google Shape;4126;p47"/>
                  <p:cNvSpPr/>
                  <p:nvPr/>
                </p:nvSpPr>
                <p:spPr>
                  <a:xfrm>
                    <a:off x="3712548" y="4729087"/>
                    <a:ext cx="273962" cy="158234"/>
                  </a:xfrm>
                  <a:custGeom>
                    <a:avLst/>
                    <a:gdLst/>
                    <a:ahLst/>
                    <a:cxnLst/>
                    <a:rect l="l" t="t" r="r" b="b"/>
                    <a:pathLst>
                      <a:path w="273962" h="158234" extrusionOk="0">
                        <a:moveTo>
                          <a:pt x="40077" y="134874"/>
                        </a:moveTo>
                        <a:cubicBezTo>
                          <a:pt x="93607" y="166021"/>
                          <a:pt x="180475" y="166021"/>
                          <a:pt x="233815" y="134874"/>
                        </a:cubicBezTo>
                        <a:cubicBezTo>
                          <a:pt x="287345" y="104013"/>
                          <a:pt x="287345" y="53911"/>
                          <a:pt x="233815" y="23146"/>
                        </a:cubicBezTo>
                        <a:cubicBezTo>
                          <a:pt x="180475" y="-7715"/>
                          <a:pt x="93607" y="-7715"/>
                          <a:pt x="40077" y="23146"/>
                        </a:cubicBezTo>
                        <a:cubicBezTo>
                          <a:pt x="-13359" y="54007"/>
                          <a:pt x="-13359" y="104108"/>
                          <a:pt x="40077" y="13487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7" name="Google Shape;4127;p47"/>
                  <p:cNvSpPr/>
                  <p:nvPr/>
                </p:nvSpPr>
                <p:spPr>
                  <a:xfrm>
                    <a:off x="3720097" y="4733802"/>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8" name="Google Shape;4128;p47"/>
                  <p:cNvSpPr/>
                  <p:nvPr/>
                </p:nvSpPr>
                <p:spPr>
                  <a:xfrm>
                    <a:off x="3727645" y="4737755"/>
                    <a:ext cx="243673" cy="140731"/>
                  </a:xfrm>
                  <a:custGeom>
                    <a:avLst/>
                    <a:gdLst/>
                    <a:ahLst/>
                    <a:cxnLst/>
                    <a:rect l="l" t="t" r="r" b="b"/>
                    <a:pathLst>
                      <a:path w="243673" h="140731" extrusionOk="0">
                        <a:moveTo>
                          <a:pt x="35647" y="120015"/>
                        </a:moveTo>
                        <a:cubicBezTo>
                          <a:pt x="83272" y="147638"/>
                          <a:pt x="160520" y="147638"/>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9" name="Google Shape;4129;p47"/>
                  <p:cNvSpPr/>
                  <p:nvPr/>
                </p:nvSpPr>
                <p:spPr>
                  <a:xfrm>
                    <a:off x="3734337" y="4741946"/>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0" name="Google Shape;4130;p47"/>
                  <p:cNvSpPr/>
                  <p:nvPr/>
                </p:nvSpPr>
                <p:spPr>
                  <a:xfrm>
                    <a:off x="3741456" y="4745828"/>
                    <a:ext cx="216074" cy="124753"/>
                  </a:xfrm>
                  <a:custGeom>
                    <a:avLst/>
                    <a:gdLst/>
                    <a:ahLst/>
                    <a:cxnLst/>
                    <a:rect l="l" t="t" r="r" b="b"/>
                    <a:pathLst>
                      <a:path w="216074" h="124753" extrusionOk="0">
                        <a:moveTo>
                          <a:pt x="31647" y="106323"/>
                        </a:moveTo>
                        <a:cubicBezTo>
                          <a:pt x="73938" y="130897"/>
                          <a:pt x="142327" y="130897"/>
                          <a:pt x="184428" y="106323"/>
                        </a:cubicBezTo>
                        <a:cubicBezTo>
                          <a:pt x="226624" y="82034"/>
                          <a:pt x="226624" y="42505"/>
                          <a:pt x="184428" y="18216"/>
                        </a:cubicBezTo>
                        <a:cubicBezTo>
                          <a:pt x="142327" y="-6072"/>
                          <a:pt x="73842" y="-6072"/>
                          <a:pt x="31647" y="18216"/>
                        </a:cubicBezTo>
                        <a:cubicBezTo>
                          <a:pt x="-10549" y="42505"/>
                          <a:pt x="-10549" y="82034"/>
                          <a:pt x="31647" y="106323"/>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1" name="Google Shape;4131;p47"/>
                  <p:cNvSpPr/>
                  <p:nvPr/>
                </p:nvSpPr>
                <p:spPr>
                  <a:xfrm>
                    <a:off x="3747433" y="4749495"/>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2" name="Google Shape;4132;p47"/>
                  <p:cNvSpPr/>
                  <p:nvPr/>
                </p:nvSpPr>
                <p:spPr>
                  <a:xfrm>
                    <a:off x="3752910" y="4752424"/>
                    <a:ext cx="193166" cy="111490"/>
                  </a:xfrm>
                  <a:custGeom>
                    <a:avLst/>
                    <a:gdLst/>
                    <a:ahLst/>
                    <a:cxnLst/>
                    <a:rect l="l" t="t" r="r" b="b"/>
                    <a:pathLst>
                      <a:path w="193166" h="111490" extrusionOk="0">
                        <a:moveTo>
                          <a:pt x="28289" y="95060"/>
                        </a:moveTo>
                        <a:cubicBezTo>
                          <a:pt x="66008" y="116967"/>
                          <a:pt x="127254" y="116967"/>
                          <a:pt x="164878" y="95060"/>
                        </a:cubicBezTo>
                        <a:cubicBezTo>
                          <a:pt x="202597" y="73343"/>
                          <a:pt x="202597" y="38005"/>
                          <a:pt x="164878" y="16288"/>
                        </a:cubicBezTo>
                        <a:cubicBezTo>
                          <a:pt x="127254" y="-5429"/>
                          <a:pt x="66103" y="-5429"/>
                          <a:pt x="28289" y="16288"/>
                        </a:cubicBezTo>
                        <a:cubicBezTo>
                          <a:pt x="-9430" y="38005"/>
                          <a:pt x="-9430" y="73343"/>
                          <a:pt x="28289" y="95060"/>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3" name="Google Shape;4133;p47"/>
                  <p:cNvSpPr/>
                  <p:nvPr/>
                </p:nvSpPr>
                <p:spPr>
                  <a:xfrm>
                    <a:off x="3758292" y="4755662"/>
                    <a:ext cx="182403" cy="105322"/>
                  </a:xfrm>
                  <a:custGeom>
                    <a:avLst/>
                    <a:gdLst/>
                    <a:ahLst/>
                    <a:cxnLst/>
                    <a:rect l="l" t="t" r="r" b="b"/>
                    <a:pathLst>
                      <a:path w="182403" h="105322" extrusionOk="0">
                        <a:moveTo>
                          <a:pt x="26718" y="89821"/>
                        </a:moveTo>
                        <a:cubicBezTo>
                          <a:pt x="62341" y="110490"/>
                          <a:pt x="120158" y="110490"/>
                          <a:pt x="155686" y="89821"/>
                        </a:cubicBezTo>
                        <a:cubicBezTo>
                          <a:pt x="191310" y="69342"/>
                          <a:pt x="191310" y="35909"/>
                          <a:pt x="155686" y="15430"/>
                        </a:cubicBezTo>
                        <a:cubicBezTo>
                          <a:pt x="120158" y="-5143"/>
                          <a:pt x="62341" y="-5143"/>
                          <a:pt x="26718" y="15430"/>
                        </a:cubicBezTo>
                        <a:cubicBezTo>
                          <a:pt x="-8906" y="36004"/>
                          <a:pt x="-8906" y="69342"/>
                          <a:pt x="26718" y="89821"/>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4" name="Google Shape;4134;p47"/>
                  <p:cNvSpPr/>
                  <p:nvPr/>
                </p:nvSpPr>
                <p:spPr>
                  <a:xfrm>
                    <a:off x="3763578" y="4758496"/>
                    <a:ext cx="171807" cy="99250"/>
                  </a:xfrm>
                  <a:custGeom>
                    <a:avLst/>
                    <a:gdLst/>
                    <a:ahLst/>
                    <a:cxnLst/>
                    <a:rect l="l" t="t" r="r" b="b"/>
                    <a:pathLst>
                      <a:path w="171807" h="99250" extrusionOk="0">
                        <a:moveTo>
                          <a:pt x="25146" y="84606"/>
                        </a:moveTo>
                        <a:cubicBezTo>
                          <a:pt x="58674"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5" name="Google Shape;4135;p47"/>
                  <p:cNvSpPr/>
                  <p:nvPr/>
                </p:nvSpPr>
                <p:spPr>
                  <a:xfrm>
                    <a:off x="3768436" y="4761473"/>
                    <a:ext cx="162186" cy="93702"/>
                  </a:xfrm>
                  <a:custGeom>
                    <a:avLst/>
                    <a:gdLst/>
                    <a:ahLst/>
                    <a:cxnLst/>
                    <a:rect l="l" t="t" r="r" b="b"/>
                    <a:pathLst>
                      <a:path w="162186" h="93702" extrusionOk="0">
                        <a:moveTo>
                          <a:pt x="23717" y="79915"/>
                        </a:moveTo>
                        <a:cubicBezTo>
                          <a:pt x="55435" y="98298"/>
                          <a:pt x="106871" y="98298"/>
                          <a:pt x="138398" y="79915"/>
                        </a:cubicBezTo>
                        <a:cubicBezTo>
                          <a:pt x="170117" y="61627"/>
                          <a:pt x="170117" y="31909"/>
                          <a:pt x="138398" y="13716"/>
                        </a:cubicBezTo>
                        <a:cubicBezTo>
                          <a:pt x="106775" y="-4572"/>
                          <a:pt x="55435" y="-4572"/>
                          <a:pt x="23717" y="13716"/>
                        </a:cubicBezTo>
                        <a:cubicBezTo>
                          <a:pt x="-7906" y="32004"/>
                          <a:pt x="-7906" y="61627"/>
                          <a:pt x="23717" y="79915"/>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6" name="Google Shape;4136;p47"/>
                  <p:cNvSpPr/>
                  <p:nvPr/>
                </p:nvSpPr>
                <p:spPr>
                  <a:xfrm>
                    <a:off x="3773294" y="4764139"/>
                    <a:ext cx="152376" cy="87987"/>
                  </a:xfrm>
                  <a:custGeom>
                    <a:avLst/>
                    <a:gdLst/>
                    <a:ahLst/>
                    <a:cxnLst/>
                    <a:rect l="l" t="t" r="r" b="b"/>
                    <a:pathLst>
                      <a:path w="152376" h="87987" extrusionOk="0">
                        <a:moveTo>
                          <a:pt x="22288" y="75057"/>
                        </a:moveTo>
                        <a:cubicBezTo>
                          <a:pt x="52007" y="92297"/>
                          <a:pt x="100298" y="92297"/>
                          <a:pt x="130016" y="75057"/>
                        </a:cubicBezTo>
                        <a:cubicBezTo>
                          <a:pt x="159829" y="57912"/>
                          <a:pt x="159829" y="30004"/>
                          <a:pt x="130016" y="12859"/>
                        </a:cubicBezTo>
                        <a:cubicBezTo>
                          <a:pt x="100298" y="-4286"/>
                          <a:pt x="52102" y="-4286"/>
                          <a:pt x="22288" y="12859"/>
                        </a:cubicBezTo>
                        <a:cubicBezTo>
                          <a:pt x="-7429" y="30004"/>
                          <a:pt x="-7429" y="57817"/>
                          <a:pt x="22288" y="75057"/>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7" name="Google Shape;4137;p47"/>
                  <p:cNvSpPr/>
                  <p:nvPr/>
                </p:nvSpPr>
                <p:spPr>
                  <a:xfrm>
                    <a:off x="3777556" y="4766854"/>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FF9D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8" name="Google Shape;4138;p47"/>
                  <p:cNvSpPr/>
                  <p:nvPr/>
                </p:nvSpPr>
                <p:spPr>
                  <a:xfrm>
                    <a:off x="3784581" y="4771117"/>
                    <a:ext cx="129730" cy="74866"/>
                  </a:xfrm>
                  <a:custGeom>
                    <a:avLst/>
                    <a:gdLst/>
                    <a:ahLst/>
                    <a:cxnLst/>
                    <a:rect l="l" t="t" r="r" b="b"/>
                    <a:pathLst>
                      <a:path w="129730" h="74866" extrusionOk="0">
                        <a:moveTo>
                          <a:pt x="19002" y="63794"/>
                        </a:moveTo>
                        <a:cubicBezTo>
                          <a:pt x="44339" y="78557"/>
                          <a:pt x="85392" y="78557"/>
                          <a:pt x="110728" y="63794"/>
                        </a:cubicBezTo>
                        <a:cubicBezTo>
                          <a:pt x="136064" y="49220"/>
                          <a:pt x="136064" y="25503"/>
                          <a:pt x="110728" y="10930"/>
                        </a:cubicBezTo>
                        <a:cubicBezTo>
                          <a:pt x="85487" y="-3643"/>
                          <a:pt x="44434" y="-3643"/>
                          <a:pt x="19002" y="10930"/>
                        </a:cubicBezTo>
                        <a:cubicBezTo>
                          <a:pt x="-6334" y="25503"/>
                          <a:pt x="-6334" y="49220"/>
                          <a:pt x="19002" y="63794"/>
                        </a:cubicBezTo>
                        <a:close/>
                      </a:path>
                    </a:pathLst>
                  </a:custGeom>
                  <a:solidFill>
                    <a:srgbClr val="BA6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9" name="Google Shape;4139;p47"/>
                  <p:cNvSpPr/>
                  <p:nvPr/>
                </p:nvSpPr>
                <p:spPr>
                  <a:xfrm>
                    <a:off x="3670114" y="4704608"/>
                    <a:ext cx="358735" cy="207168"/>
                  </a:xfrm>
                  <a:custGeom>
                    <a:avLst/>
                    <a:gdLst/>
                    <a:ahLst/>
                    <a:cxnLst/>
                    <a:rect l="l" t="t" r="r" b="b"/>
                    <a:pathLst>
                      <a:path w="358735" h="207168" extrusionOk="0">
                        <a:moveTo>
                          <a:pt x="52507" y="176593"/>
                        </a:moveTo>
                        <a:cubicBezTo>
                          <a:pt x="122610" y="217361"/>
                          <a:pt x="236244" y="217361"/>
                          <a:pt x="306157" y="176593"/>
                        </a:cubicBezTo>
                        <a:cubicBezTo>
                          <a:pt x="376261" y="136207"/>
                          <a:pt x="376261" y="70580"/>
                          <a:pt x="306157" y="30289"/>
                        </a:cubicBezTo>
                        <a:cubicBezTo>
                          <a:pt x="236244" y="-10096"/>
                          <a:pt x="122610" y="-10096"/>
                          <a:pt x="52507" y="30289"/>
                        </a:cubicBezTo>
                        <a:cubicBezTo>
                          <a:pt x="-17502" y="70675"/>
                          <a:pt x="-17502" y="136303"/>
                          <a:pt x="52507" y="17659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140" name="Google Shape;4140;p47"/>
                <p:cNvGrpSpPr/>
                <p:nvPr/>
              </p:nvGrpSpPr>
              <p:grpSpPr>
                <a:xfrm>
                  <a:off x="3646611" y="4678414"/>
                  <a:ext cx="405669" cy="247649"/>
                  <a:chOff x="3646611" y="4678414"/>
                  <a:chExt cx="405669" cy="247649"/>
                </a:xfrm>
              </p:grpSpPr>
              <p:sp>
                <p:nvSpPr>
                  <p:cNvPr id="4141" name="Google Shape;4141;p47"/>
                  <p:cNvSpPr/>
                  <p:nvPr/>
                </p:nvSpPr>
                <p:spPr>
                  <a:xfrm>
                    <a:off x="3646611" y="4691749"/>
                    <a:ext cx="405574" cy="234314"/>
                  </a:xfrm>
                  <a:custGeom>
                    <a:avLst/>
                    <a:gdLst/>
                    <a:ahLst/>
                    <a:cxnLst/>
                    <a:rect l="l" t="t" r="r" b="b"/>
                    <a:pathLst>
                      <a:path w="405574" h="234314" extrusionOk="0">
                        <a:moveTo>
                          <a:pt x="404336" y="103823"/>
                        </a:moveTo>
                        <a:cubicBezTo>
                          <a:pt x="399288" y="78391"/>
                          <a:pt x="379952" y="53816"/>
                          <a:pt x="346234" y="34290"/>
                        </a:cubicBezTo>
                        <a:cubicBezTo>
                          <a:pt x="267081" y="-11430"/>
                          <a:pt x="138684" y="-11430"/>
                          <a:pt x="59436" y="34290"/>
                        </a:cubicBezTo>
                        <a:cubicBezTo>
                          <a:pt x="25527" y="53912"/>
                          <a:pt x="6096" y="78677"/>
                          <a:pt x="1238" y="104299"/>
                        </a:cubicBezTo>
                        <a:lnTo>
                          <a:pt x="0" y="103823"/>
                        </a:lnTo>
                        <a:lnTo>
                          <a:pt x="0" y="117920"/>
                        </a:lnTo>
                        <a:lnTo>
                          <a:pt x="0" y="117920"/>
                        </a:lnTo>
                        <a:cubicBezTo>
                          <a:pt x="286"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95" y="44006"/>
                        </a:moveTo>
                        <a:cubicBezTo>
                          <a:pt x="83058" y="40100"/>
                          <a:pt x="93916" y="40100"/>
                          <a:pt x="100584" y="44006"/>
                        </a:cubicBezTo>
                        <a:lnTo>
                          <a:pt x="150209" y="72676"/>
                        </a:lnTo>
                        <a:cubicBezTo>
                          <a:pt x="156972" y="76581"/>
                          <a:pt x="156972" y="82868"/>
                          <a:pt x="150209" y="86773"/>
                        </a:cubicBezTo>
                        <a:cubicBezTo>
                          <a:pt x="143446" y="90678"/>
                          <a:pt x="132588" y="90678"/>
                          <a:pt x="125921" y="86773"/>
                        </a:cubicBezTo>
                        <a:lnTo>
                          <a:pt x="76295" y="58103"/>
                        </a:lnTo>
                        <a:cubicBezTo>
                          <a:pt x="69532" y="54197"/>
                          <a:pt x="69532" y="47911"/>
                          <a:pt x="76295" y="44101"/>
                        </a:cubicBezTo>
                        <a:close/>
                        <a:moveTo>
                          <a:pt x="41053" y="127064"/>
                        </a:moveTo>
                        <a:cubicBezTo>
                          <a:pt x="31528" y="127064"/>
                          <a:pt x="23813" y="122587"/>
                          <a:pt x="23813" y="117157"/>
                        </a:cubicBezTo>
                        <a:cubicBezTo>
                          <a:pt x="23813" y="111728"/>
                          <a:pt x="31528" y="107252"/>
                          <a:pt x="41053" y="107252"/>
                        </a:cubicBezTo>
                        <a:lnTo>
                          <a:pt x="111252" y="107252"/>
                        </a:lnTo>
                        <a:cubicBezTo>
                          <a:pt x="120777" y="107252"/>
                          <a:pt x="128492" y="111728"/>
                          <a:pt x="128492" y="117157"/>
                        </a:cubicBezTo>
                        <a:cubicBezTo>
                          <a:pt x="128492" y="122587"/>
                          <a:pt x="120777" y="127064"/>
                          <a:pt x="111252" y="127064"/>
                        </a:cubicBezTo>
                        <a:lnTo>
                          <a:pt x="41148" y="127064"/>
                        </a:lnTo>
                        <a:close/>
                        <a:moveTo>
                          <a:pt x="150209" y="161544"/>
                        </a:moveTo>
                        <a:lnTo>
                          <a:pt x="100584" y="190214"/>
                        </a:lnTo>
                        <a:cubicBezTo>
                          <a:pt x="93916" y="194120"/>
                          <a:pt x="82963" y="194120"/>
                          <a:pt x="76295" y="190214"/>
                        </a:cubicBezTo>
                        <a:cubicBezTo>
                          <a:pt x="69532" y="186309"/>
                          <a:pt x="69532" y="180023"/>
                          <a:pt x="76295" y="176213"/>
                        </a:cubicBezTo>
                        <a:lnTo>
                          <a:pt x="125921" y="147542"/>
                        </a:lnTo>
                        <a:cubicBezTo>
                          <a:pt x="132588" y="143637"/>
                          <a:pt x="143542" y="143637"/>
                          <a:pt x="150209" y="147542"/>
                        </a:cubicBezTo>
                        <a:cubicBezTo>
                          <a:pt x="156972" y="151448"/>
                          <a:pt x="156972" y="157734"/>
                          <a:pt x="150209" y="161639"/>
                        </a:cubicBezTo>
                        <a:close/>
                        <a:moveTo>
                          <a:pt x="185642" y="23622"/>
                        </a:moveTo>
                        <a:cubicBezTo>
                          <a:pt x="185642" y="18098"/>
                          <a:pt x="193357" y="13716"/>
                          <a:pt x="202882" y="13716"/>
                        </a:cubicBezTo>
                        <a:cubicBezTo>
                          <a:pt x="212407" y="13716"/>
                          <a:pt x="220123" y="18193"/>
                          <a:pt x="220123" y="23622"/>
                        </a:cubicBezTo>
                        <a:lnTo>
                          <a:pt x="220123" y="64103"/>
                        </a:lnTo>
                        <a:cubicBezTo>
                          <a:pt x="220123" y="69628"/>
                          <a:pt x="212407" y="74009"/>
                          <a:pt x="202882" y="74009"/>
                        </a:cubicBezTo>
                        <a:cubicBezTo>
                          <a:pt x="193357" y="74009"/>
                          <a:pt x="185642" y="69532"/>
                          <a:pt x="185642" y="64103"/>
                        </a:cubicBezTo>
                        <a:lnTo>
                          <a:pt x="185642" y="23622"/>
                        </a:lnTo>
                        <a:close/>
                        <a:moveTo>
                          <a:pt x="202882" y="220408"/>
                        </a:moveTo>
                        <a:cubicBezTo>
                          <a:pt x="193357" y="220408"/>
                          <a:pt x="185642" y="215932"/>
                          <a:pt x="185642" y="210503"/>
                        </a:cubicBezTo>
                        <a:lnTo>
                          <a:pt x="185642" y="170021"/>
                        </a:lnTo>
                        <a:cubicBezTo>
                          <a:pt x="185642" y="164497"/>
                          <a:pt x="193357" y="160115"/>
                          <a:pt x="202882" y="160115"/>
                        </a:cubicBezTo>
                        <a:cubicBezTo>
                          <a:pt x="212407" y="160115"/>
                          <a:pt x="220123" y="164592"/>
                          <a:pt x="220123" y="170021"/>
                        </a:cubicBezTo>
                        <a:lnTo>
                          <a:pt x="220123" y="210503"/>
                        </a:lnTo>
                        <a:cubicBezTo>
                          <a:pt x="220123" y="216027"/>
                          <a:pt x="212407" y="220408"/>
                          <a:pt x="202882" y="220408"/>
                        </a:cubicBezTo>
                        <a:close/>
                        <a:moveTo>
                          <a:pt x="255556" y="72581"/>
                        </a:moveTo>
                        <a:lnTo>
                          <a:pt x="305181" y="43910"/>
                        </a:lnTo>
                        <a:cubicBezTo>
                          <a:pt x="311944" y="40005"/>
                          <a:pt x="322802" y="40005"/>
                          <a:pt x="329470" y="43910"/>
                        </a:cubicBezTo>
                        <a:cubicBezTo>
                          <a:pt x="336232" y="47815"/>
                          <a:pt x="336232" y="54102"/>
                          <a:pt x="329470" y="57912"/>
                        </a:cubicBezTo>
                        <a:lnTo>
                          <a:pt x="279845" y="86582"/>
                        </a:lnTo>
                        <a:cubicBezTo>
                          <a:pt x="273082" y="90488"/>
                          <a:pt x="262223" y="90488"/>
                          <a:pt x="255461" y="86582"/>
                        </a:cubicBezTo>
                        <a:cubicBezTo>
                          <a:pt x="248698" y="82677"/>
                          <a:pt x="248698" y="76390"/>
                          <a:pt x="255461" y="72485"/>
                        </a:cubicBezTo>
                        <a:close/>
                        <a:moveTo>
                          <a:pt x="329470" y="190119"/>
                        </a:moveTo>
                        <a:cubicBezTo>
                          <a:pt x="322802" y="194024"/>
                          <a:pt x="311848" y="194024"/>
                          <a:pt x="305181" y="190119"/>
                        </a:cubicBezTo>
                        <a:lnTo>
                          <a:pt x="255556" y="161449"/>
                        </a:lnTo>
                        <a:cubicBezTo>
                          <a:pt x="248793" y="157544"/>
                          <a:pt x="248793" y="151257"/>
                          <a:pt x="255556" y="147352"/>
                        </a:cubicBezTo>
                        <a:cubicBezTo>
                          <a:pt x="262319" y="143447"/>
                          <a:pt x="273177" y="143447"/>
                          <a:pt x="279940" y="147352"/>
                        </a:cubicBezTo>
                        <a:lnTo>
                          <a:pt x="329565" y="176022"/>
                        </a:lnTo>
                        <a:cubicBezTo>
                          <a:pt x="336328" y="179927"/>
                          <a:pt x="336328" y="186214"/>
                          <a:pt x="329565" y="190024"/>
                        </a:cubicBezTo>
                        <a:close/>
                        <a:moveTo>
                          <a:pt x="364712" y="126968"/>
                        </a:moveTo>
                        <a:lnTo>
                          <a:pt x="294513" y="126968"/>
                        </a:lnTo>
                        <a:cubicBezTo>
                          <a:pt x="284988" y="126968"/>
                          <a:pt x="277368" y="122491"/>
                          <a:pt x="277368" y="117062"/>
                        </a:cubicBezTo>
                        <a:cubicBezTo>
                          <a:pt x="277368" y="111633"/>
                          <a:pt x="285083" y="107156"/>
                          <a:pt x="294513" y="107156"/>
                        </a:cubicBezTo>
                        <a:lnTo>
                          <a:pt x="364712" y="107156"/>
                        </a:lnTo>
                        <a:cubicBezTo>
                          <a:pt x="374237" y="107156"/>
                          <a:pt x="381953" y="111633"/>
                          <a:pt x="381953" y="117062"/>
                        </a:cubicBezTo>
                        <a:cubicBezTo>
                          <a:pt x="381953" y="122491"/>
                          <a:pt x="374237" y="126968"/>
                          <a:pt x="364712"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42" name="Google Shape;4142;p47"/>
                  <p:cNvSpPr/>
                  <p:nvPr/>
                </p:nvSpPr>
                <p:spPr>
                  <a:xfrm>
                    <a:off x="3646611" y="4678414"/>
                    <a:ext cx="405669" cy="234124"/>
                  </a:xfrm>
                  <a:custGeom>
                    <a:avLst/>
                    <a:gdLst/>
                    <a:ahLst/>
                    <a:cxnLst/>
                    <a:rect l="l" t="t" r="r" b="b"/>
                    <a:pathLst>
                      <a:path w="405669" h="234124" extrusionOk="0">
                        <a:moveTo>
                          <a:pt x="346234" y="34290"/>
                        </a:moveTo>
                        <a:cubicBezTo>
                          <a:pt x="267081" y="-11430"/>
                          <a:pt x="138684" y="-11430"/>
                          <a:pt x="59436" y="34290"/>
                        </a:cubicBezTo>
                        <a:cubicBezTo>
                          <a:pt x="-19812" y="80010"/>
                          <a:pt x="-19812" y="154210"/>
                          <a:pt x="59436" y="199834"/>
                        </a:cubicBezTo>
                        <a:cubicBezTo>
                          <a:pt x="138684" y="245555"/>
                          <a:pt x="267081" y="245555"/>
                          <a:pt x="346234" y="199834"/>
                        </a:cubicBezTo>
                        <a:cubicBezTo>
                          <a:pt x="425482" y="154115"/>
                          <a:pt x="425482" y="80010"/>
                          <a:pt x="346234" y="34290"/>
                        </a:cubicBezTo>
                        <a:close/>
                        <a:moveTo>
                          <a:pt x="76200" y="58007"/>
                        </a:moveTo>
                        <a:cubicBezTo>
                          <a:pt x="69437" y="54102"/>
                          <a:pt x="69437" y="47815"/>
                          <a:pt x="76200" y="44006"/>
                        </a:cubicBezTo>
                        <a:cubicBezTo>
                          <a:pt x="82963" y="40100"/>
                          <a:pt x="93821" y="40100"/>
                          <a:pt x="100489" y="44006"/>
                        </a:cubicBezTo>
                        <a:lnTo>
                          <a:pt x="150114" y="72676"/>
                        </a:lnTo>
                        <a:cubicBezTo>
                          <a:pt x="156877" y="76581"/>
                          <a:pt x="156877" y="82867"/>
                          <a:pt x="150114" y="86678"/>
                        </a:cubicBezTo>
                        <a:cubicBezTo>
                          <a:pt x="143351" y="90583"/>
                          <a:pt x="132493" y="90583"/>
                          <a:pt x="125825" y="86678"/>
                        </a:cubicBezTo>
                        <a:lnTo>
                          <a:pt x="76200" y="58007"/>
                        </a:lnTo>
                        <a:close/>
                        <a:moveTo>
                          <a:pt x="111061" y="126968"/>
                        </a:moveTo>
                        <a:lnTo>
                          <a:pt x="40957" y="126968"/>
                        </a:lnTo>
                        <a:cubicBezTo>
                          <a:pt x="31432" y="126968"/>
                          <a:pt x="23717" y="122491"/>
                          <a:pt x="23717" y="117062"/>
                        </a:cubicBezTo>
                        <a:cubicBezTo>
                          <a:pt x="23717" y="111633"/>
                          <a:pt x="31432" y="107156"/>
                          <a:pt x="40957" y="107156"/>
                        </a:cubicBezTo>
                        <a:lnTo>
                          <a:pt x="111157" y="107156"/>
                        </a:lnTo>
                        <a:cubicBezTo>
                          <a:pt x="120682" y="107156"/>
                          <a:pt x="128397" y="111633"/>
                          <a:pt x="128397" y="117062"/>
                        </a:cubicBezTo>
                        <a:cubicBezTo>
                          <a:pt x="128397" y="122491"/>
                          <a:pt x="120682" y="126968"/>
                          <a:pt x="111157" y="126968"/>
                        </a:cubicBezTo>
                        <a:close/>
                        <a:moveTo>
                          <a:pt x="202787" y="74009"/>
                        </a:moveTo>
                        <a:cubicBezTo>
                          <a:pt x="193262" y="74009"/>
                          <a:pt x="185547" y="69532"/>
                          <a:pt x="185547" y="64103"/>
                        </a:cubicBezTo>
                        <a:lnTo>
                          <a:pt x="185547" y="23622"/>
                        </a:lnTo>
                        <a:cubicBezTo>
                          <a:pt x="185547" y="18098"/>
                          <a:pt x="193262" y="13716"/>
                          <a:pt x="202787" y="13716"/>
                        </a:cubicBezTo>
                        <a:cubicBezTo>
                          <a:pt x="212312" y="13716"/>
                          <a:pt x="220027" y="18193"/>
                          <a:pt x="220027" y="23622"/>
                        </a:cubicBezTo>
                        <a:lnTo>
                          <a:pt x="220027" y="64103"/>
                        </a:lnTo>
                        <a:cubicBezTo>
                          <a:pt x="220027" y="69532"/>
                          <a:pt x="212312" y="74009"/>
                          <a:pt x="202787" y="74009"/>
                        </a:cubicBezTo>
                        <a:close/>
                        <a:moveTo>
                          <a:pt x="100489" y="190119"/>
                        </a:moveTo>
                        <a:cubicBezTo>
                          <a:pt x="93821" y="194024"/>
                          <a:pt x="82868" y="194024"/>
                          <a:pt x="76200" y="190119"/>
                        </a:cubicBezTo>
                        <a:cubicBezTo>
                          <a:pt x="69437" y="186214"/>
                          <a:pt x="69437" y="179927"/>
                          <a:pt x="76200" y="176022"/>
                        </a:cubicBezTo>
                        <a:lnTo>
                          <a:pt x="125825" y="147352"/>
                        </a:lnTo>
                        <a:cubicBezTo>
                          <a:pt x="132493" y="143447"/>
                          <a:pt x="143446" y="143447"/>
                          <a:pt x="150114" y="147352"/>
                        </a:cubicBezTo>
                        <a:cubicBezTo>
                          <a:pt x="156877" y="151257"/>
                          <a:pt x="156877" y="157543"/>
                          <a:pt x="150114" y="161354"/>
                        </a:cubicBezTo>
                        <a:lnTo>
                          <a:pt x="100489" y="190024"/>
                        </a:lnTo>
                        <a:close/>
                        <a:moveTo>
                          <a:pt x="279749" y="86582"/>
                        </a:moveTo>
                        <a:cubicBezTo>
                          <a:pt x="272986" y="90488"/>
                          <a:pt x="262128" y="90488"/>
                          <a:pt x="255365" y="86582"/>
                        </a:cubicBezTo>
                        <a:cubicBezTo>
                          <a:pt x="248602" y="82677"/>
                          <a:pt x="248602" y="76390"/>
                          <a:pt x="255365" y="72581"/>
                        </a:cubicBezTo>
                        <a:lnTo>
                          <a:pt x="304990" y="43910"/>
                        </a:lnTo>
                        <a:cubicBezTo>
                          <a:pt x="311753" y="40005"/>
                          <a:pt x="322612" y="40005"/>
                          <a:pt x="329279" y="43910"/>
                        </a:cubicBezTo>
                        <a:cubicBezTo>
                          <a:pt x="336042" y="47815"/>
                          <a:pt x="336042" y="54102"/>
                          <a:pt x="329279" y="57912"/>
                        </a:cubicBezTo>
                        <a:lnTo>
                          <a:pt x="279654" y="86582"/>
                        </a:lnTo>
                        <a:close/>
                        <a:moveTo>
                          <a:pt x="294418" y="107061"/>
                        </a:moveTo>
                        <a:lnTo>
                          <a:pt x="364617" y="107061"/>
                        </a:lnTo>
                        <a:cubicBezTo>
                          <a:pt x="374142" y="107061"/>
                          <a:pt x="381857" y="111538"/>
                          <a:pt x="381857" y="116967"/>
                        </a:cubicBezTo>
                        <a:cubicBezTo>
                          <a:pt x="381857" y="122396"/>
                          <a:pt x="374142" y="126873"/>
                          <a:pt x="364617" y="126873"/>
                        </a:cubicBezTo>
                        <a:lnTo>
                          <a:pt x="294418" y="126873"/>
                        </a:lnTo>
                        <a:cubicBezTo>
                          <a:pt x="284893" y="126873"/>
                          <a:pt x="277273" y="122396"/>
                          <a:pt x="277273" y="116967"/>
                        </a:cubicBezTo>
                        <a:cubicBezTo>
                          <a:pt x="277273" y="111538"/>
                          <a:pt x="284988" y="107061"/>
                          <a:pt x="294418" y="107061"/>
                        </a:cubicBezTo>
                        <a:close/>
                        <a:moveTo>
                          <a:pt x="202692" y="220408"/>
                        </a:moveTo>
                        <a:cubicBezTo>
                          <a:pt x="193167" y="220408"/>
                          <a:pt x="185452" y="215932"/>
                          <a:pt x="185452" y="210503"/>
                        </a:cubicBezTo>
                        <a:lnTo>
                          <a:pt x="185452" y="170021"/>
                        </a:lnTo>
                        <a:cubicBezTo>
                          <a:pt x="185452" y="164497"/>
                          <a:pt x="193167" y="160115"/>
                          <a:pt x="202692" y="160115"/>
                        </a:cubicBezTo>
                        <a:cubicBezTo>
                          <a:pt x="212217" y="160115"/>
                          <a:pt x="219932" y="164592"/>
                          <a:pt x="219932" y="170021"/>
                        </a:cubicBezTo>
                        <a:lnTo>
                          <a:pt x="219932" y="210503"/>
                        </a:lnTo>
                        <a:cubicBezTo>
                          <a:pt x="219932" y="216027"/>
                          <a:pt x="212217" y="220408"/>
                          <a:pt x="202692" y="220408"/>
                        </a:cubicBezTo>
                        <a:close/>
                        <a:moveTo>
                          <a:pt x="304990" y="190119"/>
                        </a:moveTo>
                        <a:lnTo>
                          <a:pt x="255365" y="161449"/>
                        </a:lnTo>
                        <a:cubicBezTo>
                          <a:pt x="248602" y="157543"/>
                          <a:pt x="248602" y="151257"/>
                          <a:pt x="255365" y="147447"/>
                        </a:cubicBezTo>
                        <a:cubicBezTo>
                          <a:pt x="262128" y="143542"/>
                          <a:pt x="272986" y="143542"/>
                          <a:pt x="279749" y="147447"/>
                        </a:cubicBezTo>
                        <a:lnTo>
                          <a:pt x="329374" y="176117"/>
                        </a:lnTo>
                        <a:cubicBezTo>
                          <a:pt x="336137" y="180023"/>
                          <a:pt x="336137" y="186309"/>
                          <a:pt x="329374" y="190214"/>
                        </a:cubicBezTo>
                        <a:cubicBezTo>
                          <a:pt x="322707" y="194120"/>
                          <a:pt x="311753" y="194120"/>
                          <a:pt x="305086"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43" name="Google Shape;4143;p47"/>
                  <p:cNvSpPr/>
                  <p:nvPr/>
                </p:nvSpPr>
                <p:spPr>
                  <a:xfrm>
                    <a:off x="3792266" y="4762425"/>
                    <a:ext cx="114454" cy="46386"/>
                  </a:xfrm>
                  <a:custGeom>
                    <a:avLst/>
                    <a:gdLst/>
                    <a:ahLst/>
                    <a:cxnLst/>
                    <a:rect l="l" t="t" r="r" b="b"/>
                    <a:pathLst>
                      <a:path w="114454" h="46386" extrusionOk="0">
                        <a:moveTo>
                          <a:pt x="109615" y="46387"/>
                        </a:moveTo>
                        <a:cubicBezTo>
                          <a:pt x="106853" y="42767"/>
                          <a:pt x="102852" y="39338"/>
                          <a:pt x="97708" y="36385"/>
                        </a:cubicBezTo>
                        <a:cubicBezTo>
                          <a:pt x="75325" y="23432"/>
                          <a:pt x="39130" y="23432"/>
                          <a:pt x="16746" y="36385"/>
                        </a:cubicBezTo>
                        <a:cubicBezTo>
                          <a:pt x="11603" y="39338"/>
                          <a:pt x="7602" y="42767"/>
                          <a:pt x="4840" y="46387"/>
                        </a:cubicBezTo>
                        <a:cubicBezTo>
                          <a:pt x="-4400" y="34290"/>
                          <a:pt x="-399" y="19622"/>
                          <a:pt x="16746" y="9716"/>
                        </a:cubicBezTo>
                        <a:cubicBezTo>
                          <a:pt x="39130" y="-3239"/>
                          <a:pt x="75325" y="-3239"/>
                          <a:pt x="97708" y="9716"/>
                        </a:cubicBezTo>
                        <a:cubicBezTo>
                          <a:pt x="114854"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44" name="Google Shape;4144;p47"/>
                  <p:cNvSpPr/>
                  <p:nvPr/>
                </p:nvSpPr>
                <p:spPr>
                  <a:xfrm>
                    <a:off x="3797106" y="4789095"/>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145" name="Google Shape;4145;p47"/>
              <p:cNvGrpSpPr/>
              <p:nvPr/>
            </p:nvGrpSpPr>
            <p:grpSpPr>
              <a:xfrm>
                <a:off x="7468856" y="4512385"/>
                <a:ext cx="639735" cy="559976"/>
                <a:chOff x="3695689" y="4939685"/>
                <a:chExt cx="422100" cy="369475"/>
              </a:xfrm>
            </p:grpSpPr>
            <p:sp>
              <p:nvSpPr>
                <p:cNvPr id="4146" name="Google Shape;4146;p47"/>
                <p:cNvSpPr/>
                <p:nvPr/>
              </p:nvSpPr>
              <p:spPr>
                <a:xfrm>
                  <a:off x="3695689" y="5065320"/>
                  <a:ext cx="422100" cy="243840"/>
                </a:xfrm>
                <a:custGeom>
                  <a:avLst/>
                  <a:gdLst/>
                  <a:ahLst/>
                  <a:cxnLst/>
                  <a:rect l="l" t="t" r="r" b="b"/>
                  <a:pathLst>
                    <a:path w="422100" h="243840" extrusionOk="0">
                      <a:moveTo>
                        <a:pt x="360307" y="208121"/>
                      </a:moveTo>
                      <a:cubicBezTo>
                        <a:pt x="277821" y="255746"/>
                        <a:pt x="144185" y="255746"/>
                        <a:pt x="61793" y="208121"/>
                      </a:cubicBezTo>
                      <a:cubicBezTo>
                        <a:pt x="-20598" y="160496"/>
                        <a:pt x="-20598" y="83344"/>
                        <a:pt x="61793" y="35719"/>
                      </a:cubicBezTo>
                      <a:cubicBezTo>
                        <a:pt x="144185" y="-11906"/>
                        <a:pt x="277821" y="-11906"/>
                        <a:pt x="360307" y="35719"/>
                      </a:cubicBezTo>
                      <a:cubicBezTo>
                        <a:pt x="442698" y="83344"/>
                        <a:pt x="442698" y="160496"/>
                        <a:pt x="360307" y="208121"/>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147" name="Google Shape;4147;p47"/>
                <p:cNvGrpSpPr/>
                <p:nvPr/>
              </p:nvGrpSpPr>
              <p:grpSpPr>
                <a:xfrm>
                  <a:off x="3703857" y="5053128"/>
                  <a:ext cx="405669" cy="247649"/>
                  <a:chOff x="3703857" y="5053128"/>
                  <a:chExt cx="405669" cy="247649"/>
                </a:xfrm>
              </p:grpSpPr>
              <p:sp>
                <p:nvSpPr>
                  <p:cNvPr id="4148" name="Google Shape;4148;p47"/>
                  <p:cNvSpPr/>
                  <p:nvPr/>
                </p:nvSpPr>
                <p:spPr>
                  <a:xfrm>
                    <a:off x="3703857" y="5066463"/>
                    <a:ext cx="405574" cy="234314"/>
                  </a:xfrm>
                  <a:custGeom>
                    <a:avLst/>
                    <a:gdLst/>
                    <a:ahLst/>
                    <a:cxnLst/>
                    <a:rect l="l" t="t" r="r" b="b"/>
                    <a:pathLst>
                      <a:path w="405574" h="234314"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920"/>
                        </a:lnTo>
                        <a:lnTo>
                          <a:pt x="0" y="117920"/>
                        </a:lnTo>
                        <a:cubicBezTo>
                          <a:pt x="381" y="147638"/>
                          <a:pt x="20098" y="177260"/>
                          <a:pt x="59341" y="200025"/>
                        </a:cubicBezTo>
                        <a:cubicBezTo>
                          <a:pt x="138589" y="245745"/>
                          <a:pt x="266986" y="245745"/>
                          <a:pt x="346138" y="200025"/>
                        </a:cubicBezTo>
                        <a:cubicBezTo>
                          <a:pt x="385763" y="177165"/>
                          <a:pt x="405574" y="147161"/>
                          <a:pt x="405574" y="117253"/>
                        </a:cubicBezTo>
                        <a:lnTo>
                          <a:pt x="405574" y="103918"/>
                        </a:lnTo>
                        <a:lnTo>
                          <a:pt x="404241" y="103918"/>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815"/>
                        </a:cubicBezTo>
                        <a:close/>
                        <a:moveTo>
                          <a:pt x="40957" y="126968"/>
                        </a:moveTo>
                        <a:cubicBezTo>
                          <a:pt x="31432" y="126968"/>
                          <a:pt x="23717" y="122492"/>
                          <a:pt x="23717" y="117062"/>
                        </a:cubicBezTo>
                        <a:cubicBezTo>
                          <a:pt x="23717" y="111633"/>
                          <a:pt x="31432" y="107156"/>
                          <a:pt x="40957" y="107156"/>
                        </a:cubicBezTo>
                        <a:lnTo>
                          <a:pt x="111062" y="107156"/>
                        </a:lnTo>
                        <a:cubicBezTo>
                          <a:pt x="120587" y="107156"/>
                          <a:pt x="128302" y="111633"/>
                          <a:pt x="128302" y="117062"/>
                        </a:cubicBezTo>
                        <a:cubicBezTo>
                          <a:pt x="128302" y="122492"/>
                          <a:pt x="120587" y="126968"/>
                          <a:pt x="111062" y="126968"/>
                        </a:cubicBezTo>
                        <a:lnTo>
                          <a:pt x="40957" y="126968"/>
                        </a:lnTo>
                        <a:close/>
                        <a:moveTo>
                          <a:pt x="150114" y="161449"/>
                        </a:moveTo>
                        <a:lnTo>
                          <a:pt x="100489" y="190119"/>
                        </a:lnTo>
                        <a:cubicBezTo>
                          <a:pt x="93726" y="194024"/>
                          <a:pt x="82867" y="194024"/>
                          <a:pt x="76105" y="190119"/>
                        </a:cubicBezTo>
                        <a:cubicBezTo>
                          <a:pt x="69342" y="186214"/>
                          <a:pt x="69342" y="179927"/>
                          <a:pt x="76105" y="176117"/>
                        </a:cubicBezTo>
                        <a:lnTo>
                          <a:pt x="125730" y="147447"/>
                        </a:lnTo>
                        <a:cubicBezTo>
                          <a:pt x="132493" y="143542"/>
                          <a:pt x="143351" y="143542"/>
                          <a:pt x="150019" y="147447"/>
                        </a:cubicBezTo>
                        <a:cubicBezTo>
                          <a:pt x="156781" y="151352"/>
                          <a:pt x="156781" y="157639"/>
                          <a:pt x="150019" y="161544"/>
                        </a:cubicBezTo>
                        <a:close/>
                        <a:moveTo>
                          <a:pt x="185547" y="23527"/>
                        </a:moveTo>
                        <a:cubicBezTo>
                          <a:pt x="185547" y="18002"/>
                          <a:pt x="193262" y="13621"/>
                          <a:pt x="202787" y="13621"/>
                        </a:cubicBezTo>
                        <a:cubicBezTo>
                          <a:pt x="212312" y="13621"/>
                          <a:pt x="220027" y="18098"/>
                          <a:pt x="220027" y="23527"/>
                        </a:cubicBezTo>
                        <a:lnTo>
                          <a:pt x="220027" y="64008"/>
                        </a:lnTo>
                        <a:cubicBezTo>
                          <a:pt x="220027" y="69532"/>
                          <a:pt x="212312" y="73914"/>
                          <a:pt x="202787" y="73914"/>
                        </a:cubicBezTo>
                        <a:cubicBezTo>
                          <a:pt x="193262" y="73914"/>
                          <a:pt x="185547" y="69437"/>
                          <a:pt x="185547" y="64008"/>
                        </a:cubicBezTo>
                        <a:lnTo>
                          <a:pt x="185547" y="23527"/>
                        </a:lnTo>
                        <a:close/>
                        <a:moveTo>
                          <a:pt x="202787" y="220313"/>
                        </a:moveTo>
                        <a:cubicBezTo>
                          <a:pt x="193262" y="220313"/>
                          <a:pt x="185547" y="215837"/>
                          <a:pt x="185547" y="210407"/>
                        </a:cubicBezTo>
                        <a:lnTo>
                          <a:pt x="185547" y="169926"/>
                        </a:lnTo>
                        <a:cubicBezTo>
                          <a:pt x="185547" y="164402"/>
                          <a:pt x="193262" y="160020"/>
                          <a:pt x="202787" y="160020"/>
                        </a:cubicBezTo>
                        <a:cubicBezTo>
                          <a:pt x="212312" y="160020"/>
                          <a:pt x="220027" y="164497"/>
                          <a:pt x="220027" y="169926"/>
                        </a:cubicBezTo>
                        <a:lnTo>
                          <a:pt x="220027" y="210407"/>
                        </a:lnTo>
                        <a:cubicBezTo>
                          <a:pt x="220027" y="215932"/>
                          <a:pt x="212312" y="220313"/>
                          <a:pt x="202787" y="220313"/>
                        </a:cubicBezTo>
                        <a:close/>
                        <a:moveTo>
                          <a:pt x="255460" y="72485"/>
                        </a:moveTo>
                        <a:lnTo>
                          <a:pt x="305086" y="43815"/>
                        </a:lnTo>
                        <a:cubicBezTo>
                          <a:pt x="311848" y="39910"/>
                          <a:pt x="322707" y="39910"/>
                          <a:pt x="329374" y="43815"/>
                        </a:cubicBezTo>
                        <a:cubicBezTo>
                          <a:pt x="336137" y="47720"/>
                          <a:pt x="336137" y="54007"/>
                          <a:pt x="329374" y="57912"/>
                        </a:cubicBezTo>
                        <a:lnTo>
                          <a:pt x="279749" y="86582"/>
                        </a:lnTo>
                        <a:cubicBezTo>
                          <a:pt x="272987" y="90488"/>
                          <a:pt x="262128" y="90488"/>
                          <a:pt x="255460" y="86582"/>
                        </a:cubicBezTo>
                        <a:cubicBezTo>
                          <a:pt x="248698" y="82677"/>
                          <a:pt x="248698" y="76390"/>
                          <a:pt x="255460" y="72581"/>
                        </a:cubicBezTo>
                        <a:close/>
                        <a:moveTo>
                          <a:pt x="329374" y="190024"/>
                        </a:moveTo>
                        <a:cubicBezTo>
                          <a:pt x="322612" y="193929"/>
                          <a:pt x="311753" y="193929"/>
                          <a:pt x="305086" y="190024"/>
                        </a:cubicBezTo>
                        <a:lnTo>
                          <a:pt x="255460" y="161354"/>
                        </a:lnTo>
                        <a:cubicBezTo>
                          <a:pt x="248698" y="157448"/>
                          <a:pt x="248698" y="151162"/>
                          <a:pt x="255460" y="147352"/>
                        </a:cubicBezTo>
                        <a:cubicBezTo>
                          <a:pt x="262223" y="143447"/>
                          <a:pt x="273082" y="143447"/>
                          <a:pt x="279749" y="147352"/>
                        </a:cubicBezTo>
                        <a:lnTo>
                          <a:pt x="329374" y="176022"/>
                        </a:lnTo>
                        <a:cubicBezTo>
                          <a:pt x="336137" y="179927"/>
                          <a:pt x="336137" y="186214"/>
                          <a:pt x="329374" y="190024"/>
                        </a:cubicBezTo>
                        <a:close/>
                        <a:moveTo>
                          <a:pt x="364617" y="126873"/>
                        </a:moveTo>
                        <a:lnTo>
                          <a:pt x="294418" y="126873"/>
                        </a:lnTo>
                        <a:cubicBezTo>
                          <a:pt x="284893" y="126873"/>
                          <a:pt x="277177" y="122396"/>
                          <a:pt x="277177" y="116967"/>
                        </a:cubicBezTo>
                        <a:cubicBezTo>
                          <a:pt x="277177"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49" name="Google Shape;4149;p47"/>
                  <p:cNvSpPr/>
                  <p:nvPr/>
                </p:nvSpPr>
                <p:spPr>
                  <a:xfrm>
                    <a:off x="3703928" y="5053128"/>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010"/>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7"/>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022"/>
                        </a:cubicBezTo>
                        <a:lnTo>
                          <a:pt x="125658" y="147447"/>
                        </a:lnTo>
                        <a:cubicBezTo>
                          <a:pt x="132421" y="143542"/>
                          <a:pt x="143280" y="143542"/>
                          <a:pt x="149947" y="147447"/>
                        </a:cubicBezTo>
                        <a:cubicBezTo>
                          <a:pt x="156710" y="151352"/>
                          <a:pt x="156710" y="157639"/>
                          <a:pt x="149947" y="161449"/>
                        </a:cubicBezTo>
                        <a:lnTo>
                          <a:pt x="100322" y="190119"/>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8"/>
                        </a:moveTo>
                        <a:cubicBezTo>
                          <a:pt x="193096" y="220408"/>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8"/>
                          <a:pt x="202621" y="220408"/>
                        </a:cubicBezTo>
                        <a:close/>
                        <a:moveTo>
                          <a:pt x="304919" y="190119"/>
                        </a:moveTo>
                        <a:lnTo>
                          <a:pt x="255294" y="161449"/>
                        </a:lnTo>
                        <a:cubicBezTo>
                          <a:pt x="248531" y="157544"/>
                          <a:pt x="248531" y="151257"/>
                          <a:pt x="255294" y="147447"/>
                        </a:cubicBezTo>
                        <a:cubicBezTo>
                          <a:pt x="262057" y="143542"/>
                          <a:pt x="272915" y="143542"/>
                          <a:pt x="279583" y="147447"/>
                        </a:cubicBezTo>
                        <a:lnTo>
                          <a:pt x="329208" y="176022"/>
                        </a:lnTo>
                        <a:cubicBezTo>
                          <a:pt x="335971" y="179927"/>
                          <a:pt x="335971" y="186214"/>
                          <a:pt x="329208" y="190119"/>
                        </a:cubicBezTo>
                        <a:cubicBezTo>
                          <a:pt x="322445" y="194024"/>
                          <a:pt x="311587" y="194024"/>
                          <a:pt x="304919"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0" name="Google Shape;4150;p47"/>
                  <p:cNvSpPr/>
                  <p:nvPr/>
                </p:nvSpPr>
                <p:spPr>
                  <a:xfrm>
                    <a:off x="3849512" y="5137210"/>
                    <a:ext cx="114454" cy="46315"/>
                  </a:xfrm>
                  <a:custGeom>
                    <a:avLst/>
                    <a:gdLst/>
                    <a:ahLst/>
                    <a:cxnLst/>
                    <a:rect l="l" t="t" r="r" b="b"/>
                    <a:pathLst>
                      <a:path w="114454" h="46315" extrusionOk="0">
                        <a:moveTo>
                          <a:pt x="109615" y="46315"/>
                        </a:moveTo>
                        <a:cubicBezTo>
                          <a:pt x="106852" y="42696"/>
                          <a:pt x="102852" y="39267"/>
                          <a:pt x="97708" y="36314"/>
                        </a:cubicBezTo>
                        <a:cubicBezTo>
                          <a:pt x="75325" y="23455"/>
                          <a:pt x="39130" y="23455"/>
                          <a:pt x="16746" y="36314"/>
                        </a:cubicBezTo>
                        <a:cubicBezTo>
                          <a:pt x="11602" y="39267"/>
                          <a:pt x="7602" y="42696"/>
                          <a:pt x="4840" y="46315"/>
                        </a:cubicBezTo>
                        <a:cubicBezTo>
                          <a:pt x="-4400" y="34218"/>
                          <a:pt x="-399" y="19550"/>
                          <a:pt x="16746" y="9644"/>
                        </a:cubicBezTo>
                        <a:cubicBezTo>
                          <a:pt x="39130" y="-3215"/>
                          <a:pt x="75325" y="-3215"/>
                          <a:pt x="97708" y="9644"/>
                        </a:cubicBezTo>
                        <a:cubicBezTo>
                          <a:pt x="114853" y="19550"/>
                          <a:pt x="118854" y="34218"/>
                          <a:pt x="109615" y="46315"/>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1" name="Google Shape;4151;p47"/>
                  <p:cNvSpPr/>
                  <p:nvPr/>
                </p:nvSpPr>
                <p:spPr>
                  <a:xfrm>
                    <a:off x="3854351" y="5163880"/>
                    <a:ext cx="104775" cy="39457"/>
                  </a:xfrm>
                  <a:custGeom>
                    <a:avLst/>
                    <a:gdLst/>
                    <a:ahLst/>
                    <a:cxnLst/>
                    <a:rect l="l" t="t" r="r" b="b"/>
                    <a:pathLst>
                      <a:path w="104775" h="39457" extrusionOk="0">
                        <a:moveTo>
                          <a:pt x="104775" y="19645"/>
                        </a:moveTo>
                        <a:cubicBezTo>
                          <a:pt x="102013" y="23265"/>
                          <a:pt x="98012" y="26694"/>
                          <a:pt x="92869" y="29742"/>
                        </a:cubicBezTo>
                        <a:cubicBezTo>
                          <a:pt x="70485" y="42696"/>
                          <a:pt x="34290" y="42696"/>
                          <a:pt x="11906" y="29742"/>
                        </a:cubicBezTo>
                        <a:cubicBezTo>
                          <a:pt x="6763" y="26789"/>
                          <a:pt x="2762" y="23360"/>
                          <a:pt x="0" y="19645"/>
                        </a:cubicBezTo>
                        <a:cubicBezTo>
                          <a:pt x="2762" y="16026"/>
                          <a:pt x="6763" y="12597"/>
                          <a:pt x="11906" y="9644"/>
                        </a:cubicBezTo>
                        <a:cubicBezTo>
                          <a:pt x="34290" y="-3215"/>
                          <a:pt x="70485" y="-3215"/>
                          <a:pt x="92869" y="9644"/>
                        </a:cubicBezTo>
                        <a:cubicBezTo>
                          <a:pt x="98012" y="12597"/>
                          <a:pt x="102013" y="16026"/>
                          <a:pt x="104775" y="19645"/>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152" name="Google Shape;4152;p47"/>
                <p:cNvGrpSpPr/>
                <p:nvPr/>
              </p:nvGrpSpPr>
              <p:grpSpPr>
                <a:xfrm>
                  <a:off x="3727359" y="4965879"/>
                  <a:ext cx="358830" cy="305800"/>
                  <a:chOff x="3727359" y="4965879"/>
                  <a:chExt cx="358830" cy="305800"/>
                </a:xfrm>
              </p:grpSpPr>
              <p:sp>
                <p:nvSpPr>
                  <p:cNvPr id="4153" name="Google Shape;4153;p47"/>
                  <p:cNvSpPr/>
                  <p:nvPr/>
                </p:nvSpPr>
                <p:spPr>
                  <a:xfrm>
                    <a:off x="3727478" y="5069416"/>
                    <a:ext cx="358711" cy="202263"/>
                  </a:xfrm>
                  <a:custGeom>
                    <a:avLst/>
                    <a:gdLst/>
                    <a:ahLst/>
                    <a:cxnLst/>
                    <a:rect l="l" t="t" r="r" b="b"/>
                    <a:pathLst>
                      <a:path w="358711" h="202263" extrusionOk="0">
                        <a:moveTo>
                          <a:pt x="358616" y="0"/>
                        </a:moveTo>
                        <a:lnTo>
                          <a:pt x="358616" y="98393"/>
                        </a:lnTo>
                        <a:cubicBezTo>
                          <a:pt x="358616" y="125063"/>
                          <a:pt x="340995" y="151733"/>
                          <a:pt x="306038" y="171831"/>
                        </a:cubicBezTo>
                        <a:cubicBezTo>
                          <a:pt x="236125" y="212408"/>
                          <a:pt x="122492" y="212408"/>
                          <a:pt x="52388" y="171831"/>
                        </a:cubicBezTo>
                        <a:cubicBezTo>
                          <a:pt x="17336" y="151733"/>
                          <a:pt x="0" y="125063"/>
                          <a:pt x="0" y="98393"/>
                        </a:cubicBezTo>
                        <a:lnTo>
                          <a:pt x="0" y="0"/>
                        </a:lnTo>
                        <a:lnTo>
                          <a:pt x="358712"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4" name="Google Shape;4154;p47"/>
                  <p:cNvSpPr/>
                  <p:nvPr/>
                </p:nvSpPr>
                <p:spPr>
                  <a:xfrm>
                    <a:off x="3727383" y="5082179"/>
                    <a:ext cx="358711" cy="110633"/>
                  </a:xfrm>
                  <a:custGeom>
                    <a:avLst/>
                    <a:gdLst/>
                    <a:ahLst/>
                    <a:cxnLst/>
                    <a:rect l="l" t="t" r="r" b="b"/>
                    <a:pathLst>
                      <a:path w="358711" h="110633" extrusionOk="0">
                        <a:moveTo>
                          <a:pt x="358711" y="0"/>
                        </a:moveTo>
                        <a:cubicBezTo>
                          <a:pt x="358711" y="26479"/>
                          <a:pt x="341090" y="52864"/>
                          <a:pt x="306133" y="73057"/>
                        </a:cubicBezTo>
                        <a:cubicBezTo>
                          <a:pt x="236220" y="113824"/>
                          <a:pt x="122587" y="113824"/>
                          <a:pt x="52483" y="73057"/>
                        </a:cubicBezTo>
                        <a:cubicBezTo>
                          <a:pt x="18288" y="53340"/>
                          <a:pt x="762" y="27622"/>
                          <a:pt x="0" y="1715"/>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5" name="Google Shape;4155;p47"/>
                  <p:cNvSpPr/>
                  <p:nvPr/>
                </p:nvSpPr>
                <p:spPr>
                  <a:xfrm>
                    <a:off x="3727383" y="5099324"/>
                    <a:ext cx="358711" cy="110632"/>
                  </a:xfrm>
                  <a:custGeom>
                    <a:avLst/>
                    <a:gdLst/>
                    <a:ahLst/>
                    <a:cxnLst/>
                    <a:rect l="l" t="t" r="r" b="b"/>
                    <a:pathLst>
                      <a:path w="358711" h="110632" extrusionOk="0">
                        <a:moveTo>
                          <a:pt x="358711" y="0"/>
                        </a:moveTo>
                        <a:cubicBezTo>
                          <a:pt x="358711" y="26479"/>
                          <a:pt x="341090" y="52959"/>
                          <a:pt x="306133" y="73057"/>
                        </a:cubicBezTo>
                        <a:cubicBezTo>
                          <a:pt x="236220" y="113729"/>
                          <a:pt x="122587" y="113729"/>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6" name="Google Shape;4156;p47"/>
                  <p:cNvSpPr/>
                  <p:nvPr/>
                </p:nvSpPr>
                <p:spPr>
                  <a:xfrm>
                    <a:off x="3727383" y="5116565"/>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7" name="Google Shape;4157;p47"/>
                  <p:cNvSpPr/>
                  <p:nvPr/>
                </p:nvSpPr>
                <p:spPr>
                  <a:xfrm>
                    <a:off x="3727383" y="5133709"/>
                    <a:ext cx="358711" cy="110632"/>
                  </a:xfrm>
                  <a:custGeom>
                    <a:avLst/>
                    <a:gdLst/>
                    <a:ahLst/>
                    <a:cxnLst/>
                    <a:rect l="l" t="t" r="r" b="b"/>
                    <a:pathLst>
                      <a:path w="358711" h="110632" extrusionOk="0">
                        <a:moveTo>
                          <a:pt x="358711" y="0"/>
                        </a:moveTo>
                        <a:cubicBezTo>
                          <a:pt x="358711" y="26479"/>
                          <a:pt x="341090" y="52864"/>
                          <a:pt x="306133" y="73057"/>
                        </a:cubicBezTo>
                        <a:cubicBezTo>
                          <a:pt x="236220" y="113729"/>
                          <a:pt x="122587" y="113729"/>
                          <a:pt x="52483" y="73057"/>
                        </a:cubicBezTo>
                        <a:cubicBezTo>
                          <a:pt x="18288" y="53340"/>
                          <a:pt x="762" y="27622"/>
                          <a:pt x="0" y="1714"/>
                        </a:cubicBezTo>
                        <a:lnTo>
                          <a:pt x="0" y="6763"/>
                        </a:lnTo>
                        <a:cubicBezTo>
                          <a:pt x="0" y="33433"/>
                          <a:pt x="17335" y="60103"/>
                          <a:pt x="52388" y="80201"/>
                        </a:cubicBezTo>
                        <a:cubicBezTo>
                          <a:pt x="122491" y="120777"/>
                          <a:pt x="236125" y="120777"/>
                          <a:pt x="306038" y="80201"/>
                        </a:cubicBezTo>
                        <a:cubicBezTo>
                          <a:pt x="341090" y="60103"/>
                          <a:pt x="358616" y="33433"/>
                          <a:pt x="358616" y="6763"/>
                        </a:cubicBezTo>
                        <a:lnTo>
                          <a:pt x="358616" y="95"/>
                        </a:lnTo>
                        <a:lnTo>
                          <a:pt x="358616" y="95"/>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8" name="Google Shape;4158;p47"/>
                  <p:cNvSpPr/>
                  <p:nvPr/>
                </p:nvSpPr>
                <p:spPr>
                  <a:xfrm>
                    <a:off x="3727383" y="5150855"/>
                    <a:ext cx="358711" cy="110632"/>
                  </a:xfrm>
                  <a:custGeom>
                    <a:avLst/>
                    <a:gdLst/>
                    <a:ahLst/>
                    <a:cxnLst/>
                    <a:rect l="l" t="t" r="r" b="b"/>
                    <a:pathLst>
                      <a:path w="358711" h="110632" extrusionOk="0">
                        <a:moveTo>
                          <a:pt x="358711" y="0"/>
                        </a:moveTo>
                        <a:cubicBezTo>
                          <a:pt x="358711" y="26479"/>
                          <a:pt x="341090" y="52864"/>
                          <a:pt x="306133" y="73057"/>
                        </a:cubicBezTo>
                        <a:cubicBezTo>
                          <a:pt x="236220" y="113728"/>
                          <a:pt x="122587" y="113728"/>
                          <a:pt x="52483" y="73057"/>
                        </a:cubicBezTo>
                        <a:cubicBezTo>
                          <a:pt x="18288" y="53340"/>
                          <a:pt x="762" y="27527"/>
                          <a:pt x="0" y="1714"/>
                        </a:cubicBezTo>
                        <a:lnTo>
                          <a:pt x="0" y="6763"/>
                        </a:lnTo>
                        <a:cubicBezTo>
                          <a:pt x="0" y="33433"/>
                          <a:pt x="17335" y="60103"/>
                          <a:pt x="52388" y="80200"/>
                        </a:cubicBezTo>
                        <a:cubicBezTo>
                          <a:pt x="122491" y="120777"/>
                          <a:pt x="236125" y="120777"/>
                          <a:pt x="306038" y="80200"/>
                        </a:cubicBezTo>
                        <a:cubicBezTo>
                          <a:pt x="341090" y="60103"/>
                          <a:pt x="358616" y="33433"/>
                          <a:pt x="358616" y="6763"/>
                        </a:cubicBezTo>
                        <a:lnTo>
                          <a:pt x="358616" y="0"/>
                        </a:lnTo>
                        <a:lnTo>
                          <a:pt x="358616" y="0"/>
                        </a:lnTo>
                        <a:close/>
                      </a:path>
                    </a:pathLst>
                  </a:custGeom>
                  <a:solidFill>
                    <a:srgbClr val="000000">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9" name="Google Shape;4159;p47"/>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0" name="Google Shape;4160;p47"/>
                  <p:cNvSpPr/>
                  <p:nvPr/>
                </p:nvSpPr>
                <p:spPr>
                  <a:xfrm>
                    <a:off x="3741504" y="4974118"/>
                    <a:ext cx="330446" cy="190785"/>
                  </a:xfrm>
                  <a:custGeom>
                    <a:avLst/>
                    <a:gdLst/>
                    <a:ahLst/>
                    <a:cxnLst/>
                    <a:rect l="l" t="t" r="r" b="b"/>
                    <a:pathLst>
                      <a:path w="330446" h="190785" extrusionOk="0">
                        <a:moveTo>
                          <a:pt x="48363" y="162639"/>
                        </a:moveTo>
                        <a:cubicBezTo>
                          <a:pt x="112943" y="200168"/>
                          <a:pt x="217622" y="200168"/>
                          <a:pt x="282012" y="162639"/>
                        </a:cubicBezTo>
                        <a:cubicBezTo>
                          <a:pt x="346591" y="125492"/>
                          <a:pt x="346591" y="65008"/>
                          <a:pt x="282012" y="27861"/>
                        </a:cubicBezTo>
                        <a:cubicBezTo>
                          <a:pt x="217622" y="-9287"/>
                          <a:pt x="112943" y="-9287"/>
                          <a:pt x="48363" y="27861"/>
                        </a:cubicBezTo>
                        <a:cubicBezTo>
                          <a:pt x="-16121" y="65008"/>
                          <a:pt x="-16121" y="125492"/>
                          <a:pt x="48363" y="16263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1" name="Google Shape;4161;p47"/>
                  <p:cNvSpPr/>
                  <p:nvPr/>
                </p:nvSpPr>
                <p:spPr>
                  <a:xfrm>
                    <a:off x="3752172" y="4980190"/>
                    <a:ext cx="309014" cy="178474"/>
                  </a:xfrm>
                  <a:custGeom>
                    <a:avLst/>
                    <a:gdLst/>
                    <a:ahLst/>
                    <a:cxnLst/>
                    <a:rect l="l" t="t" r="r" b="b"/>
                    <a:pathLst>
                      <a:path w="309014" h="178474" extrusionOk="0">
                        <a:moveTo>
                          <a:pt x="45220" y="152186"/>
                        </a:moveTo>
                        <a:cubicBezTo>
                          <a:pt x="105609" y="187238"/>
                          <a:pt x="203526" y="187238"/>
                          <a:pt x="263723" y="152186"/>
                        </a:cubicBezTo>
                        <a:cubicBezTo>
                          <a:pt x="324112" y="117419"/>
                          <a:pt x="324112" y="60841"/>
                          <a:pt x="263723" y="26075"/>
                        </a:cubicBezTo>
                        <a:cubicBezTo>
                          <a:pt x="203526" y="-8692"/>
                          <a:pt x="105609" y="-8692"/>
                          <a:pt x="45220" y="26075"/>
                        </a:cubicBezTo>
                        <a:cubicBezTo>
                          <a:pt x="-15073" y="60841"/>
                          <a:pt x="-15073" y="117324"/>
                          <a:pt x="45220" y="15218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2" name="Google Shape;4162;p47"/>
                  <p:cNvSpPr/>
                  <p:nvPr/>
                </p:nvSpPr>
                <p:spPr>
                  <a:xfrm>
                    <a:off x="3760768" y="4985524"/>
                    <a:ext cx="291917" cy="168568"/>
                  </a:xfrm>
                  <a:custGeom>
                    <a:avLst/>
                    <a:gdLst/>
                    <a:ahLst/>
                    <a:cxnLst/>
                    <a:rect l="l" t="t" r="r" b="b"/>
                    <a:pathLst>
                      <a:path w="291917" h="168568" extrusionOk="0">
                        <a:moveTo>
                          <a:pt x="42720" y="143708"/>
                        </a:moveTo>
                        <a:cubicBezTo>
                          <a:pt x="99774" y="176855"/>
                          <a:pt x="192262" y="176855"/>
                          <a:pt x="249126" y="143708"/>
                        </a:cubicBezTo>
                        <a:cubicBezTo>
                          <a:pt x="306181" y="110847"/>
                          <a:pt x="306181" y="57507"/>
                          <a:pt x="249126" y="24646"/>
                        </a:cubicBezTo>
                        <a:cubicBezTo>
                          <a:pt x="192262" y="-8215"/>
                          <a:pt x="99774" y="-8215"/>
                          <a:pt x="42720" y="24646"/>
                        </a:cubicBezTo>
                        <a:cubicBezTo>
                          <a:pt x="-14240" y="57507"/>
                          <a:pt x="-14240" y="110847"/>
                          <a:pt x="42720" y="14370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3" name="Google Shape;4163;p47"/>
                  <p:cNvSpPr/>
                  <p:nvPr/>
                </p:nvSpPr>
                <p:spPr>
                  <a:xfrm>
                    <a:off x="3769793" y="4990263"/>
                    <a:ext cx="273962" cy="158257"/>
                  </a:xfrm>
                  <a:custGeom>
                    <a:avLst/>
                    <a:gdLst/>
                    <a:ahLst/>
                    <a:cxnLst/>
                    <a:rect l="l" t="t" r="r" b="b"/>
                    <a:pathLst>
                      <a:path w="273962" h="158257" extrusionOk="0">
                        <a:moveTo>
                          <a:pt x="40076" y="134969"/>
                        </a:moveTo>
                        <a:cubicBezTo>
                          <a:pt x="93607" y="166021"/>
                          <a:pt x="180475" y="166021"/>
                          <a:pt x="233815" y="134969"/>
                        </a:cubicBezTo>
                        <a:cubicBezTo>
                          <a:pt x="287346" y="104108"/>
                          <a:pt x="287346" y="54007"/>
                          <a:pt x="233815" y="23146"/>
                        </a:cubicBezTo>
                        <a:cubicBezTo>
                          <a:pt x="180475" y="-7715"/>
                          <a:pt x="93607" y="-7715"/>
                          <a:pt x="40076" y="23146"/>
                        </a:cubicBezTo>
                        <a:cubicBezTo>
                          <a:pt x="-13359" y="53912"/>
                          <a:pt x="-13359" y="104108"/>
                          <a:pt x="40076" y="13496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4" name="Google Shape;4164;p47"/>
                  <p:cNvSpPr/>
                  <p:nvPr/>
                </p:nvSpPr>
                <p:spPr>
                  <a:xfrm>
                    <a:off x="3777342" y="4995073"/>
                    <a:ext cx="258770" cy="149471"/>
                  </a:xfrm>
                  <a:custGeom>
                    <a:avLst/>
                    <a:gdLst/>
                    <a:ahLst/>
                    <a:cxnLst/>
                    <a:rect l="l" t="t" r="r" b="b"/>
                    <a:pathLst>
                      <a:path w="258770" h="149471" extrusionOk="0">
                        <a:moveTo>
                          <a:pt x="37862" y="127397"/>
                        </a:moveTo>
                        <a:cubicBezTo>
                          <a:pt x="88440" y="156829"/>
                          <a:pt x="170450" y="156829"/>
                          <a:pt x="220837" y="127397"/>
                        </a:cubicBezTo>
                        <a:cubicBezTo>
                          <a:pt x="271415" y="98251"/>
                          <a:pt x="271415" y="50911"/>
                          <a:pt x="220837" y="21860"/>
                        </a:cubicBezTo>
                        <a:cubicBezTo>
                          <a:pt x="170450" y="-7287"/>
                          <a:pt x="88440" y="-7287"/>
                          <a:pt x="37862" y="21860"/>
                        </a:cubicBezTo>
                        <a:cubicBezTo>
                          <a:pt x="-12621" y="51007"/>
                          <a:pt x="-12621" y="98346"/>
                          <a:pt x="37862" y="127397"/>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5" name="Google Shape;4165;p47"/>
                  <p:cNvSpPr/>
                  <p:nvPr/>
                </p:nvSpPr>
                <p:spPr>
                  <a:xfrm>
                    <a:off x="3784890" y="4999026"/>
                    <a:ext cx="243673" cy="140731"/>
                  </a:xfrm>
                  <a:custGeom>
                    <a:avLst/>
                    <a:gdLst/>
                    <a:ahLst/>
                    <a:cxnLst/>
                    <a:rect l="l" t="t" r="r" b="b"/>
                    <a:pathLst>
                      <a:path w="243673" h="140731" extrusionOk="0">
                        <a:moveTo>
                          <a:pt x="35647" y="120015"/>
                        </a:moveTo>
                        <a:cubicBezTo>
                          <a:pt x="83272" y="147638"/>
                          <a:pt x="160520" y="147638"/>
                          <a:pt x="207955" y="120015"/>
                        </a:cubicBezTo>
                        <a:cubicBezTo>
                          <a:pt x="255580" y="92583"/>
                          <a:pt x="255580" y="48006"/>
                          <a:pt x="207955" y="20574"/>
                        </a:cubicBezTo>
                        <a:cubicBezTo>
                          <a:pt x="160520" y="-6858"/>
                          <a:pt x="83272" y="-6858"/>
                          <a:pt x="35647" y="20574"/>
                        </a:cubicBezTo>
                        <a:cubicBezTo>
                          <a:pt x="-11882" y="48006"/>
                          <a:pt x="-11882" y="92583"/>
                          <a:pt x="35647" y="120015"/>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6" name="Google Shape;4166;p47"/>
                  <p:cNvSpPr/>
                  <p:nvPr/>
                </p:nvSpPr>
                <p:spPr>
                  <a:xfrm>
                    <a:off x="3791677" y="5003217"/>
                    <a:ext cx="230219" cy="132921"/>
                  </a:xfrm>
                  <a:custGeom>
                    <a:avLst/>
                    <a:gdLst/>
                    <a:ahLst/>
                    <a:cxnLst/>
                    <a:rect l="l" t="t" r="r" b="b"/>
                    <a:pathLst>
                      <a:path w="230219" h="132921" extrusionOk="0">
                        <a:moveTo>
                          <a:pt x="33719" y="113348"/>
                        </a:moveTo>
                        <a:cubicBezTo>
                          <a:pt x="78677" y="139446"/>
                          <a:pt x="151638" y="139446"/>
                          <a:pt x="196501" y="113348"/>
                        </a:cubicBezTo>
                        <a:cubicBezTo>
                          <a:pt x="241459" y="87440"/>
                          <a:pt x="241459" y="45339"/>
                          <a:pt x="196501" y="19431"/>
                        </a:cubicBezTo>
                        <a:cubicBezTo>
                          <a:pt x="151638" y="-6477"/>
                          <a:pt x="78677" y="-6477"/>
                          <a:pt x="33719" y="19431"/>
                        </a:cubicBezTo>
                        <a:cubicBezTo>
                          <a:pt x="-11240" y="45339"/>
                          <a:pt x="-11240" y="87440"/>
                          <a:pt x="33719" y="113348"/>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7" name="Google Shape;4167;p47"/>
                  <p:cNvSpPr/>
                  <p:nvPr/>
                </p:nvSpPr>
                <p:spPr>
                  <a:xfrm>
                    <a:off x="3798702" y="5007098"/>
                    <a:ext cx="216074" cy="124753"/>
                  </a:xfrm>
                  <a:custGeom>
                    <a:avLst/>
                    <a:gdLst/>
                    <a:ahLst/>
                    <a:cxnLst/>
                    <a:rect l="l" t="t" r="r" b="b"/>
                    <a:pathLst>
                      <a:path w="216074" h="124753" extrusionOk="0">
                        <a:moveTo>
                          <a:pt x="31647" y="106323"/>
                        </a:moveTo>
                        <a:cubicBezTo>
                          <a:pt x="73843" y="130897"/>
                          <a:pt x="142327" y="130897"/>
                          <a:pt x="184428" y="106323"/>
                        </a:cubicBezTo>
                        <a:cubicBezTo>
                          <a:pt x="226624" y="82034"/>
                          <a:pt x="226624" y="42505"/>
                          <a:pt x="184428" y="18216"/>
                        </a:cubicBezTo>
                        <a:cubicBezTo>
                          <a:pt x="142327" y="-6072"/>
                          <a:pt x="73843" y="-6072"/>
                          <a:pt x="31647" y="18216"/>
                        </a:cubicBezTo>
                        <a:cubicBezTo>
                          <a:pt x="-10549" y="42505"/>
                          <a:pt x="-10549" y="82034"/>
                          <a:pt x="31647" y="106323"/>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8" name="Google Shape;4168;p47"/>
                  <p:cNvSpPr/>
                  <p:nvPr/>
                </p:nvSpPr>
                <p:spPr>
                  <a:xfrm>
                    <a:off x="3804679" y="5010765"/>
                    <a:ext cx="204097" cy="117824"/>
                  </a:xfrm>
                  <a:custGeom>
                    <a:avLst/>
                    <a:gdLst/>
                    <a:ahLst/>
                    <a:cxnLst/>
                    <a:rect l="l" t="t" r="r" b="b"/>
                    <a:pathLst>
                      <a:path w="204097" h="117824" extrusionOk="0">
                        <a:moveTo>
                          <a:pt x="29861" y="100465"/>
                        </a:moveTo>
                        <a:cubicBezTo>
                          <a:pt x="69771" y="123611"/>
                          <a:pt x="134445" y="123611"/>
                          <a:pt x="174165" y="100465"/>
                        </a:cubicBezTo>
                        <a:cubicBezTo>
                          <a:pt x="214075" y="77510"/>
                          <a:pt x="214075" y="40172"/>
                          <a:pt x="174165" y="17216"/>
                        </a:cubicBezTo>
                        <a:cubicBezTo>
                          <a:pt x="134445" y="-5739"/>
                          <a:pt x="69771" y="-5739"/>
                          <a:pt x="29861" y="17216"/>
                        </a:cubicBezTo>
                        <a:cubicBezTo>
                          <a:pt x="-9954" y="40172"/>
                          <a:pt x="-9954" y="77510"/>
                          <a:pt x="29861" y="10046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9" name="Google Shape;4169;p47"/>
                  <p:cNvSpPr/>
                  <p:nvPr/>
                </p:nvSpPr>
                <p:spPr>
                  <a:xfrm>
                    <a:off x="3810155" y="5013695"/>
                    <a:ext cx="193167" cy="111489"/>
                  </a:xfrm>
                  <a:custGeom>
                    <a:avLst/>
                    <a:gdLst/>
                    <a:ahLst/>
                    <a:cxnLst/>
                    <a:rect l="l" t="t" r="r" b="b"/>
                    <a:pathLst>
                      <a:path w="193167" h="111489" extrusionOk="0">
                        <a:moveTo>
                          <a:pt x="28289" y="95059"/>
                        </a:moveTo>
                        <a:cubicBezTo>
                          <a:pt x="66008" y="116967"/>
                          <a:pt x="127254" y="116967"/>
                          <a:pt x="164878" y="95059"/>
                        </a:cubicBezTo>
                        <a:cubicBezTo>
                          <a:pt x="202597" y="73342"/>
                          <a:pt x="202597" y="38005"/>
                          <a:pt x="164878" y="16288"/>
                        </a:cubicBezTo>
                        <a:cubicBezTo>
                          <a:pt x="127254" y="-5429"/>
                          <a:pt x="66103" y="-5429"/>
                          <a:pt x="28289" y="16288"/>
                        </a:cubicBezTo>
                        <a:cubicBezTo>
                          <a:pt x="-9430" y="38005"/>
                          <a:pt x="-9430" y="73342"/>
                          <a:pt x="28289" y="95059"/>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0" name="Google Shape;4170;p47"/>
                  <p:cNvSpPr/>
                  <p:nvPr/>
                </p:nvSpPr>
                <p:spPr>
                  <a:xfrm>
                    <a:off x="3815537" y="5017004"/>
                    <a:ext cx="182403" cy="105251"/>
                  </a:xfrm>
                  <a:custGeom>
                    <a:avLst/>
                    <a:gdLst/>
                    <a:ahLst/>
                    <a:cxnLst/>
                    <a:rect l="l" t="t" r="r" b="b"/>
                    <a:pathLst>
                      <a:path w="182403" h="105251" extrusionOk="0">
                        <a:moveTo>
                          <a:pt x="26718" y="89749"/>
                        </a:moveTo>
                        <a:cubicBezTo>
                          <a:pt x="62341" y="110419"/>
                          <a:pt x="120158" y="110419"/>
                          <a:pt x="155686" y="89749"/>
                        </a:cubicBezTo>
                        <a:cubicBezTo>
                          <a:pt x="191310" y="69271"/>
                          <a:pt x="191310" y="35838"/>
                          <a:pt x="155686" y="15359"/>
                        </a:cubicBezTo>
                        <a:cubicBezTo>
                          <a:pt x="120158" y="-5120"/>
                          <a:pt x="62341" y="-5120"/>
                          <a:pt x="26718" y="15359"/>
                        </a:cubicBezTo>
                        <a:cubicBezTo>
                          <a:pt x="-8906" y="35933"/>
                          <a:pt x="-8906" y="69271"/>
                          <a:pt x="26718" y="8974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1" name="Google Shape;4171;p47"/>
                  <p:cNvSpPr/>
                  <p:nvPr/>
                </p:nvSpPr>
                <p:spPr>
                  <a:xfrm>
                    <a:off x="3820824" y="5019862"/>
                    <a:ext cx="171807" cy="99250"/>
                  </a:xfrm>
                  <a:custGeom>
                    <a:avLst/>
                    <a:gdLst/>
                    <a:ahLst/>
                    <a:cxnLst/>
                    <a:rect l="l" t="t" r="r" b="b"/>
                    <a:pathLst>
                      <a:path w="171807" h="99250" extrusionOk="0">
                        <a:moveTo>
                          <a:pt x="25146" y="84606"/>
                        </a:moveTo>
                        <a:cubicBezTo>
                          <a:pt x="58769" y="104132"/>
                          <a:pt x="113157" y="104132"/>
                          <a:pt x="146590" y="84606"/>
                        </a:cubicBezTo>
                        <a:cubicBezTo>
                          <a:pt x="180213" y="65270"/>
                          <a:pt x="180213" y="33838"/>
                          <a:pt x="146590" y="14502"/>
                        </a:cubicBezTo>
                        <a:cubicBezTo>
                          <a:pt x="113157" y="-4834"/>
                          <a:pt x="58674" y="-4834"/>
                          <a:pt x="25146" y="14502"/>
                        </a:cubicBezTo>
                        <a:cubicBezTo>
                          <a:pt x="-8382" y="33838"/>
                          <a:pt x="-8382" y="65270"/>
                          <a:pt x="25146" y="84606"/>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2" name="Google Shape;4172;p47"/>
                  <p:cNvSpPr/>
                  <p:nvPr/>
                </p:nvSpPr>
                <p:spPr>
                  <a:xfrm>
                    <a:off x="3825681" y="5022743"/>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2004"/>
                          <a:pt x="138493" y="13716"/>
                        </a:cubicBezTo>
                        <a:cubicBezTo>
                          <a:pt x="106870" y="-4572"/>
                          <a:pt x="55435" y="-4572"/>
                          <a:pt x="23717" y="13716"/>
                        </a:cubicBezTo>
                        <a:cubicBezTo>
                          <a:pt x="-7906" y="32004"/>
                          <a:pt x="-7906" y="61627"/>
                          <a:pt x="23717" y="79915"/>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3" name="Google Shape;4173;p47"/>
                  <p:cNvSpPr/>
                  <p:nvPr/>
                </p:nvSpPr>
                <p:spPr>
                  <a:xfrm>
                    <a:off x="3830539" y="5025505"/>
                    <a:ext cx="152304" cy="87892"/>
                  </a:xfrm>
                  <a:custGeom>
                    <a:avLst/>
                    <a:gdLst/>
                    <a:ahLst/>
                    <a:cxnLst/>
                    <a:rect l="l" t="t" r="r" b="b"/>
                    <a:pathLst>
                      <a:path w="152304" h="87892" extrusionOk="0">
                        <a:moveTo>
                          <a:pt x="22288" y="74962"/>
                        </a:moveTo>
                        <a:cubicBezTo>
                          <a:pt x="52102" y="92202"/>
                          <a:pt x="100298" y="92202"/>
                          <a:pt x="130016" y="74962"/>
                        </a:cubicBezTo>
                        <a:cubicBezTo>
                          <a:pt x="159734" y="57817"/>
                          <a:pt x="159734" y="30004"/>
                          <a:pt x="130016" y="12859"/>
                        </a:cubicBezTo>
                        <a:cubicBezTo>
                          <a:pt x="100298" y="-4286"/>
                          <a:pt x="52102" y="-4286"/>
                          <a:pt x="22288" y="12859"/>
                        </a:cubicBezTo>
                        <a:cubicBezTo>
                          <a:pt x="-7429" y="30004"/>
                          <a:pt x="-7429" y="57817"/>
                          <a:pt x="22288" y="74962"/>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4" name="Google Shape;4174;p47"/>
                  <p:cNvSpPr/>
                  <p:nvPr/>
                </p:nvSpPr>
                <p:spPr>
                  <a:xfrm>
                    <a:off x="3834801" y="5028125"/>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E31B2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5" name="Google Shape;4175;p47"/>
                  <p:cNvSpPr/>
                  <p:nvPr/>
                </p:nvSpPr>
                <p:spPr>
                  <a:xfrm>
                    <a:off x="3841921" y="5032387"/>
                    <a:ext cx="129635" cy="74794"/>
                  </a:xfrm>
                  <a:custGeom>
                    <a:avLst/>
                    <a:gdLst/>
                    <a:ahLst/>
                    <a:cxnLst/>
                    <a:rect l="l" t="t" r="r" b="b"/>
                    <a:pathLst>
                      <a:path w="129635" h="74794" extrusionOk="0">
                        <a:moveTo>
                          <a:pt x="19002" y="63794"/>
                        </a:moveTo>
                        <a:cubicBezTo>
                          <a:pt x="44339" y="78462"/>
                          <a:pt x="85392" y="78462"/>
                          <a:pt x="110633" y="63794"/>
                        </a:cubicBezTo>
                        <a:cubicBezTo>
                          <a:pt x="135969" y="49220"/>
                          <a:pt x="135969" y="25503"/>
                          <a:pt x="110633" y="10930"/>
                        </a:cubicBezTo>
                        <a:cubicBezTo>
                          <a:pt x="85392" y="-3643"/>
                          <a:pt x="44339" y="-3643"/>
                          <a:pt x="19002" y="10930"/>
                        </a:cubicBezTo>
                        <a:cubicBezTo>
                          <a:pt x="-6334" y="25503"/>
                          <a:pt x="-6334" y="49220"/>
                          <a:pt x="19002" y="63794"/>
                        </a:cubicBezTo>
                        <a:close/>
                      </a:path>
                    </a:pathLst>
                  </a:custGeom>
                  <a:solidFill>
                    <a:srgbClr val="9C251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6" name="Google Shape;4176;p47"/>
                  <p:cNvSpPr/>
                  <p:nvPr/>
                </p:nvSpPr>
                <p:spPr>
                  <a:xfrm>
                    <a:off x="3727359" y="4965879"/>
                    <a:ext cx="358735" cy="207097"/>
                  </a:xfrm>
                  <a:custGeom>
                    <a:avLst/>
                    <a:gdLst/>
                    <a:ahLst/>
                    <a:cxnLst/>
                    <a:rect l="l" t="t" r="r" b="b"/>
                    <a:pathLst>
                      <a:path w="358735" h="207097" extrusionOk="0">
                        <a:moveTo>
                          <a:pt x="52507" y="176594"/>
                        </a:moveTo>
                        <a:cubicBezTo>
                          <a:pt x="122611" y="217265"/>
                          <a:pt x="236244" y="217265"/>
                          <a:pt x="306157" y="176594"/>
                        </a:cubicBezTo>
                        <a:cubicBezTo>
                          <a:pt x="376262" y="136207"/>
                          <a:pt x="376262" y="70580"/>
                          <a:pt x="306157" y="30289"/>
                        </a:cubicBezTo>
                        <a:cubicBezTo>
                          <a:pt x="236244" y="-10096"/>
                          <a:pt x="122611" y="-10096"/>
                          <a:pt x="52507" y="30289"/>
                        </a:cubicBezTo>
                        <a:cubicBezTo>
                          <a:pt x="-17502" y="70580"/>
                          <a:pt x="-17502" y="136207"/>
                          <a:pt x="52507" y="17659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177" name="Google Shape;4177;p47"/>
                <p:cNvGrpSpPr/>
                <p:nvPr/>
              </p:nvGrpSpPr>
              <p:grpSpPr>
                <a:xfrm>
                  <a:off x="3703857" y="4939685"/>
                  <a:ext cx="405669" cy="247649"/>
                  <a:chOff x="3703857" y="4939685"/>
                  <a:chExt cx="405669" cy="247649"/>
                </a:xfrm>
              </p:grpSpPr>
              <p:sp>
                <p:nvSpPr>
                  <p:cNvPr id="4178" name="Google Shape;4178;p47"/>
                  <p:cNvSpPr/>
                  <p:nvPr/>
                </p:nvSpPr>
                <p:spPr>
                  <a:xfrm>
                    <a:off x="3703857" y="4953115"/>
                    <a:ext cx="405574" cy="234219"/>
                  </a:xfrm>
                  <a:custGeom>
                    <a:avLst/>
                    <a:gdLst/>
                    <a:ahLst/>
                    <a:cxnLst/>
                    <a:rect l="l" t="t" r="r" b="b"/>
                    <a:pathLst>
                      <a:path w="405574" h="234219" extrusionOk="0">
                        <a:moveTo>
                          <a:pt x="404336" y="103727"/>
                        </a:moveTo>
                        <a:cubicBezTo>
                          <a:pt x="399288" y="78296"/>
                          <a:pt x="379952" y="53721"/>
                          <a:pt x="346234" y="34290"/>
                        </a:cubicBezTo>
                        <a:cubicBezTo>
                          <a:pt x="266986" y="-11430"/>
                          <a:pt x="138589" y="-11430"/>
                          <a:pt x="59436" y="34290"/>
                        </a:cubicBezTo>
                        <a:cubicBezTo>
                          <a:pt x="25527" y="53912"/>
                          <a:pt x="6096" y="78677"/>
                          <a:pt x="1238" y="104299"/>
                        </a:cubicBezTo>
                        <a:lnTo>
                          <a:pt x="0" y="103823"/>
                        </a:lnTo>
                        <a:lnTo>
                          <a:pt x="0" y="117824"/>
                        </a:lnTo>
                        <a:lnTo>
                          <a:pt x="0" y="117824"/>
                        </a:lnTo>
                        <a:cubicBezTo>
                          <a:pt x="381" y="147542"/>
                          <a:pt x="20098" y="177165"/>
                          <a:pt x="59341" y="199930"/>
                        </a:cubicBezTo>
                        <a:cubicBezTo>
                          <a:pt x="138589" y="245650"/>
                          <a:pt x="266986" y="245650"/>
                          <a:pt x="346138" y="199930"/>
                        </a:cubicBezTo>
                        <a:cubicBezTo>
                          <a:pt x="385763" y="177070"/>
                          <a:pt x="405574" y="147066"/>
                          <a:pt x="405574" y="117157"/>
                        </a:cubicBezTo>
                        <a:lnTo>
                          <a:pt x="405574" y="103823"/>
                        </a:lnTo>
                        <a:lnTo>
                          <a:pt x="404241" y="103823"/>
                        </a:lnTo>
                        <a:close/>
                        <a:moveTo>
                          <a:pt x="76200" y="43910"/>
                        </a:moveTo>
                        <a:cubicBezTo>
                          <a:pt x="82963" y="40005"/>
                          <a:pt x="93821" y="40005"/>
                          <a:pt x="100584" y="43910"/>
                        </a:cubicBezTo>
                        <a:lnTo>
                          <a:pt x="150209" y="72581"/>
                        </a:lnTo>
                        <a:cubicBezTo>
                          <a:pt x="156972" y="76486"/>
                          <a:pt x="156972" y="82772"/>
                          <a:pt x="150209" y="86582"/>
                        </a:cubicBezTo>
                        <a:cubicBezTo>
                          <a:pt x="143446" y="90488"/>
                          <a:pt x="132588" y="90488"/>
                          <a:pt x="125921" y="86582"/>
                        </a:cubicBezTo>
                        <a:lnTo>
                          <a:pt x="76295" y="57912"/>
                        </a:lnTo>
                        <a:cubicBezTo>
                          <a:pt x="69532" y="54007"/>
                          <a:pt x="69532" y="47720"/>
                          <a:pt x="76295" y="43910"/>
                        </a:cubicBezTo>
                        <a:close/>
                        <a:moveTo>
                          <a:pt x="40957" y="126873"/>
                        </a:moveTo>
                        <a:cubicBezTo>
                          <a:pt x="31432" y="126873"/>
                          <a:pt x="23717" y="122396"/>
                          <a:pt x="23717" y="116967"/>
                        </a:cubicBezTo>
                        <a:cubicBezTo>
                          <a:pt x="23717" y="111538"/>
                          <a:pt x="31432" y="107061"/>
                          <a:pt x="40957" y="107061"/>
                        </a:cubicBezTo>
                        <a:lnTo>
                          <a:pt x="111062" y="107061"/>
                        </a:lnTo>
                        <a:cubicBezTo>
                          <a:pt x="120587" y="107061"/>
                          <a:pt x="128302" y="111538"/>
                          <a:pt x="128302" y="116967"/>
                        </a:cubicBezTo>
                        <a:cubicBezTo>
                          <a:pt x="128302" y="122396"/>
                          <a:pt x="120587" y="126873"/>
                          <a:pt x="111062" y="126873"/>
                        </a:cubicBezTo>
                        <a:lnTo>
                          <a:pt x="40957" y="126873"/>
                        </a:lnTo>
                        <a:close/>
                        <a:moveTo>
                          <a:pt x="150114" y="161354"/>
                        </a:moveTo>
                        <a:lnTo>
                          <a:pt x="100489" y="190024"/>
                        </a:lnTo>
                        <a:cubicBezTo>
                          <a:pt x="93726" y="193929"/>
                          <a:pt x="82867" y="193929"/>
                          <a:pt x="76105" y="190024"/>
                        </a:cubicBezTo>
                        <a:cubicBezTo>
                          <a:pt x="69342" y="186119"/>
                          <a:pt x="69342" y="179832"/>
                          <a:pt x="76105" y="176022"/>
                        </a:cubicBezTo>
                        <a:lnTo>
                          <a:pt x="125730" y="147352"/>
                        </a:lnTo>
                        <a:cubicBezTo>
                          <a:pt x="132493" y="143447"/>
                          <a:pt x="143351" y="143447"/>
                          <a:pt x="150019" y="147352"/>
                        </a:cubicBezTo>
                        <a:cubicBezTo>
                          <a:pt x="156781" y="151257"/>
                          <a:pt x="156781" y="157544"/>
                          <a:pt x="150019" y="161354"/>
                        </a:cubicBezTo>
                        <a:close/>
                        <a:moveTo>
                          <a:pt x="185547" y="23431"/>
                        </a:moveTo>
                        <a:cubicBezTo>
                          <a:pt x="185547" y="17907"/>
                          <a:pt x="193262" y="13525"/>
                          <a:pt x="202787" y="13525"/>
                        </a:cubicBezTo>
                        <a:cubicBezTo>
                          <a:pt x="212312" y="13525"/>
                          <a:pt x="220027" y="18002"/>
                          <a:pt x="220027" y="23431"/>
                        </a:cubicBezTo>
                        <a:lnTo>
                          <a:pt x="220027" y="63913"/>
                        </a:lnTo>
                        <a:cubicBezTo>
                          <a:pt x="220027" y="69437"/>
                          <a:pt x="212312" y="73819"/>
                          <a:pt x="202787" y="73819"/>
                        </a:cubicBezTo>
                        <a:cubicBezTo>
                          <a:pt x="193262" y="73819"/>
                          <a:pt x="185547" y="69342"/>
                          <a:pt x="185547" y="63913"/>
                        </a:cubicBezTo>
                        <a:lnTo>
                          <a:pt x="185547" y="23431"/>
                        </a:lnTo>
                        <a:close/>
                        <a:moveTo>
                          <a:pt x="202787" y="220218"/>
                        </a:moveTo>
                        <a:cubicBezTo>
                          <a:pt x="193262" y="220218"/>
                          <a:pt x="185547" y="215741"/>
                          <a:pt x="185547" y="210312"/>
                        </a:cubicBezTo>
                        <a:lnTo>
                          <a:pt x="185547" y="169831"/>
                        </a:lnTo>
                        <a:cubicBezTo>
                          <a:pt x="185547" y="164306"/>
                          <a:pt x="193262" y="159925"/>
                          <a:pt x="202787" y="159925"/>
                        </a:cubicBezTo>
                        <a:cubicBezTo>
                          <a:pt x="212312" y="159925"/>
                          <a:pt x="220027" y="164402"/>
                          <a:pt x="220027" y="169831"/>
                        </a:cubicBezTo>
                        <a:lnTo>
                          <a:pt x="220027" y="210312"/>
                        </a:lnTo>
                        <a:cubicBezTo>
                          <a:pt x="220027" y="215837"/>
                          <a:pt x="212312" y="220218"/>
                          <a:pt x="202787" y="220218"/>
                        </a:cubicBezTo>
                        <a:close/>
                        <a:moveTo>
                          <a:pt x="255460" y="72390"/>
                        </a:moveTo>
                        <a:lnTo>
                          <a:pt x="305086" y="43720"/>
                        </a:lnTo>
                        <a:cubicBezTo>
                          <a:pt x="311848" y="39815"/>
                          <a:pt x="322707" y="39815"/>
                          <a:pt x="329374" y="43720"/>
                        </a:cubicBezTo>
                        <a:cubicBezTo>
                          <a:pt x="336137" y="47625"/>
                          <a:pt x="336137" y="53912"/>
                          <a:pt x="329374" y="57722"/>
                        </a:cubicBezTo>
                        <a:lnTo>
                          <a:pt x="279749" y="86392"/>
                        </a:lnTo>
                        <a:cubicBezTo>
                          <a:pt x="272987" y="90297"/>
                          <a:pt x="262128" y="90297"/>
                          <a:pt x="255460" y="86392"/>
                        </a:cubicBezTo>
                        <a:cubicBezTo>
                          <a:pt x="248698" y="82487"/>
                          <a:pt x="248698" y="76200"/>
                          <a:pt x="255460" y="72390"/>
                        </a:cubicBezTo>
                        <a:close/>
                        <a:moveTo>
                          <a:pt x="329374" y="189929"/>
                        </a:moveTo>
                        <a:cubicBezTo>
                          <a:pt x="322612" y="193834"/>
                          <a:pt x="311753" y="193834"/>
                          <a:pt x="305086" y="189929"/>
                        </a:cubicBezTo>
                        <a:lnTo>
                          <a:pt x="255460" y="161258"/>
                        </a:lnTo>
                        <a:cubicBezTo>
                          <a:pt x="248698" y="157353"/>
                          <a:pt x="248698" y="151066"/>
                          <a:pt x="255460" y="147256"/>
                        </a:cubicBezTo>
                        <a:cubicBezTo>
                          <a:pt x="262223" y="143351"/>
                          <a:pt x="273082" y="143351"/>
                          <a:pt x="279749" y="147256"/>
                        </a:cubicBezTo>
                        <a:lnTo>
                          <a:pt x="329374" y="175927"/>
                        </a:lnTo>
                        <a:cubicBezTo>
                          <a:pt x="336137" y="179832"/>
                          <a:pt x="336137" y="186119"/>
                          <a:pt x="329374" y="189929"/>
                        </a:cubicBezTo>
                        <a:close/>
                        <a:moveTo>
                          <a:pt x="364617" y="126778"/>
                        </a:moveTo>
                        <a:lnTo>
                          <a:pt x="294418" y="126778"/>
                        </a:lnTo>
                        <a:cubicBezTo>
                          <a:pt x="284893" y="126778"/>
                          <a:pt x="277177" y="122301"/>
                          <a:pt x="277177" y="116872"/>
                        </a:cubicBezTo>
                        <a:cubicBezTo>
                          <a:pt x="277177" y="111442"/>
                          <a:pt x="284893" y="106966"/>
                          <a:pt x="294418" y="106966"/>
                        </a:cubicBezTo>
                        <a:lnTo>
                          <a:pt x="364617" y="106966"/>
                        </a:lnTo>
                        <a:cubicBezTo>
                          <a:pt x="374142" y="106966"/>
                          <a:pt x="381857" y="111442"/>
                          <a:pt x="381857" y="116872"/>
                        </a:cubicBezTo>
                        <a:cubicBezTo>
                          <a:pt x="381857" y="122301"/>
                          <a:pt x="374142" y="126778"/>
                          <a:pt x="364617" y="1267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9" name="Google Shape;4179;p47"/>
                  <p:cNvSpPr/>
                  <p:nvPr/>
                </p:nvSpPr>
                <p:spPr>
                  <a:xfrm>
                    <a:off x="3703928" y="4939685"/>
                    <a:ext cx="405598" cy="234219"/>
                  </a:xfrm>
                  <a:custGeom>
                    <a:avLst/>
                    <a:gdLst/>
                    <a:ahLst/>
                    <a:cxnLst/>
                    <a:rect l="l" t="t" r="r" b="b"/>
                    <a:pathLst>
                      <a:path w="405598" h="234219" extrusionOk="0">
                        <a:moveTo>
                          <a:pt x="346162" y="34290"/>
                        </a:moveTo>
                        <a:cubicBezTo>
                          <a:pt x="266914" y="-11430"/>
                          <a:pt x="138517" y="-11430"/>
                          <a:pt x="59365" y="34290"/>
                        </a:cubicBezTo>
                        <a:cubicBezTo>
                          <a:pt x="-19788" y="80010"/>
                          <a:pt x="-19788" y="154115"/>
                          <a:pt x="59365" y="199930"/>
                        </a:cubicBezTo>
                        <a:cubicBezTo>
                          <a:pt x="138613" y="245650"/>
                          <a:pt x="267009" y="245650"/>
                          <a:pt x="346162" y="199930"/>
                        </a:cubicBezTo>
                        <a:cubicBezTo>
                          <a:pt x="425410" y="154210"/>
                          <a:pt x="425410" y="80105"/>
                          <a:pt x="346162" y="34290"/>
                        </a:cubicBezTo>
                        <a:close/>
                        <a:moveTo>
                          <a:pt x="76129" y="58007"/>
                        </a:moveTo>
                        <a:cubicBezTo>
                          <a:pt x="69366" y="54102"/>
                          <a:pt x="69366" y="47815"/>
                          <a:pt x="76129" y="44006"/>
                        </a:cubicBezTo>
                        <a:cubicBezTo>
                          <a:pt x="82891" y="40100"/>
                          <a:pt x="93750" y="40100"/>
                          <a:pt x="100513" y="44006"/>
                        </a:cubicBezTo>
                        <a:lnTo>
                          <a:pt x="150138" y="72676"/>
                        </a:lnTo>
                        <a:cubicBezTo>
                          <a:pt x="156900" y="76581"/>
                          <a:pt x="156900" y="82868"/>
                          <a:pt x="150138" y="86773"/>
                        </a:cubicBezTo>
                        <a:cubicBezTo>
                          <a:pt x="143375" y="90678"/>
                          <a:pt x="132516" y="90678"/>
                          <a:pt x="125849" y="86773"/>
                        </a:cubicBezTo>
                        <a:lnTo>
                          <a:pt x="76224" y="58103"/>
                        </a:lnTo>
                        <a:close/>
                        <a:moveTo>
                          <a:pt x="110990" y="126968"/>
                        </a:moveTo>
                        <a:lnTo>
                          <a:pt x="40886" y="126968"/>
                        </a:lnTo>
                        <a:cubicBezTo>
                          <a:pt x="31361" y="126968"/>
                          <a:pt x="23646" y="122491"/>
                          <a:pt x="23646" y="117062"/>
                        </a:cubicBezTo>
                        <a:cubicBezTo>
                          <a:pt x="23646" y="111633"/>
                          <a:pt x="31361" y="107156"/>
                          <a:pt x="40886" y="107156"/>
                        </a:cubicBezTo>
                        <a:lnTo>
                          <a:pt x="110990" y="107156"/>
                        </a:lnTo>
                        <a:cubicBezTo>
                          <a:pt x="120515" y="107156"/>
                          <a:pt x="128230" y="111633"/>
                          <a:pt x="128230" y="117062"/>
                        </a:cubicBezTo>
                        <a:cubicBezTo>
                          <a:pt x="128230" y="122491"/>
                          <a:pt x="120515" y="126968"/>
                          <a:pt x="110990" y="126968"/>
                        </a:cubicBezTo>
                        <a:close/>
                        <a:moveTo>
                          <a:pt x="202716" y="74009"/>
                        </a:moveTo>
                        <a:cubicBezTo>
                          <a:pt x="193191" y="74009"/>
                          <a:pt x="185475" y="69532"/>
                          <a:pt x="185475" y="64103"/>
                        </a:cubicBezTo>
                        <a:lnTo>
                          <a:pt x="185475" y="23622"/>
                        </a:lnTo>
                        <a:cubicBezTo>
                          <a:pt x="185475" y="18098"/>
                          <a:pt x="193191" y="13716"/>
                          <a:pt x="202716" y="13716"/>
                        </a:cubicBezTo>
                        <a:cubicBezTo>
                          <a:pt x="212241" y="13716"/>
                          <a:pt x="219956" y="18193"/>
                          <a:pt x="219956" y="23622"/>
                        </a:cubicBezTo>
                        <a:lnTo>
                          <a:pt x="219956" y="64103"/>
                        </a:lnTo>
                        <a:cubicBezTo>
                          <a:pt x="219956" y="69628"/>
                          <a:pt x="212241" y="74009"/>
                          <a:pt x="202716" y="74009"/>
                        </a:cubicBezTo>
                        <a:close/>
                        <a:moveTo>
                          <a:pt x="100417" y="190119"/>
                        </a:moveTo>
                        <a:cubicBezTo>
                          <a:pt x="93655" y="194024"/>
                          <a:pt x="82796" y="194024"/>
                          <a:pt x="76033" y="190119"/>
                        </a:cubicBezTo>
                        <a:cubicBezTo>
                          <a:pt x="69271" y="186214"/>
                          <a:pt x="69271" y="179927"/>
                          <a:pt x="76033" y="176117"/>
                        </a:cubicBezTo>
                        <a:lnTo>
                          <a:pt x="125658" y="147447"/>
                        </a:lnTo>
                        <a:cubicBezTo>
                          <a:pt x="132421" y="143542"/>
                          <a:pt x="143280" y="143542"/>
                          <a:pt x="149947" y="147447"/>
                        </a:cubicBezTo>
                        <a:cubicBezTo>
                          <a:pt x="156710" y="151352"/>
                          <a:pt x="156710" y="157639"/>
                          <a:pt x="149947" y="161544"/>
                        </a:cubicBezTo>
                        <a:lnTo>
                          <a:pt x="100322" y="190214"/>
                        </a:lnTo>
                        <a:close/>
                        <a:moveTo>
                          <a:pt x="279678" y="86582"/>
                        </a:moveTo>
                        <a:cubicBezTo>
                          <a:pt x="272915" y="90488"/>
                          <a:pt x="262057" y="90488"/>
                          <a:pt x="255389" y="86582"/>
                        </a:cubicBezTo>
                        <a:cubicBezTo>
                          <a:pt x="248626" y="82677"/>
                          <a:pt x="248626" y="76390"/>
                          <a:pt x="255389" y="72485"/>
                        </a:cubicBezTo>
                        <a:lnTo>
                          <a:pt x="305014" y="43815"/>
                        </a:lnTo>
                        <a:cubicBezTo>
                          <a:pt x="311777" y="39910"/>
                          <a:pt x="322635" y="39910"/>
                          <a:pt x="329303" y="43815"/>
                        </a:cubicBezTo>
                        <a:cubicBezTo>
                          <a:pt x="336066" y="47720"/>
                          <a:pt x="336066" y="54007"/>
                          <a:pt x="329303" y="57817"/>
                        </a:cubicBezTo>
                        <a:lnTo>
                          <a:pt x="279678" y="86487"/>
                        </a:lnTo>
                        <a:close/>
                        <a:moveTo>
                          <a:pt x="294346" y="107061"/>
                        </a:moveTo>
                        <a:lnTo>
                          <a:pt x="364546" y="107061"/>
                        </a:lnTo>
                        <a:cubicBezTo>
                          <a:pt x="374071" y="107061"/>
                          <a:pt x="381786" y="111538"/>
                          <a:pt x="381786" y="116967"/>
                        </a:cubicBezTo>
                        <a:cubicBezTo>
                          <a:pt x="381786" y="122396"/>
                          <a:pt x="374071" y="126873"/>
                          <a:pt x="364546" y="126873"/>
                        </a:cubicBezTo>
                        <a:lnTo>
                          <a:pt x="294346" y="126873"/>
                        </a:lnTo>
                        <a:cubicBezTo>
                          <a:pt x="284821" y="126873"/>
                          <a:pt x="277106" y="122396"/>
                          <a:pt x="277106" y="116967"/>
                        </a:cubicBezTo>
                        <a:cubicBezTo>
                          <a:pt x="277106" y="111538"/>
                          <a:pt x="284821" y="107061"/>
                          <a:pt x="294346" y="107061"/>
                        </a:cubicBezTo>
                        <a:close/>
                        <a:moveTo>
                          <a:pt x="202621" y="220409"/>
                        </a:moveTo>
                        <a:cubicBezTo>
                          <a:pt x="193096" y="220409"/>
                          <a:pt x="185380" y="215932"/>
                          <a:pt x="185380" y="210503"/>
                        </a:cubicBezTo>
                        <a:lnTo>
                          <a:pt x="185380" y="170021"/>
                        </a:lnTo>
                        <a:cubicBezTo>
                          <a:pt x="185380" y="164497"/>
                          <a:pt x="193096" y="160115"/>
                          <a:pt x="202621" y="160115"/>
                        </a:cubicBezTo>
                        <a:cubicBezTo>
                          <a:pt x="212146" y="160115"/>
                          <a:pt x="219861" y="164592"/>
                          <a:pt x="219861" y="170021"/>
                        </a:cubicBezTo>
                        <a:lnTo>
                          <a:pt x="219861" y="210503"/>
                        </a:lnTo>
                        <a:cubicBezTo>
                          <a:pt x="219861" y="216027"/>
                          <a:pt x="212146" y="220409"/>
                          <a:pt x="202621" y="220409"/>
                        </a:cubicBezTo>
                        <a:close/>
                        <a:moveTo>
                          <a:pt x="304919" y="190119"/>
                        </a:moveTo>
                        <a:lnTo>
                          <a:pt x="255294" y="161449"/>
                        </a:lnTo>
                        <a:cubicBezTo>
                          <a:pt x="248531" y="157544"/>
                          <a:pt x="248531" y="151257"/>
                          <a:pt x="255294" y="147352"/>
                        </a:cubicBezTo>
                        <a:cubicBezTo>
                          <a:pt x="262057" y="143447"/>
                          <a:pt x="272915" y="143447"/>
                          <a:pt x="279583" y="147352"/>
                        </a:cubicBezTo>
                        <a:lnTo>
                          <a:pt x="329208" y="176022"/>
                        </a:lnTo>
                        <a:cubicBezTo>
                          <a:pt x="335971" y="179927"/>
                          <a:pt x="335971" y="186214"/>
                          <a:pt x="329208" y="190024"/>
                        </a:cubicBezTo>
                        <a:cubicBezTo>
                          <a:pt x="322445" y="193929"/>
                          <a:pt x="311587" y="193929"/>
                          <a:pt x="304919" y="1900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80" name="Google Shape;4180;p47"/>
                  <p:cNvSpPr/>
                  <p:nvPr/>
                </p:nvSpPr>
                <p:spPr>
                  <a:xfrm>
                    <a:off x="3849512" y="5023791"/>
                    <a:ext cx="114454" cy="46386"/>
                  </a:xfrm>
                  <a:custGeom>
                    <a:avLst/>
                    <a:gdLst/>
                    <a:ahLst/>
                    <a:cxnLst/>
                    <a:rect l="l" t="t" r="r" b="b"/>
                    <a:pathLst>
                      <a:path w="114454" h="46386" extrusionOk="0">
                        <a:moveTo>
                          <a:pt x="109615" y="46387"/>
                        </a:moveTo>
                        <a:cubicBezTo>
                          <a:pt x="106852" y="42767"/>
                          <a:pt x="102852" y="39338"/>
                          <a:pt x="97708" y="36385"/>
                        </a:cubicBezTo>
                        <a:cubicBezTo>
                          <a:pt x="75325" y="23432"/>
                          <a:pt x="39130" y="23432"/>
                          <a:pt x="16746" y="36385"/>
                        </a:cubicBezTo>
                        <a:cubicBezTo>
                          <a:pt x="11602" y="39338"/>
                          <a:pt x="7602" y="42767"/>
                          <a:pt x="4840" y="46387"/>
                        </a:cubicBezTo>
                        <a:cubicBezTo>
                          <a:pt x="-4400" y="34290"/>
                          <a:pt x="-399" y="19622"/>
                          <a:pt x="16746" y="9716"/>
                        </a:cubicBezTo>
                        <a:cubicBezTo>
                          <a:pt x="39130" y="-3239"/>
                          <a:pt x="75325" y="-3239"/>
                          <a:pt x="97708" y="9716"/>
                        </a:cubicBezTo>
                        <a:cubicBezTo>
                          <a:pt x="114853" y="19622"/>
                          <a:pt x="118854" y="34290"/>
                          <a:pt x="109615" y="4638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81" name="Google Shape;4181;p47"/>
                  <p:cNvSpPr/>
                  <p:nvPr/>
                </p:nvSpPr>
                <p:spPr>
                  <a:xfrm>
                    <a:off x="3854351" y="5050461"/>
                    <a:ext cx="104775" cy="39457"/>
                  </a:xfrm>
                  <a:custGeom>
                    <a:avLst/>
                    <a:gdLst/>
                    <a:ahLst/>
                    <a:cxnLst/>
                    <a:rect l="l" t="t" r="r" b="b"/>
                    <a:pathLst>
                      <a:path w="104775" h="39457" extrusionOk="0">
                        <a:moveTo>
                          <a:pt x="104775" y="19717"/>
                        </a:moveTo>
                        <a:cubicBezTo>
                          <a:pt x="102013" y="23336"/>
                          <a:pt x="98012" y="26765"/>
                          <a:pt x="92869" y="29813"/>
                        </a:cubicBezTo>
                        <a:cubicBezTo>
                          <a:pt x="70485" y="42672"/>
                          <a:pt x="34290" y="42672"/>
                          <a:pt x="11906" y="29813"/>
                        </a:cubicBezTo>
                        <a:cubicBezTo>
                          <a:pt x="6763" y="26861"/>
                          <a:pt x="2762" y="23431"/>
                          <a:pt x="0" y="19717"/>
                        </a:cubicBezTo>
                        <a:cubicBezTo>
                          <a:pt x="2762" y="16097"/>
                          <a:pt x="6763" y="12668"/>
                          <a:pt x="11906" y="9715"/>
                        </a:cubicBezTo>
                        <a:cubicBezTo>
                          <a:pt x="34290" y="-3238"/>
                          <a:pt x="70485" y="-3238"/>
                          <a:pt x="92869" y="9715"/>
                        </a:cubicBezTo>
                        <a:cubicBezTo>
                          <a:pt x="98012" y="12668"/>
                          <a:pt x="102013" y="16097"/>
                          <a:pt x="104775"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4182" name="Google Shape;4182;p47"/>
            <p:cNvGrpSpPr/>
            <p:nvPr/>
          </p:nvGrpSpPr>
          <p:grpSpPr>
            <a:xfrm>
              <a:off x="6719934" y="4528768"/>
              <a:ext cx="639842" cy="559831"/>
              <a:chOff x="4037470" y="4779094"/>
              <a:chExt cx="422171" cy="369379"/>
            </a:xfrm>
          </p:grpSpPr>
          <p:sp>
            <p:nvSpPr>
              <p:cNvPr id="4183" name="Google Shape;4183;p47"/>
              <p:cNvSpPr/>
              <p:nvPr/>
            </p:nvSpPr>
            <p:spPr>
              <a:xfrm>
                <a:off x="4037470" y="4904728"/>
                <a:ext cx="422171" cy="243745"/>
              </a:xfrm>
              <a:custGeom>
                <a:avLst/>
                <a:gdLst/>
                <a:ahLst/>
                <a:cxnLst/>
                <a:rect l="l" t="t" r="r" b="b"/>
                <a:pathLst>
                  <a:path w="422171" h="243745" extrusionOk="0">
                    <a:moveTo>
                      <a:pt x="360378" y="208026"/>
                    </a:moveTo>
                    <a:cubicBezTo>
                      <a:pt x="277892" y="255651"/>
                      <a:pt x="144256" y="255651"/>
                      <a:pt x="61865" y="208026"/>
                    </a:cubicBezTo>
                    <a:cubicBezTo>
                      <a:pt x="-20622" y="160401"/>
                      <a:pt x="-20622" y="83249"/>
                      <a:pt x="61865" y="35719"/>
                    </a:cubicBezTo>
                    <a:cubicBezTo>
                      <a:pt x="144256" y="-11906"/>
                      <a:pt x="277987" y="-11906"/>
                      <a:pt x="360378" y="35719"/>
                    </a:cubicBezTo>
                    <a:cubicBezTo>
                      <a:pt x="442770" y="83344"/>
                      <a:pt x="442770" y="160496"/>
                      <a:pt x="360378" y="208026"/>
                    </a:cubicBezTo>
                    <a:close/>
                  </a:path>
                </a:pathLst>
              </a:custGeom>
              <a:solidFill>
                <a:srgbClr val="000000">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184" name="Google Shape;4184;p47"/>
              <p:cNvGrpSpPr/>
              <p:nvPr/>
            </p:nvGrpSpPr>
            <p:grpSpPr>
              <a:xfrm>
                <a:off x="4045709" y="4892537"/>
                <a:ext cx="405669" cy="247649"/>
                <a:chOff x="4045709" y="4892537"/>
                <a:chExt cx="405669" cy="247649"/>
              </a:xfrm>
            </p:grpSpPr>
            <p:sp>
              <p:nvSpPr>
                <p:cNvPr id="4185" name="Google Shape;4185;p47"/>
                <p:cNvSpPr/>
                <p:nvPr/>
              </p:nvSpPr>
              <p:spPr>
                <a:xfrm>
                  <a:off x="4045709" y="4905871"/>
                  <a:ext cx="405669" cy="234315"/>
                </a:xfrm>
                <a:custGeom>
                  <a:avLst/>
                  <a:gdLst/>
                  <a:ahLst/>
                  <a:cxnLst/>
                  <a:rect l="l" t="t" r="r" b="b"/>
                  <a:pathLst>
                    <a:path w="405669" h="234315" extrusionOk="0">
                      <a:moveTo>
                        <a:pt x="404336" y="103727"/>
                      </a:moveTo>
                      <a:cubicBezTo>
                        <a:pt x="399288" y="78391"/>
                        <a:pt x="379952" y="53721"/>
                        <a:pt x="346234" y="34290"/>
                      </a:cubicBezTo>
                      <a:cubicBezTo>
                        <a:pt x="267081" y="-11430"/>
                        <a:pt x="138589" y="-11430"/>
                        <a:pt x="59436" y="34290"/>
                      </a:cubicBezTo>
                      <a:cubicBezTo>
                        <a:pt x="25527" y="53911"/>
                        <a:pt x="6096" y="78676"/>
                        <a:pt x="1238" y="104299"/>
                      </a:cubicBezTo>
                      <a:lnTo>
                        <a:pt x="0" y="103823"/>
                      </a:lnTo>
                      <a:lnTo>
                        <a:pt x="0" y="117919"/>
                      </a:lnTo>
                      <a:lnTo>
                        <a:pt x="0" y="117919"/>
                      </a:lnTo>
                      <a:cubicBezTo>
                        <a:pt x="381" y="147638"/>
                        <a:pt x="20098" y="177260"/>
                        <a:pt x="59436" y="200025"/>
                      </a:cubicBezTo>
                      <a:cubicBezTo>
                        <a:pt x="138589" y="245745"/>
                        <a:pt x="267081" y="245745"/>
                        <a:pt x="346234" y="200025"/>
                      </a:cubicBezTo>
                      <a:cubicBezTo>
                        <a:pt x="385858" y="177165"/>
                        <a:pt x="405670" y="147161"/>
                        <a:pt x="405670" y="117253"/>
                      </a:cubicBezTo>
                      <a:lnTo>
                        <a:pt x="405670" y="103918"/>
                      </a:lnTo>
                      <a:lnTo>
                        <a:pt x="404336" y="103918"/>
                      </a:lnTo>
                      <a:close/>
                      <a:moveTo>
                        <a:pt x="76200" y="43910"/>
                      </a:moveTo>
                      <a:cubicBezTo>
                        <a:pt x="82963" y="40005"/>
                        <a:pt x="93821" y="40005"/>
                        <a:pt x="100584" y="43910"/>
                      </a:cubicBezTo>
                      <a:lnTo>
                        <a:pt x="150209" y="72581"/>
                      </a:lnTo>
                      <a:cubicBezTo>
                        <a:pt x="156877" y="76486"/>
                        <a:pt x="156877" y="82772"/>
                        <a:pt x="150209" y="86677"/>
                      </a:cubicBezTo>
                      <a:cubicBezTo>
                        <a:pt x="143446" y="90583"/>
                        <a:pt x="132588" y="90583"/>
                        <a:pt x="125825" y="86677"/>
                      </a:cubicBezTo>
                      <a:lnTo>
                        <a:pt x="76200" y="58007"/>
                      </a:lnTo>
                      <a:cubicBezTo>
                        <a:pt x="69533" y="54102"/>
                        <a:pt x="69533" y="47816"/>
                        <a:pt x="76200" y="44006"/>
                      </a:cubicBezTo>
                      <a:close/>
                      <a:moveTo>
                        <a:pt x="40958" y="126968"/>
                      </a:moveTo>
                      <a:cubicBezTo>
                        <a:pt x="31433" y="126968"/>
                        <a:pt x="23717" y="122492"/>
                        <a:pt x="23717" y="117062"/>
                      </a:cubicBezTo>
                      <a:cubicBezTo>
                        <a:pt x="23717" y="111633"/>
                        <a:pt x="31433" y="107156"/>
                        <a:pt x="40958" y="107156"/>
                      </a:cubicBezTo>
                      <a:lnTo>
                        <a:pt x="111062" y="107156"/>
                      </a:lnTo>
                      <a:cubicBezTo>
                        <a:pt x="120587" y="107156"/>
                        <a:pt x="128302" y="111633"/>
                        <a:pt x="128302" y="117062"/>
                      </a:cubicBezTo>
                      <a:cubicBezTo>
                        <a:pt x="128302" y="122492"/>
                        <a:pt x="120587" y="126968"/>
                        <a:pt x="111062" y="126968"/>
                      </a:cubicBezTo>
                      <a:lnTo>
                        <a:pt x="40958" y="126968"/>
                      </a:lnTo>
                      <a:close/>
                      <a:moveTo>
                        <a:pt x="150114" y="161449"/>
                      </a:moveTo>
                      <a:lnTo>
                        <a:pt x="100489" y="190119"/>
                      </a:lnTo>
                      <a:cubicBezTo>
                        <a:pt x="93821" y="194024"/>
                        <a:pt x="82868" y="194024"/>
                        <a:pt x="76105" y="190119"/>
                      </a:cubicBezTo>
                      <a:cubicBezTo>
                        <a:pt x="69437" y="186214"/>
                        <a:pt x="69437" y="179927"/>
                        <a:pt x="76105" y="176117"/>
                      </a:cubicBezTo>
                      <a:lnTo>
                        <a:pt x="125730" y="147447"/>
                      </a:lnTo>
                      <a:cubicBezTo>
                        <a:pt x="132493" y="143542"/>
                        <a:pt x="143351" y="143542"/>
                        <a:pt x="150114" y="147447"/>
                      </a:cubicBezTo>
                      <a:cubicBezTo>
                        <a:pt x="156877" y="151352"/>
                        <a:pt x="156781" y="157639"/>
                        <a:pt x="150114" y="161544"/>
                      </a:cubicBezTo>
                      <a:close/>
                      <a:moveTo>
                        <a:pt x="185547" y="23527"/>
                      </a:moveTo>
                      <a:cubicBezTo>
                        <a:pt x="185547" y="18002"/>
                        <a:pt x="193262" y="13621"/>
                        <a:pt x="202787" y="13621"/>
                      </a:cubicBezTo>
                      <a:cubicBezTo>
                        <a:pt x="212312" y="13621"/>
                        <a:pt x="220028" y="18098"/>
                        <a:pt x="219932" y="23527"/>
                      </a:cubicBezTo>
                      <a:lnTo>
                        <a:pt x="219932" y="64008"/>
                      </a:lnTo>
                      <a:cubicBezTo>
                        <a:pt x="219932" y="69533"/>
                        <a:pt x="212217" y="73914"/>
                        <a:pt x="202787" y="73914"/>
                      </a:cubicBezTo>
                      <a:cubicBezTo>
                        <a:pt x="193358" y="73914"/>
                        <a:pt x="185547" y="69437"/>
                        <a:pt x="185547" y="64008"/>
                      </a:cubicBezTo>
                      <a:lnTo>
                        <a:pt x="185547" y="23527"/>
                      </a:lnTo>
                      <a:close/>
                      <a:moveTo>
                        <a:pt x="202787" y="220313"/>
                      </a:moveTo>
                      <a:cubicBezTo>
                        <a:pt x="193262" y="220313"/>
                        <a:pt x="185547" y="215836"/>
                        <a:pt x="185547" y="210407"/>
                      </a:cubicBezTo>
                      <a:lnTo>
                        <a:pt x="185547" y="169926"/>
                      </a:lnTo>
                      <a:cubicBezTo>
                        <a:pt x="185547" y="164401"/>
                        <a:pt x="193262" y="160020"/>
                        <a:pt x="202787" y="160020"/>
                      </a:cubicBezTo>
                      <a:cubicBezTo>
                        <a:pt x="212312" y="160020"/>
                        <a:pt x="220028" y="164497"/>
                        <a:pt x="220028" y="169926"/>
                      </a:cubicBezTo>
                      <a:lnTo>
                        <a:pt x="220028" y="210407"/>
                      </a:lnTo>
                      <a:cubicBezTo>
                        <a:pt x="220028" y="215836"/>
                        <a:pt x="212312" y="220313"/>
                        <a:pt x="202787" y="220313"/>
                      </a:cubicBezTo>
                      <a:close/>
                      <a:moveTo>
                        <a:pt x="255461" y="72485"/>
                      </a:moveTo>
                      <a:lnTo>
                        <a:pt x="305086" y="43815"/>
                      </a:lnTo>
                      <a:cubicBezTo>
                        <a:pt x="311848" y="39910"/>
                        <a:pt x="322707" y="39910"/>
                        <a:pt x="329375" y="43815"/>
                      </a:cubicBezTo>
                      <a:cubicBezTo>
                        <a:pt x="336137" y="47720"/>
                        <a:pt x="336137" y="54007"/>
                        <a:pt x="329375" y="57817"/>
                      </a:cubicBezTo>
                      <a:lnTo>
                        <a:pt x="279749" y="86487"/>
                      </a:lnTo>
                      <a:cubicBezTo>
                        <a:pt x="272987" y="90392"/>
                        <a:pt x="262128" y="90392"/>
                        <a:pt x="255365" y="86487"/>
                      </a:cubicBezTo>
                      <a:cubicBezTo>
                        <a:pt x="248698" y="82582"/>
                        <a:pt x="248698" y="76295"/>
                        <a:pt x="255365" y="72390"/>
                      </a:cubicBezTo>
                      <a:close/>
                      <a:moveTo>
                        <a:pt x="329375" y="190024"/>
                      </a:moveTo>
                      <a:cubicBezTo>
                        <a:pt x="322707" y="193929"/>
                        <a:pt x="311753" y="193929"/>
                        <a:pt x="305086" y="190024"/>
                      </a:cubicBezTo>
                      <a:lnTo>
                        <a:pt x="255461" y="161354"/>
                      </a:lnTo>
                      <a:cubicBezTo>
                        <a:pt x="248698" y="157448"/>
                        <a:pt x="248698" y="151162"/>
                        <a:pt x="255461" y="147257"/>
                      </a:cubicBezTo>
                      <a:cubicBezTo>
                        <a:pt x="262128" y="143351"/>
                        <a:pt x="273082" y="143351"/>
                        <a:pt x="279749" y="147257"/>
                      </a:cubicBezTo>
                      <a:lnTo>
                        <a:pt x="329375" y="175927"/>
                      </a:lnTo>
                      <a:cubicBezTo>
                        <a:pt x="336137" y="179832"/>
                        <a:pt x="336137" y="186118"/>
                        <a:pt x="329375" y="189929"/>
                      </a:cubicBezTo>
                      <a:close/>
                      <a:moveTo>
                        <a:pt x="364617" y="126873"/>
                      </a:moveTo>
                      <a:lnTo>
                        <a:pt x="294418" y="126873"/>
                      </a:lnTo>
                      <a:cubicBezTo>
                        <a:pt x="284893" y="126873"/>
                        <a:pt x="277178" y="122396"/>
                        <a:pt x="277178" y="116967"/>
                      </a:cubicBezTo>
                      <a:cubicBezTo>
                        <a:pt x="277178" y="111538"/>
                        <a:pt x="284893" y="107061"/>
                        <a:pt x="294418" y="107061"/>
                      </a:cubicBezTo>
                      <a:lnTo>
                        <a:pt x="364617" y="107061"/>
                      </a:lnTo>
                      <a:cubicBezTo>
                        <a:pt x="374142" y="107061"/>
                        <a:pt x="381857" y="111538"/>
                        <a:pt x="381857" y="116967"/>
                      </a:cubicBezTo>
                      <a:cubicBezTo>
                        <a:pt x="381857" y="122396"/>
                        <a:pt x="374142" y="126873"/>
                        <a:pt x="364617" y="1268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86" name="Google Shape;4186;p47"/>
                <p:cNvSpPr/>
                <p:nvPr/>
              </p:nvSpPr>
              <p:spPr>
                <a:xfrm>
                  <a:off x="4045709" y="4892537"/>
                  <a:ext cx="405598" cy="234219"/>
                </a:xfrm>
                <a:custGeom>
                  <a:avLst/>
                  <a:gdLst/>
                  <a:ahLst/>
                  <a:cxnLst/>
                  <a:rect l="l" t="t" r="r" b="b"/>
                  <a:pathLst>
                    <a:path w="405598" h="234219" extrusionOk="0">
                      <a:moveTo>
                        <a:pt x="346234" y="34290"/>
                      </a:moveTo>
                      <a:cubicBezTo>
                        <a:pt x="267081" y="-11430"/>
                        <a:pt x="138589" y="-11430"/>
                        <a:pt x="59436" y="34290"/>
                      </a:cubicBezTo>
                      <a:cubicBezTo>
                        <a:pt x="-19812" y="80010"/>
                        <a:pt x="-19812" y="154115"/>
                        <a:pt x="59436" y="199930"/>
                      </a:cubicBezTo>
                      <a:cubicBezTo>
                        <a:pt x="138589" y="245650"/>
                        <a:pt x="267081" y="245650"/>
                        <a:pt x="346234" y="199930"/>
                      </a:cubicBezTo>
                      <a:cubicBezTo>
                        <a:pt x="425386" y="154210"/>
                        <a:pt x="425386" y="80105"/>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773"/>
                      </a:cubicBezTo>
                      <a:cubicBezTo>
                        <a:pt x="143446" y="90678"/>
                        <a:pt x="132588" y="90678"/>
                        <a:pt x="125825" y="86773"/>
                      </a:cubicBezTo>
                      <a:lnTo>
                        <a:pt x="76200" y="58102"/>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677"/>
                      </a:moveTo>
                      <a:cubicBezTo>
                        <a:pt x="273082" y="90583"/>
                        <a:pt x="262223" y="90583"/>
                        <a:pt x="255461" y="86677"/>
                      </a:cubicBezTo>
                      <a:cubicBezTo>
                        <a:pt x="248793" y="82772"/>
                        <a:pt x="248793" y="76486"/>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156"/>
                      </a:moveTo>
                      <a:lnTo>
                        <a:pt x="364712" y="107156"/>
                      </a:lnTo>
                      <a:cubicBezTo>
                        <a:pt x="374237" y="107156"/>
                        <a:pt x="381953" y="111633"/>
                        <a:pt x="381953" y="117062"/>
                      </a:cubicBezTo>
                      <a:cubicBezTo>
                        <a:pt x="381953" y="122492"/>
                        <a:pt x="374237" y="126968"/>
                        <a:pt x="364712" y="126968"/>
                      </a:cubicBezTo>
                      <a:lnTo>
                        <a:pt x="294513" y="126968"/>
                      </a:lnTo>
                      <a:cubicBezTo>
                        <a:pt x="284988" y="126968"/>
                        <a:pt x="277273" y="122492"/>
                        <a:pt x="277273" y="117062"/>
                      </a:cubicBezTo>
                      <a:cubicBezTo>
                        <a:pt x="277273" y="111633"/>
                        <a:pt x="284988" y="107156"/>
                        <a:pt x="294513" y="107156"/>
                      </a:cubicBezTo>
                      <a:close/>
                      <a:moveTo>
                        <a:pt x="202883" y="220504"/>
                      </a:moveTo>
                      <a:cubicBezTo>
                        <a:pt x="193358" y="220504"/>
                        <a:pt x="185642" y="216027"/>
                        <a:pt x="185642" y="210598"/>
                      </a:cubicBezTo>
                      <a:lnTo>
                        <a:pt x="185642" y="170117"/>
                      </a:lnTo>
                      <a:cubicBezTo>
                        <a:pt x="185642" y="164592"/>
                        <a:pt x="193358" y="160210"/>
                        <a:pt x="202883" y="160210"/>
                      </a:cubicBezTo>
                      <a:cubicBezTo>
                        <a:pt x="212408" y="160210"/>
                        <a:pt x="220123" y="164687"/>
                        <a:pt x="220123" y="170117"/>
                      </a:cubicBezTo>
                      <a:lnTo>
                        <a:pt x="220123" y="210598"/>
                      </a:lnTo>
                      <a:cubicBezTo>
                        <a:pt x="220123" y="216122"/>
                        <a:pt x="212408" y="220504"/>
                        <a:pt x="202883" y="220504"/>
                      </a:cubicBezTo>
                      <a:close/>
                      <a:moveTo>
                        <a:pt x="305181" y="190214"/>
                      </a:moveTo>
                      <a:lnTo>
                        <a:pt x="255556" y="161544"/>
                      </a:lnTo>
                      <a:cubicBezTo>
                        <a:pt x="248793" y="157639"/>
                        <a:pt x="248793" y="151352"/>
                        <a:pt x="255556" y="147542"/>
                      </a:cubicBezTo>
                      <a:cubicBezTo>
                        <a:pt x="262223" y="143637"/>
                        <a:pt x="273177" y="143637"/>
                        <a:pt x="279844" y="147542"/>
                      </a:cubicBezTo>
                      <a:lnTo>
                        <a:pt x="329470" y="176212"/>
                      </a:lnTo>
                      <a:cubicBezTo>
                        <a:pt x="336233" y="180118"/>
                        <a:pt x="336233" y="186404"/>
                        <a:pt x="329470" y="190214"/>
                      </a:cubicBezTo>
                      <a:cubicBezTo>
                        <a:pt x="322802" y="194119"/>
                        <a:pt x="311848" y="194119"/>
                        <a:pt x="305181" y="19021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87" name="Google Shape;4187;p47"/>
                <p:cNvSpPr/>
                <p:nvPr/>
              </p:nvSpPr>
              <p:spPr>
                <a:xfrm>
                  <a:off x="4191364" y="4976547"/>
                  <a:ext cx="114454" cy="46386"/>
                </a:xfrm>
                <a:custGeom>
                  <a:avLst/>
                  <a:gdLst/>
                  <a:ahLst/>
                  <a:cxnLst/>
                  <a:rect l="l" t="t" r="r" b="b"/>
                  <a:pathLst>
                    <a:path w="114454" h="46386" extrusionOk="0">
                      <a:moveTo>
                        <a:pt x="109615" y="46387"/>
                      </a:moveTo>
                      <a:cubicBezTo>
                        <a:pt x="106852" y="42767"/>
                        <a:pt x="102852" y="39338"/>
                        <a:pt x="97709" y="36290"/>
                      </a:cubicBezTo>
                      <a:cubicBezTo>
                        <a:pt x="75325" y="23336"/>
                        <a:pt x="39130" y="23336"/>
                        <a:pt x="16746" y="36290"/>
                      </a:cubicBezTo>
                      <a:cubicBezTo>
                        <a:pt x="11602" y="39243"/>
                        <a:pt x="7602" y="42672"/>
                        <a:pt x="4840" y="46387"/>
                      </a:cubicBezTo>
                      <a:cubicBezTo>
                        <a:pt x="-4400" y="34290"/>
                        <a:pt x="-399" y="19621"/>
                        <a:pt x="16746" y="9716"/>
                      </a:cubicBezTo>
                      <a:cubicBezTo>
                        <a:pt x="39130" y="-3239"/>
                        <a:pt x="75325" y="-3239"/>
                        <a:pt x="97709" y="9716"/>
                      </a:cubicBezTo>
                      <a:cubicBezTo>
                        <a:pt x="114853" y="19621"/>
                        <a:pt x="118854" y="34290"/>
                        <a:pt x="109615" y="46387"/>
                      </a:cubicBezTo>
                      <a:close/>
                    </a:path>
                  </a:pathLst>
                </a:custGeom>
                <a:solidFill>
                  <a:srgbClr val="5353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88" name="Google Shape;4188;p47"/>
                <p:cNvSpPr/>
                <p:nvPr/>
              </p:nvSpPr>
              <p:spPr>
                <a:xfrm>
                  <a:off x="4196204" y="5003122"/>
                  <a:ext cx="104775" cy="39528"/>
                </a:xfrm>
                <a:custGeom>
                  <a:avLst/>
                  <a:gdLst/>
                  <a:ahLst/>
                  <a:cxnLst/>
                  <a:rect l="l" t="t" r="r" b="b"/>
                  <a:pathLst>
                    <a:path w="104775" h="39528" extrusionOk="0">
                      <a:moveTo>
                        <a:pt x="104775" y="19812"/>
                      </a:moveTo>
                      <a:cubicBezTo>
                        <a:pt x="102013" y="23431"/>
                        <a:pt x="98012" y="26861"/>
                        <a:pt x="92869" y="29813"/>
                      </a:cubicBezTo>
                      <a:cubicBezTo>
                        <a:pt x="70485" y="42767"/>
                        <a:pt x="34290" y="42767"/>
                        <a:pt x="11906" y="29813"/>
                      </a:cubicBezTo>
                      <a:cubicBezTo>
                        <a:pt x="6763" y="26861"/>
                        <a:pt x="2762" y="23431"/>
                        <a:pt x="0" y="19812"/>
                      </a:cubicBezTo>
                      <a:cubicBezTo>
                        <a:pt x="2762" y="16192"/>
                        <a:pt x="6763" y="12763"/>
                        <a:pt x="11906" y="9715"/>
                      </a:cubicBezTo>
                      <a:cubicBezTo>
                        <a:pt x="34290" y="-3238"/>
                        <a:pt x="70485" y="-3238"/>
                        <a:pt x="92869" y="9715"/>
                      </a:cubicBezTo>
                      <a:cubicBezTo>
                        <a:pt x="98012" y="12668"/>
                        <a:pt x="102013" y="16097"/>
                        <a:pt x="104775" y="19812"/>
                      </a:cubicBezTo>
                      <a:close/>
                    </a:path>
                  </a:pathLst>
                </a:custGeom>
                <a:solidFill>
                  <a:srgbClr val="3030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189" name="Google Shape;4189;p47"/>
              <p:cNvGrpSpPr/>
              <p:nvPr/>
            </p:nvGrpSpPr>
            <p:grpSpPr>
              <a:xfrm>
                <a:off x="4069212" y="4805192"/>
                <a:ext cx="358735" cy="305895"/>
                <a:chOff x="4069212" y="4805192"/>
                <a:chExt cx="358735" cy="305895"/>
              </a:xfrm>
            </p:grpSpPr>
            <p:sp>
              <p:nvSpPr>
                <p:cNvPr id="4190" name="Google Shape;4190;p47"/>
                <p:cNvSpPr/>
                <p:nvPr/>
              </p:nvSpPr>
              <p:spPr>
                <a:xfrm>
                  <a:off x="4069235" y="4908824"/>
                  <a:ext cx="358711" cy="202263"/>
                </a:xfrm>
                <a:custGeom>
                  <a:avLst/>
                  <a:gdLst/>
                  <a:ahLst/>
                  <a:cxnLst/>
                  <a:rect l="l" t="t" r="r" b="b"/>
                  <a:pathLst>
                    <a:path w="358711" h="202263" extrusionOk="0">
                      <a:moveTo>
                        <a:pt x="358712" y="0"/>
                      </a:moveTo>
                      <a:lnTo>
                        <a:pt x="358712" y="98393"/>
                      </a:lnTo>
                      <a:cubicBezTo>
                        <a:pt x="358712" y="125063"/>
                        <a:pt x="341090" y="151733"/>
                        <a:pt x="306038" y="171831"/>
                      </a:cubicBezTo>
                      <a:cubicBezTo>
                        <a:pt x="236125" y="212407"/>
                        <a:pt x="122492" y="212407"/>
                        <a:pt x="52388" y="171831"/>
                      </a:cubicBezTo>
                      <a:cubicBezTo>
                        <a:pt x="17336" y="151733"/>
                        <a:pt x="0" y="125063"/>
                        <a:pt x="0" y="98393"/>
                      </a:cubicBezTo>
                      <a:lnTo>
                        <a:pt x="0" y="0"/>
                      </a:lnTo>
                      <a:lnTo>
                        <a:pt x="3587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1" name="Google Shape;4191;p47"/>
                <p:cNvSpPr/>
                <p:nvPr/>
              </p:nvSpPr>
              <p:spPr>
                <a:xfrm>
                  <a:off x="4069235" y="4921492"/>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2" name="Google Shape;4192;p47"/>
                <p:cNvSpPr/>
                <p:nvPr/>
              </p:nvSpPr>
              <p:spPr>
                <a:xfrm>
                  <a:off x="4069235" y="493873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3" name="Google Shape;4193;p47"/>
                <p:cNvSpPr/>
                <p:nvPr/>
              </p:nvSpPr>
              <p:spPr>
                <a:xfrm>
                  <a:off x="4069235" y="4955878"/>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527"/>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4" name="Google Shape;4194;p47"/>
                <p:cNvSpPr/>
                <p:nvPr/>
              </p:nvSpPr>
              <p:spPr>
                <a:xfrm>
                  <a:off x="4069235" y="4973118"/>
                  <a:ext cx="358711" cy="110632"/>
                </a:xfrm>
                <a:custGeom>
                  <a:avLst/>
                  <a:gdLst/>
                  <a:ahLst/>
                  <a:cxnLst/>
                  <a:rect l="l" t="t" r="r" b="b"/>
                  <a:pathLst>
                    <a:path w="358711" h="110632" extrusionOk="0">
                      <a:moveTo>
                        <a:pt x="358712" y="0"/>
                      </a:moveTo>
                      <a:cubicBezTo>
                        <a:pt x="358712" y="26479"/>
                        <a:pt x="341090" y="52864"/>
                        <a:pt x="306134" y="73057"/>
                      </a:cubicBezTo>
                      <a:cubicBezTo>
                        <a:pt x="236220" y="113824"/>
                        <a:pt x="122587" y="113824"/>
                        <a:pt x="52483" y="73057"/>
                      </a:cubicBezTo>
                      <a:cubicBezTo>
                        <a:pt x="18288" y="53340"/>
                        <a:pt x="762" y="27622"/>
                        <a:pt x="0" y="1714"/>
                      </a:cubicBezTo>
                      <a:lnTo>
                        <a:pt x="0" y="6763"/>
                      </a:lnTo>
                      <a:cubicBezTo>
                        <a:pt x="0" y="33433"/>
                        <a:pt x="17336" y="60103"/>
                        <a:pt x="52388" y="80200"/>
                      </a:cubicBezTo>
                      <a:cubicBezTo>
                        <a:pt x="122492" y="120777"/>
                        <a:pt x="236125" y="120777"/>
                        <a:pt x="306038" y="80200"/>
                      </a:cubicBezTo>
                      <a:cubicBezTo>
                        <a:pt x="341090" y="60103"/>
                        <a:pt x="358712" y="33433"/>
                        <a:pt x="358712" y="6763"/>
                      </a:cubicBezTo>
                      <a:lnTo>
                        <a:pt x="358712" y="0"/>
                      </a:lnTo>
                      <a:lnTo>
                        <a:pt x="358712"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5" name="Google Shape;4195;p47"/>
                <p:cNvSpPr/>
                <p:nvPr/>
              </p:nvSpPr>
              <p:spPr>
                <a:xfrm>
                  <a:off x="4069235" y="4990263"/>
                  <a:ext cx="358711" cy="110632"/>
                </a:xfrm>
                <a:custGeom>
                  <a:avLst/>
                  <a:gdLst/>
                  <a:ahLst/>
                  <a:cxnLst/>
                  <a:rect l="l" t="t" r="r" b="b"/>
                  <a:pathLst>
                    <a:path w="358711" h="110632" extrusionOk="0">
                      <a:moveTo>
                        <a:pt x="358712" y="0"/>
                      </a:moveTo>
                      <a:cubicBezTo>
                        <a:pt x="358712" y="26479"/>
                        <a:pt x="341090" y="52864"/>
                        <a:pt x="306134" y="73057"/>
                      </a:cubicBezTo>
                      <a:cubicBezTo>
                        <a:pt x="236220" y="113729"/>
                        <a:pt x="122587" y="113729"/>
                        <a:pt x="52483" y="73057"/>
                      </a:cubicBezTo>
                      <a:cubicBezTo>
                        <a:pt x="18288" y="53340"/>
                        <a:pt x="762" y="27622"/>
                        <a:pt x="0" y="1714"/>
                      </a:cubicBezTo>
                      <a:lnTo>
                        <a:pt x="0" y="6763"/>
                      </a:lnTo>
                      <a:cubicBezTo>
                        <a:pt x="0" y="33433"/>
                        <a:pt x="17336" y="60103"/>
                        <a:pt x="52388" y="80201"/>
                      </a:cubicBezTo>
                      <a:cubicBezTo>
                        <a:pt x="122492" y="120777"/>
                        <a:pt x="236125" y="120777"/>
                        <a:pt x="306038" y="80201"/>
                      </a:cubicBezTo>
                      <a:cubicBezTo>
                        <a:pt x="341090" y="60103"/>
                        <a:pt x="358712" y="33433"/>
                        <a:pt x="358712" y="6763"/>
                      </a:cubicBezTo>
                      <a:lnTo>
                        <a:pt x="358712" y="95"/>
                      </a:lnTo>
                      <a:lnTo>
                        <a:pt x="358712" y="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6" name="Google Shape;4196;p47"/>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7" name="Google Shape;4197;p47"/>
                <p:cNvSpPr/>
                <p:nvPr/>
              </p:nvSpPr>
              <p:spPr>
                <a:xfrm>
                  <a:off x="4083356" y="4813360"/>
                  <a:ext cx="330445" cy="190857"/>
                </a:xfrm>
                <a:custGeom>
                  <a:avLst/>
                  <a:gdLst/>
                  <a:ahLst/>
                  <a:cxnLst/>
                  <a:rect l="l" t="t" r="r" b="b"/>
                  <a:pathLst>
                    <a:path w="330445" h="190857" extrusionOk="0">
                      <a:moveTo>
                        <a:pt x="48363" y="162711"/>
                      </a:moveTo>
                      <a:cubicBezTo>
                        <a:pt x="112943" y="200239"/>
                        <a:pt x="217623" y="200239"/>
                        <a:pt x="282011" y="162711"/>
                      </a:cubicBezTo>
                      <a:cubicBezTo>
                        <a:pt x="346591" y="125563"/>
                        <a:pt x="346591" y="65080"/>
                        <a:pt x="282011" y="27932"/>
                      </a:cubicBezTo>
                      <a:cubicBezTo>
                        <a:pt x="217623" y="-9311"/>
                        <a:pt x="112943" y="-9311"/>
                        <a:pt x="48363" y="27932"/>
                      </a:cubicBezTo>
                      <a:cubicBezTo>
                        <a:pt x="-16121" y="65080"/>
                        <a:pt x="-16121" y="125563"/>
                        <a:pt x="48363" y="16271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8" name="Google Shape;4198;p47"/>
                <p:cNvSpPr/>
                <p:nvPr/>
              </p:nvSpPr>
              <p:spPr>
                <a:xfrm>
                  <a:off x="4094024" y="4819504"/>
                  <a:ext cx="309014" cy="178474"/>
                </a:xfrm>
                <a:custGeom>
                  <a:avLst/>
                  <a:gdLst/>
                  <a:ahLst/>
                  <a:cxnLst/>
                  <a:rect l="l" t="t" r="r" b="b"/>
                  <a:pathLst>
                    <a:path w="309014" h="178474" extrusionOk="0">
                      <a:moveTo>
                        <a:pt x="45220" y="152186"/>
                      </a:moveTo>
                      <a:cubicBezTo>
                        <a:pt x="105609" y="187238"/>
                        <a:pt x="203526" y="187238"/>
                        <a:pt x="263724" y="152186"/>
                      </a:cubicBezTo>
                      <a:cubicBezTo>
                        <a:pt x="324112" y="117419"/>
                        <a:pt x="324112" y="60841"/>
                        <a:pt x="263724" y="26075"/>
                      </a:cubicBezTo>
                      <a:cubicBezTo>
                        <a:pt x="203526" y="-8692"/>
                        <a:pt x="105609" y="-8692"/>
                        <a:pt x="45220" y="26075"/>
                      </a:cubicBezTo>
                      <a:cubicBezTo>
                        <a:pt x="-15073" y="60841"/>
                        <a:pt x="-15073" y="117419"/>
                        <a:pt x="45220" y="15218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9" name="Google Shape;4199;p47"/>
                <p:cNvSpPr/>
                <p:nvPr/>
              </p:nvSpPr>
              <p:spPr>
                <a:xfrm>
                  <a:off x="4102621" y="4824933"/>
                  <a:ext cx="291917" cy="168568"/>
                </a:xfrm>
                <a:custGeom>
                  <a:avLst/>
                  <a:gdLst/>
                  <a:ahLst/>
                  <a:cxnLst/>
                  <a:rect l="l" t="t" r="r" b="b"/>
                  <a:pathLst>
                    <a:path w="291917" h="168568" extrusionOk="0">
                      <a:moveTo>
                        <a:pt x="42719" y="143709"/>
                      </a:moveTo>
                      <a:cubicBezTo>
                        <a:pt x="99774" y="176855"/>
                        <a:pt x="192262" y="176855"/>
                        <a:pt x="249126" y="143709"/>
                      </a:cubicBezTo>
                      <a:cubicBezTo>
                        <a:pt x="306181" y="110847"/>
                        <a:pt x="306181" y="57507"/>
                        <a:pt x="249126" y="24646"/>
                      </a:cubicBezTo>
                      <a:cubicBezTo>
                        <a:pt x="192262" y="-8215"/>
                        <a:pt x="99774" y="-8215"/>
                        <a:pt x="42719" y="24646"/>
                      </a:cubicBezTo>
                      <a:cubicBezTo>
                        <a:pt x="-14240" y="57507"/>
                        <a:pt x="-14240" y="110847"/>
                        <a:pt x="42719" y="14370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0" name="Google Shape;4200;p47"/>
                <p:cNvSpPr/>
                <p:nvPr/>
              </p:nvSpPr>
              <p:spPr>
                <a:xfrm>
                  <a:off x="4111550" y="4829672"/>
                  <a:ext cx="273962" cy="158329"/>
                </a:xfrm>
                <a:custGeom>
                  <a:avLst/>
                  <a:gdLst/>
                  <a:ahLst/>
                  <a:cxnLst/>
                  <a:rect l="l" t="t" r="r" b="b"/>
                  <a:pathLst>
                    <a:path w="273962" h="158329" extrusionOk="0">
                      <a:moveTo>
                        <a:pt x="40076" y="134969"/>
                      </a:moveTo>
                      <a:cubicBezTo>
                        <a:pt x="93607" y="166116"/>
                        <a:pt x="180475" y="166116"/>
                        <a:pt x="233815" y="134969"/>
                      </a:cubicBezTo>
                      <a:cubicBezTo>
                        <a:pt x="287346" y="104108"/>
                        <a:pt x="287346" y="54007"/>
                        <a:pt x="233815" y="23146"/>
                      </a:cubicBezTo>
                      <a:cubicBezTo>
                        <a:pt x="180475" y="-7715"/>
                        <a:pt x="93607" y="-7715"/>
                        <a:pt x="40076" y="23146"/>
                      </a:cubicBezTo>
                      <a:cubicBezTo>
                        <a:pt x="-13359" y="54007"/>
                        <a:pt x="-13359" y="104108"/>
                        <a:pt x="40076" y="134969"/>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1" name="Google Shape;4201;p47"/>
                <p:cNvSpPr/>
                <p:nvPr/>
              </p:nvSpPr>
              <p:spPr>
                <a:xfrm>
                  <a:off x="4119194" y="4834386"/>
                  <a:ext cx="258770" cy="149399"/>
                </a:xfrm>
                <a:custGeom>
                  <a:avLst/>
                  <a:gdLst/>
                  <a:ahLst/>
                  <a:cxnLst/>
                  <a:rect l="l" t="t" r="r" b="b"/>
                  <a:pathLst>
                    <a:path w="258770" h="149399" extrusionOk="0">
                      <a:moveTo>
                        <a:pt x="37862" y="127397"/>
                      </a:moveTo>
                      <a:cubicBezTo>
                        <a:pt x="88440" y="156734"/>
                        <a:pt x="170450" y="156734"/>
                        <a:pt x="220837" y="127397"/>
                      </a:cubicBezTo>
                      <a:cubicBezTo>
                        <a:pt x="271415" y="98251"/>
                        <a:pt x="271415" y="50911"/>
                        <a:pt x="220837" y="21860"/>
                      </a:cubicBezTo>
                      <a:cubicBezTo>
                        <a:pt x="170450" y="-7287"/>
                        <a:pt x="88440" y="-7287"/>
                        <a:pt x="37862" y="21860"/>
                      </a:cubicBezTo>
                      <a:cubicBezTo>
                        <a:pt x="-12621" y="51006"/>
                        <a:pt x="-12621" y="98346"/>
                        <a:pt x="37862" y="12739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2" name="Google Shape;4202;p47"/>
                <p:cNvSpPr/>
                <p:nvPr/>
              </p:nvSpPr>
              <p:spPr>
                <a:xfrm>
                  <a:off x="4126743" y="4838434"/>
                  <a:ext cx="243673" cy="140803"/>
                </a:xfrm>
                <a:custGeom>
                  <a:avLst/>
                  <a:gdLst/>
                  <a:ahLst/>
                  <a:cxnLst/>
                  <a:rect l="l" t="t" r="r" b="b"/>
                  <a:pathLst>
                    <a:path w="243673" h="140803" extrusionOk="0">
                      <a:moveTo>
                        <a:pt x="35647" y="120015"/>
                      </a:moveTo>
                      <a:cubicBezTo>
                        <a:pt x="83272" y="147733"/>
                        <a:pt x="160520" y="147733"/>
                        <a:pt x="207954" y="120015"/>
                      </a:cubicBezTo>
                      <a:cubicBezTo>
                        <a:pt x="255579" y="92583"/>
                        <a:pt x="255579" y="48006"/>
                        <a:pt x="207954" y="20574"/>
                      </a:cubicBezTo>
                      <a:cubicBezTo>
                        <a:pt x="160520" y="-6858"/>
                        <a:pt x="83272" y="-6858"/>
                        <a:pt x="35647" y="20574"/>
                      </a:cubicBezTo>
                      <a:cubicBezTo>
                        <a:pt x="-11882" y="48006"/>
                        <a:pt x="-11882" y="92583"/>
                        <a:pt x="35647" y="120015"/>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3" name="Google Shape;4203;p47"/>
                <p:cNvSpPr/>
                <p:nvPr/>
              </p:nvSpPr>
              <p:spPr>
                <a:xfrm>
                  <a:off x="4133505" y="4842626"/>
                  <a:ext cx="230147" cy="132921"/>
                </a:xfrm>
                <a:custGeom>
                  <a:avLst/>
                  <a:gdLst/>
                  <a:ahLst/>
                  <a:cxnLst/>
                  <a:rect l="l" t="t" r="r" b="b"/>
                  <a:pathLst>
                    <a:path w="230147" h="132921" extrusionOk="0">
                      <a:moveTo>
                        <a:pt x="33647" y="113347"/>
                      </a:moveTo>
                      <a:cubicBezTo>
                        <a:pt x="78605" y="139446"/>
                        <a:pt x="151567" y="139446"/>
                        <a:pt x="196429" y="113347"/>
                      </a:cubicBezTo>
                      <a:cubicBezTo>
                        <a:pt x="241387" y="87439"/>
                        <a:pt x="241387" y="45339"/>
                        <a:pt x="196429" y="19431"/>
                      </a:cubicBezTo>
                      <a:cubicBezTo>
                        <a:pt x="151567" y="-6477"/>
                        <a:pt x="78700" y="-6477"/>
                        <a:pt x="33647" y="19431"/>
                      </a:cubicBezTo>
                      <a:cubicBezTo>
                        <a:pt x="-11216" y="45339"/>
                        <a:pt x="-11216" y="87439"/>
                        <a:pt x="33647" y="113347"/>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4" name="Google Shape;4204;p47"/>
                <p:cNvSpPr/>
                <p:nvPr/>
              </p:nvSpPr>
              <p:spPr>
                <a:xfrm>
                  <a:off x="4140459" y="4846507"/>
                  <a:ext cx="216074" cy="124682"/>
                </a:xfrm>
                <a:custGeom>
                  <a:avLst/>
                  <a:gdLst/>
                  <a:ahLst/>
                  <a:cxnLst/>
                  <a:rect l="l" t="t" r="r" b="b"/>
                  <a:pathLst>
                    <a:path w="216074" h="124682" extrusionOk="0">
                      <a:moveTo>
                        <a:pt x="31647" y="106323"/>
                      </a:moveTo>
                      <a:cubicBezTo>
                        <a:pt x="73843" y="130802"/>
                        <a:pt x="142327" y="130802"/>
                        <a:pt x="184428" y="106323"/>
                      </a:cubicBezTo>
                      <a:cubicBezTo>
                        <a:pt x="226623" y="82034"/>
                        <a:pt x="226623" y="42505"/>
                        <a:pt x="184428" y="18217"/>
                      </a:cubicBezTo>
                      <a:cubicBezTo>
                        <a:pt x="142327" y="-6072"/>
                        <a:pt x="73843" y="-6072"/>
                        <a:pt x="31647" y="18217"/>
                      </a:cubicBezTo>
                      <a:cubicBezTo>
                        <a:pt x="-10549" y="42505"/>
                        <a:pt x="-10549" y="82034"/>
                        <a:pt x="31647" y="106323"/>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5" name="Google Shape;4205;p47"/>
                <p:cNvSpPr/>
                <p:nvPr/>
              </p:nvSpPr>
              <p:spPr>
                <a:xfrm>
                  <a:off x="4146531" y="4850174"/>
                  <a:ext cx="204096" cy="117824"/>
                </a:xfrm>
                <a:custGeom>
                  <a:avLst/>
                  <a:gdLst/>
                  <a:ahLst/>
                  <a:cxnLst/>
                  <a:rect l="l" t="t" r="r" b="b"/>
                  <a:pathLst>
                    <a:path w="204096" h="117824" extrusionOk="0">
                      <a:moveTo>
                        <a:pt x="29861" y="100465"/>
                      </a:moveTo>
                      <a:cubicBezTo>
                        <a:pt x="69771" y="123611"/>
                        <a:pt x="134445" y="123611"/>
                        <a:pt x="174165" y="100465"/>
                      </a:cubicBezTo>
                      <a:cubicBezTo>
                        <a:pt x="214074" y="77510"/>
                        <a:pt x="214074" y="40172"/>
                        <a:pt x="174165" y="17216"/>
                      </a:cubicBezTo>
                      <a:cubicBezTo>
                        <a:pt x="134445" y="-5739"/>
                        <a:pt x="69771" y="-5739"/>
                        <a:pt x="29861" y="17216"/>
                      </a:cubicBezTo>
                      <a:cubicBezTo>
                        <a:pt x="-9954" y="40172"/>
                        <a:pt x="-9954" y="77510"/>
                        <a:pt x="29861" y="10046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6" name="Google Shape;4206;p47"/>
                <p:cNvSpPr/>
                <p:nvPr/>
              </p:nvSpPr>
              <p:spPr>
                <a:xfrm>
                  <a:off x="4152008" y="4853103"/>
                  <a:ext cx="193166" cy="111490"/>
                </a:xfrm>
                <a:custGeom>
                  <a:avLst/>
                  <a:gdLst/>
                  <a:ahLst/>
                  <a:cxnLst/>
                  <a:rect l="l" t="t" r="r" b="b"/>
                  <a:pathLst>
                    <a:path w="193166" h="111490" extrusionOk="0">
                      <a:moveTo>
                        <a:pt x="28289" y="95060"/>
                      </a:moveTo>
                      <a:cubicBezTo>
                        <a:pt x="66008" y="116967"/>
                        <a:pt x="127254" y="116967"/>
                        <a:pt x="164878" y="95060"/>
                      </a:cubicBezTo>
                      <a:cubicBezTo>
                        <a:pt x="202597" y="73342"/>
                        <a:pt x="202597" y="38005"/>
                        <a:pt x="164878" y="16288"/>
                      </a:cubicBezTo>
                      <a:cubicBezTo>
                        <a:pt x="127254" y="-5429"/>
                        <a:pt x="66103" y="-5429"/>
                        <a:pt x="28289" y="16288"/>
                      </a:cubicBezTo>
                      <a:cubicBezTo>
                        <a:pt x="-9430" y="38005"/>
                        <a:pt x="-9430" y="73342"/>
                        <a:pt x="28289" y="95060"/>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7" name="Google Shape;4207;p47"/>
                <p:cNvSpPr/>
                <p:nvPr/>
              </p:nvSpPr>
              <p:spPr>
                <a:xfrm>
                  <a:off x="4157294" y="4856341"/>
                  <a:ext cx="182475" cy="105322"/>
                </a:xfrm>
                <a:custGeom>
                  <a:avLst/>
                  <a:gdLst/>
                  <a:ahLst/>
                  <a:cxnLst/>
                  <a:rect l="l" t="t" r="r" b="b"/>
                  <a:pathLst>
                    <a:path w="182475" h="105322" extrusionOk="0">
                      <a:moveTo>
                        <a:pt x="26718" y="89821"/>
                      </a:moveTo>
                      <a:cubicBezTo>
                        <a:pt x="62341" y="110490"/>
                        <a:pt x="120158" y="110490"/>
                        <a:pt x="155686" y="89821"/>
                      </a:cubicBezTo>
                      <a:cubicBezTo>
                        <a:pt x="191405" y="69342"/>
                        <a:pt x="191405" y="35909"/>
                        <a:pt x="155686" y="15431"/>
                      </a:cubicBezTo>
                      <a:cubicBezTo>
                        <a:pt x="120158" y="-5144"/>
                        <a:pt x="62341" y="-5144"/>
                        <a:pt x="26718" y="15431"/>
                      </a:cubicBezTo>
                      <a:cubicBezTo>
                        <a:pt x="-8906" y="35909"/>
                        <a:pt x="-8906" y="69342"/>
                        <a:pt x="26718" y="89821"/>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8" name="Google Shape;4208;p47"/>
                <p:cNvSpPr/>
                <p:nvPr/>
              </p:nvSpPr>
              <p:spPr>
                <a:xfrm>
                  <a:off x="4162676" y="4859175"/>
                  <a:ext cx="171831" cy="99250"/>
                </a:xfrm>
                <a:custGeom>
                  <a:avLst/>
                  <a:gdLst/>
                  <a:ahLst/>
                  <a:cxnLst/>
                  <a:rect l="l" t="t" r="r" b="b"/>
                  <a:pathLst>
                    <a:path w="171831" h="99250" extrusionOk="0">
                      <a:moveTo>
                        <a:pt x="25146" y="84606"/>
                      </a:moveTo>
                      <a:cubicBezTo>
                        <a:pt x="58769" y="104132"/>
                        <a:pt x="113157" y="104132"/>
                        <a:pt x="146685" y="84606"/>
                      </a:cubicBezTo>
                      <a:cubicBezTo>
                        <a:pt x="180213" y="65270"/>
                        <a:pt x="180213" y="33838"/>
                        <a:pt x="146685" y="14502"/>
                      </a:cubicBezTo>
                      <a:cubicBezTo>
                        <a:pt x="113252" y="-4834"/>
                        <a:pt x="58769" y="-4834"/>
                        <a:pt x="25146" y="14502"/>
                      </a:cubicBezTo>
                      <a:cubicBezTo>
                        <a:pt x="-8382" y="33838"/>
                        <a:pt x="-8382" y="65270"/>
                        <a:pt x="25146" y="84606"/>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9" name="Google Shape;4209;p47"/>
                <p:cNvSpPr/>
                <p:nvPr/>
              </p:nvSpPr>
              <p:spPr>
                <a:xfrm>
                  <a:off x="4167438" y="4862152"/>
                  <a:ext cx="162282" cy="93702"/>
                </a:xfrm>
                <a:custGeom>
                  <a:avLst/>
                  <a:gdLst/>
                  <a:ahLst/>
                  <a:cxnLst/>
                  <a:rect l="l" t="t" r="r" b="b"/>
                  <a:pathLst>
                    <a:path w="162282" h="93702" extrusionOk="0">
                      <a:moveTo>
                        <a:pt x="23717" y="79915"/>
                      </a:moveTo>
                      <a:cubicBezTo>
                        <a:pt x="55435" y="98298"/>
                        <a:pt x="106870" y="98298"/>
                        <a:pt x="138493" y="79915"/>
                      </a:cubicBezTo>
                      <a:cubicBezTo>
                        <a:pt x="170212" y="61627"/>
                        <a:pt x="170212" y="31909"/>
                        <a:pt x="138493" y="13716"/>
                      </a:cubicBezTo>
                      <a:cubicBezTo>
                        <a:pt x="106870" y="-4572"/>
                        <a:pt x="55435" y="-4572"/>
                        <a:pt x="23717" y="13716"/>
                      </a:cubicBezTo>
                      <a:cubicBezTo>
                        <a:pt x="-7906" y="32004"/>
                        <a:pt x="-7906" y="61627"/>
                        <a:pt x="23717" y="79915"/>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0" name="Google Shape;4210;p47"/>
                <p:cNvSpPr/>
                <p:nvPr/>
              </p:nvSpPr>
              <p:spPr>
                <a:xfrm>
                  <a:off x="4172391" y="4864819"/>
                  <a:ext cx="152376" cy="87963"/>
                </a:xfrm>
                <a:custGeom>
                  <a:avLst/>
                  <a:gdLst/>
                  <a:ahLst/>
                  <a:cxnLst/>
                  <a:rect l="l" t="t" r="r" b="b"/>
                  <a:pathLst>
                    <a:path w="152376" h="87963" extrusionOk="0">
                      <a:moveTo>
                        <a:pt x="22288" y="74962"/>
                      </a:moveTo>
                      <a:cubicBezTo>
                        <a:pt x="52102" y="92297"/>
                        <a:pt x="100298" y="92297"/>
                        <a:pt x="130016" y="74962"/>
                      </a:cubicBezTo>
                      <a:cubicBezTo>
                        <a:pt x="159829" y="57817"/>
                        <a:pt x="159829" y="30004"/>
                        <a:pt x="130016" y="12859"/>
                      </a:cubicBezTo>
                      <a:cubicBezTo>
                        <a:pt x="100298" y="-4286"/>
                        <a:pt x="52102" y="-4286"/>
                        <a:pt x="22288" y="12859"/>
                      </a:cubicBezTo>
                      <a:cubicBezTo>
                        <a:pt x="-7429" y="30004"/>
                        <a:pt x="-7429" y="57817"/>
                        <a:pt x="22288" y="74962"/>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1" name="Google Shape;4211;p47"/>
                <p:cNvSpPr/>
                <p:nvPr/>
              </p:nvSpPr>
              <p:spPr>
                <a:xfrm>
                  <a:off x="4176654" y="4867438"/>
                  <a:ext cx="143875" cy="83034"/>
                </a:xfrm>
                <a:custGeom>
                  <a:avLst/>
                  <a:gdLst/>
                  <a:ahLst/>
                  <a:cxnLst/>
                  <a:rect l="l" t="t" r="r" b="b"/>
                  <a:pathLst>
                    <a:path w="143875" h="83034" extrusionOk="0">
                      <a:moveTo>
                        <a:pt x="21074" y="70819"/>
                      </a:moveTo>
                      <a:cubicBezTo>
                        <a:pt x="49173" y="87106"/>
                        <a:pt x="94798" y="87106"/>
                        <a:pt x="122801" y="70819"/>
                      </a:cubicBezTo>
                      <a:cubicBezTo>
                        <a:pt x="150900" y="54626"/>
                        <a:pt x="150900" y="28337"/>
                        <a:pt x="122801" y="12144"/>
                      </a:cubicBezTo>
                      <a:cubicBezTo>
                        <a:pt x="94798" y="-4048"/>
                        <a:pt x="49173" y="-4048"/>
                        <a:pt x="21074" y="12144"/>
                      </a:cubicBezTo>
                      <a:cubicBezTo>
                        <a:pt x="-7025" y="28337"/>
                        <a:pt x="-7025" y="54626"/>
                        <a:pt x="21074" y="70819"/>
                      </a:cubicBezTo>
                      <a:close/>
                    </a:path>
                  </a:pathLst>
                </a:custGeom>
                <a:solidFill>
                  <a:srgbClr val="24D2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2" name="Google Shape;4212;p47"/>
                <p:cNvSpPr/>
                <p:nvPr/>
              </p:nvSpPr>
              <p:spPr>
                <a:xfrm>
                  <a:off x="4183678" y="4871796"/>
                  <a:ext cx="129635" cy="74866"/>
                </a:xfrm>
                <a:custGeom>
                  <a:avLst/>
                  <a:gdLst/>
                  <a:ahLst/>
                  <a:cxnLst/>
                  <a:rect l="l" t="t" r="r" b="b"/>
                  <a:pathLst>
                    <a:path w="129635" h="74866" extrusionOk="0">
                      <a:moveTo>
                        <a:pt x="19002" y="63794"/>
                      </a:moveTo>
                      <a:cubicBezTo>
                        <a:pt x="44339" y="78557"/>
                        <a:pt x="85392" y="78557"/>
                        <a:pt x="110633" y="63794"/>
                      </a:cubicBezTo>
                      <a:cubicBezTo>
                        <a:pt x="135969" y="49221"/>
                        <a:pt x="135969" y="25503"/>
                        <a:pt x="110633" y="10930"/>
                      </a:cubicBezTo>
                      <a:cubicBezTo>
                        <a:pt x="85392" y="-3643"/>
                        <a:pt x="44339" y="-3643"/>
                        <a:pt x="19002" y="10930"/>
                      </a:cubicBezTo>
                      <a:cubicBezTo>
                        <a:pt x="-6334" y="25503"/>
                        <a:pt x="-6334" y="49221"/>
                        <a:pt x="19002" y="63794"/>
                      </a:cubicBezTo>
                      <a:close/>
                    </a:path>
                  </a:pathLst>
                </a:custGeom>
                <a:solidFill>
                  <a:srgbClr val="0A807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3" name="Google Shape;4213;p47"/>
                <p:cNvSpPr/>
                <p:nvPr/>
              </p:nvSpPr>
              <p:spPr>
                <a:xfrm>
                  <a:off x="4069212" y="4805192"/>
                  <a:ext cx="358735" cy="207192"/>
                </a:xfrm>
                <a:custGeom>
                  <a:avLst/>
                  <a:gdLst/>
                  <a:ahLst/>
                  <a:cxnLst/>
                  <a:rect l="l" t="t" r="r" b="b"/>
                  <a:pathLst>
                    <a:path w="358735" h="207192" extrusionOk="0">
                      <a:moveTo>
                        <a:pt x="52507" y="176689"/>
                      </a:moveTo>
                      <a:cubicBezTo>
                        <a:pt x="122610" y="217361"/>
                        <a:pt x="236244" y="217361"/>
                        <a:pt x="306157" y="176689"/>
                      </a:cubicBezTo>
                      <a:cubicBezTo>
                        <a:pt x="376261" y="136303"/>
                        <a:pt x="376261" y="70675"/>
                        <a:pt x="306157" y="30289"/>
                      </a:cubicBezTo>
                      <a:cubicBezTo>
                        <a:pt x="236244" y="-10096"/>
                        <a:pt x="122610" y="-10096"/>
                        <a:pt x="52507" y="30289"/>
                      </a:cubicBezTo>
                      <a:cubicBezTo>
                        <a:pt x="-17502" y="70675"/>
                        <a:pt x="-17502" y="136303"/>
                        <a:pt x="52507" y="17668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214" name="Google Shape;4214;p47"/>
              <p:cNvGrpSpPr/>
              <p:nvPr/>
            </p:nvGrpSpPr>
            <p:grpSpPr>
              <a:xfrm>
                <a:off x="4045709" y="4779094"/>
                <a:ext cx="405669" cy="247363"/>
                <a:chOff x="4045709" y="4779094"/>
                <a:chExt cx="405669" cy="247363"/>
              </a:xfrm>
            </p:grpSpPr>
            <p:sp>
              <p:nvSpPr>
                <p:cNvPr id="4215" name="Google Shape;4215;p47"/>
                <p:cNvSpPr/>
                <p:nvPr/>
              </p:nvSpPr>
              <p:spPr>
                <a:xfrm>
                  <a:off x="4045709" y="4792333"/>
                  <a:ext cx="405669" cy="234124"/>
                </a:xfrm>
                <a:custGeom>
                  <a:avLst/>
                  <a:gdLst/>
                  <a:ahLst/>
                  <a:cxnLst/>
                  <a:rect l="l" t="t" r="r" b="b"/>
                  <a:pathLst>
                    <a:path w="405669" h="234124" extrusionOk="0">
                      <a:moveTo>
                        <a:pt x="404336" y="103823"/>
                      </a:moveTo>
                      <a:cubicBezTo>
                        <a:pt x="399288" y="78391"/>
                        <a:pt x="379952" y="53816"/>
                        <a:pt x="346234" y="34290"/>
                      </a:cubicBezTo>
                      <a:cubicBezTo>
                        <a:pt x="267081" y="-11430"/>
                        <a:pt x="138589" y="-11430"/>
                        <a:pt x="59436" y="34290"/>
                      </a:cubicBezTo>
                      <a:cubicBezTo>
                        <a:pt x="25527" y="53912"/>
                        <a:pt x="6096" y="78677"/>
                        <a:pt x="1238" y="104299"/>
                      </a:cubicBezTo>
                      <a:lnTo>
                        <a:pt x="0" y="103823"/>
                      </a:lnTo>
                      <a:lnTo>
                        <a:pt x="0" y="117824"/>
                      </a:lnTo>
                      <a:lnTo>
                        <a:pt x="0" y="117824"/>
                      </a:lnTo>
                      <a:cubicBezTo>
                        <a:pt x="381" y="147542"/>
                        <a:pt x="20098" y="177165"/>
                        <a:pt x="59436" y="199835"/>
                      </a:cubicBezTo>
                      <a:cubicBezTo>
                        <a:pt x="138589" y="245555"/>
                        <a:pt x="267081" y="245555"/>
                        <a:pt x="346234" y="199835"/>
                      </a:cubicBezTo>
                      <a:cubicBezTo>
                        <a:pt x="385858" y="176974"/>
                        <a:pt x="405670" y="147066"/>
                        <a:pt x="405670" y="117062"/>
                      </a:cubicBezTo>
                      <a:lnTo>
                        <a:pt x="405670" y="103727"/>
                      </a:lnTo>
                      <a:lnTo>
                        <a:pt x="404336" y="103727"/>
                      </a:lnTo>
                      <a:close/>
                      <a:moveTo>
                        <a:pt x="76200" y="44006"/>
                      </a:moveTo>
                      <a:cubicBezTo>
                        <a:pt x="82963" y="40100"/>
                        <a:pt x="93821" y="40100"/>
                        <a:pt x="100584" y="44006"/>
                      </a:cubicBezTo>
                      <a:lnTo>
                        <a:pt x="150209" y="72676"/>
                      </a:lnTo>
                      <a:cubicBezTo>
                        <a:pt x="156877" y="76581"/>
                        <a:pt x="156877" y="82868"/>
                        <a:pt x="150209" y="86773"/>
                      </a:cubicBezTo>
                      <a:cubicBezTo>
                        <a:pt x="143446" y="90678"/>
                        <a:pt x="132588" y="90678"/>
                        <a:pt x="125825" y="86773"/>
                      </a:cubicBezTo>
                      <a:lnTo>
                        <a:pt x="76200" y="58103"/>
                      </a:lnTo>
                      <a:cubicBezTo>
                        <a:pt x="69533" y="54197"/>
                        <a:pt x="69533" y="47911"/>
                        <a:pt x="76200" y="44101"/>
                      </a:cubicBezTo>
                      <a:close/>
                      <a:moveTo>
                        <a:pt x="40958" y="127064"/>
                      </a:moveTo>
                      <a:cubicBezTo>
                        <a:pt x="31433" y="127064"/>
                        <a:pt x="23717" y="122587"/>
                        <a:pt x="23717" y="117157"/>
                      </a:cubicBezTo>
                      <a:cubicBezTo>
                        <a:pt x="23717" y="111728"/>
                        <a:pt x="31433" y="107252"/>
                        <a:pt x="40958" y="107252"/>
                      </a:cubicBezTo>
                      <a:lnTo>
                        <a:pt x="111062" y="107252"/>
                      </a:lnTo>
                      <a:cubicBezTo>
                        <a:pt x="120587" y="107252"/>
                        <a:pt x="128302" y="111728"/>
                        <a:pt x="128302" y="117157"/>
                      </a:cubicBezTo>
                      <a:cubicBezTo>
                        <a:pt x="128302" y="122587"/>
                        <a:pt x="120587" y="127064"/>
                        <a:pt x="111062" y="127064"/>
                      </a:cubicBezTo>
                      <a:lnTo>
                        <a:pt x="40958" y="127064"/>
                      </a:lnTo>
                      <a:close/>
                      <a:moveTo>
                        <a:pt x="150114" y="161544"/>
                      </a:moveTo>
                      <a:lnTo>
                        <a:pt x="100489" y="190214"/>
                      </a:lnTo>
                      <a:cubicBezTo>
                        <a:pt x="93821" y="194120"/>
                        <a:pt x="82868" y="194120"/>
                        <a:pt x="76105" y="190214"/>
                      </a:cubicBezTo>
                      <a:cubicBezTo>
                        <a:pt x="69437" y="186309"/>
                        <a:pt x="69437" y="180023"/>
                        <a:pt x="76105" y="176213"/>
                      </a:cubicBezTo>
                      <a:lnTo>
                        <a:pt x="125730" y="147542"/>
                      </a:lnTo>
                      <a:cubicBezTo>
                        <a:pt x="132493" y="143637"/>
                        <a:pt x="143351" y="143637"/>
                        <a:pt x="150114" y="147542"/>
                      </a:cubicBezTo>
                      <a:cubicBezTo>
                        <a:pt x="156877" y="151448"/>
                        <a:pt x="156781" y="157734"/>
                        <a:pt x="150114" y="161544"/>
                      </a:cubicBezTo>
                      <a:close/>
                      <a:moveTo>
                        <a:pt x="185547" y="23622"/>
                      </a:moveTo>
                      <a:cubicBezTo>
                        <a:pt x="185547" y="18098"/>
                        <a:pt x="193262" y="13716"/>
                        <a:pt x="202787" y="13716"/>
                      </a:cubicBezTo>
                      <a:cubicBezTo>
                        <a:pt x="212312" y="13716"/>
                        <a:pt x="220028" y="18193"/>
                        <a:pt x="219932" y="23622"/>
                      </a:cubicBezTo>
                      <a:lnTo>
                        <a:pt x="219932" y="64103"/>
                      </a:lnTo>
                      <a:cubicBezTo>
                        <a:pt x="219932" y="69532"/>
                        <a:pt x="212217" y="74009"/>
                        <a:pt x="202787" y="74009"/>
                      </a:cubicBezTo>
                      <a:cubicBezTo>
                        <a:pt x="193358" y="74009"/>
                        <a:pt x="185547" y="69532"/>
                        <a:pt x="185547" y="64103"/>
                      </a:cubicBezTo>
                      <a:lnTo>
                        <a:pt x="185547" y="23622"/>
                      </a:lnTo>
                      <a:close/>
                      <a:moveTo>
                        <a:pt x="202787" y="220409"/>
                      </a:moveTo>
                      <a:cubicBezTo>
                        <a:pt x="193262" y="220409"/>
                        <a:pt x="185547" y="215932"/>
                        <a:pt x="185547" y="210503"/>
                      </a:cubicBezTo>
                      <a:lnTo>
                        <a:pt x="185547" y="170021"/>
                      </a:lnTo>
                      <a:cubicBezTo>
                        <a:pt x="185547" y="164497"/>
                        <a:pt x="193262" y="160115"/>
                        <a:pt x="202787" y="160115"/>
                      </a:cubicBezTo>
                      <a:cubicBezTo>
                        <a:pt x="212312" y="160115"/>
                        <a:pt x="220028" y="164592"/>
                        <a:pt x="220028" y="170021"/>
                      </a:cubicBezTo>
                      <a:lnTo>
                        <a:pt x="220028" y="210503"/>
                      </a:lnTo>
                      <a:cubicBezTo>
                        <a:pt x="220028" y="216027"/>
                        <a:pt x="212312" y="220409"/>
                        <a:pt x="202787" y="220409"/>
                      </a:cubicBezTo>
                      <a:close/>
                      <a:moveTo>
                        <a:pt x="255461" y="72581"/>
                      </a:moveTo>
                      <a:lnTo>
                        <a:pt x="305086" y="43910"/>
                      </a:lnTo>
                      <a:cubicBezTo>
                        <a:pt x="311848" y="40005"/>
                        <a:pt x="322707" y="40005"/>
                        <a:pt x="329375" y="43910"/>
                      </a:cubicBezTo>
                      <a:cubicBezTo>
                        <a:pt x="336137" y="47815"/>
                        <a:pt x="336137" y="54102"/>
                        <a:pt x="329375" y="57912"/>
                      </a:cubicBezTo>
                      <a:lnTo>
                        <a:pt x="279749" y="86582"/>
                      </a:lnTo>
                      <a:cubicBezTo>
                        <a:pt x="272987" y="90488"/>
                        <a:pt x="262128" y="90488"/>
                        <a:pt x="255365" y="86582"/>
                      </a:cubicBezTo>
                      <a:cubicBezTo>
                        <a:pt x="248698" y="82677"/>
                        <a:pt x="248698" y="76390"/>
                        <a:pt x="255365" y="72485"/>
                      </a:cubicBezTo>
                      <a:close/>
                      <a:moveTo>
                        <a:pt x="329375" y="190119"/>
                      </a:moveTo>
                      <a:cubicBezTo>
                        <a:pt x="322707" y="194024"/>
                        <a:pt x="311753" y="194024"/>
                        <a:pt x="305086" y="190119"/>
                      </a:cubicBezTo>
                      <a:lnTo>
                        <a:pt x="255461" y="161449"/>
                      </a:lnTo>
                      <a:cubicBezTo>
                        <a:pt x="248698" y="157544"/>
                        <a:pt x="248698" y="151257"/>
                        <a:pt x="255461" y="147447"/>
                      </a:cubicBezTo>
                      <a:cubicBezTo>
                        <a:pt x="262128" y="143542"/>
                        <a:pt x="273082" y="143542"/>
                        <a:pt x="279749" y="147447"/>
                      </a:cubicBezTo>
                      <a:lnTo>
                        <a:pt x="329375" y="176117"/>
                      </a:lnTo>
                      <a:cubicBezTo>
                        <a:pt x="336137" y="180023"/>
                        <a:pt x="336137" y="186309"/>
                        <a:pt x="329375" y="190119"/>
                      </a:cubicBezTo>
                      <a:close/>
                      <a:moveTo>
                        <a:pt x="364617" y="126968"/>
                      </a:moveTo>
                      <a:lnTo>
                        <a:pt x="294418" y="126968"/>
                      </a:lnTo>
                      <a:cubicBezTo>
                        <a:pt x="284893" y="126968"/>
                        <a:pt x="277178" y="122492"/>
                        <a:pt x="277178" y="117062"/>
                      </a:cubicBezTo>
                      <a:cubicBezTo>
                        <a:pt x="277178" y="111633"/>
                        <a:pt x="284893" y="107156"/>
                        <a:pt x="294418" y="107156"/>
                      </a:cubicBezTo>
                      <a:lnTo>
                        <a:pt x="364617" y="107156"/>
                      </a:lnTo>
                      <a:cubicBezTo>
                        <a:pt x="374142" y="107156"/>
                        <a:pt x="381857" y="111633"/>
                        <a:pt x="381857" y="117062"/>
                      </a:cubicBezTo>
                      <a:cubicBezTo>
                        <a:pt x="381857" y="122492"/>
                        <a:pt x="374142" y="126968"/>
                        <a:pt x="364617" y="1269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6" name="Google Shape;4216;p47"/>
                <p:cNvSpPr/>
                <p:nvPr/>
              </p:nvSpPr>
              <p:spPr>
                <a:xfrm>
                  <a:off x="4045709" y="4779094"/>
                  <a:ext cx="405598" cy="234124"/>
                </a:xfrm>
                <a:custGeom>
                  <a:avLst/>
                  <a:gdLst/>
                  <a:ahLst/>
                  <a:cxnLst/>
                  <a:rect l="l" t="t" r="r" b="b"/>
                  <a:pathLst>
                    <a:path w="405598" h="234124" extrusionOk="0">
                      <a:moveTo>
                        <a:pt x="346234" y="34290"/>
                      </a:moveTo>
                      <a:cubicBezTo>
                        <a:pt x="267081" y="-11430"/>
                        <a:pt x="138589" y="-11430"/>
                        <a:pt x="59436" y="34290"/>
                      </a:cubicBezTo>
                      <a:cubicBezTo>
                        <a:pt x="-19812" y="80010"/>
                        <a:pt x="-19812" y="154115"/>
                        <a:pt x="59436" y="199834"/>
                      </a:cubicBezTo>
                      <a:cubicBezTo>
                        <a:pt x="138589" y="245555"/>
                        <a:pt x="267081" y="245555"/>
                        <a:pt x="346234" y="199834"/>
                      </a:cubicBezTo>
                      <a:cubicBezTo>
                        <a:pt x="425386" y="154115"/>
                        <a:pt x="425386" y="80010"/>
                        <a:pt x="346234" y="34290"/>
                      </a:cubicBezTo>
                      <a:close/>
                      <a:moveTo>
                        <a:pt x="76200" y="58007"/>
                      </a:moveTo>
                      <a:cubicBezTo>
                        <a:pt x="69533" y="54102"/>
                        <a:pt x="69533" y="47816"/>
                        <a:pt x="76200" y="44006"/>
                      </a:cubicBezTo>
                      <a:cubicBezTo>
                        <a:pt x="82963" y="40100"/>
                        <a:pt x="93821" y="40100"/>
                        <a:pt x="100584" y="44006"/>
                      </a:cubicBezTo>
                      <a:lnTo>
                        <a:pt x="150209" y="72676"/>
                      </a:lnTo>
                      <a:cubicBezTo>
                        <a:pt x="156877" y="76581"/>
                        <a:pt x="156877" y="82867"/>
                        <a:pt x="150209" y="86677"/>
                      </a:cubicBezTo>
                      <a:cubicBezTo>
                        <a:pt x="143446" y="90583"/>
                        <a:pt x="132588" y="90583"/>
                        <a:pt x="125825" y="86677"/>
                      </a:cubicBezTo>
                      <a:lnTo>
                        <a:pt x="76200" y="58007"/>
                      </a:lnTo>
                      <a:close/>
                      <a:moveTo>
                        <a:pt x="111157" y="126968"/>
                      </a:moveTo>
                      <a:lnTo>
                        <a:pt x="41053" y="126968"/>
                      </a:lnTo>
                      <a:cubicBezTo>
                        <a:pt x="31528" y="126968"/>
                        <a:pt x="23812" y="122492"/>
                        <a:pt x="23812" y="117062"/>
                      </a:cubicBezTo>
                      <a:cubicBezTo>
                        <a:pt x="23812" y="111633"/>
                        <a:pt x="31528" y="107156"/>
                        <a:pt x="41053" y="107156"/>
                      </a:cubicBezTo>
                      <a:lnTo>
                        <a:pt x="111157" y="107156"/>
                      </a:lnTo>
                      <a:cubicBezTo>
                        <a:pt x="120682" y="107156"/>
                        <a:pt x="128397" y="111633"/>
                        <a:pt x="128397" y="117062"/>
                      </a:cubicBezTo>
                      <a:cubicBezTo>
                        <a:pt x="128397" y="122492"/>
                        <a:pt x="120682" y="126968"/>
                        <a:pt x="111157" y="126968"/>
                      </a:cubicBezTo>
                      <a:close/>
                      <a:moveTo>
                        <a:pt x="202883" y="74009"/>
                      </a:moveTo>
                      <a:cubicBezTo>
                        <a:pt x="193358" y="74009"/>
                        <a:pt x="185642" y="69533"/>
                        <a:pt x="185642" y="64103"/>
                      </a:cubicBezTo>
                      <a:lnTo>
                        <a:pt x="185642" y="23622"/>
                      </a:lnTo>
                      <a:cubicBezTo>
                        <a:pt x="185642" y="18098"/>
                        <a:pt x="193358" y="13716"/>
                        <a:pt x="202883" y="13716"/>
                      </a:cubicBezTo>
                      <a:cubicBezTo>
                        <a:pt x="212408" y="13716"/>
                        <a:pt x="220123" y="18193"/>
                        <a:pt x="220027" y="23622"/>
                      </a:cubicBezTo>
                      <a:lnTo>
                        <a:pt x="220027" y="64103"/>
                      </a:lnTo>
                      <a:cubicBezTo>
                        <a:pt x="220027" y="69628"/>
                        <a:pt x="212312" y="74009"/>
                        <a:pt x="202883" y="74009"/>
                      </a:cubicBezTo>
                      <a:close/>
                      <a:moveTo>
                        <a:pt x="100584" y="190119"/>
                      </a:moveTo>
                      <a:cubicBezTo>
                        <a:pt x="93917" y="194024"/>
                        <a:pt x="82963" y="194024"/>
                        <a:pt x="76200" y="190119"/>
                      </a:cubicBezTo>
                      <a:cubicBezTo>
                        <a:pt x="69533" y="186214"/>
                        <a:pt x="69533" y="179927"/>
                        <a:pt x="76200" y="176117"/>
                      </a:cubicBezTo>
                      <a:lnTo>
                        <a:pt x="125825" y="147447"/>
                      </a:lnTo>
                      <a:cubicBezTo>
                        <a:pt x="132588" y="143542"/>
                        <a:pt x="143446" y="143542"/>
                        <a:pt x="150209" y="147447"/>
                      </a:cubicBezTo>
                      <a:cubicBezTo>
                        <a:pt x="156972" y="151352"/>
                        <a:pt x="156877" y="157639"/>
                        <a:pt x="150209" y="161449"/>
                      </a:cubicBezTo>
                      <a:lnTo>
                        <a:pt x="100584" y="190119"/>
                      </a:lnTo>
                      <a:close/>
                      <a:moveTo>
                        <a:pt x="279844" y="86582"/>
                      </a:moveTo>
                      <a:cubicBezTo>
                        <a:pt x="273082" y="90488"/>
                        <a:pt x="262223" y="90488"/>
                        <a:pt x="255461" y="86582"/>
                      </a:cubicBezTo>
                      <a:cubicBezTo>
                        <a:pt x="248793" y="82677"/>
                        <a:pt x="248793" y="76391"/>
                        <a:pt x="255461" y="72581"/>
                      </a:cubicBezTo>
                      <a:lnTo>
                        <a:pt x="305086" y="43910"/>
                      </a:lnTo>
                      <a:cubicBezTo>
                        <a:pt x="311848" y="40005"/>
                        <a:pt x="322707" y="40005"/>
                        <a:pt x="329375" y="43910"/>
                      </a:cubicBezTo>
                      <a:cubicBezTo>
                        <a:pt x="336137" y="47816"/>
                        <a:pt x="336137" y="54102"/>
                        <a:pt x="329375" y="57912"/>
                      </a:cubicBezTo>
                      <a:lnTo>
                        <a:pt x="279749" y="86582"/>
                      </a:lnTo>
                      <a:close/>
                      <a:moveTo>
                        <a:pt x="294513" y="107061"/>
                      </a:moveTo>
                      <a:lnTo>
                        <a:pt x="364712" y="107061"/>
                      </a:lnTo>
                      <a:cubicBezTo>
                        <a:pt x="374237" y="107061"/>
                        <a:pt x="381953" y="111538"/>
                        <a:pt x="381953" y="116967"/>
                      </a:cubicBezTo>
                      <a:cubicBezTo>
                        <a:pt x="381953" y="122396"/>
                        <a:pt x="374237" y="126873"/>
                        <a:pt x="364712" y="126873"/>
                      </a:cubicBezTo>
                      <a:lnTo>
                        <a:pt x="294513" y="126873"/>
                      </a:lnTo>
                      <a:cubicBezTo>
                        <a:pt x="284988" y="126873"/>
                        <a:pt x="277273" y="122396"/>
                        <a:pt x="277273" y="116967"/>
                      </a:cubicBezTo>
                      <a:cubicBezTo>
                        <a:pt x="277273" y="111538"/>
                        <a:pt x="284988" y="107061"/>
                        <a:pt x="294513" y="107061"/>
                      </a:cubicBezTo>
                      <a:close/>
                      <a:moveTo>
                        <a:pt x="202883" y="220409"/>
                      </a:moveTo>
                      <a:cubicBezTo>
                        <a:pt x="193358" y="220409"/>
                        <a:pt x="185642" y="215932"/>
                        <a:pt x="185642" y="210502"/>
                      </a:cubicBezTo>
                      <a:lnTo>
                        <a:pt x="185642" y="170021"/>
                      </a:lnTo>
                      <a:cubicBezTo>
                        <a:pt x="185642" y="164497"/>
                        <a:pt x="193358" y="160115"/>
                        <a:pt x="202883" y="160115"/>
                      </a:cubicBezTo>
                      <a:cubicBezTo>
                        <a:pt x="212408" y="160115"/>
                        <a:pt x="220123" y="164592"/>
                        <a:pt x="220123" y="170021"/>
                      </a:cubicBezTo>
                      <a:lnTo>
                        <a:pt x="220123" y="210502"/>
                      </a:lnTo>
                      <a:cubicBezTo>
                        <a:pt x="220123" y="216027"/>
                        <a:pt x="212408" y="220409"/>
                        <a:pt x="202883" y="220409"/>
                      </a:cubicBezTo>
                      <a:close/>
                      <a:moveTo>
                        <a:pt x="305181" y="190119"/>
                      </a:moveTo>
                      <a:lnTo>
                        <a:pt x="255556" y="161449"/>
                      </a:lnTo>
                      <a:cubicBezTo>
                        <a:pt x="248793" y="157543"/>
                        <a:pt x="248793" y="151257"/>
                        <a:pt x="255556" y="147447"/>
                      </a:cubicBezTo>
                      <a:cubicBezTo>
                        <a:pt x="262223" y="143542"/>
                        <a:pt x="273177" y="143542"/>
                        <a:pt x="279844" y="147447"/>
                      </a:cubicBezTo>
                      <a:lnTo>
                        <a:pt x="329470" y="176117"/>
                      </a:lnTo>
                      <a:cubicBezTo>
                        <a:pt x="336233" y="180023"/>
                        <a:pt x="336233" y="186309"/>
                        <a:pt x="329470" y="190119"/>
                      </a:cubicBezTo>
                      <a:cubicBezTo>
                        <a:pt x="322802" y="194024"/>
                        <a:pt x="311848" y="194024"/>
                        <a:pt x="305181" y="1901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7" name="Google Shape;4217;p47"/>
                <p:cNvSpPr/>
                <p:nvPr/>
              </p:nvSpPr>
              <p:spPr>
                <a:xfrm>
                  <a:off x="4191364" y="4863176"/>
                  <a:ext cx="114454" cy="46315"/>
                </a:xfrm>
                <a:custGeom>
                  <a:avLst/>
                  <a:gdLst/>
                  <a:ahLst/>
                  <a:cxnLst/>
                  <a:rect l="l" t="t" r="r" b="b"/>
                  <a:pathLst>
                    <a:path w="114454" h="46315" extrusionOk="0">
                      <a:moveTo>
                        <a:pt x="109615" y="46315"/>
                      </a:moveTo>
                      <a:cubicBezTo>
                        <a:pt x="106852" y="42696"/>
                        <a:pt x="102852" y="39267"/>
                        <a:pt x="97709" y="36219"/>
                      </a:cubicBezTo>
                      <a:cubicBezTo>
                        <a:pt x="75325" y="23360"/>
                        <a:pt x="39130" y="23360"/>
                        <a:pt x="16746" y="36219"/>
                      </a:cubicBezTo>
                      <a:cubicBezTo>
                        <a:pt x="11602" y="39171"/>
                        <a:pt x="7602" y="42601"/>
                        <a:pt x="4840" y="46315"/>
                      </a:cubicBezTo>
                      <a:cubicBezTo>
                        <a:pt x="-4400" y="34218"/>
                        <a:pt x="-399" y="19550"/>
                        <a:pt x="16746" y="9644"/>
                      </a:cubicBezTo>
                      <a:cubicBezTo>
                        <a:pt x="39130" y="-3215"/>
                        <a:pt x="75325" y="-3215"/>
                        <a:pt x="97709" y="9644"/>
                      </a:cubicBezTo>
                      <a:cubicBezTo>
                        <a:pt x="114853" y="19550"/>
                        <a:pt x="118854" y="34218"/>
                        <a:pt x="109615" y="4631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8" name="Google Shape;4218;p47"/>
                <p:cNvSpPr/>
                <p:nvPr/>
              </p:nvSpPr>
              <p:spPr>
                <a:xfrm>
                  <a:off x="4196204" y="4889751"/>
                  <a:ext cx="104775" cy="39481"/>
                </a:xfrm>
                <a:custGeom>
                  <a:avLst/>
                  <a:gdLst/>
                  <a:ahLst/>
                  <a:cxnLst/>
                  <a:rect l="l" t="t" r="r" b="b"/>
                  <a:pathLst>
                    <a:path w="104775" h="39481" extrusionOk="0">
                      <a:moveTo>
                        <a:pt x="104775" y="19740"/>
                      </a:moveTo>
                      <a:cubicBezTo>
                        <a:pt x="102013" y="23360"/>
                        <a:pt x="98012" y="26789"/>
                        <a:pt x="92869" y="29837"/>
                      </a:cubicBezTo>
                      <a:cubicBezTo>
                        <a:pt x="70485" y="42696"/>
                        <a:pt x="34290" y="42696"/>
                        <a:pt x="11906" y="29837"/>
                      </a:cubicBezTo>
                      <a:cubicBezTo>
                        <a:pt x="6763" y="26884"/>
                        <a:pt x="2762" y="23455"/>
                        <a:pt x="0" y="19740"/>
                      </a:cubicBezTo>
                      <a:cubicBezTo>
                        <a:pt x="2762" y="16121"/>
                        <a:pt x="6763" y="12692"/>
                        <a:pt x="11906" y="9644"/>
                      </a:cubicBezTo>
                      <a:cubicBezTo>
                        <a:pt x="34290" y="-3215"/>
                        <a:pt x="70485" y="-3215"/>
                        <a:pt x="92869" y="9644"/>
                      </a:cubicBezTo>
                      <a:cubicBezTo>
                        <a:pt x="98012" y="12597"/>
                        <a:pt x="102013" y="16026"/>
                        <a:pt x="104775" y="197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
        <p:nvSpPr>
          <p:cNvPr id="4" name="Google Shape;2648;p41">
            <a:extLst>
              <a:ext uri="{FF2B5EF4-FFF2-40B4-BE49-F238E27FC236}">
                <a16:creationId xmlns:a16="http://schemas.microsoft.com/office/drawing/2014/main" id="{8A1C65A9-E88F-11CE-2956-C6EFFA058F46}"/>
              </a:ext>
            </a:extLst>
          </p:cNvPr>
          <p:cNvSpPr txBox="1">
            <a:spLocks/>
          </p:cNvSpPr>
          <p:nvPr/>
        </p:nvSpPr>
        <p:spPr>
          <a:xfrm>
            <a:off x="762572" y="1503220"/>
            <a:ext cx="3738190" cy="269351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latin typeface="Mulish" panose="020B0604020202020204" charset="0"/>
              </a:rPr>
              <a:t>Presented by:</a:t>
            </a:r>
          </a:p>
          <a:p>
            <a:endParaRPr lang="en-US" dirty="0">
              <a:latin typeface="Mulish" panose="020B0604020202020204" charset="0"/>
            </a:endParaRPr>
          </a:p>
          <a:p>
            <a:pPr marL="285750" indent="-285750">
              <a:buFontTx/>
              <a:buChar char="-"/>
            </a:pPr>
            <a:r>
              <a:rPr lang="en-US" dirty="0">
                <a:latin typeface="Mulish" panose="020B0604020202020204" charset="0"/>
              </a:rPr>
              <a:t>Yussef Yasser Shaher Mohamed</a:t>
            </a:r>
          </a:p>
          <a:p>
            <a:pPr marL="285750" indent="-285750">
              <a:buFontTx/>
              <a:buChar char="-"/>
            </a:pPr>
            <a:r>
              <a:rPr lang="en-US" dirty="0">
                <a:latin typeface="Mulish" panose="020B0604020202020204" charset="0"/>
              </a:rPr>
              <a:t>Basmala Emad </a:t>
            </a:r>
            <a:r>
              <a:rPr lang="en-US" dirty="0" err="1">
                <a:latin typeface="Mulish" panose="020B0604020202020204" charset="0"/>
              </a:rPr>
              <a:t>Abdelhameed</a:t>
            </a:r>
            <a:endParaRPr lang="en-US" dirty="0">
              <a:latin typeface="Mulish" panose="020B0604020202020204" charset="0"/>
            </a:endParaRPr>
          </a:p>
          <a:p>
            <a:pPr marL="285750" indent="-285750">
              <a:buFontTx/>
              <a:buChar char="-"/>
            </a:pPr>
            <a:r>
              <a:rPr lang="en-US" dirty="0">
                <a:latin typeface="Mulish" panose="020B0604020202020204" charset="0"/>
              </a:rPr>
              <a:t>Nada Azmy Gamal Mostafa</a:t>
            </a:r>
          </a:p>
          <a:p>
            <a:pPr marL="285750" indent="-285750">
              <a:buFontTx/>
              <a:buChar char="-"/>
            </a:pPr>
            <a:r>
              <a:rPr lang="en-US" dirty="0">
                <a:latin typeface="Mulish" panose="020B0604020202020204" charset="0"/>
              </a:rPr>
              <a:t>Basmala Hesham Yehia Radwan</a:t>
            </a:r>
          </a:p>
          <a:p>
            <a:pPr marL="285750" indent="-285750">
              <a:buFontTx/>
              <a:buChar char="-"/>
            </a:pPr>
            <a:r>
              <a:rPr lang="en-US" dirty="0">
                <a:latin typeface="Mulish" panose="020B0604020202020204" charset="0"/>
              </a:rPr>
              <a:t>Shahd Alaa Fathy Mahmoud</a:t>
            </a:r>
          </a:p>
          <a:p>
            <a:pPr marL="285750" indent="-285750">
              <a:buFontTx/>
              <a:buChar char="-"/>
            </a:pPr>
            <a:endParaRPr lang="en-US" dirty="0">
              <a:latin typeface="Mulish" panose="020B0604020202020204" charset="0"/>
            </a:endParaRPr>
          </a:p>
          <a:p>
            <a:pPr marL="285750" indent="-285750">
              <a:buFontTx/>
              <a:buChar char="-"/>
            </a:pPr>
            <a:endParaRPr lang="en-US" dirty="0">
              <a:latin typeface="Mulish" panose="020B0604020202020204" charset="0"/>
            </a:endParaRPr>
          </a:p>
          <a:p>
            <a:r>
              <a:rPr lang="en-US" dirty="0">
                <a:latin typeface="Mulish" panose="020B0604020202020204" charset="0"/>
              </a:rPr>
              <a:t>Supervised By:</a:t>
            </a:r>
          </a:p>
          <a:p>
            <a:endParaRPr lang="en-US" dirty="0">
              <a:latin typeface="Mulish" panose="020B0604020202020204" charset="0"/>
            </a:endParaRPr>
          </a:p>
          <a:p>
            <a:pPr marL="285750" indent="-285750">
              <a:buFontTx/>
              <a:buChar char="-"/>
            </a:pPr>
            <a:r>
              <a:rPr lang="en-US" dirty="0">
                <a:latin typeface="Mulish" panose="020B0604020202020204" charset="0"/>
              </a:rPr>
              <a:t>Dr. Hamada Ibrahim</a:t>
            </a:r>
          </a:p>
          <a:p>
            <a:pPr marL="285750" indent="-285750">
              <a:buFontTx/>
              <a:buChar char="-"/>
            </a:pPr>
            <a:r>
              <a:rPr lang="en-US" dirty="0">
                <a:latin typeface="Mulish" panose="020B0604020202020204" charset="0"/>
              </a:rPr>
              <a:t>Eng. Amir Mostafa</a:t>
            </a:r>
          </a:p>
          <a:p>
            <a:pPr marL="285750" indent="-285750">
              <a:buFontTx/>
              <a:buChar char="-"/>
            </a:pPr>
            <a:endParaRPr lang="en-US" dirty="0">
              <a:latin typeface="Mulish" panose="020B0604020202020204" charset="0"/>
            </a:endParaRPr>
          </a:p>
        </p:txBody>
      </p:sp>
    </p:spTree>
  </p:cSld>
  <p:clrMapOvr>
    <a:masterClrMapping/>
  </p:clrMapOvr>
</p:sld>
</file>

<file path=ppt/theme/theme1.xml><?xml version="1.0" encoding="utf-8"?>
<a:theme xmlns:a="http://schemas.openxmlformats.org/drawingml/2006/main" name="3D Printing Technology Workshop by Slidesgo">
  <a:themeElements>
    <a:clrScheme name="Simple Light">
      <a:dk1>
        <a:srgbClr val="171A34"/>
      </a:dk1>
      <a:lt1>
        <a:srgbClr val="C1E7E4"/>
      </a:lt1>
      <a:dk2>
        <a:srgbClr val="FFFFFF"/>
      </a:dk2>
      <a:lt2>
        <a:srgbClr val="D1D3D4"/>
      </a:lt2>
      <a:accent1>
        <a:srgbClr val="A7A9AC"/>
      </a:accent1>
      <a:accent2>
        <a:srgbClr val="535359"/>
      </a:accent2>
      <a:accent3>
        <a:srgbClr val="FF8400"/>
      </a:accent3>
      <a:accent4>
        <a:srgbClr val="E31B25"/>
      </a:accent4>
      <a:accent5>
        <a:srgbClr val="24D2C1"/>
      </a:accent5>
      <a:accent6>
        <a:srgbClr val="16A89F"/>
      </a:accent6>
      <a:hlink>
        <a:srgbClr val="171A3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TotalTime>
  <Words>983</Words>
  <Application>Microsoft Office PowerPoint</Application>
  <PresentationFormat>On-screen Show (16:9)</PresentationFormat>
  <Paragraphs>148</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Open Sans</vt:lpstr>
      <vt:lpstr>Mulish</vt:lpstr>
      <vt:lpstr>DM Sans</vt:lpstr>
      <vt:lpstr>Calibri</vt:lpstr>
      <vt:lpstr>Barlow</vt:lpstr>
      <vt:lpstr>Arial</vt:lpstr>
      <vt:lpstr>3D Printing Technology Workshop by Slidesgo</vt:lpstr>
      <vt:lpstr>Etbaly</vt:lpstr>
      <vt:lpstr>Table of contents</vt:lpstr>
      <vt:lpstr>Introduction</vt:lpstr>
      <vt:lpstr>Problem Statement</vt:lpstr>
      <vt:lpstr>Related Works</vt:lpstr>
      <vt:lpstr>Proposed Solution</vt:lpstr>
      <vt:lpstr>Main Features</vt:lpstr>
      <vt:lpstr>Uploud-to Quote Flow</vt:lpstr>
      <vt:lpstr>AI-to-Print Flow</vt:lpstr>
      <vt:lpstr>Use Case Diagram</vt:lpstr>
      <vt:lpstr>Class Diagram</vt:lpstr>
      <vt:lpstr>AI 3D Model Generation</vt:lpstr>
      <vt:lpstr>Parametric Modification</vt:lpstr>
      <vt:lpstr>Upload 3D File</vt:lpstr>
      <vt:lpstr>File Analysis</vt:lpstr>
      <vt:lpstr> Manage Print Jobs</vt:lpstr>
      <vt:lpstr>Place Order &amp; Pay</vt:lpstr>
      <vt:lpstr>Product Catalog &amp; Marketplace</vt:lpstr>
      <vt:lpstr>Product  Details </vt:lpstr>
      <vt:lpstr>AI Generative Design Lab</vt:lpstr>
      <vt:lpstr>Professional Upload &amp; Instant Quote</vt:lpstr>
      <vt:lpstr>Checkout and Payment</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Shahd Elgallab</dc:creator>
  <cp:lastModifiedBy>Shahd Elgallab</cp:lastModifiedBy>
  <cp:revision>1</cp:revision>
  <dcterms:modified xsi:type="dcterms:W3CDTF">2026-01-21T17:37:03Z</dcterms:modified>
</cp:coreProperties>
</file>